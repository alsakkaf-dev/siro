
<file path=[Content_Types].xml><?xml version="1.0" encoding="utf-8"?>
<Types xmlns="http://schemas.openxmlformats.org/package/2006/content-types">
  <Default Extension="png" ContentType="image/png"/>
  <Default Extension="bin" ContentType="application/vnd.openxmlformats-officedocument.oleObject"/>
  <Default Extension="emf" ContentType="image/x-emf"/>
  <Default Extension="jpeg" ContentType="image/jpeg"/>
  <Default Extension="rels" ContentType="application/vnd.openxmlformats-package.relationships+xml"/>
  <Default Extension="xml" ContentType="application/xml"/>
  <Default Extension="vml" ContentType="application/vnd.openxmlformats-officedocument.vmlDrawing"/>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 id="2147483655" r:id="rId2"/>
  </p:sldMasterIdLst>
  <p:notesMasterIdLst>
    <p:notesMasterId r:id="rId92"/>
  </p:notesMasterIdLst>
  <p:sldIdLst>
    <p:sldId id="960" r:id="rId3"/>
    <p:sldId id="1129" r:id="rId4"/>
    <p:sldId id="964" r:id="rId5"/>
    <p:sldId id="1223" r:id="rId6"/>
    <p:sldId id="1026" r:id="rId7"/>
    <p:sldId id="1035" r:id="rId8"/>
    <p:sldId id="1036" r:id="rId9"/>
    <p:sldId id="1037" r:id="rId10"/>
    <p:sldId id="1271" r:id="rId11"/>
    <p:sldId id="1225" r:id="rId12"/>
    <p:sldId id="1227" r:id="rId13"/>
    <p:sldId id="1228" r:id="rId14"/>
    <p:sldId id="1272" r:id="rId15"/>
    <p:sldId id="1229" r:id="rId16"/>
    <p:sldId id="1230" r:id="rId17"/>
    <p:sldId id="1232" r:id="rId18"/>
    <p:sldId id="1233" r:id="rId19"/>
    <p:sldId id="1259" r:id="rId20"/>
    <p:sldId id="1231" r:id="rId21"/>
    <p:sldId id="1260" r:id="rId22"/>
    <p:sldId id="843" r:id="rId23"/>
    <p:sldId id="919" r:id="rId24"/>
    <p:sldId id="921" r:id="rId25"/>
    <p:sldId id="923" r:id="rId26"/>
    <p:sldId id="1273" r:id="rId27"/>
    <p:sldId id="1261" r:id="rId28"/>
    <p:sldId id="1263" r:id="rId29"/>
    <p:sldId id="909" r:id="rId30"/>
    <p:sldId id="930" r:id="rId31"/>
    <p:sldId id="931" r:id="rId32"/>
    <p:sldId id="1262" r:id="rId33"/>
    <p:sldId id="910" r:id="rId34"/>
    <p:sldId id="927" r:id="rId35"/>
    <p:sldId id="928" r:id="rId36"/>
    <p:sldId id="929" r:id="rId37"/>
    <p:sldId id="1264" r:id="rId38"/>
    <p:sldId id="877" r:id="rId39"/>
    <p:sldId id="1344" r:id="rId40"/>
    <p:sldId id="1345" r:id="rId41"/>
    <p:sldId id="880" r:id="rId42"/>
    <p:sldId id="1267" r:id="rId43"/>
    <p:sldId id="1268" r:id="rId44"/>
    <p:sldId id="1269" r:id="rId45"/>
    <p:sldId id="918" r:id="rId46"/>
    <p:sldId id="1274" r:id="rId47"/>
    <p:sldId id="1280" r:id="rId48"/>
    <p:sldId id="1281" r:id="rId49"/>
    <p:sldId id="1282" r:id="rId50"/>
    <p:sldId id="1284" r:id="rId51"/>
    <p:sldId id="1285" r:id="rId52"/>
    <p:sldId id="1286" r:id="rId53"/>
    <p:sldId id="1287" r:id="rId54"/>
    <p:sldId id="1276" r:id="rId55"/>
    <p:sldId id="1288" r:id="rId56"/>
    <p:sldId id="1289" r:id="rId57"/>
    <p:sldId id="1302" r:id="rId58"/>
    <p:sldId id="1360" r:id="rId59"/>
    <p:sldId id="1364" r:id="rId60"/>
    <p:sldId id="1365" r:id="rId61"/>
    <p:sldId id="1366" r:id="rId62"/>
    <p:sldId id="1306" r:id="rId63"/>
    <p:sldId id="1355" r:id="rId64"/>
    <p:sldId id="1356" r:id="rId65"/>
    <p:sldId id="1357" r:id="rId66"/>
    <p:sldId id="1358" r:id="rId67"/>
    <p:sldId id="1311" r:id="rId68"/>
    <p:sldId id="1312" r:id="rId69"/>
    <p:sldId id="1313" r:id="rId70"/>
    <p:sldId id="1314" r:id="rId71"/>
    <p:sldId id="1315" r:id="rId72"/>
    <p:sldId id="1367" r:id="rId73"/>
    <p:sldId id="1368" r:id="rId74"/>
    <p:sldId id="1369" r:id="rId75"/>
    <p:sldId id="1320" r:id="rId76"/>
    <p:sldId id="1321" r:id="rId77"/>
    <p:sldId id="1325" r:id="rId78"/>
    <p:sldId id="1326" r:id="rId79"/>
    <p:sldId id="1361" r:id="rId80"/>
    <p:sldId id="1362" r:id="rId81"/>
    <p:sldId id="1363" r:id="rId82"/>
    <p:sldId id="1279" r:id="rId83"/>
    <p:sldId id="1329" r:id="rId84"/>
    <p:sldId id="1330" r:id="rId85"/>
    <p:sldId id="1065" r:id="rId86"/>
    <p:sldId id="1332" r:id="rId87"/>
    <p:sldId id="1333" r:id="rId88"/>
    <p:sldId id="1342" r:id="rId89"/>
    <p:sldId id="1341" r:id="rId90"/>
    <p:sldId id="1338" r:id="rId91"/>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2" pos="696" userDrawn="1">
          <p15:clr>
            <a:srgbClr val="A4A3A4"/>
          </p15:clr>
        </p15:guide>
        <p15:guide id="3" orient="horz" pos="792"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00A8"/>
    <a:srgbClr val="9CE0FA"/>
    <a:srgbClr val="8DDFB0"/>
    <a:srgbClr val="FFFE6D"/>
    <a:srgbClr val="F6F323"/>
    <a:srgbClr val="010F90"/>
    <a:srgbClr val="B5E7FF"/>
    <a:srgbClr val="A2C1FF"/>
    <a:srgbClr val="8FAADC"/>
    <a:srgbClr val="E4000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4268" autoAdjust="0"/>
    <p:restoredTop sz="91837"/>
  </p:normalViewPr>
  <p:slideViewPr>
    <p:cSldViewPr snapToGrid="0" snapToObjects="1">
      <p:cViewPr varScale="1">
        <p:scale>
          <a:sx n="95" d="100"/>
          <a:sy n="95" d="100"/>
        </p:scale>
        <p:origin x="414" y="90"/>
      </p:cViewPr>
      <p:guideLst>
        <p:guide pos="696"/>
        <p:guide orient="horz" pos="792"/>
      </p:guideLst>
    </p:cSldViewPr>
  </p:slideViewPr>
  <p:outlineViewPr>
    <p:cViewPr>
      <p:scale>
        <a:sx n="33" d="100"/>
        <a:sy n="33" d="100"/>
      </p:scale>
      <p:origin x="0" y="0"/>
    </p:cViewPr>
  </p:outlineViewPr>
  <p:notesTextViewPr>
    <p:cViewPr>
      <p:scale>
        <a:sx n="1" d="1"/>
        <a:sy n="1" d="1"/>
      </p:scale>
      <p:origin x="0" y="0"/>
    </p:cViewPr>
  </p:notesTextViewPr>
  <p:sorterViewPr>
    <p:cViewPr varScale="1">
      <p:scale>
        <a:sx n="100" d="100"/>
        <a:sy n="100" d="100"/>
      </p:scale>
      <p:origin x="0" y="0"/>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slide" Target="slides/slide61.xml"/><Relationship Id="rId68" Type="http://schemas.openxmlformats.org/officeDocument/2006/relationships/slide" Target="slides/slide66.xml"/><Relationship Id="rId84" Type="http://schemas.openxmlformats.org/officeDocument/2006/relationships/slide" Target="slides/slide82.xml"/><Relationship Id="rId89" Type="http://schemas.openxmlformats.org/officeDocument/2006/relationships/slide" Target="slides/slide87.xml"/><Relationship Id="rId16" Type="http://schemas.openxmlformats.org/officeDocument/2006/relationships/slide" Target="slides/slide14.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slide" Target="slides/slide56.xml"/><Relationship Id="rId74" Type="http://schemas.openxmlformats.org/officeDocument/2006/relationships/slide" Target="slides/slide72.xml"/><Relationship Id="rId79" Type="http://schemas.openxmlformats.org/officeDocument/2006/relationships/slide" Target="slides/slide77.xml"/><Relationship Id="rId5" Type="http://schemas.openxmlformats.org/officeDocument/2006/relationships/slide" Target="slides/slide3.xml"/><Relationship Id="rId90" Type="http://schemas.openxmlformats.org/officeDocument/2006/relationships/slide" Target="slides/slide88.xml"/><Relationship Id="rId95" Type="http://schemas.openxmlformats.org/officeDocument/2006/relationships/theme" Target="theme/theme1.xml"/><Relationship Id="rId22" Type="http://schemas.openxmlformats.org/officeDocument/2006/relationships/slide" Target="slides/slide20.xml"/><Relationship Id="rId27" Type="http://schemas.openxmlformats.org/officeDocument/2006/relationships/slide" Target="slides/slide25.xml"/><Relationship Id="rId43" Type="http://schemas.openxmlformats.org/officeDocument/2006/relationships/slide" Target="slides/slide41.xml"/><Relationship Id="rId48" Type="http://schemas.openxmlformats.org/officeDocument/2006/relationships/slide" Target="slides/slide46.xml"/><Relationship Id="rId64" Type="http://schemas.openxmlformats.org/officeDocument/2006/relationships/slide" Target="slides/slide62.xml"/><Relationship Id="rId69" Type="http://schemas.openxmlformats.org/officeDocument/2006/relationships/slide" Target="slides/slide67.xml"/><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slide" Target="slides/slide70.xml"/><Relationship Id="rId80" Type="http://schemas.openxmlformats.org/officeDocument/2006/relationships/slide" Target="slides/slide78.xml"/><Relationship Id="rId85" Type="http://schemas.openxmlformats.org/officeDocument/2006/relationships/slide" Target="slides/slide83.xml"/><Relationship Id="rId93" Type="http://schemas.openxmlformats.org/officeDocument/2006/relationships/presProps" Target="presProps.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slide" Target="slides/slide57.xml"/><Relationship Id="rId67" Type="http://schemas.openxmlformats.org/officeDocument/2006/relationships/slide" Target="slides/slide65.xml"/><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slide" Target="slides/slide60.xml"/><Relationship Id="rId70" Type="http://schemas.openxmlformats.org/officeDocument/2006/relationships/slide" Target="slides/slide68.xml"/><Relationship Id="rId75" Type="http://schemas.openxmlformats.org/officeDocument/2006/relationships/slide" Target="slides/slide73.xml"/><Relationship Id="rId83" Type="http://schemas.openxmlformats.org/officeDocument/2006/relationships/slide" Target="slides/slide81.xml"/><Relationship Id="rId88" Type="http://schemas.openxmlformats.org/officeDocument/2006/relationships/slide" Target="slides/slide86.xml"/><Relationship Id="rId91" Type="http://schemas.openxmlformats.org/officeDocument/2006/relationships/slide" Target="slides/slide89.xml"/><Relationship Id="rId96"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slide" Target="slides/slide58.xml"/><Relationship Id="rId65" Type="http://schemas.openxmlformats.org/officeDocument/2006/relationships/slide" Target="slides/slide63.xml"/><Relationship Id="rId73" Type="http://schemas.openxmlformats.org/officeDocument/2006/relationships/slide" Target="slides/slide71.xml"/><Relationship Id="rId78" Type="http://schemas.openxmlformats.org/officeDocument/2006/relationships/slide" Target="slides/slide76.xml"/><Relationship Id="rId81" Type="http://schemas.openxmlformats.org/officeDocument/2006/relationships/slide" Target="slides/slide79.xml"/><Relationship Id="rId86" Type="http://schemas.openxmlformats.org/officeDocument/2006/relationships/slide" Target="slides/slide84.xml"/><Relationship Id="rId94" Type="http://schemas.openxmlformats.org/officeDocument/2006/relationships/viewProps" Target="viewProps.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slide" Target="slides/slide74.xml"/><Relationship Id="rId7" Type="http://schemas.openxmlformats.org/officeDocument/2006/relationships/slide" Target="slides/slide5.xml"/><Relationship Id="rId71" Type="http://schemas.openxmlformats.org/officeDocument/2006/relationships/slide" Target="slides/slide69.xml"/><Relationship Id="rId92" Type="http://schemas.openxmlformats.org/officeDocument/2006/relationships/notesMaster" Target="notesMasters/notesMaster1.xml"/><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slide" Target="slides/slide64.xml"/><Relationship Id="rId87" Type="http://schemas.openxmlformats.org/officeDocument/2006/relationships/slide" Target="slides/slide85.xml"/><Relationship Id="rId61" Type="http://schemas.openxmlformats.org/officeDocument/2006/relationships/slide" Target="slides/slide59.xml"/><Relationship Id="rId82" Type="http://schemas.openxmlformats.org/officeDocument/2006/relationships/slide" Target="slides/slide80.xml"/><Relationship Id="rId19" Type="http://schemas.openxmlformats.org/officeDocument/2006/relationships/slide" Target="slides/slide17.xml"/><Relationship Id="rId14" Type="http://schemas.openxmlformats.org/officeDocument/2006/relationships/slide" Target="slides/slide12.xml"/><Relationship Id="rId30" Type="http://schemas.openxmlformats.org/officeDocument/2006/relationships/slide" Target="slides/slide28.xml"/><Relationship Id="rId35" Type="http://schemas.openxmlformats.org/officeDocument/2006/relationships/slide" Target="slides/slide33.xml"/><Relationship Id="rId56" Type="http://schemas.openxmlformats.org/officeDocument/2006/relationships/slide" Target="slides/slide54.xml"/><Relationship Id="rId77" Type="http://schemas.openxmlformats.org/officeDocument/2006/relationships/slide" Target="slides/slide75.xml"/></Relationships>
</file>

<file path=ppt/drawings/_rels/vmlDrawing1.vml.rels><?xml version="1.0" encoding="UTF-8" standalone="yes"?>
<Relationships xmlns="http://schemas.openxmlformats.org/package/2006/relationships"><Relationship Id="rId3" Type="http://schemas.openxmlformats.org/officeDocument/2006/relationships/image" Target="../media/image33.emf"/><Relationship Id="rId2" Type="http://schemas.openxmlformats.org/officeDocument/2006/relationships/image" Target="../media/image32.emf"/><Relationship Id="rId1" Type="http://schemas.openxmlformats.org/officeDocument/2006/relationships/image" Target="../media/image31.e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34.emf"/></Relationships>
</file>

<file path=ppt/drawings/_rels/vmlDrawing3.vml.rels><?xml version="1.0" encoding="UTF-8" standalone="yes"?>
<Relationships xmlns="http://schemas.openxmlformats.org/package/2006/relationships"><Relationship Id="rId3" Type="http://schemas.openxmlformats.org/officeDocument/2006/relationships/image" Target="../media/image38.emf"/><Relationship Id="rId2" Type="http://schemas.openxmlformats.org/officeDocument/2006/relationships/image" Target="../media/image37.emf"/><Relationship Id="rId1" Type="http://schemas.openxmlformats.org/officeDocument/2006/relationships/image" Target="../media/image36.emf"/></Relationships>
</file>

<file path=ppt/drawings/_rels/vmlDrawing4.vml.rels><?xml version="1.0" encoding="UTF-8" standalone="yes"?>
<Relationships xmlns="http://schemas.openxmlformats.org/package/2006/relationships"><Relationship Id="rId1" Type="http://schemas.openxmlformats.org/officeDocument/2006/relationships/image" Target="../media/image54.e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153024D-5FCD-D142-BBE1-7B391F60AD88}" type="datetimeFigureOut">
              <a:rPr lang="en-US" smtClean="0"/>
              <a:t>1/8/2023</a:t>
            </a:fld>
            <a:endParaRPr lang="en-US"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D91EEAC-CFEF-9647-876F-EABC6B8338D7}" type="slidenum">
              <a:rPr lang="en-US" smtClean="0"/>
              <a:t>‹#›</a:t>
            </a:fld>
            <a:endParaRPr lang="en-US" dirty="0"/>
          </a:p>
        </p:txBody>
      </p:sp>
    </p:spTree>
    <p:extLst>
      <p:ext uri="{BB962C8B-B14F-4D97-AF65-F5344CB8AC3E}">
        <p14:creationId xmlns:p14="http://schemas.microsoft.com/office/powerpoint/2010/main" val="167556167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Version History</a:t>
            </a:r>
          </a:p>
          <a:p>
            <a:endParaRPr lang="en-US" dirty="0"/>
          </a:p>
          <a:p>
            <a:r>
              <a:rPr lang="en-US" dirty="0"/>
              <a:t>8.0  (May 2020)</a:t>
            </a:r>
          </a:p>
          <a:p>
            <a:pPr marL="171450" indent="-171450">
              <a:buFont typeface="Arial" panose="020B0604020202020204" pitchFamily="34" charset="0"/>
              <a:buChar char="•"/>
            </a:pPr>
            <a:r>
              <a:rPr lang="en-US" dirty="0"/>
              <a:t>All slides reformatted for 16:9 aspect ratio</a:t>
            </a:r>
          </a:p>
          <a:p>
            <a:pPr marL="171450" indent="-171450">
              <a:buFont typeface="Arial" panose="020B0604020202020204" pitchFamily="34" charset="0"/>
              <a:buChar char="•"/>
            </a:pPr>
            <a:r>
              <a:rPr lang="en-US" dirty="0"/>
              <a:t>All slides updated to 8</a:t>
            </a:r>
            <a:r>
              <a:rPr lang="en-US" baseline="30000" dirty="0"/>
              <a:t>th</a:t>
            </a:r>
            <a:r>
              <a:rPr lang="en-US" dirty="0"/>
              <a:t> edition material</a:t>
            </a:r>
          </a:p>
          <a:p>
            <a:pPr marL="171450" indent="-171450">
              <a:buFont typeface="Arial" panose="020B0604020202020204" pitchFamily="34" charset="0"/>
              <a:buChar char="•"/>
            </a:pPr>
            <a:r>
              <a:rPr lang="en-US" dirty="0"/>
              <a:t>Use of Calibri font, rather that Gill Sans MT</a:t>
            </a:r>
          </a:p>
          <a:p>
            <a:pPr marL="171450" indent="-171450">
              <a:buFont typeface="Arial" panose="020B0604020202020204" pitchFamily="34" charset="0"/>
              <a:buChar char="•"/>
            </a:pPr>
            <a:r>
              <a:rPr lang="en-US" dirty="0"/>
              <a:t>Add LOTS more animation throughout</a:t>
            </a:r>
          </a:p>
          <a:p>
            <a:pPr marL="171450" indent="-171450">
              <a:buFont typeface="Arial" panose="020B0604020202020204" pitchFamily="34" charset="0"/>
              <a:buChar char="•"/>
            </a:pPr>
            <a:r>
              <a:rPr lang="en-US" dirty="0"/>
              <a:t>lighter header font</a:t>
            </a:r>
          </a:p>
          <a:p>
            <a:pPr marL="171450" indent="-171450">
              <a:buFont typeface="Arial" panose="020B0604020202020204" pitchFamily="34" charset="0"/>
              <a:buChar char="•"/>
            </a:pPr>
            <a:r>
              <a:rPr lang="en-US" dirty="0"/>
              <a:t>Re-do of network management slides; redo </a:t>
            </a:r>
            <a:r>
              <a:rPr lang="en-US"/>
              <a:t>of Bellman-Ford </a:t>
            </a:r>
            <a:r>
              <a:rPr lang="en-US" dirty="0"/>
              <a:t>slides</a:t>
            </a:r>
          </a:p>
        </p:txBody>
      </p:sp>
      <p:sp>
        <p:nvSpPr>
          <p:cNvPr id="4" name="Slide Number Placeholder 3"/>
          <p:cNvSpPr>
            <a:spLocks noGrp="1"/>
          </p:cNvSpPr>
          <p:nvPr>
            <p:ph type="sldNum" sz="quarter" idx="5"/>
          </p:nvPr>
        </p:nvSpPr>
        <p:spPr/>
        <p:txBody>
          <a:bodyPr/>
          <a:lstStyle/>
          <a:p>
            <a:fld id="{3D91EEAC-CFEF-9647-876F-EABC6B8338D7}" type="slidenum">
              <a:rPr lang="en-US" smtClean="0"/>
              <a:t>1</a:t>
            </a:fld>
            <a:endParaRPr lang="en-US" dirty="0"/>
          </a:p>
        </p:txBody>
      </p:sp>
    </p:spTree>
    <p:extLst>
      <p:ext uri="{BB962C8B-B14F-4D97-AF65-F5344CB8AC3E}">
        <p14:creationId xmlns:p14="http://schemas.microsoft.com/office/powerpoint/2010/main" val="279266125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D16EA1AD-6EA3-1049-AB4E-FC15F4DC35F9}" type="slidenum">
              <a:rPr lang="en-US" smtClean="0"/>
              <a:t>2</a:t>
            </a:fld>
            <a:endParaRPr lang="en-US" dirty="0"/>
          </a:p>
        </p:txBody>
      </p:sp>
    </p:spTree>
    <p:extLst>
      <p:ext uri="{BB962C8B-B14F-4D97-AF65-F5344CB8AC3E}">
        <p14:creationId xmlns:p14="http://schemas.microsoft.com/office/powerpoint/2010/main" val="326429903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a:t>
            </a:fld>
            <a:endParaRPr lang="en-US" dirty="0"/>
          </a:p>
        </p:txBody>
      </p:sp>
    </p:spTree>
    <p:extLst>
      <p:ext uri="{BB962C8B-B14F-4D97-AF65-F5344CB8AC3E}">
        <p14:creationId xmlns:p14="http://schemas.microsoft.com/office/powerpoint/2010/main" val="198730364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MY" sz="1200" kern="1200" dirty="0">
                <a:solidFill>
                  <a:schemeClr val="tx1"/>
                </a:solidFill>
                <a:effectLst/>
                <a:latin typeface="Times New Roman" pitchFamily="-109" charset="0"/>
                <a:ea typeface="ＭＳ Ｐゴシック" charset="0"/>
                <a:cs typeface="ＭＳ Ｐゴシック" charset="0"/>
              </a:rPr>
              <a:t>The controller interacts with a control agent (CA) in each of the routers via a well-defined protocol to configure and manage that router’s flow table. Typically, the CA has minimum functionality; its job is to communicate with the controller, and to do as the controller commands. Unlike the routing algorithms in Figure 5.1, the CAs do not directly interact with each other nor do they actively take part in computing the forwarding table. This is a key distinction between per-router control and logically centralized control. </a:t>
            </a:r>
            <a:endParaRPr lang="en-MY" dirty="0">
              <a:effectLst/>
            </a:endParaRPr>
          </a:p>
          <a:p>
            <a:endParaRPr lang="en-US" dirty="0"/>
          </a:p>
        </p:txBody>
      </p:sp>
      <p:sp>
        <p:nvSpPr>
          <p:cNvPr id="4" name="Slide Number Placeholder 3"/>
          <p:cNvSpPr>
            <a:spLocks noGrp="1"/>
          </p:cNvSpPr>
          <p:nvPr>
            <p:ph type="sldNum" sz="quarter" idx="5"/>
          </p:nvPr>
        </p:nvSpPr>
        <p:spPr/>
        <p:txBody>
          <a:bodyPr/>
          <a:lstStyle/>
          <a:p>
            <a:pPr>
              <a:defRPr/>
            </a:pPr>
            <a:fld id="{A8925181-6F44-42B4-B59E-6A45B89A7152}" type="slidenum">
              <a:rPr lang="en-US" smtClean="0"/>
              <a:pPr>
                <a:defRPr/>
              </a:pPr>
              <a:t>8</a:t>
            </a:fld>
            <a:endParaRPr lang="en-US"/>
          </a:p>
        </p:txBody>
      </p:sp>
    </p:spTree>
    <p:extLst>
      <p:ext uri="{BB962C8B-B14F-4D97-AF65-F5344CB8AC3E}">
        <p14:creationId xmlns:p14="http://schemas.microsoft.com/office/powerpoint/2010/main" val="390839343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a:t>
            </a:fld>
            <a:endParaRPr lang="en-US" dirty="0"/>
          </a:p>
        </p:txBody>
      </p:sp>
    </p:spTree>
    <p:extLst>
      <p:ext uri="{BB962C8B-B14F-4D97-AF65-F5344CB8AC3E}">
        <p14:creationId xmlns:p14="http://schemas.microsoft.com/office/powerpoint/2010/main" val="194916562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a:t>
            </a:fld>
            <a:endParaRPr lang="en-US" dirty="0"/>
          </a:p>
        </p:txBody>
      </p:sp>
    </p:spTree>
    <p:extLst>
      <p:ext uri="{BB962C8B-B14F-4D97-AF65-F5344CB8AC3E}">
        <p14:creationId xmlns:p14="http://schemas.microsoft.com/office/powerpoint/2010/main" val="263621271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11</a:t>
            </a:fld>
            <a:endParaRPr lang="en-US" dirty="0"/>
          </a:p>
        </p:txBody>
      </p:sp>
    </p:spTree>
    <p:extLst>
      <p:ext uri="{BB962C8B-B14F-4D97-AF65-F5344CB8AC3E}">
        <p14:creationId xmlns:p14="http://schemas.microsoft.com/office/powerpoint/2010/main" val="3320403237"/>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12</a:t>
            </a:fld>
            <a:endParaRPr lang="en-US" dirty="0"/>
          </a:p>
        </p:txBody>
      </p:sp>
    </p:spTree>
    <p:extLst>
      <p:ext uri="{BB962C8B-B14F-4D97-AF65-F5344CB8AC3E}">
        <p14:creationId xmlns:p14="http://schemas.microsoft.com/office/powerpoint/2010/main" val="401979253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13</a:t>
            </a:fld>
            <a:endParaRPr lang="en-US" dirty="0"/>
          </a:p>
        </p:txBody>
      </p:sp>
    </p:spTree>
    <p:extLst>
      <p:ext uri="{BB962C8B-B14F-4D97-AF65-F5344CB8AC3E}">
        <p14:creationId xmlns:p14="http://schemas.microsoft.com/office/powerpoint/2010/main" val="414617172"/>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14</a:t>
            </a:fld>
            <a:endParaRPr lang="en-US" dirty="0"/>
          </a:p>
        </p:txBody>
      </p:sp>
    </p:spTree>
    <p:extLst>
      <p:ext uri="{BB962C8B-B14F-4D97-AF65-F5344CB8AC3E}">
        <p14:creationId xmlns:p14="http://schemas.microsoft.com/office/powerpoint/2010/main" val="334678446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15</a:t>
            </a:fld>
            <a:endParaRPr lang="en-US" dirty="0"/>
          </a:p>
        </p:txBody>
      </p:sp>
    </p:spTree>
    <p:extLst>
      <p:ext uri="{BB962C8B-B14F-4D97-AF65-F5344CB8AC3E}">
        <p14:creationId xmlns:p14="http://schemas.microsoft.com/office/powerpoint/2010/main" val="195586862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16</a:t>
            </a:fld>
            <a:endParaRPr lang="en-US" dirty="0"/>
          </a:p>
        </p:txBody>
      </p:sp>
    </p:spTree>
    <p:extLst>
      <p:ext uri="{BB962C8B-B14F-4D97-AF65-F5344CB8AC3E}">
        <p14:creationId xmlns:p14="http://schemas.microsoft.com/office/powerpoint/2010/main" val="265522426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17</a:t>
            </a:fld>
            <a:endParaRPr lang="en-US" dirty="0"/>
          </a:p>
        </p:txBody>
      </p:sp>
    </p:spTree>
    <p:extLst>
      <p:ext uri="{BB962C8B-B14F-4D97-AF65-F5344CB8AC3E}">
        <p14:creationId xmlns:p14="http://schemas.microsoft.com/office/powerpoint/2010/main" val="2109615532"/>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18</a:t>
            </a:fld>
            <a:endParaRPr lang="en-US" dirty="0"/>
          </a:p>
        </p:txBody>
      </p:sp>
    </p:spTree>
    <p:extLst>
      <p:ext uri="{BB962C8B-B14F-4D97-AF65-F5344CB8AC3E}">
        <p14:creationId xmlns:p14="http://schemas.microsoft.com/office/powerpoint/2010/main" val="4243388374"/>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19</a:t>
            </a:fld>
            <a:endParaRPr lang="en-US" dirty="0"/>
          </a:p>
        </p:txBody>
      </p:sp>
    </p:spTree>
    <p:extLst>
      <p:ext uri="{BB962C8B-B14F-4D97-AF65-F5344CB8AC3E}">
        <p14:creationId xmlns:p14="http://schemas.microsoft.com/office/powerpoint/2010/main" val="1128789006"/>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20</a:t>
            </a:fld>
            <a:endParaRPr lang="en-US" dirty="0"/>
          </a:p>
        </p:txBody>
      </p:sp>
    </p:spTree>
    <p:extLst>
      <p:ext uri="{BB962C8B-B14F-4D97-AF65-F5344CB8AC3E}">
        <p14:creationId xmlns:p14="http://schemas.microsoft.com/office/powerpoint/2010/main" val="1404232465"/>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25</a:t>
            </a:fld>
            <a:endParaRPr lang="en-US" dirty="0"/>
          </a:p>
        </p:txBody>
      </p:sp>
    </p:spTree>
    <p:extLst>
      <p:ext uri="{BB962C8B-B14F-4D97-AF65-F5344CB8AC3E}">
        <p14:creationId xmlns:p14="http://schemas.microsoft.com/office/powerpoint/2010/main" val="2588621287"/>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38</a:t>
            </a:fld>
            <a:endParaRPr lang="en-US" dirty="0"/>
          </a:p>
        </p:txBody>
      </p:sp>
    </p:spTree>
    <p:extLst>
      <p:ext uri="{BB962C8B-B14F-4D97-AF65-F5344CB8AC3E}">
        <p14:creationId xmlns:p14="http://schemas.microsoft.com/office/powerpoint/2010/main" val="32730927"/>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39</a:t>
            </a:fld>
            <a:endParaRPr lang="en-US" dirty="0"/>
          </a:p>
        </p:txBody>
      </p:sp>
    </p:spTree>
    <p:extLst>
      <p:ext uri="{BB962C8B-B14F-4D97-AF65-F5344CB8AC3E}">
        <p14:creationId xmlns:p14="http://schemas.microsoft.com/office/powerpoint/2010/main" val="4235889951"/>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45</a:t>
            </a:fld>
            <a:endParaRPr lang="en-US" dirty="0"/>
          </a:p>
        </p:txBody>
      </p:sp>
    </p:spTree>
    <p:extLst>
      <p:ext uri="{BB962C8B-B14F-4D97-AF65-F5344CB8AC3E}">
        <p14:creationId xmlns:p14="http://schemas.microsoft.com/office/powerpoint/2010/main" val="4021361941"/>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53</a:t>
            </a:fld>
            <a:endParaRPr lang="en-US" dirty="0"/>
          </a:p>
        </p:txBody>
      </p:sp>
    </p:spTree>
    <p:extLst>
      <p:ext uri="{BB962C8B-B14F-4D97-AF65-F5344CB8AC3E}">
        <p14:creationId xmlns:p14="http://schemas.microsoft.com/office/powerpoint/2010/main" val="2567251174"/>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57</a:t>
            </a:fld>
            <a:endParaRPr lang="en-US" dirty="0"/>
          </a:p>
        </p:txBody>
      </p:sp>
    </p:spTree>
    <p:extLst>
      <p:ext uri="{BB962C8B-B14F-4D97-AF65-F5344CB8AC3E}">
        <p14:creationId xmlns:p14="http://schemas.microsoft.com/office/powerpoint/2010/main" val="92584645"/>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5440693"/>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01591042"/>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71</a:t>
            </a:fld>
            <a:endParaRPr lang="en-US" dirty="0"/>
          </a:p>
        </p:txBody>
      </p:sp>
    </p:spTree>
    <p:extLst>
      <p:ext uri="{BB962C8B-B14F-4D97-AF65-F5344CB8AC3E}">
        <p14:creationId xmlns:p14="http://schemas.microsoft.com/office/powerpoint/2010/main" val="3871822318"/>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72</a:t>
            </a:fld>
            <a:endParaRPr lang="en-US" dirty="0"/>
          </a:p>
        </p:txBody>
      </p:sp>
    </p:spTree>
    <p:extLst>
      <p:ext uri="{BB962C8B-B14F-4D97-AF65-F5344CB8AC3E}">
        <p14:creationId xmlns:p14="http://schemas.microsoft.com/office/powerpoint/2010/main" val="987203142"/>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73</a:t>
            </a:fld>
            <a:endParaRPr lang="en-US" dirty="0"/>
          </a:p>
        </p:txBody>
      </p:sp>
    </p:spTree>
    <p:extLst>
      <p:ext uri="{BB962C8B-B14F-4D97-AF65-F5344CB8AC3E}">
        <p14:creationId xmlns:p14="http://schemas.microsoft.com/office/powerpoint/2010/main" val="3058574454"/>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74</a:t>
            </a:fld>
            <a:endParaRPr lang="en-US" dirty="0"/>
          </a:p>
        </p:txBody>
      </p:sp>
    </p:spTree>
    <p:extLst>
      <p:ext uri="{BB962C8B-B14F-4D97-AF65-F5344CB8AC3E}">
        <p14:creationId xmlns:p14="http://schemas.microsoft.com/office/powerpoint/2010/main" val="2231724681"/>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75</a:t>
            </a:fld>
            <a:endParaRPr lang="en-US" dirty="0"/>
          </a:p>
        </p:txBody>
      </p:sp>
    </p:spTree>
    <p:extLst>
      <p:ext uri="{BB962C8B-B14F-4D97-AF65-F5344CB8AC3E}">
        <p14:creationId xmlns:p14="http://schemas.microsoft.com/office/powerpoint/2010/main" val="474748232"/>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78</a:t>
            </a:fld>
            <a:endParaRPr lang="en-US" dirty="0"/>
          </a:p>
        </p:txBody>
      </p:sp>
    </p:spTree>
    <p:extLst>
      <p:ext uri="{BB962C8B-B14F-4D97-AF65-F5344CB8AC3E}">
        <p14:creationId xmlns:p14="http://schemas.microsoft.com/office/powerpoint/2010/main" val="411724157"/>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81</a:t>
            </a:fld>
            <a:endParaRPr lang="en-US" dirty="0"/>
          </a:p>
        </p:txBody>
      </p:sp>
    </p:spTree>
    <p:extLst>
      <p:ext uri="{BB962C8B-B14F-4D97-AF65-F5344CB8AC3E}">
        <p14:creationId xmlns:p14="http://schemas.microsoft.com/office/powerpoint/2010/main" val="1224798291"/>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83</a:t>
            </a:fld>
            <a:endParaRPr lang="en-US" dirty="0"/>
          </a:p>
        </p:txBody>
      </p:sp>
    </p:spTree>
    <p:extLst>
      <p:ext uri="{BB962C8B-B14F-4D97-AF65-F5344CB8AC3E}">
        <p14:creationId xmlns:p14="http://schemas.microsoft.com/office/powerpoint/2010/main" val="3510357335"/>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85</a:t>
            </a:fld>
            <a:endParaRPr lang="en-US" dirty="0"/>
          </a:p>
        </p:txBody>
      </p:sp>
    </p:spTree>
    <p:extLst>
      <p:ext uri="{BB962C8B-B14F-4D97-AF65-F5344CB8AC3E}">
        <p14:creationId xmlns:p14="http://schemas.microsoft.com/office/powerpoint/2010/main" val="3614084262"/>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5" name="Slide Number Placeholder 5">
            <a:extLst>
              <a:ext uri="{FF2B5EF4-FFF2-40B4-BE49-F238E27FC236}">
                <a16:creationId xmlns:a16="http://schemas.microsoft.com/office/drawing/2014/main" id="{67E93C0D-5E34-354A-A654-B3839136622B}"/>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5-</a:t>
            </a:r>
            <a:fld id="{C4204591-24BD-A542-B9D5-F8D8A88D2FEE}" type="slidenum">
              <a:rPr lang="en-US" smtClean="0"/>
              <a:pPr/>
              <a:t>‹#›</a:t>
            </a:fld>
            <a:endParaRPr lang="en-US" dirty="0"/>
          </a:p>
        </p:txBody>
      </p:sp>
    </p:spTree>
    <p:extLst>
      <p:ext uri="{BB962C8B-B14F-4D97-AF65-F5344CB8AC3E}">
        <p14:creationId xmlns:p14="http://schemas.microsoft.com/office/powerpoint/2010/main" val="339365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5" name="Slide Number Placeholder 5">
            <a:extLst>
              <a:ext uri="{FF2B5EF4-FFF2-40B4-BE49-F238E27FC236}">
                <a16:creationId xmlns:a16="http://schemas.microsoft.com/office/drawing/2014/main" id="{D41126D0-2478-AE48-891D-9046D4F5EA04}"/>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5-</a:t>
            </a:r>
            <a:fld id="{C4204591-24BD-A542-B9D5-F8D8A88D2FEE}" type="slidenum">
              <a:rPr lang="en-US" smtClean="0"/>
              <a:pPr/>
              <a:t>‹#›</a:t>
            </a:fld>
            <a:endParaRPr lang="en-US" dirty="0"/>
          </a:p>
        </p:txBody>
      </p:sp>
    </p:spTree>
    <p:extLst>
      <p:ext uri="{BB962C8B-B14F-4D97-AF65-F5344CB8AC3E}">
        <p14:creationId xmlns:p14="http://schemas.microsoft.com/office/powerpoint/2010/main" val="18784461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5">
            <a:extLst>
              <a:ext uri="{FF2B5EF4-FFF2-40B4-BE49-F238E27FC236}">
                <a16:creationId xmlns:a16="http://schemas.microsoft.com/office/drawing/2014/main" id="{139731AF-B9DB-1E4D-A017-6D1C48DC057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5-</a:t>
            </a:r>
            <a:fld id="{C4204591-24BD-A542-B9D5-F8D8A88D2FEE}" type="slidenum">
              <a:rPr lang="en-US" smtClean="0"/>
              <a:pPr/>
              <a:t>‹#›</a:t>
            </a:fld>
            <a:endParaRPr lang="en-US" dirty="0"/>
          </a:p>
        </p:txBody>
      </p:sp>
    </p:spTree>
    <p:extLst>
      <p:ext uri="{BB962C8B-B14F-4D97-AF65-F5344CB8AC3E}">
        <p14:creationId xmlns:p14="http://schemas.microsoft.com/office/powerpoint/2010/main" val="12739582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5-</a:t>
            </a:r>
            <a:fld id="{C4204591-24BD-A542-B9D5-F8D8A88D2FEE}" type="slidenum">
              <a:rPr lang="en-US" smtClean="0"/>
              <a:pPr/>
              <a:t>‹#›</a:t>
            </a:fld>
            <a:endParaRPr lang="en-US" dirty="0"/>
          </a:p>
        </p:txBody>
      </p:sp>
    </p:spTree>
    <p:extLst>
      <p:ext uri="{BB962C8B-B14F-4D97-AF65-F5344CB8AC3E}">
        <p14:creationId xmlns:p14="http://schemas.microsoft.com/office/powerpoint/2010/main" val="37621316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5" name="Slide Number Placeholder 5">
            <a:extLst>
              <a:ext uri="{FF2B5EF4-FFF2-40B4-BE49-F238E27FC236}">
                <a16:creationId xmlns:a16="http://schemas.microsoft.com/office/drawing/2014/main" id="{67E93C0D-5E34-354A-A654-B3839136622B}"/>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20028885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5" name="Slide Number Placeholder 5">
            <a:extLst>
              <a:ext uri="{FF2B5EF4-FFF2-40B4-BE49-F238E27FC236}">
                <a16:creationId xmlns:a16="http://schemas.microsoft.com/office/drawing/2014/main" id="{D41126D0-2478-AE48-891D-9046D4F5EA04}"/>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160578747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5">
            <a:extLst>
              <a:ext uri="{FF2B5EF4-FFF2-40B4-BE49-F238E27FC236}">
                <a16:creationId xmlns:a16="http://schemas.microsoft.com/office/drawing/2014/main" id="{139731AF-B9DB-1E4D-A017-6D1C48DC057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40995478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42849619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5" Type="http://schemas.openxmlformats.org/officeDocument/2006/relationships/theme" Target="../theme/theme1.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slideLayout" Target="../slideLayouts/slideLayout6.xml"/><Relationship Id="rId1" Type="http://schemas.openxmlformats.org/officeDocument/2006/relationships/slideLayout" Target="../slideLayouts/slideLayout5.xml"/><Relationship Id="rId5" Type="http://schemas.openxmlformats.org/officeDocument/2006/relationships/theme" Target="../theme/theme2.xml"/><Relationship Id="rId4" Type="http://schemas.openxmlformats.org/officeDocument/2006/relationships/slideLayout" Target="../slideLayouts/slideLayout8.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Slide Number Placeholder 5">
            <a:extLst>
              <a:ext uri="{FF2B5EF4-FFF2-40B4-BE49-F238E27FC236}">
                <a16:creationId xmlns:a16="http://schemas.microsoft.com/office/drawing/2014/main" id="{ACF3ABA1-E9EF-3248-90FD-6E40E659EFB3}"/>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5-</a:t>
            </a:r>
            <a:fld id="{C4204591-24BD-A542-B9D5-F8D8A88D2FEE}" type="slidenum">
              <a:rPr lang="en-US" smtClean="0"/>
              <a:pPr/>
              <a:t>‹#›</a:t>
            </a:fld>
            <a:endParaRPr lang="en-US" dirty="0"/>
          </a:p>
        </p:txBody>
      </p:sp>
    </p:spTree>
    <p:extLst>
      <p:ext uri="{BB962C8B-B14F-4D97-AF65-F5344CB8AC3E}">
        <p14:creationId xmlns:p14="http://schemas.microsoft.com/office/powerpoint/2010/main" val="277516530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4" r:id="rId4"/>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ftr="0" dt="0"/>
  <p:txStyles>
    <p:title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Slide Number Placeholder 5">
            <a:extLst>
              <a:ext uri="{FF2B5EF4-FFF2-40B4-BE49-F238E27FC236}">
                <a16:creationId xmlns:a16="http://schemas.microsoft.com/office/drawing/2014/main" id="{ACF3ABA1-E9EF-3248-90FD-6E40E659EFB3}"/>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2101551686"/>
      </p:ext>
    </p:extLst>
  </p:cSld>
  <p:clrMap bg1="lt1" tx1="dk1" bg2="lt2" tx2="dk2" accent1="accent1" accent2="accent2" accent3="accent3" accent4="accent4" accent5="accent5" accent6="accent6" hlink="hlink" folHlink="folHlink"/>
  <p:sldLayoutIdLst>
    <p:sldLayoutId id="2147483656" r:id="rId1"/>
    <p:sldLayoutId id="2147483657" r:id="rId2"/>
    <p:sldLayoutId id="2147483658" r:id="rId3"/>
    <p:sldLayoutId id="2147483659" r:id="rId4"/>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ftr="0" dt="0"/>
  <p:txStyles>
    <p:title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5.xml"/><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8" Type="http://schemas.openxmlformats.org/officeDocument/2006/relationships/image" Target="../media/image11.png"/><Relationship Id="rId13" Type="http://schemas.openxmlformats.org/officeDocument/2006/relationships/image" Target="../media/image16.png"/><Relationship Id="rId18" Type="http://schemas.openxmlformats.org/officeDocument/2006/relationships/image" Target="../media/image21.png"/><Relationship Id="rId3" Type="http://schemas.openxmlformats.org/officeDocument/2006/relationships/image" Target="../media/image6.png"/><Relationship Id="rId21" Type="http://schemas.openxmlformats.org/officeDocument/2006/relationships/image" Target="../media/image24.png"/><Relationship Id="rId7" Type="http://schemas.openxmlformats.org/officeDocument/2006/relationships/image" Target="../media/image10.png"/><Relationship Id="rId12" Type="http://schemas.openxmlformats.org/officeDocument/2006/relationships/image" Target="../media/image15.png"/><Relationship Id="rId17" Type="http://schemas.openxmlformats.org/officeDocument/2006/relationships/image" Target="../media/image20.png"/><Relationship Id="rId2" Type="http://schemas.openxmlformats.org/officeDocument/2006/relationships/notesSlide" Target="../notesSlides/notesSlide6.xml"/><Relationship Id="rId16" Type="http://schemas.openxmlformats.org/officeDocument/2006/relationships/image" Target="../media/image19.png"/><Relationship Id="rId20" Type="http://schemas.openxmlformats.org/officeDocument/2006/relationships/image" Target="../media/image23.png"/><Relationship Id="rId1" Type="http://schemas.openxmlformats.org/officeDocument/2006/relationships/slideLayout" Target="../slideLayouts/slideLayout2.xml"/><Relationship Id="rId6" Type="http://schemas.openxmlformats.org/officeDocument/2006/relationships/image" Target="../media/image9.png"/><Relationship Id="rId11" Type="http://schemas.openxmlformats.org/officeDocument/2006/relationships/image" Target="../media/image14.png"/><Relationship Id="rId5" Type="http://schemas.openxmlformats.org/officeDocument/2006/relationships/image" Target="../media/image8.png"/><Relationship Id="rId15" Type="http://schemas.openxmlformats.org/officeDocument/2006/relationships/image" Target="../media/image18.png"/><Relationship Id="rId23" Type="http://schemas.openxmlformats.org/officeDocument/2006/relationships/image" Target="../media/image26.png"/><Relationship Id="rId10" Type="http://schemas.openxmlformats.org/officeDocument/2006/relationships/image" Target="../media/image13.png"/><Relationship Id="rId19" Type="http://schemas.openxmlformats.org/officeDocument/2006/relationships/image" Target="../media/image22.png"/><Relationship Id="rId4" Type="http://schemas.openxmlformats.org/officeDocument/2006/relationships/image" Target="../media/image7.png"/><Relationship Id="rId9" Type="http://schemas.openxmlformats.org/officeDocument/2006/relationships/image" Target="../media/image12.png"/><Relationship Id="rId14" Type="http://schemas.openxmlformats.org/officeDocument/2006/relationships/image" Target="../media/image17.png"/><Relationship Id="rId22" Type="http://schemas.openxmlformats.org/officeDocument/2006/relationships/image" Target="../media/image25.png"/></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9.xml"/><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7.xml"/><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8" Type="http://schemas.openxmlformats.org/officeDocument/2006/relationships/image" Target="../media/image33.emf"/><Relationship Id="rId3" Type="http://schemas.openxmlformats.org/officeDocument/2006/relationships/oleObject" Target="../embeddings/oleObject1.bin"/><Relationship Id="rId7" Type="http://schemas.openxmlformats.org/officeDocument/2006/relationships/oleObject" Target="../embeddings/oleObject3.bin"/><Relationship Id="rId2" Type="http://schemas.openxmlformats.org/officeDocument/2006/relationships/slideLayout" Target="../slideLayouts/slideLayout2.xml"/><Relationship Id="rId1" Type="http://schemas.openxmlformats.org/officeDocument/2006/relationships/vmlDrawing" Target="../drawings/vmlDrawing1.vml"/><Relationship Id="rId6" Type="http://schemas.openxmlformats.org/officeDocument/2006/relationships/image" Target="../media/image32.emf"/><Relationship Id="rId5" Type="http://schemas.openxmlformats.org/officeDocument/2006/relationships/oleObject" Target="../embeddings/oleObject2.bin"/><Relationship Id="rId4" Type="http://schemas.openxmlformats.org/officeDocument/2006/relationships/image" Target="../media/image31.emf"/></Relationships>
</file>

<file path=ppt/slides/_rels/slide29.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Layout" Target="../slideLayouts/slideLayout4.xml"/></Relationships>
</file>

<file path=ppt/slides/_rels/slide30.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slideLayout" Target="../slideLayouts/slideLayout4.xml"/><Relationship Id="rId1" Type="http://schemas.openxmlformats.org/officeDocument/2006/relationships/vmlDrawing" Target="../drawings/vmlDrawing2.vml"/><Relationship Id="rId5" Type="http://schemas.openxmlformats.org/officeDocument/2006/relationships/image" Target="../media/image34.emf"/><Relationship Id="rId4" Type="http://schemas.openxmlformats.org/officeDocument/2006/relationships/oleObject" Target="../embeddings/oleObject4.bin"/></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Layout" Target="../slideLayouts/slideLayout3.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3.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40.xml.rels><?xml version="1.0" encoding="UTF-8" standalone="yes"?>
<Relationships xmlns="http://schemas.openxmlformats.org/package/2006/relationships"><Relationship Id="rId8" Type="http://schemas.openxmlformats.org/officeDocument/2006/relationships/image" Target="../media/image40.png"/><Relationship Id="rId3" Type="http://schemas.openxmlformats.org/officeDocument/2006/relationships/image" Target="../media/image39.png"/><Relationship Id="rId7" Type="http://schemas.openxmlformats.org/officeDocument/2006/relationships/image" Target="../media/image37.emf"/><Relationship Id="rId2" Type="http://schemas.openxmlformats.org/officeDocument/2006/relationships/slideLayout" Target="../slideLayouts/slideLayout3.xml"/><Relationship Id="rId1" Type="http://schemas.openxmlformats.org/officeDocument/2006/relationships/vmlDrawing" Target="../drawings/vmlDrawing3.vml"/><Relationship Id="rId6" Type="http://schemas.openxmlformats.org/officeDocument/2006/relationships/oleObject" Target="../embeddings/oleObject6.bin"/><Relationship Id="rId5" Type="http://schemas.openxmlformats.org/officeDocument/2006/relationships/image" Target="../media/image36.emf"/><Relationship Id="rId10" Type="http://schemas.openxmlformats.org/officeDocument/2006/relationships/image" Target="../media/image38.emf"/><Relationship Id="rId4" Type="http://schemas.openxmlformats.org/officeDocument/2006/relationships/oleObject" Target="../embeddings/oleObject5.bin"/><Relationship Id="rId9" Type="http://schemas.openxmlformats.org/officeDocument/2006/relationships/oleObject" Target="../embeddings/oleObject7.bin"/></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4.xml.rels><?xml version="1.0" encoding="UTF-8" standalone="yes"?>
<Relationships xmlns="http://schemas.openxmlformats.org/package/2006/relationships"><Relationship Id="rId2" Type="http://schemas.openxmlformats.org/officeDocument/2006/relationships/image" Target="../media/image41.png"/><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20.xml"/><Relationship Id="rId1" Type="http://schemas.openxmlformats.org/officeDocument/2006/relationships/slideLayout" Target="../slideLayouts/slideLayout3.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21.xml"/><Relationship Id="rId1" Type="http://schemas.openxmlformats.org/officeDocument/2006/relationships/slideLayout" Target="../slideLayouts/slideLayout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22.xml"/><Relationship Id="rId1" Type="http://schemas.openxmlformats.org/officeDocument/2006/relationships/slideLayout" Target="../slideLayouts/slideLayout3.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23.xml"/><Relationship Id="rId1" Type="http://schemas.openxmlformats.org/officeDocument/2006/relationships/slideLayout" Target="../slideLayouts/slideLayout4.xml"/><Relationship Id="rId4" Type="http://schemas.openxmlformats.org/officeDocument/2006/relationships/image" Target="../media/image44.emf"/></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4.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2.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image" Target="../media/image45.jpeg"/><Relationship Id="rId1" Type="http://schemas.openxmlformats.org/officeDocument/2006/relationships/slideLayout" Target="../slideLayouts/slideLayout6.xml"/><Relationship Id="rId6" Type="http://schemas.openxmlformats.org/officeDocument/2006/relationships/image" Target="../media/image49.jpeg"/><Relationship Id="rId5" Type="http://schemas.openxmlformats.org/officeDocument/2006/relationships/image" Target="../media/image48.png"/><Relationship Id="rId4" Type="http://schemas.openxmlformats.org/officeDocument/2006/relationships/image" Target="../media/image47.png"/></Relationships>
</file>

<file path=ppt/slides/_rels/slide63.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6.xml"/></Relationships>
</file>

<file path=ppt/slides/_rels/slide64.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6.xml"/></Relationships>
</file>

<file path=ppt/slides/_rels/slide65.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6.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1.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notesSlide" Target="../notesSlides/notesSlide25.xml"/><Relationship Id="rId1" Type="http://schemas.openxmlformats.org/officeDocument/2006/relationships/slideLayout" Target="../slideLayouts/slideLayout6.xml"/></Relationships>
</file>

<file path=ppt/slides/_rels/slide72.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notesSlide" Target="../notesSlides/notesSlide26.xml"/><Relationship Id="rId1" Type="http://schemas.openxmlformats.org/officeDocument/2006/relationships/slideLayout" Target="../slideLayouts/slideLayout6.xml"/></Relationships>
</file>

<file path=ppt/slides/_rels/slide73.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notesSlide" Target="../notesSlides/notesSlide27.xml"/><Relationship Id="rId1" Type="http://schemas.openxmlformats.org/officeDocument/2006/relationships/slideLayout" Target="../slideLayouts/slideLayout6.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6.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6.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7.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Layout" Target="../slideLayouts/slideLayout6.xml"/></Relationships>
</file>

<file path=ppt/slides/_rels/slide78.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30.xml"/><Relationship Id="rId1" Type="http://schemas.openxmlformats.org/officeDocument/2006/relationships/slideLayout" Target="../slideLayouts/slideLayout7.xml"/></Relationships>
</file>

<file path=ppt/slides/_rels/slide79.xml.rels><?xml version="1.0" encoding="UTF-8" standalone="yes"?>
<Relationships xmlns="http://schemas.openxmlformats.org/package/2006/relationships"><Relationship Id="rId2" Type="http://schemas.openxmlformats.org/officeDocument/2006/relationships/image" Target="../media/image52.png"/><Relationship Id="rId1" Type="http://schemas.openxmlformats.org/officeDocument/2006/relationships/slideLayout" Target="../slideLayouts/slideLayout7.xml"/></Relationships>
</file>

<file path=ppt/slides/_rels/slide80.xml.rels><?xml version="1.0" encoding="UTF-8" standalone="yes"?>
<Relationships xmlns="http://schemas.openxmlformats.org/package/2006/relationships"><Relationship Id="rId3" Type="http://schemas.openxmlformats.org/officeDocument/2006/relationships/image" Target="../media/image53.png"/><Relationship Id="rId2" Type="http://schemas.openxmlformats.org/officeDocument/2006/relationships/image" Target="../media/image52.png"/><Relationship Id="rId1" Type="http://schemas.openxmlformats.org/officeDocument/2006/relationships/slideLayout" Target="../slideLayouts/slideLayout7.xml"/></Relationships>
</file>

<file path=ppt/slides/_rels/slide81.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31.xml"/><Relationship Id="rId1" Type="http://schemas.openxmlformats.org/officeDocument/2006/relationships/slideLayout" Target="../slideLayouts/slideLayout3.xml"/></Relationships>
</file>

<file path=ppt/slides/_rels/slide82.xml.rels><?xml version="1.0" encoding="UTF-8" standalone="yes"?>
<Relationships xmlns="http://schemas.openxmlformats.org/package/2006/relationships"><Relationship Id="rId3" Type="http://schemas.openxmlformats.org/officeDocument/2006/relationships/oleObject" Target="../embeddings/oleObject8.bin"/><Relationship Id="rId2" Type="http://schemas.openxmlformats.org/officeDocument/2006/relationships/slideLayout" Target="../slideLayouts/slideLayout2.xml"/><Relationship Id="rId1" Type="http://schemas.openxmlformats.org/officeDocument/2006/relationships/vmlDrawing" Target="../drawings/vmlDrawing4.vml"/><Relationship Id="rId4" Type="http://schemas.openxmlformats.org/officeDocument/2006/relationships/image" Target="../media/image54.emf"/></Relationships>
</file>

<file path=ppt/slides/_rels/slide83.xml.rels><?xml version="1.0" encoding="UTF-8" standalone="yes"?>
<Relationships xmlns="http://schemas.openxmlformats.org/package/2006/relationships"><Relationship Id="rId3" Type="http://schemas.openxmlformats.org/officeDocument/2006/relationships/image" Target="../media/image55.png"/><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2" Type="http://schemas.openxmlformats.org/officeDocument/2006/relationships/image" Target="../media/image56.png"/><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3" Type="http://schemas.openxmlformats.org/officeDocument/2006/relationships/image" Target="../media/image55.png"/><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099C77C5-A377-3E44-9802-7A06ED6AD0D8}"/>
              </a:ext>
            </a:extLst>
          </p:cNvPr>
          <p:cNvSpPr>
            <a:spLocks noChangeArrowheads="1"/>
          </p:cNvSpPr>
          <p:nvPr/>
        </p:nvSpPr>
        <p:spPr bwMode="auto">
          <a:xfrm>
            <a:off x="7981312" y="4289908"/>
            <a:ext cx="3981504" cy="286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2800" i="1" dirty="0">
                <a:solidFill>
                  <a:srgbClr val="0000A3"/>
                </a:solidFill>
                <a:latin typeface="+mn-lt"/>
              </a:rPr>
              <a:t>Computer Networking: A Top-Down Approach </a:t>
            </a:r>
            <a:r>
              <a:rPr lang="en-US" altLang="en-US" sz="2800" dirty="0">
                <a:solidFill>
                  <a:srgbClr val="008000"/>
                </a:solidFill>
                <a:latin typeface="+mn-lt"/>
              </a:rPr>
              <a:t/>
            </a:r>
            <a:br>
              <a:rPr lang="en-US" altLang="en-US" sz="2800" dirty="0">
                <a:solidFill>
                  <a:srgbClr val="008000"/>
                </a:solidFill>
                <a:latin typeface="+mn-lt"/>
              </a:rPr>
            </a:br>
            <a:r>
              <a:rPr lang="en-US" altLang="en-US" sz="1800" dirty="0">
                <a:latin typeface="+mn-lt"/>
              </a:rPr>
              <a:t>8</a:t>
            </a:r>
            <a:r>
              <a:rPr lang="en-US" altLang="en-US" sz="1800" baseline="30000" dirty="0">
                <a:latin typeface="+mn-lt"/>
              </a:rPr>
              <a:t>th</a:t>
            </a:r>
            <a:r>
              <a:rPr lang="en-US" altLang="en-US" sz="1800" dirty="0">
                <a:latin typeface="+mn-lt"/>
              </a:rPr>
              <a:t> edition </a:t>
            </a:r>
            <a:br>
              <a:rPr lang="en-US" altLang="en-US" sz="1800" dirty="0">
                <a:latin typeface="+mn-lt"/>
              </a:rPr>
            </a:br>
            <a:r>
              <a:rPr lang="en-US" altLang="en-US" sz="1800" dirty="0">
                <a:latin typeface="+mn-lt"/>
              </a:rPr>
              <a:t>Jim Kurose, Keith Ross</a:t>
            </a:r>
            <a:br>
              <a:rPr lang="en-US" altLang="en-US" sz="1800" dirty="0">
                <a:latin typeface="+mn-lt"/>
              </a:rPr>
            </a:br>
            <a:r>
              <a:rPr lang="en-US" altLang="en-US" sz="1800" dirty="0">
                <a:latin typeface="+mn-lt"/>
              </a:rPr>
              <a:t>Pearson, 2020</a:t>
            </a:r>
            <a:endParaRPr lang="en-US" altLang="en-US" sz="2000" dirty="0">
              <a:latin typeface="+mn-lt"/>
            </a:endParaRPr>
          </a:p>
        </p:txBody>
      </p:sp>
      <p:sp>
        <p:nvSpPr>
          <p:cNvPr id="6" name="Rectangle 3">
            <a:extLst>
              <a:ext uri="{FF2B5EF4-FFF2-40B4-BE49-F238E27FC236}">
                <a16:creationId xmlns:a16="http://schemas.microsoft.com/office/drawing/2014/main" id="{9A9F684E-5DD1-6543-95D2-8EB5E7619BE2}"/>
              </a:ext>
            </a:extLst>
          </p:cNvPr>
          <p:cNvSpPr>
            <a:spLocks noChangeArrowheads="1"/>
          </p:cNvSpPr>
          <p:nvPr/>
        </p:nvSpPr>
        <p:spPr bwMode="auto">
          <a:xfrm>
            <a:off x="1325034" y="561975"/>
            <a:ext cx="5127523" cy="19396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5400" b="1" dirty="0">
                <a:solidFill>
                  <a:srgbClr val="000099"/>
                </a:solidFill>
                <a:latin typeface="+mj-lt"/>
              </a:rPr>
              <a:t>Chapter 5</a:t>
            </a:r>
            <a:r>
              <a:rPr lang="en-US" altLang="en-US" sz="6000" b="1" dirty="0">
                <a:solidFill>
                  <a:srgbClr val="000099"/>
                </a:solidFill>
                <a:latin typeface="+mj-lt"/>
              </a:rPr>
              <a:t/>
            </a:r>
            <a:br>
              <a:rPr lang="en-US" altLang="en-US" sz="6000" b="1" dirty="0">
                <a:solidFill>
                  <a:srgbClr val="000099"/>
                </a:solidFill>
                <a:latin typeface="+mj-lt"/>
              </a:rPr>
            </a:br>
            <a:r>
              <a:rPr lang="en-US" altLang="en-US" sz="5400" b="1" dirty="0">
                <a:solidFill>
                  <a:srgbClr val="000099"/>
                </a:solidFill>
                <a:latin typeface="+mj-lt"/>
              </a:rPr>
              <a:t>Network Layer:</a:t>
            </a:r>
          </a:p>
          <a:p>
            <a:pPr eaLnBrk="1" hangingPunct="1">
              <a:lnSpc>
                <a:spcPct val="85000"/>
              </a:lnSpc>
            </a:pPr>
            <a:r>
              <a:rPr lang="en-US" altLang="en-US" sz="5400" b="1" dirty="0">
                <a:solidFill>
                  <a:srgbClr val="000099"/>
                </a:solidFill>
                <a:latin typeface="+mj-lt"/>
              </a:rPr>
              <a:t>Control Plane</a:t>
            </a:r>
          </a:p>
        </p:txBody>
      </p:sp>
      <p:sp>
        <p:nvSpPr>
          <p:cNvPr id="7" name="Text Box 6">
            <a:extLst>
              <a:ext uri="{FF2B5EF4-FFF2-40B4-BE49-F238E27FC236}">
                <a16:creationId xmlns:a16="http://schemas.microsoft.com/office/drawing/2014/main" id="{8A719B73-7005-5F48-AB23-FCC253DE1BCB}"/>
              </a:ext>
            </a:extLst>
          </p:cNvPr>
          <p:cNvSpPr txBox="1">
            <a:spLocks noChangeArrowheads="1"/>
          </p:cNvSpPr>
          <p:nvPr/>
        </p:nvSpPr>
        <p:spPr bwMode="auto">
          <a:xfrm>
            <a:off x="1350014" y="2647662"/>
            <a:ext cx="5378450" cy="1629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800" dirty="0">
                <a:latin typeface="+mn-lt"/>
              </a:rPr>
              <a:t>A note on the use of these PowerPoint slides:</a:t>
            </a:r>
          </a:p>
          <a:p>
            <a:r>
              <a:rPr lang="en-US" altLang="en-US" sz="1400" dirty="0">
                <a:latin typeface="+mn-lt"/>
              </a:rPr>
              <a:t>We’</a:t>
            </a:r>
            <a:r>
              <a:rPr lang="en-US" altLang="ja-JP" sz="1400" dirty="0">
                <a:latin typeface="+mn-lt"/>
              </a:rPr>
              <a:t>re making these slides freely available to all (faculty, students, readers). They’re in PowerPoint form so you see the animations; and can add, modify, and delete slides  (including this one) and slide content to suit your needs. They obviously represent a </a:t>
            </a:r>
            <a:r>
              <a:rPr lang="en-US" altLang="ja-JP" sz="1400" i="1" dirty="0">
                <a:latin typeface="+mn-lt"/>
              </a:rPr>
              <a:t>lot</a:t>
            </a:r>
            <a:r>
              <a:rPr lang="en-US" altLang="ja-JP" sz="1400" dirty="0">
                <a:latin typeface="+mn-lt"/>
              </a:rPr>
              <a:t> of work on our part. In return for use, we only ask the following:</a:t>
            </a:r>
          </a:p>
          <a:p>
            <a:pPr>
              <a:lnSpc>
                <a:spcPct val="85000"/>
              </a:lnSpc>
            </a:pPr>
            <a:endParaRPr lang="en-US" altLang="en-US" sz="1400" dirty="0"/>
          </a:p>
        </p:txBody>
      </p:sp>
      <p:sp>
        <p:nvSpPr>
          <p:cNvPr id="8" name="Text Box 7">
            <a:extLst>
              <a:ext uri="{FF2B5EF4-FFF2-40B4-BE49-F238E27FC236}">
                <a16:creationId xmlns:a16="http://schemas.microsoft.com/office/drawing/2014/main" id="{BD221538-7929-D34F-8387-EA57F966E19A}"/>
              </a:ext>
            </a:extLst>
          </p:cNvPr>
          <p:cNvSpPr txBox="1">
            <a:spLocks noChangeArrowheads="1"/>
          </p:cNvSpPr>
          <p:nvPr/>
        </p:nvSpPr>
        <p:spPr bwMode="auto">
          <a:xfrm>
            <a:off x="1325035" y="3894603"/>
            <a:ext cx="5378450" cy="2636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73038" indent="-173038">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85000"/>
              </a:lnSpc>
            </a:pPr>
            <a:endParaRPr lang="en-US" altLang="en-US" sz="1400" dirty="0">
              <a:latin typeface="Gill Sans MT" panose="020B0502020104020203" pitchFamily="34" charset="77"/>
            </a:endParaRP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use these slides (e.g., in a class) that you mention their source (after all, we’</a:t>
            </a:r>
            <a:r>
              <a:rPr lang="en-US" altLang="ja-JP" sz="1400" dirty="0">
                <a:latin typeface="+mn-lt"/>
                <a:cs typeface="Calibri" panose="020F0502020204030204" pitchFamily="34" charset="0"/>
              </a:rPr>
              <a:t>d like people to use our book!)</a:t>
            </a: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post any slides on a www site, that you note that they are adapted from (or perhaps identical to) our slides, and note our copyright of this material.</a:t>
            </a:r>
          </a:p>
          <a:p>
            <a:pPr>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For a revision history, see the slide note for this page. </a:t>
            </a:r>
          </a:p>
          <a:p>
            <a:pPr marL="15875" indent="0">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Thanks and enjoy!  JFK/KWR</a:t>
            </a:r>
          </a:p>
          <a:p>
            <a:pPr>
              <a:lnSpc>
                <a:spcPct val="85000"/>
              </a:lnSpc>
            </a:pPr>
            <a:endParaRPr lang="en-US" altLang="en-US" sz="1400" dirty="0">
              <a:latin typeface="+mn-lt"/>
            </a:endParaRPr>
          </a:p>
          <a:p>
            <a:pPr>
              <a:lnSpc>
                <a:spcPct val="85000"/>
              </a:lnSpc>
            </a:pPr>
            <a:r>
              <a:rPr lang="en-US" altLang="en-US" sz="1400" dirty="0">
                <a:latin typeface="+mn-lt"/>
              </a:rPr>
              <a:t>     All material copyright 1996-2020</a:t>
            </a:r>
          </a:p>
          <a:p>
            <a:pPr>
              <a:lnSpc>
                <a:spcPct val="85000"/>
              </a:lnSpc>
            </a:pPr>
            <a:r>
              <a:rPr lang="en-US" altLang="en-US" sz="1400" dirty="0">
                <a:latin typeface="+mn-lt"/>
              </a:rPr>
              <a:t>     J.F Kurose and K.W. Ross, All Rights Reserved</a:t>
            </a:r>
            <a:endParaRPr lang="en-US" altLang="en-US" sz="1200" dirty="0">
              <a:latin typeface="+mn-lt"/>
            </a:endParaRPr>
          </a:p>
        </p:txBody>
      </p:sp>
      <p:pic>
        <p:nvPicPr>
          <p:cNvPr id="9" name="Picture 8" descr="A picture containing outdoor, water, bridge, building&#10;&#10;Description automatically generated">
            <a:extLst>
              <a:ext uri="{FF2B5EF4-FFF2-40B4-BE49-F238E27FC236}">
                <a16:creationId xmlns:a16="http://schemas.microsoft.com/office/drawing/2014/main" id="{F92E998D-891C-8C4D-A1FD-4079E0691FBD}"/>
              </a:ext>
            </a:extLst>
          </p:cNvPr>
          <p:cNvPicPr>
            <a:picLocks noChangeAspect="1"/>
          </p:cNvPicPr>
          <p:nvPr/>
        </p:nvPicPr>
        <p:blipFill>
          <a:blip r:embed="rId3"/>
          <a:stretch>
            <a:fillRect/>
          </a:stretch>
        </p:blipFill>
        <p:spPr>
          <a:xfrm>
            <a:off x="8135257" y="887185"/>
            <a:ext cx="3040743" cy="3800929"/>
          </a:xfrm>
          <a:prstGeom prst="rect">
            <a:avLst/>
          </a:prstGeom>
        </p:spPr>
      </p:pic>
      <p:sp>
        <p:nvSpPr>
          <p:cNvPr id="10" name="Slide Number Placeholder 4">
            <a:extLst>
              <a:ext uri="{FF2B5EF4-FFF2-40B4-BE49-F238E27FC236}">
                <a16:creationId xmlns:a16="http://schemas.microsoft.com/office/drawing/2014/main" id="{20951948-B008-E644-A413-AF8F2E6FBCAF}"/>
              </a:ext>
            </a:extLst>
          </p:cNvPr>
          <p:cNvSpPr>
            <a:spLocks noGrp="1"/>
          </p:cNvSpPr>
          <p:nvPr>
            <p:ph type="sldNum" sz="quarter" idx="4"/>
          </p:nvPr>
        </p:nvSpPr>
        <p:spPr>
          <a:xfrm>
            <a:off x="9219616" y="6443089"/>
            <a:ext cx="2743200" cy="365125"/>
          </a:xfrm>
        </p:spPr>
        <p:txBody>
          <a:bodyPr/>
          <a:lstStyle/>
          <a:p>
            <a:r>
              <a:rPr lang="en-US" smtClean="0"/>
              <a:t>Network Layer: 5-</a:t>
            </a:r>
            <a:fld id="{C4204591-24BD-A542-B9D5-F8D8A88D2FEE}" type="slidenum">
              <a:rPr lang="en-US" smtClean="0"/>
              <a:pPr/>
              <a:t>1</a:t>
            </a:fld>
            <a:endParaRPr lang="en-US" dirty="0"/>
          </a:p>
        </p:txBody>
      </p:sp>
    </p:spTree>
    <p:extLst>
      <p:ext uri="{BB962C8B-B14F-4D97-AF65-F5344CB8AC3E}">
        <p14:creationId xmlns:p14="http://schemas.microsoft.com/office/powerpoint/2010/main" val="23148255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0F6FC3-7DD0-8D48-A73C-1EC08DB3BAF6}"/>
              </a:ext>
            </a:extLst>
          </p:cNvPr>
          <p:cNvSpPr>
            <a:spLocks noGrp="1"/>
          </p:cNvSpPr>
          <p:nvPr>
            <p:ph type="title"/>
          </p:nvPr>
        </p:nvSpPr>
        <p:spPr/>
        <p:txBody>
          <a:bodyPr/>
          <a:lstStyle/>
          <a:p>
            <a:r>
              <a:rPr lang="en-US" altLang="en-US" dirty="0">
                <a:cs typeface="Calibri" panose="020F0502020204030204" pitchFamily="34" charset="0"/>
              </a:rPr>
              <a:t>Network layer control plane: our goals</a:t>
            </a:r>
            <a:endParaRPr lang="en-US" dirty="0"/>
          </a:p>
        </p:txBody>
      </p:sp>
      <p:sp>
        <p:nvSpPr>
          <p:cNvPr id="3" name="Content Placeholder 2">
            <a:extLst>
              <a:ext uri="{FF2B5EF4-FFF2-40B4-BE49-F238E27FC236}">
                <a16:creationId xmlns:a16="http://schemas.microsoft.com/office/drawing/2014/main" id="{99183EDA-C355-9A48-9A7B-13CAE9D049C3}"/>
              </a:ext>
            </a:extLst>
          </p:cNvPr>
          <p:cNvSpPr>
            <a:spLocks noGrp="1"/>
          </p:cNvSpPr>
          <p:nvPr>
            <p:ph sz="half" idx="1"/>
          </p:nvPr>
        </p:nvSpPr>
        <p:spPr>
          <a:xfrm>
            <a:off x="838200" y="1572572"/>
            <a:ext cx="5181600" cy="4698465"/>
          </a:xfrm>
        </p:spPr>
        <p:txBody>
          <a:bodyPr>
            <a:normAutofit/>
          </a:bodyPr>
          <a:lstStyle/>
          <a:p>
            <a:pPr marL="342900" indent="-212725">
              <a:buFont typeface="Wingdings" charset="2"/>
              <a:buChar char="§"/>
              <a:defRPr/>
            </a:pPr>
            <a:r>
              <a:rPr lang="en-US" sz="3200" dirty="0"/>
              <a:t>understand principles behind network control plane:</a:t>
            </a:r>
          </a:p>
          <a:p>
            <a:pPr lvl="1">
              <a:buFont typeface="Arial"/>
              <a:buChar char="•"/>
              <a:defRPr/>
            </a:pPr>
            <a:r>
              <a:rPr lang="en-US" sz="2800" dirty="0"/>
              <a:t>traditional routing algorithms</a:t>
            </a:r>
          </a:p>
          <a:p>
            <a:pPr lvl="1">
              <a:buFont typeface="Arial"/>
              <a:buChar char="•"/>
              <a:defRPr/>
            </a:pPr>
            <a:r>
              <a:rPr lang="en-US" sz="2800" dirty="0"/>
              <a:t>SDN controllers</a:t>
            </a:r>
          </a:p>
          <a:p>
            <a:pPr lvl="1">
              <a:buFont typeface="Arial"/>
              <a:buChar char="•"/>
              <a:defRPr/>
            </a:pPr>
            <a:r>
              <a:rPr lang="en-US" sz="2800" dirty="0"/>
              <a:t>network management, configuration</a:t>
            </a:r>
          </a:p>
          <a:p>
            <a:pPr marL="130175" indent="0">
              <a:buNone/>
            </a:pPr>
            <a:endParaRPr lang="en-US" dirty="0"/>
          </a:p>
        </p:txBody>
      </p:sp>
      <p:sp>
        <p:nvSpPr>
          <p:cNvPr id="4" name="Content Placeholder 3">
            <a:extLst>
              <a:ext uri="{FF2B5EF4-FFF2-40B4-BE49-F238E27FC236}">
                <a16:creationId xmlns:a16="http://schemas.microsoft.com/office/drawing/2014/main" id="{9B6A4EEF-90EE-424B-9F5F-D32E647EF1B0}"/>
              </a:ext>
            </a:extLst>
          </p:cNvPr>
          <p:cNvSpPr>
            <a:spLocks noGrp="1"/>
          </p:cNvSpPr>
          <p:nvPr>
            <p:ph sz="half" idx="2"/>
          </p:nvPr>
        </p:nvSpPr>
        <p:spPr>
          <a:xfrm>
            <a:off x="6304934" y="1602070"/>
            <a:ext cx="5584371" cy="4351338"/>
          </a:xfrm>
        </p:spPr>
        <p:txBody>
          <a:bodyPr>
            <a:normAutofit/>
          </a:bodyPr>
          <a:lstStyle/>
          <a:p>
            <a:pPr marL="407988" indent="-277813"/>
            <a:r>
              <a:rPr lang="en-US" sz="3200" dirty="0"/>
              <a:t>instantiation, implementation in the Internet:</a:t>
            </a:r>
          </a:p>
          <a:p>
            <a:pPr lvl="1"/>
            <a:r>
              <a:rPr lang="en-US" sz="2800" dirty="0"/>
              <a:t>OSPF, BGP</a:t>
            </a:r>
          </a:p>
          <a:p>
            <a:pPr lvl="1"/>
            <a:r>
              <a:rPr lang="en-US" sz="2800" dirty="0"/>
              <a:t>OpenFlow, ODL and ONOS controllers</a:t>
            </a:r>
          </a:p>
          <a:p>
            <a:pPr lvl="1"/>
            <a:r>
              <a:rPr lang="en-US" sz="2800" dirty="0"/>
              <a:t>SNMP, </a:t>
            </a:r>
            <a:r>
              <a:rPr lang="en-US" sz="2800" dirty="0" smtClean="0"/>
              <a:t>YANG/NETCONF </a:t>
            </a:r>
            <a:r>
              <a:rPr lang="en-US" altLang="en-US" sz="2800" dirty="0">
                <a:ea typeface="ＭＳ Ｐゴシック" panose="020B0600070205080204" pitchFamily="34" charset="-128"/>
                <a:cs typeface="ＭＳ Ｐゴシック" panose="020B0600070205080204" pitchFamily="34" charset="-128"/>
              </a:rPr>
              <a:t>(NOT COVERED)</a:t>
            </a:r>
            <a:endParaRPr lang="en-US" sz="2800" dirty="0"/>
          </a:p>
        </p:txBody>
      </p:sp>
      <p:sp>
        <p:nvSpPr>
          <p:cNvPr id="6" name="Slide Number Placeholder 4">
            <a:extLst>
              <a:ext uri="{FF2B5EF4-FFF2-40B4-BE49-F238E27FC236}">
                <a16:creationId xmlns:a16="http://schemas.microsoft.com/office/drawing/2014/main" id="{20951948-B008-E644-A413-AF8F2E6FBCAF}"/>
              </a:ext>
            </a:extLst>
          </p:cNvPr>
          <p:cNvSpPr>
            <a:spLocks noGrp="1"/>
          </p:cNvSpPr>
          <p:nvPr>
            <p:ph type="sldNum" sz="quarter" idx="4"/>
          </p:nvPr>
        </p:nvSpPr>
        <p:spPr>
          <a:xfrm>
            <a:off x="9219616" y="6443089"/>
            <a:ext cx="2743200" cy="365125"/>
          </a:xfrm>
        </p:spPr>
        <p:txBody>
          <a:bodyPr/>
          <a:lstStyle/>
          <a:p>
            <a:r>
              <a:rPr lang="en-US" smtClean="0"/>
              <a:t>Network Layer: 5-</a:t>
            </a:r>
            <a:fld id="{C4204591-24BD-A542-B9D5-F8D8A88D2FEE}" type="slidenum">
              <a:rPr lang="en-US" smtClean="0"/>
              <a:pPr/>
              <a:t>2</a:t>
            </a:fld>
            <a:endParaRPr lang="en-US" dirty="0"/>
          </a:p>
        </p:txBody>
      </p:sp>
    </p:spTree>
    <p:extLst>
      <p:ext uri="{BB962C8B-B14F-4D97-AF65-F5344CB8AC3E}">
        <p14:creationId xmlns:p14="http://schemas.microsoft.com/office/powerpoint/2010/main" val="110133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dissolve">
                                      <p:cBhvr>
                                        <p:cTn id="12" dur="500"/>
                                        <p:tgtEl>
                                          <p:spTgt spid="3">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animEffect transition="in" filter="dissolve">
                                      <p:cBhvr>
                                        <p:cTn id="15" dur="500"/>
                                        <p:tgtEl>
                                          <p:spTgt spid="3">
                                            <p:txEl>
                                              <p:pRg st="2" end="2"/>
                                            </p:txEl>
                                          </p:spTgt>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3">
                                            <p:txEl>
                                              <p:pRg st="3" end="3"/>
                                            </p:txEl>
                                          </p:spTgt>
                                        </p:tgtEl>
                                        <p:attrNameLst>
                                          <p:attrName>style.visibility</p:attrName>
                                        </p:attrNameLst>
                                      </p:cBhvr>
                                      <p:to>
                                        <p:strVal val="visible"/>
                                      </p:to>
                                    </p:set>
                                    <p:animEffect transition="in" filter="dissolve">
                                      <p:cBhvr>
                                        <p:cTn id="18" dur="500"/>
                                        <p:tgtEl>
                                          <p:spTgt spid="3">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4">
                                            <p:txEl>
                                              <p:pRg st="0" end="0"/>
                                            </p:txEl>
                                          </p:spTgt>
                                        </p:tgtEl>
                                        <p:attrNameLst>
                                          <p:attrName>style.visibility</p:attrName>
                                        </p:attrNameLst>
                                      </p:cBhvr>
                                      <p:to>
                                        <p:strVal val="visible"/>
                                      </p:to>
                                    </p:set>
                                    <p:animEffect transition="in" filter="dissolve">
                                      <p:cBhvr>
                                        <p:cTn id="23" dur="500"/>
                                        <p:tgtEl>
                                          <p:spTgt spid="4">
                                            <p:txEl>
                                              <p:pRg st="0" end="0"/>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4">
                                            <p:txEl>
                                              <p:pRg st="1" end="1"/>
                                            </p:txEl>
                                          </p:spTgt>
                                        </p:tgtEl>
                                        <p:attrNameLst>
                                          <p:attrName>style.visibility</p:attrName>
                                        </p:attrNameLst>
                                      </p:cBhvr>
                                      <p:to>
                                        <p:strVal val="visible"/>
                                      </p:to>
                                    </p:set>
                                    <p:animEffect transition="in" filter="dissolve">
                                      <p:cBhvr>
                                        <p:cTn id="28" dur="500"/>
                                        <p:tgtEl>
                                          <p:spTgt spid="4">
                                            <p:txEl>
                                              <p:pRg st="1" end="1"/>
                                            </p:txEl>
                                          </p:spTgt>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4">
                                            <p:txEl>
                                              <p:pRg st="2" end="2"/>
                                            </p:txEl>
                                          </p:spTgt>
                                        </p:tgtEl>
                                        <p:attrNameLst>
                                          <p:attrName>style.visibility</p:attrName>
                                        </p:attrNameLst>
                                      </p:cBhvr>
                                      <p:to>
                                        <p:strVal val="visible"/>
                                      </p:to>
                                    </p:set>
                                    <p:animEffect transition="in" filter="dissolve">
                                      <p:cBhvr>
                                        <p:cTn id="31" dur="500"/>
                                        <p:tgtEl>
                                          <p:spTgt spid="4">
                                            <p:txEl>
                                              <p:pRg st="2" end="2"/>
                                            </p:txEl>
                                          </p:spTgt>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4">
                                            <p:txEl>
                                              <p:pRg st="3" end="3"/>
                                            </p:txEl>
                                          </p:spTgt>
                                        </p:tgtEl>
                                        <p:attrNameLst>
                                          <p:attrName>style.visibility</p:attrName>
                                        </p:attrNameLst>
                                      </p:cBhvr>
                                      <p:to>
                                        <p:strVal val="visible"/>
                                      </p:to>
                                    </p:set>
                                    <p:animEffect transition="in" filter="dissolve">
                                      <p:cBhvr>
                                        <p:cTn id="34" dur="500"/>
                                        <p:tgtEl>
                                          <p:spTgt spid="4">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P spid="4" grpId="0" uiExpand="1" build="p"/>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“control plane” roadmap</a:t>
            </a:r>
            <a:endParaRPr lang="en-US" sz="4400"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761675" y="4144564"/>
            <a:ext cx="5066531" cy="1937764"/>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9575" indent="-293688"/>
            <a:r>
              <a:rPr lang="en-US" altLang="en-US" sz="3200" dirty="0">
                <a:ea typeface="ＭＳ Ｐゴシック" panose="020B0600070205080204" pitchFamily="34" charset="-128"/>
                <a:cs typeface="ＭＳ Ｐゴシック" panose="020B0600070205080204" pitchFamily="34" charset="-128"/>
              </a:rPr>
              <a:t>network management, configuration </a:t>
            </a:r>
          </a:p>
          <a:p>
            <a:pPr marL="685800" lvl="1" indent="-219075"/>
            <a:r>
              <a:rPr lang="en-US" altLang="en-US" sz="2800" dirty="0">
                <a:ea typeface="ＭＳ Ｐゴシック" panose="020B0600070205080204" pitchFamily="34" charset="-128"/>
                <a:cs typeface="ＭＳ Ｐゴシック" panose="020B0600070205080204" pitchFamily="34" charset="-128"/>
              </a:rPr>
              <a:t>SNMP</a:t>
            </a:r>
          </a:p>
          <a:p>
            <a:pPr marL="685800" lvl="1" indent="-219075"/>
            <a:r>
              <a:rPr lang="en-US" altLang="en-US" sz="2800" dirty="0">
                <a:ea typeface="ＭＳ Ｐゴシック" panose="020B0600070205080204" pitchFamily="34" charset="-128"/>
                <a:cs typeface="ＭＳ Ｐゴシック" panose="020B0600070205080204" pitchFamily="34" charset="-128"/>
              </a:rPr>
              <a:t>NETCONF/YANG (NOT COVERED)</a:t>
            </a:r>
          </a:p>
          <a:p>
            <a:pPr lvl="1"/>
            <a:endParaRPr lang="en-US" alt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622456" y="1361615"/>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74638">
              <a:spcBef>
                <a:spcPts val="600"/>
              </a:spcBef>
              <a:buClr>
                <a:srgbClr val="0000A8"/>
              </a:buClr>
            </a:pPr>
            <a:r>
              <a:rPr lang="en-US" altLang="en-US" sz="3600" dirty="0">
                <a:solidFill>
                  <a:srgbClr val="C00000"/>
                </a:solidFill>
                <a:ea typeface="ＭＳ Ｐゴシック" panose="020B0600070205080204" pitchFamily="34" charset="-128"/>
                <a:cs typeface="Arial" panose="020B0604020202020204" pitchFamily="34" charset="0"/>
              </a:rPr>
              <a:t>introduction</a:t>
            </a:r>
          </a:p>
          <a:p>
            <a:pPr marL="285750" indent="-274638">
              <a:spcBef>
                <a:spcPts val="600"/>
              </a:spcBef>
              <a:buClr>
                <a:srgbClr val="0000A8"/>
              </a:buClr>
            </a:pPr>
            <a:r>
              <a:rPr lang="en-US" altLang="en-US" sz="3200" dirty="0">
                <a:ea typeface="ＭＳ Ｐゴシック" panose="020B0600070205080204" pitchFamily="34" charset="-128"/>
                <a:cs typeface="Arial" panose="020B0604020202020204" pitchFamily="34" charset="0"/>
              </a:rPr>
              <a:t>routing protocols</a:t>
            </a:r>
          </a:p>
          <a:p>
            <a:pPr marL="746125" lvl="1" indent="-273050">
              <a:spcBef>
                <a:spcPts val="600"/>
              </a:spcBef>
              <a:buFont typeface="Wingdings" pitchFamily="2" charset="2"/>
              <a:buChar char="§"/>
            </a:pPr>
            <a:r>
              <a:rPr lang="en-US" altLang="en-US" sz="2800" dirty="0">
                <a:ea typeface="ＭＳ Ｐゴシック" panose="020B0600070205080204" pitchFamily="34" charset="-128"/>
                <a:cs typeface="Arial" panose="020B0604020202020204" pitchFamily="34" charset="0"/>
              </a:rPr>
              <a:t>link state</a:t>
            </a:r>
          </a:p>
          <a:p>
            <a:pPr marL="746125" lvl="1" indent="-273050">
              <a:spcBef>
                <a:spcPts val="600"/>
              </a:spcBef>
              <a:buFont typeface="Wingdings" pitchFamily="2" charset="2"/>
              <a:buChar char="§"/>
            </a:pPr>
            <a:r>
              <a:rPr lang="en-US" altLang="en-US" sz="2800" dirty="0">
                <a:ea typeface="ＭＳ Ｐゴシック" panose="020B0600070205080204" pitchFamily="34" charset="-128"/>
                <a:cs typeface="Arial" panose="020B0604020202020204" pitchFamily="34" charset="0"/>
              </a:rPr>
              <a:t>distance vector</a:t>
            </a:r>
          </a:p>
          <a:p>
            <a:pPr marL="285750" indent="-285750">
              <a:spcBef>
                <a:spcPts val="600"/>
              </a:spcBef>
              <a:buClr>
                <a:srgbClr val="0000A8"/>
              </a:buClr>
            </a:pPr>
            <a:r>
              <a:rPr lang="en-US" altLang="en-US" sz="3200" dirty="0">
                <a:ea typeface="ＭＳ Ｐゴシック" panose="020B0600070205080204" pitchFamily="34" charset="-128"/>
                <a:cs typeface="Arial" panose="020B0604020202020204" pitchFamily="34" charset="0"/>
              </a:rPr>
              <a:t>intra-ISP routing: OSPF</a:t>
            </a:r>
          </a:p>
          <a:p>
            <a:pPr marL="285750" indent="-285750">
              <a:spcBef>
                <a:spcPts val="600"/>
              </a:spcBef>
              <a:buClr>
                <a:srgbClr val="0000A8"/>
              </a:buClr>
            </a:pPr>
            <a:r>
              <a:rPr lang="en-US" altLang="en-US" sz="3200" dirty="0">
                <a:ea typeface="ＭＳ Ｐゴシック" panose="020B0600070205080204" pitchFamily="34" charset="-128"/>
                <a:cs typeface="Arial" panose="020B0604020202020204" pitchFamily="34" charset="0"/>
              </a:rPr>
              <a:t>routing among ISPs: BGP</a:t>
            </a:r>
          </a:p>
          <a:p>
            <a:pPr marL="285750" indent="-285750">
              <a:spcBef>
                <a:spcPts val="600"/>
              </a:spcBef>
              <a:buClr>
                <a:srgbClr val="0000A8"/>
              </a:buClr>
            </a:pPr>
            <a:r>
              <a:rPr lang="en-US" altLang="en-US" sz="3200" dirty="0">
                <a:ea typeface="ＭＳ Ｐゴシック" panose="020B0600070205080204" pitchFamily="34" charset="-128"/>
                <a:cs typeface="Arial" panose="020B0604020202020204" pitchFamily="34" charset="0"/>
              </a:rPr>
              <a:t>SDN control plane</a:t>
            </a:r>
          </a:p>
          <a:p>
            <a:pPr marL="285750" indent="-285750">
              <a:spcBef>
                <a:spcPts val="600"/>
              </a:spcBef>
              <a:buClr>
                <a:srgbClr val="0000A8"/>
              </a:buClr>
            </a:pPr>
            <a:r>
              <a:rPr lang="en-US" altLang="en-US" sz="3200" dirty="0">
                <a:ea typeface="ＭＳ Ｐゴシック" panose="020B0600070205080204" pitchFamily="34" charset="-128"/>
                <a:cs typeface="ＭＳ Ｐゴシック" panose="020B0600070205080204" pitchFamily="34" charset="-128"/>
              </a:rPr>
              <a:t>Internet Control Message Protocol </a:t>
            </a:r>
            <a:r>
              <a:rPr lang="en-US" altLang="en-US" sz="3200" dirty="0" smtClean="0">
                <a:ea typeface="ＭＳ Ｐゴシック" panose="020B0600070205080204" pitchFamily="34" charset="-128"/>
                <a:cs typeface="ＭＳ Ｐゴシック" panose="020B0600070205080204" pitchFamily="34" charset="-128"/>
              </a:rPr>
              <a:t>(ICMP)</a:t>
            </a:r>
            <a:endParaRPr lang="en-US" altLang="en-US" sz="3200" dirty="0">
              <a:ea typeface="ＭＳ Ｐゴシック" panose="020B0600070205080204" pitchFamily="34" charset="-128"/>
              <a:cs typeface="ＭＳ Ｐゴシック" panose="020B0600070205080204" pitchFamily="34" charset="-128"/>
            </a:endParaRPr>
          </a:p>
          <a:p>
            <a:pPr marL="466725" indent="-409575">
              <a:spcBef>
                <a:spcPts val="600"/>
              </a:spcBef>
              <a:buNone/>
            </a:pPr>
            <a:endParaRPr lang="en-US" altLang="en-US" sz="3200" dirty="0">
              <a:ea typeface="ＭＳ Ｐゴシック" panose="020B0600070205080204" pitchFamily="34" charset="-128"/>
              <a:cs typeface="Arial" panose="020B0604020202020204" pitchFamily="34" charset="0"/>
            </a:endParaRPr>
          </a:p>
        </p:txBody>
      </p:sp>
      <p:sp>
        <p:nvSpPr>
          <p:cNvPr id="11" name="Slide Number Placeholder 4">
            <a:extLst>
              <a:ext uri="{FF2B5EF4-FFF2-40B4-BE49-F238E27FC236}">
                <a16:creationId xmlns:a16="http://schemas.microsoft.com/office/drawing/2014/main" id="{60E442AF-0FD6-9040-9BFF-CE4BE886AA41}"/>
              </a:ext>
            </a:extLst>
          </p:cNvPr>
          <p:cNvSpPr>
            <a:spLocks noGrp="1"/>
          </p:cNvSpPr>
          <p:nvPr>
            <p:ph type="sldNum" sz="quarter" idx="4"/>
          </p:nvPr>
        </p:nvSpPr>
        <p:spPr>
          <a:xfrm>
            <a:off x="9219616" y="6443089"/>
            <a:ext cx="2743200" cy="365125"/>
          </a:xfrm>
        </p:spPr>
        <p:txBody>
          <a:bodyPr/>
          <a:lstStyle/>
          <a:p>
            <a:r>
              <a:rPr lang="en-US" dirty="0"/>
              <a:t>Network Layer: 5-</a:t>
            </a:r>
            <a:fld id="{C4204591-24BD-A542-B9D5-F8D8A88D2FEE}" type="slidenum">
              <a:rPr lang="en-US" smtClean="0"/>
              <a:pPr/>
              <a:t>3</a:t>
            </a:fld>
            <a:endParaRPr lang="en-US" dirty="0"/>
          </a:p>
        </p:txBody>
      </p:sp>
    </p:spTree>
    <p:extLst>
      <p:ext uri="{BB962C8B-B14F-4D97-AF65-F5344CB8AC3E}">
        <p14:creationId xmlns:p14="http://schemas.microsoft.com/office/powerpoint/2010/main" val="114765118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0">
                                            <p:txEl>
                                              <p:pRg st="1" end="1"/>
                                            </p:txEl>
                                          </p:spTgt>
                                        </p:tgtEl>
                                        <p:attrNameLst>
                                          <p:attrName>style.visibility</p:attrName>
                                        </p:attrNameLst>
                                      </p:cBhvr>
                                      <p:to>
                                        <p:strVal val="visible"/>
                                      </p:to>
                                    </p:set>
                                    <p:animEffect transition="in" filter="dissolve">
                                      <p:cBhvr>
                                        <p:cTn id="12" dur="500"/>
                                        <p:tgtEl>
                                          <p:spTgt spid="10">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10">
                                            <p:txEl>
                                              <p:pRg st="2" end="2"/>
                                            </p:txEl>
                                          </p:spTgt>
                                        </p:tgtEl>
                                        <p:attrNameLst>
                                          <p:attrName>style.visibility</p:attrName>
                                        </p:attrNameLst>
                                      </p:cBhvr>
                                      <p:to>
                                        <p:strVal val="visible"/>
                                      </p:to>
                                    </p:set>
                                    <p:animEffect transition="in" filter="dissolve">
                                      <p:cBhvr>
                                        <p:cTn id="15" dur="500"/>
                                        <p:tgtEl>
                                          <p:spTgt spid="10">
                                            <p:txEl>
                                              <p:pRg st="2" end="2"/>
                                            </p:txEl>
                                          </p:spTgt>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10">
                                            <p:txEl>
                                              <p:pRg st="3" end="3"/>
                                            </p:txEl>
                                          </p:spTgt>
                                        </p:tgtEl>
                                        <p:attrNameLst>
                                          <p:attrName>style.visibility</p:attrName>
                                        </p:attrNameLst>
                                      </p:cBhvr>
                                      <p:to>
                                        <p:strVal val="visible"/>
                                      </p:to>
                                    </p:set>
                                    <p:animEffect transition="in" filter="dissolve">
                                      <p:cBhvr>
                                        <p:cTn id="18" dur="500"/>
                                        <p:tgtEl>
                                          <p:spTgt spid="10">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10">
                                            <p:txEl>
                                              <p:pRg st="4" end="4"/>
                                            </p:txEl>
                                          </p:spTgt>
                                        </p:tgtEl>
                                        <p:attrNameLst>
                                          <p:attrName>style.visibility</p:attrName>
                                        </p:attrNameLst>
                                      </p:cBhvr>
                                      <p:to>
                                        <p:strVal val="visible"/>
                                      </p:to>
                                    </p:set>
                                    <p:animEffect transition="in" filter="dissolve">
                                      <p:cBhvr>
                                        <p:cTn id="23" dur="500"/>
                                        <p:tgtEl>
                                          <p:spTgt spid="10">
                                            <p:txEl>
                                              <p:pRg st="4" end="4"/>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10">
                                            <p:txEl>
                                              <p:pRg st="5" end="5"/>
                                            </p:txEl>
                                          </p:spTgt>
                                        </p:tgtEl>
                                        <p:attrNameLst>
                                          <p:attrName>style.visibility</p:attrName>
                                        </p:attrNameLst>
                                      </p:cBhvr>
                                      <p:to>
                                        <p:strVal val="visible"/>
                                      </p:to>
                                    </p:set>
                                    <p:animEffect transition="in" filter="dissolve">
                                      <p:cBhvr>
                                        <p:cTn id="28" dur="500"/>
                                        <p:tgtEl>
                                          <p:spTgt spid="10">
                                            <p:txEl>
                                              <p:pRg st="5" end="5"/>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10">
                                            <p:txEl>
                                              <p:pRg st="6" end="6"/>
                                            </p:txEl>
                                          </p:spTgt>
                                        </p:tgtEl>
                                        <p:attrNameLst>
                                          <p:attrName>style.visibility</p:attrName>
                                        </p:attrNameLst>
                                      </p:cBhvr>
                                      <p:to>
                                        <p:strVal val="visible"/>
                                      </p:to>
                                    </p:set>
                                    <p:animEffect transition="in" filter="dissolve">
                                      <p:cBhvr>
                                        <p:cTn id="33" dur="500"/>
                                        <p:tgtEl>
                                          <p:spTgt spid="10">
                                            <p:txEl>
                                              <p:pRg st="6" end="6"/>
                                            </p:txEl>
                                          </p:spTgt>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grpId="0" nodeType="clickEffect">
                                  <p:stCondLst>
                                    <p:cond delay="0"/>
                                  </p:stCondLst>
                                  <p:childTnLst>
                                    <p:set>
                                      <p:cBhvr>
                                        <p:cTn id="37" dur="1" fill="hold">
                                          <p:stCondLst>
                                            <p:cond delay="0"/>
                                          </p:stCondLst>
                                        </p:cTn>
                                        <p:tgtEl>
                                          <p:spTgt spid="10">
                                            <p:txEl>
                                              <p:pRg st="7" end="7"/>
                                            </p:txEl>
                                          </p:spTgt>
                                        </p:tgtEl>
                                        <p:attrNameLst>
                                          <p:attrName>style.visibility</p:attrName>
                                        </p:attrNameLst>
                                      </p:cBhvr>
                                      <p:to>
                                        <p:strVal val="visible"/>
                                      </p:to>
                                    </p:set>
                                    <p:animEffect transition="in" filter="dissolve">
                                      <p:cBhvr>
                                        <p:cTn id="38" dur="500"/>
                                        <p:tgtEl>
                                          <p:spTgt spid="10">
                                            <p:txEl>
                                              <p:pRg st="7" end="7"/>
                                            </p:txEl>
                                          </p:spTgt>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grpId="0" nodeType="clickEffect">
                                  <p:stCondLst>
                                    <p:cond delay="0"/>
                                  </p:stCondLst>
                                  <p:childTnLst>
                                    <p:set>
                                      <p:cBhvr>
                                        <p:cTn id="42" dur="1" fill="hold">
                                          <p:stCondLst>
                                            <p:cond delay="0"/>
                                          </p:stCondLst>
                                        </p:cTn>
                                        <p:tgtEl>
                                          <p:spTgt spid="7"/>
                                        </p:tgtEl>
                                        <p:attrNameLst>
                                          <p:attrName>style.visibility</p:attrName>
                                        </p:attrNameLst>
                                      </p:cBhvr>
                                      <p:to>
                                        <p:strVal val="visible"/>
                                      </p:to>
                                    </p:set>
                                    <p:animEffect transition="in" filter="dissolve">
                                      <p:cBhvr>
                                        <p:cTn id="43"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build="p"/>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Content Placeholder 6">
            <a:extLst>
              <a:ext uri="{FF2B5EF4-FFF2-40B4-BE49-F238E27FC236}">
                <a16:creationId xmlns:a16="http://schemas.microsoft.com/office/drawing/2014/main" id="{0FCA6316-79A6-B14E-8F63-A42967EB3B2A}"/>
              </a:ext>
            </a:extLst>
          </p:cNvPr>
          <p:cNvSpPr>
            <a:spLocks noGrp="1"/>
          </p:cNvSpPr>
          <p:nvPr>
            <p:ph idx="1"/>
          </p:nvPr>
        </p:nvSpPr>
        <p:spPr>
          <a:xfrm>
            <a:off x="970936" y="4247536"/>
            <a:ext cx="10515600" cy="1473868"/>
          </a:xfrm>
        </p:spPr>
        <p:txBody>
          <a:bodyPr>
            <a:normAutofit lnSpcReduction="10000"/>
          </a:bodyPr>
          <a:lstStyle/>
          <a:p>
            <a:pPr marL="130175" indent="0">
              <a:buNone/>
            </a:pPr>
            <a:r>
              <a:rPr lang="en-US" sz="3200" dirty="0">
                <a:solidFill>
                  <a:srgbClr val="C00000"/>
                </a:solidFill>
              </a:rPr>
              <a:t>Two approaches to structuring network control plane:</a:t>
            </a:r>
          </a:p>
          <a:p>
            <a:pPr marL="466725" indent="-249238"/>
            <a:r>
              <a:rPr lang="en-US" dirty="0"/>
              <a:t>per-router control (traditional)</a:t>
            </a:r>
          </a:p>
          <a:p>
            <a:pPr marL="466725" indent="-249238"/>
            <a:r>
              <a:rPr lang="en-US" dirty="0"/>
              <a:t>logically centralized control (software defined networking)</a:t>
            </a:r>
          </a:p>
          <a:p>
            <a:endParaRPr lang="en-US" dirty="0"/>
          </a:p>
        </p:txBody>
      </p:sp>
      <p:sp>
        <p:nvSpPr>
          <p:cNvPr id="6" name="Title 5">
            <a:extLst>
              <a:ext uri="{FF2B5EF4-FFF2-40B4-BE49-F238E27FC236}">
                <a16:creationId xmlns:a16="http://schemas.microsoft.com/office/drawing/2014/main" id="{E6933BFA-FFE1-0149-8120-54BF3A2DA787}"/>
              </a:ext>
            </a:extLst>
          </p:cNvPr>
          <p:cNvSpPr>
            <a:spLocks noGrp="1"/>
          </p:cNvSpPr>
          <p:nvPr>
            <p:ph type="title"/>
          </p:nvPr>
        </p:nvSpPr>
        <p:spPr/>
        <p:txBody>
          <a:bodyPr>
            <a:normAutofit/>
          </a:bodyPr>
          <a:lstStyle/>
          <a:p>
            <a:r>
              <a:rPr lang="en-US" sz="4800" dirty="0"/>
              <a:t>Network-layer functions</a:t>
            </a:r>
          </a:p>
        </p:txBody>
      </p:sp>
      <p:sp>
        <p:nvSpPr>
          <p:cNvPr id="5" name="Slide Number Placeholder 4">
            <a:extLst>
              <a:ext uri="{FF2B5EF4-FFF2-40B4-BE49-F238E27FC236}">
                <a16:creationId xmlns:a16="http://schemas.microsoft.com/office/drawing/2014/main" id="{C959312D-6602-054C-94D1-70724062AE9B}"/>
              </a:ext>
            </a:extLst>
          </p:cNvPr>
          <p:cNvSpPr>
            <a:spLocks noGrp="1"/>
          </p:cNvSpPr>
          <p:nvPr>
            <p:ph type="sldNum" sz="quarter" idx="4"/>
          </p:nvPr>
        </p:nvSpPr>
        <p:spPr/>
        <p:txBody>
          <a:bodyPr/>
          <a:lstStyle/>
          <a:p>
            <a:r>
              <a:rPr lang="en-US" dirty="0"/>
              <a:t>Network Layer: 5-</a:t>
            </a:r>
            <a:fld id="{C4204591-24BD-A542-B9D5-F8D8A88D2FEE}" type="slidenum">
              <a:rPr lang="en-US" smtClean="0"/>
              <a:pPr/>
              <a:t>4</a:t>
            </a:fld>
            <a:endParaRPr lang="en-US" dirty="0"/>
          </a:p>
        </p:txBody>
      </p:sp>
      <p:grpSp>
        <p:nvGrpSpPr>
          <p:cNvPr id="12" name="Group 11">
            <a:extLst>
              <a:ext uri="{FF2B5EF4-FFF2-40B4-BE49-F238E27FC236}">
                <a16:creationId xmlns:a16="http://schemas.microsoft.com/office/drawing/2014/main" id="{6FDE94C0-73F6-B048-AAAB-8D0D8D89E2D1}"/>
              </a:ext>
            </a:extLst>
          </p:cNvPr>
          <p:cNvGrpSpPr/>
          <p:nvPr/>
        </p:nvGrpSpPr>
        <p:grpSpPr>
          <a:xfrm>
            <a:off x="817202" y="1662139"/>
            <a:ext cx="9934373" cy="918829"/>
            <a:chOff x="817202" y="1662139"/>
            <a:chExt cx="9934373" cy="918829"/>
          </a:xfrm>
        </p:grpSpPr>
        <p:sp>
          <p:nvSpPr>
            <p:cNvPr id="8" name="Rectangle 3">
              <a:extLst>
                <a:ext uri="{FF2B5EF4-FFF2-40B4-BE49-F238E27FC236}">
                  <a16:creationId xmlns:a16="http://schemas.microsoft.com/office/drawing/2014/main" id="{FEAC7B53-78D6-1B48-9942-0293ECA70C35}"/>
                </a:ext>
              </a:extLst>
            </p:cNvPr>
            <p:cNvSpPr txBox="1">
              <a:spLocks noChangeArrowheads="1"/>
            </p:cNvSpPr>
            <p:nvPr/>
          </p:nvSpPr>
          <p:spPr>
            <a:xfrm>
              <a:off x="817202" y="1662139"/>
              <a:ext cx="6556992" cy="91882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6725" indent="-336550">
                <a:spcBef>
                  <a:spcPts val="1200"/>
                </a:spcBef>
                <a:defRPr/>
              </a:pPr>
              <a:r>
                <a:rPr lang="en-US" dirty="0">
                  <a:solidFill>
                    <a:srgbClr val="C00000"/>
                  </a:solidFill>
                </a:rPr>
                <a:t>forwarding: </a:t>
              </a:r>
              <a:r>
                <a:rPr lang="en-US" dirty="0"/>
                <a:t>move packets from router’</a:t>
              </a:r>
              <a:r>
                <a:rPr lang="en-US" altLang="ja-JP" dirty="0"/>
                <a:t>s input to appropriate router output</a:t>
              </a:r>
            </a:p>
            <a:p>
              <a:pPr>
                <a:buFont typeface="Wingdings" charset="0"/>
                <a:buNone/>
                <a:defRPr/>
              </a:pPr>
              <a:endParaRPr lang="en-US" dirty="0"/>
            </a:p>
          </p:txBody>
        </p:sp>
        <p:sp>
          <p:nvSpPr>
            <p:cNvPr id="9" name="Rectangle 4">
              <a:extLst>
                <a:ext uri="{FF2B5EF4-FFF2-40B4-BE49-F238E27FC236}">
                  <a16:creationId xmlns:a16="http://schemas.microsoft.com/office/drawing/2014/main" id="{921A3F06-1DC8-C24B-9C1D-D833C15E3FF7}"/>
                </a:ext>
              </a:extLst>
            </p:cNvPr>
            <p:cNvSpPr>
              <a:spLocks noChangeArrowheads="1"/>
            </p:cNvSpPr>
            <p:nvPr/>
          </p:nvSpPr>
          <p:spPr bwMode="auto">
            <a:xfrm>
              <a:off x="7868781" y="1807341"/>
              <a:ext cx="2882794" cy="5081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indent="-342900">
                <a:lnSpc>
                  <a:spcPct val="85000"/>
                </a:lnSpc>
                <a:spcBef>
                  <a:spcPts val="600"/>
                </a:spcBef>
                <a:buClr>
                  <a:srgbClr val="000099"/>
                </a:buClr>
                <a:buSzPct val="65000"/>
                <a:buFont typeface="Wingdings" charset="0"/>
                <a:buNone/>
                <a:defRPr/>
              </a:pPr>
              <a:r>
                <a:rPr lang="en-US" sz="3600" i="1" dirty="0">
                  <a:solidFill>
                    <a:srgbClr val="000090"/>
                  </a:solidFill>
                </a:rPr>
                <a:t>data plane</a:t>
              </a:r>
            </a:p>
            <a:p>
              <a:pPr marL="342900" indent="-342900">
                <a:lnSpc>
                  <a:spcPct val="85000"/>
                </a:lnSpc>
                <a:spcBef>
                  <a:spcPts val="600"/>
                </a:spcBef>
                <a:buClr>
                  <a:srgbClr val="000099"/>
                </a:buClr>
                <a:buSzPct val="65000"/>
                <a:buFont typeface="Wingdings" charset="0"/>
                <a:buNone/>
                <a:defRPr/>
              </a:pPr>
              <a:endParaRPr lang="en-US" sz="2800" dirty="0"/>
            </a:p>
            <a:p>
              <a:pPr marL="342900" indent="-342900">
                <a:lnSpc>
                  <a:spcPct val="85000"/>
                </a:lnSpc>
                <a:spcBef>
                  <a:spcPct val="20000"/>
                </a:spcBef>
                <a:buClr>
                  <a:srgbClr val="000099"/>
                </a:buClr>
                <a:buSzPct val="65000"/>
                <a:buFont typeface="Wingdings" charset="0"/>
                <a:buChar char="v"/>
                <a:defRPr/>
              </a:pPr>
              <a:endParaRPr lang="en-US" sz="2800" dirty="0"/>
            </a:p>
          </p:txBody>
        </p:sp>
      </p:grpSp>
      <p:grpSp>
        <p:nvGrpSpPr>
          <p:cNvPr id="13" name="Group 12">
            <a:extLst>
              <a:ext uri="{FF2B5EF4-FFF2-40B4-BE49-F238E27FC236}">
                <a16:creationId xmlns:a16="http://schemas.microsoft.com/office/drawing/2014/main" id="{DF499515-ACC5-5E44-BAC7-0535D920E0BE}"/>
              </a:ext>
            </a:extLst>
          </p:cNvPr>
          <p:cNvGrpSpPr/>
          <p:nvPr/>
        </p:nvGrpSpPr>
        <p:grpSpPr>
          <a:xfrm>
            <a:off x="948416" y="2692736"/>
            <a:ext cx="10162404" cy="920619"/>
            <a:chOff x="977913" y="2913962"/>
            <a:chExt cx="10162404" cy="920619"/>
          </a:xfrm>
        </p:grpSpPr>
        <p:sp>
          <p:nvSpPr>
            <p:cNvPr id="10" name="Rectangle 4">
              <a:extLst>
                <a:ext uri="{FF2B5EF4-FFF2-40B4-BE49-F238E27FC236}">
                  <a16:creationId xmlns:a16="http://schemas.microsoft.com/office/drawing/2014/main" id="{F4BDCF0F-801F-9241-A6B1-11645A67C7D9}"/>
                </a:ext>
              </a:extLst>
            </p:cNvPr>
            <p:cNvSpPr>
              <a:spLocks noChangeArrowheads="1"/>
            </p:cNvSpPr>
            <p:nvPr/>
          </p:nvSpPr>
          <p:spPr bwMode="auto">
            <a:xfrm>
              <a:off x="7847249" y="3047636"/>
              <a:ext cx="3293068" cy="56374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a:lnSpc>
                  <a:spcPct val="85000"/>
                </a:lnSpc>
                <a:spcBef>
                  <a:spcPts val="600"/>
                </a:spcBef>
                <a:buClr>
                  <a:srgbClr val="000099"/>
                </a:buClr>
                <a:buSzPct val="100000"/>
                <a:defRPr/>
              </a:pPr>
              <a:r>
                <a:rPr lang="en-US" sz="3600" i="1" dirty="0">
                  <a:solidFill>
                    <a:srgbClr val="000099"/>
                  </a:solidFill>
                </a:rPr>
                <a:t>control</a:t>
              </a:r>
              <a:r>
                <a:rPr lang="en-US" sz="3600" b="1" i="1" dirty="0">
                  <a:solidFill>
                    <a:srgbClr val="000099"/>
                  </a:solidFill>
                </a:rPr>
                <a:t> </a:t>
              </a:r>
              <a:r>
                <a:rPr lang="en-US" sz="3600" i="1" dirty="0">
                  <a:solidFill>
                    <a:srgbClr val="000099"/>
                  </a:solidFill>
                </a:rPr>
                <a:t>plane</a:t>
              </a:r>
              <a:endParaRPr lang="en-US" sz="3600" i="1" dirty="0"/>
            </a:p>
            <a:p>
              <a:pPr marL="342900" indent="-342900">
                <a:lnSpc>
                  <a:spcPct val="85000"/>
                </a:lnSpc>
                <a:spcBef>
                  <a:spcPct val="70000"/>
                </a:spcBef>
                <a:buClr>
                  <a:srgbClr val="000099"/>
                </a:buClr>
                <a:buSzPct val="65000"/>
                <a:buFont typeface="Wingdings" charset="0"/>
                <a:buChar char="v"/>
                <a:defRPr/>
              </a:pPr>
              <a:endParaRPr lang="en-US" sz="2800" dirty="0"/>
            </a:p>
            <a:p>
              <a:pPr>
                <a:lnSpc>
                  <a:spcPct val="85000"/>
                </a:lnSpc>
                <a:spcBef>
                  <a:spcPct val="20000"/>
                </a:spcBef>
                <a:buClr>
                  <a:srgbClr val="000099"/>
                </a:buClr>
                <a:buSzPct val="65000"/>
                <a:defRPr/>
              </a:pPr>
              <a:endParaRPr lang="en-US" sz="2800" dirty="0"/>
            </a:p>
          </p:txBody>
        </p:sp>
        <p:sp>
          <p:nvSpPr>
            <p:cNvPr id="11" name="Rectangle 3">
              <a:extLst>
                <a:ext uri="{FF2B5EF4-FFF2-40B4-BE49-F238E27FC236}">
                  <a16:creationId xmlns:a16="http://schemas.microsoft.com/office/drawing/2014/main" id="{470A0826-D747-A94C-89BA-1620D77E3186}"/>
                </a:ext>
              </a:extLst>
            </p:cNvPr>
            <p:cNvSpPr txBox="1">
              <a:spLocks noChangeArrowheads="1"/>
            </p:cNvSpPr>
            <p:nvPr/>
          </p:nvSpPr>
          <p:spPr bwMode="auto">
            <a:xfrm>
              <a:off x="977913" y="2913962"/>
              <a:ext cx="6529016" cy="9206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a:lnSpc>
                  <a:spcPct val="90000"/>
                </a:lnSpc>
                <a:spcBef>
                  <a:spcPts val="1200"/>
                </a:spcBef>
                <a:defRPr/>
              </a:pPr>
              <a:r>
                <a:rPr lang="en-US" dirty="0">
                  <a:solidFill>
                    <a:srgbClr val="C00000"/>
                  </a:solidFill>
                </a:rPr>
                <a:t>routing: </a:t>
              </a:r>
              <a:r>
                <a:rPr lang="en-US" dirty="0"/>
                <a:t>determine route taken by packets from source to destination</a:t>
              </a:r>
            </a:p>
            <a:p>
              <a:pPr>
                <a:buFont typeface="Wingdings" charset="0"/>
                <a:buNone/>
                <a:defRPr/>
              </a:pPr>
              <a:endParaRPr lang="en-US" dirty="0"/>
            </a:p>
          </p:txBody>
        </p:sp>
      </p:grpSp>
    </p:spTree>
    <p:extLst>
      <p:ext uri="{BB962C8B-B14F-4D97-AF65-F5344CB8AC3E}">
        <p14:creationId xmlns:p14="http://schemas.microsoft.com/office/powerpoint/2010/main" val="248646576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dissolve">
                                      <p:cBhvr>
                                        <p:cTn id="7" dur="500"/>
                                        <p:tgtEl>
                                          <p:spTgt spid="7">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
                                            <p:txEl>
                                              <p:pRg st="1" end="1"/>
                                            </p:txEl>
                                          </p:spTgt>
                                        </p:tgtEl>
                                        <p:attrNameLst>
                                          <p:attrName>style.visibility</p:attrName>
                                        </p:attrNameLst>
                                      </p:cBhvr>
                                      <p:to>
                                        <p:strVal val="visible"/>
                                      </p:to>
                                    </p:set>
                                    <p:animEffect transition="in" filter="dissolve">
                                      <p:cBhvr>
                                        <p:cTn id="12" dur="500"/>
                                        <p:tgtEl>
                                          <p:spTgt spid="7">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7">
                                            <p:txEl>
                                              <p:pRg st="2" end="2"/>
                                            </p:txEl>
                                          </p:spTgt>
                                        </p:tgtEl>
                                        <p:attrNameLst>
                                          <p:attrName>style.visibility</p:attrName>
                                        </p:attrNameLst>
                                      </p:cBhvr>
                                      <p:to>
                                        <p:strVal val="visible"/>
                                      </p:to>
                                    </p:set>
                                    <p:animEffect transition="in" filter="dissolve">
                                      <p:cBhvr>
                                        <p:cTn id="17" dur="500"/>
                                        <p:tgtEl>
                                          <p:spTgt spid="7">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uild="p"/>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2"/>
          <p:cNvSpPr txBox="1">
            <a:spLocks noChangeArrowheads="1"/>
          </p:cNvSpPr>
          <p:nvPr/>
        </p:nvSpPr>
        <p:spPr bwMode="auto">
          <a:xfrm>
            <a:off x="3347168" y="89794"/>
            <a:ext cx="7320835" cy="53831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1pPr>
            <a:lvl2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2pPr>
            <a:lvl3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3pPr>
            <a:lvl4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4pPr>
            <a:lvl5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5pPr>
            <a:lvl6pPr marL="457200" algn="l" rtl="0" eaLnBrk="0" fontAlgn="base" hangingPunct="0">
              <a:spcBef>
                <a:spcPct val="0"/>
              </a:spcBef>
              <a:spcAft>
                <a:spcPct val="0"/>
              </a:spcAft>
              <a:defRPr sz="4000" u="sng">
                <a:solidFill>
                  <a:schemeClr val="accent2"/>
                </a:solidFill>
                <a:latin typeface="Comic Sans MS" pitchFamily="66" charset="0"/>
              </a:defRPr>
            </a:lvl6pPr>
            <a:lvl7pPr marL="914400" algn="l" rtl="0" eaLnBrk="0" fontAlgn="base" hangingPunct="0">
              <a:spcBef>
                <a:spcPct val="0"/>
              </a:spcBef>
              <a:spcAft>
                <a:spcPct val="0"/>
              </a:spcAft>
              <a:defRPr sz="4000" u="sng">
                <a:solidFill>
                  <a:schemeClr val="accent2"/>
                </a:solidFill>
                <a:latin typeface="Comic Sans MS" pitchFamily="66" charset="0"/>
              </a:defRPr>
            </a:lvl7pPr>
            <a:lvl8pPr marL="1371600" algn="l" rtl="0" eaLnBrk="0" fontAlgn="base" hangingPunct="0">
              <a:spcBef>
                <a:spcPct val="0"/>
              </a:spcBef>
              <a:spcAft>
                <a:spcPct val="0"/>
              </a:spcAft>
              <a:defRPr sz="4000" u="sng">
                <a:solidFill>
                  <a:schemeClr val="accent2"/>
                </a:solidFill>
                <a:latin typeface="Comic Sans MS" pitchFamily="66" charset="0"/>
              </a:defRPr>
            </a:lvl8pPr>
            <a:lvl9pPr marL="1828800" algn="l" rtl="0" eaLnBrk="0" fontAlgn="base" hangingPunct="0">
              <a:spcBef>
                <a:spcPct val="0"/>
              </a:spcBef>
              <a:spcAft>
                <a:spcPct val="0"/>
              </a:spcAft>
              <a:defRPr sz="4000" u="sng">
                <a:solidFill>
                  <a:schemeClr val="accent2"/>
                </a:solidFill>
                <a:latin typeface="Comic Sans MS" pitchFamily="66" charset="0"/>
              </a:defRPr>
            </a:lvl9pPr>
          </a:lstStyle>
          <a:p>
            <a:pPr algn="r" eaLnBrk="1" hangingPunct="1"/>
            <a:r>
              <a:rPr lang="en-US" sz="2800" dirty="0">
                <a:solidFill>
                  <a:schemeClr val="tx1"/>
                </a:solidFill>
                <a:latin typeface="Arial"/>
                <a:ea typeface="ＭＳ Ｐゴシック" pitchFamily="34" charset="-128"/>
                <a:cs typeface="Arial"/>
              </a:rPr>
              <a:t>Introduction</a:t>
            </a:r>
          </a:p>
        </p:txBody>
      </p:sp>
      <p:pic>
        <p:nvPicPr>
          <p:cNvPr id="4" name="Picture 3">
            <a:extLst>
              <a:ext uri="{FF2B5EF4-FFF2-40B4-BE49-F238E27FC236}">
                <a16:creationId xmlns:a16="http://schemas.microsoft.com/office/drawing/2014/main" id="{EC6BF312-E624-7D49-8B77-C452489B87E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443310" y="2511260"/>
            <a:ext cx="5990541" cy="4192113"/>
          </a:xfrm>
          <a:prstGeom prst="rect">
            <a:avLst/>
          </a:prstGeom>
        </p:spPr>
      </p:pic>
      <p:sp>
        <p:nvSpPr>
          <p:cNvPr id="18" name="Rectangle 3">
            <a:extLst>
              <a:ext uri="{FF2B5EF4-FFF2-40B4-BE49-F238E27FC236}">
                <a16:creationId xmlns:a16="http://schemas.microsoft.com/office/drawing/2014/main" id="{34C4672F-48CA-FD4C-B0D2-DA6031583F38}"/>
              </a:ext>
            </a:extLst>
          </p:cNvPr>
          <p:cNvSpPr txBox="1">
            <a:spLocks noChangeArrowheads="1"/>
          </p:cNvSpPr>
          <p:nvPr/>
        </p:nvSpPr>
        <p:spPr bwMode="auto">
          <a:xfrm>
            <a:off x="8612955" y="4748335"/>
            <a:ext cx="1979628" cy="16744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65000"/>
              <a:buFont typeface="Wingdings" pitchFamily="2" charset="2"/>
              <a:buChar char="v"/>
              <a:defRPr sz="2800">
                <a:solidFill>
                  <a:schemeClr val="tx1"/>
                </a:solidFill>
                <a:latin typeface="+mn-lt"/>
                <a:ea typeface="ＭＳ Ｐゴシック" charset="0"/>
                <a:cs typeface="+mn-cs"/>
              </a:defRPr>
            </a:lvl1pPr>
            <a:lvl2pPr marL="742950" indent="-285750" algn="l" rtl="0" eaLnBrk="0" fontAlgn="base" hangingPunct="0">
              <a:lnSpc>
                <a:spcPct val="85000"/>
              </a:lnSpc>
              <a:spcBef>
                <a:spcPct val="20000"/>
              </a:spcBef>
              <a:spcAft>
                <a:spcPct val="0"/>
              </a:spcAft>
              <a:buClr>
                <a:srgbClr val="000099"/>
              </a:buClr>
              <a:buFont typeface="Wingdings" pitchFamily="2" charset="2"/>
              <a:buChar char="§"/>
              <a:defRPr sz="2400">
                <a:solidFill>
                  <a:schemeClr val="tx1"/>
                </a:solidFill>
                <a:latin typeface="+mn-lt"/>
                <a:ea typeface="Arial" charset="0"/>
                <a:cs typeface="+mn-cs"/>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Arial" charset="0"/>
                <a:cs typeface="+mn-cs"/>
              </a:defRPr>
            </a:lvl3pPr>
            <a:lvl4pPr marL="1600200" indent="-228600" algn="l" rtl="0" eaLnBrk="0" fontAlgn="base" hangingPunct="0">
              <a:spcBef>
                <a:spcPct val="20000"/>
              </a:spcBef>
              <a:spcAft>
                <a:spcPct val="0"/>
              </a:spcAft>
              <a:buChar char="–"/>
              <a:defRPr sz="2000">
                <a:solidFill>
                  <a:schemeClr val="tx1"/>
                </a:solidFill>
                <a:latin typeface="Times New Roman" pitchFamily="18" charset="0"/>
                <a:ea typeface="Arial" charset="0"/>
                <a:cs typeface="+mn-cs"/>
              </a:defRPr>
            </a:lvl4pPr>
            <a:lvl5pPr marL="2057400" indent="-228600" algn="l" rtl="0" eaLnBrk="0" fontAlgn="base" hangingPunct="0">
              <a:spcBef>
                <a:spcPct val="20000"/>
              </a:spcBef>
              <a:spcAft>
                <a:spcPct val="0"/>
              </a:spcAft>
              <a:buChar char="»"/>
              <a:defRPr sz="2000">
                <a:solidFill>
                  <a:schemeClr val="tx1"/>
                </a:solidFill>
                <a:latin typeface="Times New Roman" pitchFamily="18" charset="0"/>
                <a:ea typeface="Arial" charset="0"/>
                <a:cs typeface="+mn-cs"/>
              </a:defRPr>
            </a:lvl5pPr>
            <a:lvl6pPr marL="2514600" indent="-228600" algn="l" rtl="0" fontAlgn="base">
              <a:spcBef>
                <a:spcPct val="20000"/>
              </a:spcBef>
              <a:spcAft>
                <a:spcPct val="0"/>
              </a:spcAft>
              <a:buChar char="»"/>
              <a:defRPr sz="2000">
                <a:solidFill>
                  <a:schemeClr val="tx1"/>
                </a:solidFill>
                <a:latin typeface="Times New Roman" pitchFamily="18" charset="0"/>
                <a:cs typeface="+mn-cs"/>
              </a:defRPr>
            </a:lvl6pPr>
            <a:lvl7pPr marL="2971800" indent="-228600" algn="l" rtl="0" fontAlgn="base">
              <a:spcBef>
                <a:spcPct val="20000"/>
              </a:spcBef>
              <a:spcAft>
                <a:spcPct val="0"/>
              </a:spcAft>
              <a:buChar char="»"/>
              <a:defRPr sz="2000">
                <a:solidFill>
                  <a:schemeClr val="tx1"/>
                </a:solidFill>
                <a:latin typeface="Times New Roman" pitchFamily="18" charset="0"/>
                <a:cs typeface="+mn-cs"/>
              </a:defRPr>
            </a:lvl7pPr>
            <a:lvl8pPr marL="3429000" indent="-228600" algn="l" rtl="0" fontAlgn="base">
              <a:spcBef>
                <a:spcPct val="20000"/>
              </a:spcBef>
              <a:spcAft>
                <a:spcPct val="0"/>
              </a:spcAft>
              <a:buChar char="»"/>
              <a:defRPr sz="2000">
                <a:solidFill>
                  <a:schemeClr val="tx1"/>
                </a:solidFill>
                <a:latin typeface="Times New Roman" pitchFamily="18" charset="0"/>
                <a:cs typeface="+mn-cs"/>
              </a:defRPr>
            </a:lvl8pPr>
            <a:lvl9pPr marL="3886200" indent="-228600" algn="l" rtl="0" fontAlgn="base">
              <a:spcBef>
                <a:spcPct val="20000"/>
              </a:spcBef>
              <a:spcAft>
                <a:spcPct val="0"/>
              </a:spcAft>
              <a:buChar char="»"/>
              <a:defRPr sz="2000">
                <a:solidFill>
                  <a:schemeClr val="tx1"/>
                </a:solidFill>
                <a:latin typeface="Times New Roman" pitchFamily="18" charset="0"/>
                <a:cs typeface="+mn-cs"/>
              </a:defRPr>
            </a:lvl9pPr>
          </a:lstStyle>
          <a:p>
            <a:pPr marL="0" indent="0" algn="r">
              <a:buNone/>
            </a:pPr>
            <a:r>
              <a:rPr lang="en-US" sz="1600" b="1" dirty="0">
                <a:solidFill>
                  <a:srgbClr val="00B9FA"/>
                </a:solidFill>
                <a:latin typeface="Arial"/>
                <a:ea typeface="ＭＳ Ｐゴシック" pitchFamily="34" charset="-128"/>
                <a:cs typeface="Arial"/>
              </a:rPr>
              <a:t>Figure</a:t>
            </a:r>
            <a:r>
              <a:rPr lang="en-US" sz="1600" dirty="0">
                <a:latin typeface="Arial"/>
                <a:ea typeface="ＭＳ Ｐゴシック" pitchFamily="34" charset="-128"/>
                <a:cs typeface="Arial"/>
              </a:rPr>
              <a:t>: </a:t>
            </a:r>
          </a:p>
          <a:p>
            <a:pPr marL="0" indent="0" algn="r">
              <a:buNone/>
            </a:pPr>
            <a:r>
              <a:rPr lang="en-MY" sz="1600" dirty="0">
                <a:latin typeface="Arial"/>
                <a:ea typeface="ＭＳ Ｐゴシック" pitchFamily="34" charset="-128"/>
                <a:cs typeface="Arial"/>
              </a:rPr>
              <a:t>Per-router control: Individual routing algorithm components interact in the control plane</a:t>
            </a:r>
          </a:p>
        </p:txBody>
      </p:sp>
      <p:sp>
        <p:nvSpPr>
          <p:cNvPr id="106501" name="Rectangle 3"/>
          <p:cNvSpPr>
            <a:spLocks noGrp="1" noChangeArrowheads="1"/>
          </p:cNvSpPr>
          <p:nvPr>
            <p:ph type="body" idx="1"/>
          </p:nvPr>
        </p:nvSpPr>
        <p:spPr>
          <a:xfrm>
            <a:off x="2057400" y="1237472"/>
            <a:ext cx="8176968" cy="1207598"/>
          </a:xfrm>
        </p:spPr>
        <p:txBody>
          <a:bodyPr/>
          <a:lstStyle/>
          <a:p>
            <a:pPr>
              <a:lnSpc>
                <a:spcPct val="100000"/>
              </a:lnSpc>
              <a:buFont typeface="Wingdings" charset="0"/>
              <a:buChar char="v"/>
              <a:defRPr/>
            </a:pPr>
            <a:r>
              <a:rPr lang="en-MY" sz="2200" dirty="0">
                <a:latin typeface="Arial"/>
                <a:cs typeface="Arial"/>
              </a:rPr>
              <a:t>Recalling the next figures for </a:t>
            </a:r>
            <a:r>
              <a:rPr lang="en-MY" sz="2200" i="1" dirty="0">
                <a:latin typeface="Arial"/>
                <a:cs typeface="Arial"/>
              </a:rPr>
              <a:t>forwarding table</a:t>
            </a:r>
            <a:r>
              <a:rPr lang="en-MY" sz="2200" dirty="0">
                <a:latin typeface="Arial"/>
                <a:cs typeface="Arial"/>
              </a:rPr>
              <a:t> and the </a:t>
            </a:r>
            <a:r>
              <a:rPr lang="en-MY" sz="2200" i="1" dirty="0">
                <a:latin typeface="Arial"/>
                <a:cs typeface="Arial"/>
              </a:rPr>
              <a:t>flow table </a:t>
            </a:r>
            <a:r>
              <a:rPr lang="en-MY" sz="2200" dirty="0">
                <a:latin typeface="Arial"/>
                <a:cs typeface="Arial"/>
              </a:rPr>
              <a:t>were the principal elements that linked the network layer’s </a:t>
            </a:r>
            <a:r>
              <a:rPr lang="en-MY" sz="2200" dirty="0">
                <a:solidFill>
                  <a:srgbClr val="00B0F0"/>
                </a:solidFill>
                <a:latin typeface="Arial"/>
                <a:cs typeface="Arial"/>
              </a:rPr>
              <a:t>data plane</a:t>
            </a:r>
            <a:r>
              <a:rPr lang="en-MY" sz="2200" dirty="0">
                <a:latin typeface="Arial"/>
                <a:cs typeface="Arial"/>
              </a:rPr>
              <a:t> and </a:t>
            </a:r>
            <a:r>
              <a:rPr lang="en-MY" sz="2200" dirty="0">
                <a:solidFill>
                  <a:srgbClr val="00B0F0"/>
                </a:solidFill>
                <a:latin typeface="Arial"/>
                <a:cs typeface="Arial"/>
              </a:rPr>
              <a:t>control plane</a:t>
            </a:r>
            <a:r>
              <a:rPr lang="en-MY" sz="2200" dirty="0">
                <a:latin typeface="Arial"/>
                <a:cs typeface="Arial"/>
              </a:rPr>
              <a:t>. </a:t>
            </a:r>
          </a:p>
        </p:txBody>
      </p:sp>
      <p:sp>
        <p:nvSpPr>
          <p:cNvPr id="19" name="TextBox 18">
            <a:extLst>
              <a:ext uri="{FF2B5EF4-FFF2-40B4-BE49-F238E27FC236}">
                <a16:creationId xmlns:a16="http://schemas.microsoft.com/office/drawing/2014/main" id="{3E17026D-B00F-084C-8A5C-9192F3624D80}"/>
              </a:ext>
            </a:extLst>
          </p:cNvPr>
          <p:cNvSpPr txBox="1"/>
          <p:nvPr/>
        </p:nvSpPr>
        <p:spPr>
          <a:xfrm>
            <a:off x="1524000" y="6649357"/>
            <a:ext cx="9144000" cy="215444"/>
          </a:xfrm>
          <a:prstGeom prst="rect">
            <a:avLst/>
          </a:prstGeom>
          <a:noFill/>
        </p:spPr>
        <p:txBody>
          <a:bodyPr wrap="square" rtlCol="0">
            <a:spAutoFit/>
          </a:bodyPr>
          <a:lstStyle/>
          <a:p>
            <a:pPr algn="l"/>
            <a:r>
              <a:rPr lang="en-US" sz="800" dirty="0">
                <a:latin typeface="Times New Roman" panose="02020603050405020304" pitchFamily="18" charset="0"/>
                <a:cs typeface="Times New Roman" panose="02020603050405020304" pitchFamily="18" charset="0"/>
              </a:rPr>
              <a:t>Kurose, J.F. and Ross, K.W. (2021). Computer Networking: A Top-Down Approach (8</a:t>
            </a:r>
            <a:r>
              <a:rPr lang="en-US" sz="800" baseline="30000" dirty="0">
                <a:latin typeface="Times New Roman" panose="02020603050405020304" pitchFamily="18" charset="0"/>
                <a:cs typeface="Times New Roman" panose="02020603050405020304" pitchFamily="18" charset="0"/>
              </a:rPr>
              <a:t>th</a:t>
            </a:r>
            <a:r>
              <a:rPr lang="en-US" sz="800" dirty="0">
                <a:latin typeface="Times New Roman" panose="02020603050405020304" pitchFamily="18" charset="0"/>
                <a:cs typeface="Times New Roman" panose="02020603050405020304" pitchFamily="18" charset="0"/>
              </a:rPr>
              <a:t> Edition). </a:t>
            </a:r>
            <a:r>
              <a:rPr lang="en-MY" sz="800" dirty="0">
                <a:latin typeface="Times New Roman" panose="02020603050405020304" pitchFamily="18" charset="0"/>
                <a:cs typeface="Times New Roman" panose="02020603050405020304" pitchFamily="18" charset="0"/>
              </a:rPr>
              <a:t>Pearson Education Limited, England. (pp. 378)</a:t>
            </a:r>
          </a:p>
        </p:txBody>
      </p:sp>
      <p:cxnSp>
        <p:nvCxnSpPr>
          <p:cNvPr id="20" name="Straight Connector 19">
            <a:extLst>
              <a:ext uri="{FF2B5EF4-FFF2-40B4-BE49-F238E27FC236}">
                <a16:creationId xmlns:a16="http://schemas.microsoft.com/office/drawing/2014/main" id="{C4829F86-7AD7-B24F-B0C9-47A0F53F2610}"/>
              </a:ext>
            </a:extLst>
          </p:cNvPr>
          <p:cNvCxnSpPr/>
          <p:nvPr/>
        </p:nvCxnSpPr>
        <p:spPr bwMode="auto">
          <a:xfrm>
            <a:off x="1524000" y="6663455"/>
            <a:ext cx="8324850" cy="0"/>
          </a:xfrm>
          <a:prstGeom prst="line">
            <a:avLst/>
          </a:prstGeom>
          <a:noFill/>
          <a:ln w="12700" cap="flat" cmpd="sng" algn="ctr">
            <a:solidFill>
              <a:srgbClr val="00B0F0"/>
            </a:solidFill>
            <a:prstDash val="solid"/>
            <a:round/>
            <a:headEnd type="none" w="med" len="med"/>
            <a:tailEnd type="none"/>
          </a:ln>
          <a:effectLst/>
        </p:spPr>
      </p:cxnSp>
      <p:sp>
        <p:nvSpPr>
          <p:cNvPr id="9" name="Slide Number Placeholder 4">
            <a:extLst>
              <a:ext uri="{FF2B5EF4-FFF2-40B4-BE49-F238E27FC236}">
                <a16:creationId xmlns:a16="http://schemas.microsoft.com/office/drawing/2014/main" id="{20951948-B008-E644-A413-AF8F2E6FBCAF}"/>
              </a:ext>
            </a:extLst>
          </p:cNvPr>
          <p:cNvSpPr>
            <a:spLocks noGrp="1"/>
          </p:cNvSpPr>
          <p:nvPr>
            <p:ph type="sldNum" sz="quarter" idx="12"/>
          </p:nvPr>
        </p:nvSpPr>
        <p:spPr/>
        <p:txBody>
          <a:bodyPr/>
          <a:lstStyle/>
          <a:p>
            <a:endParaRPr lang="en-US" dirty="0"/>
          </a:p>
        </p:txBody>
      </p:sp>
      <p:sp>
        <p:nvSpPr>
          <p:cNvPr id="11" name="Slide Number Placeholder 4">
            <a:extLst>
              <a:ext uri="{FF2B5EF4-FFF2-40B4-BE49-F238E27FC236}">
                <a16:creationId xmlns:a16="http://schemas.microsoft.com/office/drawing/2014/main" id="{20951948-B008-E644-A413-AF8F2E6FBCAF}"/>
              </a:ext>
            </a:extLst>
          </p:cNvPr>
          <p:cNvSpPr>
            <a:spLocks noGrp="1"/>
          </p:cNvSpPr>
          <p:nvPr>
            <p:ph type="sldNum" sz="quarter" idx="4"/>
          </p:nvPr>
        </p:nvSpPr>
        <p:spPr>
          <a:xfrm>
            <a:off x="9219616" y="6443089"/>
            <a:ext cx="2743200" cy="365125"/>
          </a:xfrm>
        </p:spPr>
        <p:txBody>
          <a:bodyPr/>
          <a:lstStyle/>
          <a:p>
            <a:r>
              <a:rPr lang="en-US" dirty="0" smtClean="0"/>
              <a:t>Network Layer: 5-</a:t>
            </a:r>
            <a:fld id="{C4204591-24BD-A542-B9D5-F8D8A88D2FEE}" type="slidenum">
              <a:rPr lang="en-US" smtClean="0"/>
              <a:pPr/>
              <a:t>5</a:t>
            </a:fld>
            <a:endParaRPr lang="en-US" dirty="0"/>
          </a:p>
        </p:txBody>
      </p:sp>
    </p:spTree>
    <p:extLst>
      <p:ext uri="{BB962C8B-B14F-4D97-AF65-F5344CB8AC3E}">
        <p14:creationId xmlns:p14="http://schemas.microsoft.com/office/powerpoint/2010/main" val="10052158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2"/>
          <p:cNvSpPr txBox="1">
            <a:spLocks noChangeArrowheads="1"/>
          </p:cNvSpPr>
          <p:nvPr/>
        </p:nvSpPr>
        <p:spPr bwMode="auto">
          <a:xfrm>
            <a:off x="3347168" y="89794"/>
            <a:ext cx="7320835" cy="53831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1pPr>
            <a:lvl2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2pPr>
            <a:lvl3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3pPr>
            <a:lvl4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4pPr>
            <a:lvl5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5pPr>
            <a:lvl6pPr marL="457200" algn="l" rtl="0" eaLnBrk="0" fontAlgn="base" hangingPunct="0">
              <a:spcBef>
                <a:spcPct val="0"/>
              </a:spcBef>
              <a:spcAft>
                <a:spcPct val="0"/>
              </a:spcAft>
              <a:defRPr sz="4000" u="sng">
                <a:solidFill>
                  <a:schemeClr val="accent2"/>
                </a:solidFill>
                <a:latin typeface="Comic Sans MS" pitchFamily="66" charset="0"/>
              </a:defRPr>
            </a:lvl6pPr>
            <a:lvl7pPr marL="914400" algn="l" rtl="0" eaLnBrk="0" fontAlgn="base" hangingPunct="0">
              <a:spcBef>
                <a:spcPct val="0"/>
              </a:spcBef>
              <a:spcAft>
                <a:spcPct val="0"/>
              </a:spcAft>
              <a:defRPr sz="4000" u="sng">
                <a:solidFill>
                  <a:schemeClr val="accent2"/>
                </a:solidFill>
                <a:latin typeface="Comic Sans MS" pitchFamily="66" charset="0"/>
              </a:defRPr>
            </a:lvl7pPr>
            <a:lvl8pPr marL="1371600" algn="l" rtl="0" eaLnBrk="0" fontAlgn="base" hangingPunct="0">
              <a:spcBef>
                <a:spcPct val="0"/>
              </a:spcBef>
              <a:spcAft>
                <a:spcPct val="0"/>
              </a:spcAft>
              <a:defRPr sz="4000" u="sng">
                <a:solidFill>
                  <a:schemeClr val="accent2"/>
                </a:solidFill>
                <a:latin typeface="Comic Sans MS" pitchFamily="66" charset="0"/>
              </a:defRPr>
            </a:lvl8pPr>
            <a:lvl9pPr marL="1828800" algn="l" rtl="0" eaLnBrk="0" fontAlgn="base" hangingPunct="0">
              <a:spcBef>
                <a:spcPct val="0"/>
              </a:spcBef>
              <a:spcAft>
                <a:spcPct val="0"/>
              </a:spcAft>
              <a:defRPr sz="4000" u="sng">
                <a:solidFill>
                  <a:schemeClr val="accent2"/>
                </a:solidFill>
                <a:latin typeface="Comic Sans MS" pitchFamily="66" charset="0"/>
              </a:defRPr>
            </a:lvl9pPr>
          </a:lstStyle>
          <a:p>
            <a:pPr algn="r" eaLnBrk="1" hangingPunct="1"/>
            <a:r>
              <a:rPr lang="en-US" sz="2800" dirty="0">
                <a:solidFill>
                  <a:schemeClr val="tx1"/>
                </a:solidFill>
                <a:latin typeface="Arial"/>
                <a:ea typeface="ＭＳ Ｐゴシック" pitchFamily="34" charset="-128"/>
                <a:cs typeface="Arial"/>
              </a:rPr>
              <a:t>Introduction</a:t>
            </a:r>
          </a:p>
        </p:txBody>
      </p:sp>
      <p:pic>
        <p:nvPicPr>
          <p:cNvPr id="4" name="Picture 3">
            <a:extLst>
              <a:ext uri="{FF2B5EF4-FFF2-40B4-BE49-F238E27FC236}">
                <a16:creationId xmlns:a16="http://schemas.microsoft.com/office/drawing/2014/main" id="{EC6BF312-E624-7D49-8B77-C452489B87E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443310" y="2511260"/>
            <a:ext cx="5990541" cy="4192113"/>
          </a:xfrm>
          <a:prstGeom prst="rect">
            <a:avLst/>
          </a:prstGeom>
        </p:spPr>
      </p:pic>
      <p:sp>
        <p:nvSpPr>
          <p:cNvPr id="18" name="Rectangle 3">
            <a:extLst>
              <a:ext uri="{FF2B5EF4-FFF2-40B4-BE49-F238E27FC236}">
                <a16:creationId xmlns:a16="http://schemas.microsoft.com/office/drawing/2014/main" id="{34C4672F-48CA-FD4C-B0D2-DA6031583F38}"/>
              </a:ext>
            </a:extLst>
          </p:cNvPr>
          <p:cNvSpPr txBox="1">
            <a:spLocks noChangeArrowheads="1"/>
          </p:cNvSpPr>
          <p:nvPr/>
        </p:nvSpPr>
        <p:spPr bwMode="auto">
          <a:xfrm>
            <a:off x="8612955" y="4748335"/>
            <a:ext cx="1979628" cy="16744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65000"/>
              <a:buFont typeface="Wingdings" pitchFamily="2" charset="2"/>
              <a:buChar char="v"/>
              <a:defRPr sz="2800">
                <a:solidFill>
                  <a:schemeClr val="tx1"/>
                </a:solidFill>
                <a:latin typeface="+mn-lt"/>
                <a:ea typeface="ＭＳ Ｐゴシック" charset="0"/>
                <a:cs typeface="+mn-cs"/>
              </a:defRPr>
            </a:lvl1pPr>
            <a:lvl2pPr marL="742950" indent="-285750" algn="l" rtl="0" eaLnBrk="0" fontAlgn="base" hangingPunct="0">
              <a:lnSpc>
                <a:spcPct val="85000"/>
              </a:lnSpc>
              <a:spcBef>
                <a:spcPct val="20000"/>
              </a:spcBef>
              <a:spcAft>
                <a:spcPct val="0"/>
              </a:spcAft>
              <a:buClr>
                <a:srgbClr val="000099"/>
              </a:buClr>
              <a:buFont typeface="Wingdings" pitchFamily="2" charset="2"/>
              <a:buChar char="§"/>
              <a:defRPr sz="2400">
                <a:solidFill>
                  <a:schemeClr val="tx1"/>
                </a:solidFill>
                <a:latin typeface="+mn-lt"/>
                <a:ea typeface="Arial" charset="0"/>
                <a:cs typeface="+mn-cs"/>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Arial" charset="0"/>
                <a:cs typeface="+mn-cs"/>
              </a:defRPr>
            </a:lvl3pPr>
            <a:lvl4pPr marL="1600200" indent="-228600" algn="l" rtl="0" eaLnBrk="0" fontAlgn="base" hangingPunct="0">
              <a:spcBef>
                <a:spcPct val="20000"/>
              </a:spcBef>
              <a:spcAft>
                <a:spcPct val="0"/>
              </a:spcAft>
              <a:buChar char="–"/>
              <a:defRPr sz="2000">
                <a:solidFill>
                  <a:schemeClr val="tx1"/>
                </a:solidFill>
                <a:latin typeface="Times New Roman" pitchFamily="18" charset="0"/>
                <a:ea typeface="Arial" charset="0"/>
                <a:cs typeface="+mn-cs"/>
              </a:defRPr>
            </a:lvl4pPr>
            <a:lvl5pPr marL="2057400" indent="-228600" algn="l" rtl="0" eaLnBrk="0" fontAlgn="base" hangingPunct="0">
              <a:spcBef>
                <a:spcPct val="20000"/>
              </a:spcBef>
              <a:spcAft>
                <a:spcPct val="0"/>
              </a:spcAft>
              <a:buChar char="»"/>
              <a:defRPr sz="2000">
                <a:solidFill>
                  <a:schemeClr val="tx1"/>
                </a:solidFill>
                <a:latin typeface="Times New Roman" pitchFamily="18" charset="0"/>
                <a:ea typeface="Arial" charset="0"/>
                <a:cs typeface="+mn-cs"/>
              </a:defRPr>
            </a:lvl5pPr>
            <a:lvl6pPr marL="2514600" indent="-228600" algn="l" rtl="0" fontAlgn="base">
              <a:spcBef>
                <a:spcPct val="20000"/>
              </a:spcBef>
              <a:spcAft>
                <a:spcPct val="0"/>
              </a:spcAft>
              <a:buChar char="»"/>
              <a:defRPr sz="2000">
                <a:solidFill>
                  <a:schemeClr val="tx1"/>
                </a:solidFill>
                <a:latin typeface="Times New Roman" pitchFamily="18" charset="0"/>
                <a:cs typeface="+mn-cs"/>
              </a:defRPr>
            </a:lvl6pPr>
            <a:lvl7pPr marL="2971800" indent="-228600" algn="l" rtl="0" fontAlgn="base">
              <a:spcBef>
                <a:spcPct val="20000"/>
              </a:spcBef>
              <a:spcAft>
                <a:spcPct val="0"/>
              </a:spcAft>
              <a:buChar char="»"/>
              <a:defRPr sz="2000">
                <a:solidFill>
                  <a:schemeClr val="tx1"/>
                </a:solidFill>
                <a:latin typeface="Times New Roman" pitchFamily="18" charset="0"/>
                <a:cs typeface="+mn-cs"/>
              </a:defRPr>
            </a:lvl7pPr>
            <a:lvl8pPr marL="3429000" indent="-228600" algn="l" rtl="0" fontAlgn="base">
              <a:spcBef>
                <a:spcPct val="20000"/>
              </a:spcBef>
              <a:spcAft>
                <a:spcPct val="0"/>
              </a:spcAft>
              <a:buChar char="»"/>
              <a:defRPr sz="2000">
                <a:solidFill>
                  <a:schemeClr val="tx1"/>
                </a:solidFill>
                <a:latin typeface="Times New Roman" pitchFamily="18" charset="0"/>
                <a:cs typeface="+mn-cs"/>
              </a:defRPr>
            </a:lvl8pPr>
            <a:lvl9pPr marL="3886200" indent="-228600" algn="l" rtl="0" fontAlgn="base">
              <a:spcBef>
                <a:spcPct val="20000"/>
              </a:spcBef>
              <a:spcAft>
                <a:spcPct val="0"/>
              </a:spcAft>
              <a:buChar char="»"/>
              <a:defRPr sz="2000">
                <a:solidFill>
                  <a:schemeClr val="tx1"/>
                </a:solidFill>
                <a:latin typeface="Times New Roman" pitchFamily="18" charset="0"/>
                <a:cs typeface="+mn-cs"/>
              </a:defRPr>
            </a:lvl9pPr>
          </a:lstStyle>
          <a:p>
            <a:pPr marL="0" indent="0" algn="r">
              <a:buNone/>
            </a:pPr>
            <a:r>
              <a:rPr lang="en-US" sz="1600" b="1" dirty="0">
                <a:solidFill>
                  <a:srgbClr val="00B9FA"/>
                </a:solidFill>
                <a:latin typeface="Arial"/>
                <a:ea typeface="ＭＳ Ｐゴシック" pitchFamily="34" charset="-128"/>
                <a:cs typeface="Arial"/>
              </a:rPr>
              <a:t>Figure</a:t>
            </a:r>
            <a:r>
              <a:rPr lang="en-US" sz="1600" dirty="0">
                <a:latin typeface="Arial"/>
                <a:ea typeface="ＭＳ Ｐゴシック" pitchFamily="34" charset="-128"/>
                <a:cs typeface="Arial"/>
              </a:rPr>
              <a:t>: </a:t>
            </a:r>
          </a:p>
          <a:p>
            <a:pPr marL="0" indent="0" algn="r">
              <a:buNone/>
            </a:pPr>
            <a:r>
              <a:rPr lang="en-MY" sz="1600" dirty="0">
                <a:latin typeface="Arial"/>
                <a:ea typeface="ＭＳ Ｐゴシック" pitchFamily="34" charset="-128"/>
                <a:cs typeface="Arial"/>
              </a:rPr>
              <a:t>Per-router control: Individual routing algorithm components interact in the control plane</a:t>
            </a:r>
          </a:p>
        </p:txBody>
      </p:sp>
      <p:sp>
        <p:nvSpPr>
          <p:cNvPr id="106501" name="Rectangle 3"/>
          <p:cNvSpPr>
            <a:spLocks noGrp="1" noChangeArrowheads="1"/>
          </p:cNvSpPr>
          <p:nvPr>
            <p:ph type="body" idx="1"/>
          </p:nvPr>
        </p:nvSpPr>
        <p:spPr>
          <a:xfrm>
            <a:off x="2057400" y="1237472"/>
            <a:ext cx="8176968" cy="1207598"/>
          </a:xfrm>
        </p:spPr>
        <p:txBody>
          <a:bodyPr/>
          <a:lstStyle/>
          <a:p>
            <a:pPr>
              <a:lnSpc>
                <a:spcPct val="100000"/>
              </a:lnSpc>
              <a:buFont typeface="Wingdings" charset="0"/>
              <a:buChar char="v"/>
              <a:defRPr/>
            </a:pPr>
            <a:r>
              <a:rPr lang="en-MY" sz="2200" dirty="0">
                <a:latin typeface="Arial"/>
                <a:cs typeface="Arial"/>
              </a:rPr>
              <a:t>Recalling the next figures for </a:t>
            </a:r>
            <a:r>
              <a:rPr lang="en-MY" sz="2200" i="1" dirty="0">
                <a:latin typeface="Arial"/>
                <a:cs typeface="Arial"/>
              </a:rPr>
              <a:t>forwarding table</a:t>
            </a:r>
            <a:r>
              <a:rPr lang="en-MY" sz="2200" dirty="0">
                <a:latin typeface="Arial"/>
                <a:cs typeface="Arial"/>
              </a:rPr>
              <a:t> and the </a:t>
            </a:r>
            <a:r>
              <a:rPr lang="en-MY" sz="2200" i="1" dirty="0">
                <a:latin typeface="Arial"/>
                <a:cs typeface="Arial"/>
              </a:rPr>
              <a:t>flow table </a:t>
            </a:r>
            <a:r>
              <a:rPr lang="en-MY" sz="2200" dirty="0">
                <a:latin typeface="Arial"/>
                <a:cs typeface="Arial"/>
              </a:rPr>
              <a:t>were the principal elements that linked the network layer’s </a:t>
            </a:r>
            <a:r>
              <a:rPr lang="en-MY" sz="2200" dirty="0">
                <a:solidFill>
                  <a:srgbClr val="00B0F0"/>
                </a:solidFill>
                <a:latin typeface="Arial"/>
                <a:cs typeface="Arial"/>
              </a:rPr>
              <a:t>data plane</a:t>
            </a:r>
            <a:r>
              <a:rPr lang="en-MY" sz="2200" dirty="0">
                <a:latin typeface="Arial"/>
                <a:cs typeface="Arial"/>
              </a:rPr>
              <a:t> and </a:t>
            </a:r>
            <a:r>
              <a:rPr lang="en-MY" sz="2200" dirty="0">
                <a:solidFill>
                  <a:srgbClr val="00B0F0"/>
                </a:solidFill>
                <a:latin typeface="Arial"/>
                <a:cs typeface="Arial"/>
              </a:rPr>
              <a:t>control plane</a:t>
            </a:r>
            <a:r>
              <a:rPr lang="en-MY" sz="2200" dirty="0">
                <a:latin typeface="Arial"/>
                <a:cs typeface="Arial"/>
              </a:rPr>
              <a:t>. </a:t>
            </a:r>
          </a:p>
        </p:txBody>
      </p:sp>
      <p:sp>
        <p:nvSpPr>
          <p:cNvPr id="19" name="TextBox 18">
            <a:extLst>
              <a:ext uri="{FF2B5EF4-FFF2-40B4-BE49-F238E27FC236}">
                <a16:creationId xmlns:a16="http://schemas.microsoft.com/office/drawing/2014/main" id="{3E17026D-B00F-084C-8A5C-9192F3624D80}"/>
              </a:ext>
            </a:extLst>
          </p:cNvPr>
          <p:cNvSpPr txBox="1"/>
          <p:nvPr/>
        </p:nvSpPr>
        <p:spPr>
          <a:xfrm>
            <a:off x="1524000" y="6649357"/>
            <a:ext cx="6294584" cy="215444"/>
          </a:xfrm>
          <a:prstGeom prst="rect">
            <a:avLst/>
          </a:prstGeom>
          <a:noFill/>
        </p:spPr>
        <p:txBody>
          <a:bodyPr wrap="square" rtlCol="0">
            <a:spAutoFit/>
          </a:bodyPr>
          <a:lstStyle/>
          <a:p>
            <a:pPr algn="l"/>
            <a:r>
              <a:rPr lang="en-US" sz="800" dirty="0">
                <a:latin typeface="Times New Roman" panose="02020603050405020304" pitchFamily="18" charset="0"/>
                <a:cs typeface="Times New Roman" panose="02020603050405020304" pitchFamily="18" charset="0"/>
              </a:rPr>
              <a:t>Kurose, J.F. and Ross, K.W. (2021). Computer Networking: A Top-Down Approach (8</a:t>
            </a:r>
            <a:r>
              <a:rPr lang="en-US" sz="800" baseline="30000" dirty="0">
                <a:latin typeface="Times New Roman" panose="02020603050405020304" pitchFamily="18" charset="0"/>
                <a:cs typeface="Times New Roman" panose="02020603050405020304" pitchFamily="18" charset="0"/>
              </a:rPr>
              <a:t>th</a:t>
            </a:r>
            <a:r>
              <a:rPr lang="en-US" sz="800" dirty="0">
                <a:latin typeface="Times New Roman" panose="02020603050405020304" pitchFamily="18" charset="0"/>
                <a:cs typeface="Times New Roman" panose="02020603050405020304" pitchFamily="18" charset="0"/>
              </a:rPr>
              <a:t> Edition). </a:t>
            </a:r>
            <a:r>
              <a:rPr lang="en-MY" sz="800" dirty="0">
                <a:latin typeface="Times New Roman" panose="02020603050405020304" pitchFamily="18" charset="0"/>
                <a:cs typeface="Times New Roman" panose="02020603050405020304" pitchFamily="18" charset="0"/>
              </a:rPr>
              <a:t>Pearson Education Limited, England. (pp. 378)</a:t>
            </a:r>
          </a:p>
        </p:txBody>
      </p:sp>
      <p:cxnSp>
        <p:nvCxnSpPr>
          <p:cNvPr id="20" name="Straight Connector 19">
            <a:extLst>
              <a:ext uri="{FF2B5EF4-FFF2-40B4-BE49-F238E27FC236}">
                <a16:creationId xmlns:a16="http://schemas.microsoft.com/office/drawing/2014/main" id="{C4829F86-7AD7-B24F-B0C9-47A0F53F2610}"/>
              </a:ext>
            </a:extLst>
          </p:cNvPr>
          <p:cNvCxnSpPr/>
          <p:nvPr/>
        </p:nvCxnSpPr>
        <p:spPr bwMode="auto">
          <a:xfrm>
            <a:off x="1524000" y="6663455"/>
            <a:ext cx="8324850" cy="0"/>
          </a:xfrm>
          <a:prstGeom prst="line">
            <a:avLst/>
          </a:prstGeom>
          <a:noFill/>
          <a:ln w="12700" cap="flat" cmpd="sng" algn="ctr">
            <a:solidFill>
              <a:srgbClr val="00B0F0"/>
            </a:solidFill>
            <a:prstDash val="solid"/>
            <a:round/>
            <a:headEnd type="none" w="med" len="med"/>
            <a:tailEnd type="none"/>
          </a:ln>
          <a:effectLst/>
        </p:spPr>
      </p:cxnSp>
      <p:sp>
        <p:nvSpPr>
          <p:cNvPr id="2" name="Rectangle 1">
            <a:extLst>
              <a:ext uri="{FF2B5EF4-FFF2-40B4-BE49-F238E27FC236}">
                <a16:creationId xmlns:a16="http://schemas.microsoft.com/office/drawing/2014/main" id="{9282A82A-7B2D-BA47-A23E-CE07B57A86B1}"/>
              </a:ext>
            </a:extLst>
          </p:cNvPr>
          <p:cNvSpPr/>
          <p:nvPr/>
        </p:nvSpPr>
        <p:spPr bwMode="auto">
          <a:xfrm>
            <a:off x="1524001" y="2445071"/>
            <a:ext cx="9143999" cy="4164371"/>
          </a:xfrm>
          <a:prstGeom prst="rect">
            <a:avLst/>
          </a:prstGeom>
          <a:solidFill>
            <a:schemeClr val="bg1">
              <a:alpha val="80000"/>
            </a:schemeClr>
          </a:solidFill>
          <a:ln w="9525" cap="flat" cmpd="sng" algn="ctr">
            <a:no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vert="horz" wrap="none" lIns="91440" tIns="45720" rIns="91440" bIns="45720" numCol="1" rtlCol="0" anchor="t" anchorCtr="0" compatLnSpc="1">
            <a:prstTxWarp prst="textNoShape">
              <a:avLst/>
            </a:prstTxWarp>
          </a:bodyPr>
          <a:lstStyle/>
          <a:p>
            <a:pPr eaLnBrk="0" fontAlgn="base" hangingPunct="0">
              <a:spcBef>
                <a:spcPct val="0"/>
              </a:spcBef>
              <a:spcAft>
                <a:spcPct val="0"/>
              </a:spcAft>
            </a:pPr>
            <a:endParaRPr lang="en-US">
              <a:latin typeface="Arial" charset="0"/>
            </a:endParaRPr>
          </a:p>
        </p:txBody>
      </p:sp>
      <p:sp>
        <p:nvSpPr>
          <p:cNvPr id="84995" name="Slide Number Placeholder 5"/>
          <p:cNvSpPr>
            <a:spLocks noGrp="1"/>
          </p:cNvSpPr>
          <p:nvPr>
            <p:ph type="sldNum" sz="quarter" idx="12"/>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a:solidFill>
                  <a:schemeClr val="tx1"/>
                </a:solidFill>
                <a:latin typeface="Arial" charset="0"/>
                <a:ea typeface="ＭＳ Ｐゴシック" pitchFamily="34" charset="-128"/>
              </a:defRPr>
            </a:lvl1pPr>
            <a:lvl2pPr marL="742950" indent="-285750">
              <a:defRPr>
                <a:solidFill>
                  <a:schemeClr val="tx1"/>
                </a:solidFill>
                <a:latin typeface="Arial" charset="0"/>
                <a:ea typeface="ＭＳ Ｐゴシック" pitchFamily="34" charset="-128"/>
              </a:defRPr>
            </a:lvl2pPr>
            <a:lvl3pPr marL="1143000" indent="-228600">
              <a:defRPr>
                <a:solidFill>
                  <a:schemeClr val="tx1"/>
                </a:solidFill>
                <a:latin typeface="Arial" charset="0"/>
                <a:ea typeface="ＭＳ Ｐゴシック" pitchFamily="34" charset="-128"/>
              </a:defRPr>
            </a:lvl3pPr>
            <a:lvl4pPr marL="1600200" indent="-228600">
              <a:defRPr>
                <a:solidFill>
                  <a:schemeClr val="tx1"/>
                </a:solidFill>
                <a:latin typeface="Arial" charset="0"/>
                <a:ea typeface="ＭＳ Ｐゴシック" pitchFamily="34" charset="-128"/>
              </a:defRPr>
            </a:lvl4pPr>
            <a:lvl5pPr marL="2057400" indent="-22860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endParaRPr lang="en-US" altLang="en-US" dirty="0">
              <a:latin typeface="Tahoma" pitchFamily="34" charset="0"/>
            </a:endParaRPr>
          </a:p>
        </p:txBody>
      </p:sp>
      <p:sp>
        <p:nvSpPr>
          <p:cNvPr id="3" name="Rectangle 2">
            <a:extLst>
              <a:ext uri="{FF2B5EF4-FFF2-40B4-BE49-F238E27FC236}">
                <a16:creationId xmlns:a16="http://schemas.microsoft.com/office/drawing/2014/main" id="{FB502205-A4FC-2746-B9A9-B60819D7E040}"/>
              </a:ext>
            </a:extLst>
          </p:cNvPr>
          <p:cNvSpPr/>
          <p:nvPr/>
        </p:nvSpPr>
        <p:spPr>
          <a:xfrm>
            <a:off x="2057400" y="2445446"/>
            <a:ext cx="7820831" cy="1991803"/>
          </a:xfrm>
          <a:prstGeom prst="rect">
            <a:avLst/>
          </a:prstGeom>
          <a:noFill/>
          <a:ln>
            <a:solidFill>
              <a:schemeClr val="tx1"/>
            </a:solidFill>
          </a:ln>
        </p:spPr>
        <p:txBody>
          <a:bodyPr vert="horz" wrap="square" lIns="91440" tIns="45720" rIns="91440" bIns="45720" numCol="1" anchor="t" anchorCtr="0" compatLnSpc="1">
            <a:prstTxWarp prst="textNoShape">
              <a:avLst/>
            </a:prstTxWarp>
          </a:bodyPr>
          <a:lstStyle/>
          <a:p>
            <a:pPr marL="342900" indent="-342900">
              <a:spcBef>
                <a:spcPct val="20000"/>
              </a:spcBef>
              <a:buClr>
                <a:srgbClr val="000099"/>
              </a:buClr>
              <a:buSzPct val="65000"/>
              <a:buFont typeface="Wingdings" charset="0"/>
              <a:buChar char="v"/>
            </a:pPr>
            <a:r>
              <a:rPr lang="en-MY" sz="2200" dirty="0">
                <a:latin typeface="Arial"/>
                <a:ea typeface="ＭＳ Ｐゴシック" charset="0"/>
                <a:cs typeface="Arial"/>
              </a:rPr>
              <a:t>These tables specify the local data-plane forwarding </a:t>
            </a:r>
            <a:r>
              <a:rPr lang="en-MY" sz="2200" dirty="0" err="1">
                <a:latin typeface="Arial"/>
                <a:ea typeface="ＭＳ Ｐゴシック" charset="0"/>
                <a:cs typeface="Arial"/>
              </a:rPr>
              <a:t>behavior</a:t>
            </a:r>
            <a:r>
              <a:rPr lang="en-MY" sz="2200" dirty="0">
                <a:latin typeface="Arial"/>
                <a:ea typeface="ＭＳ Ｐゴシック" charset="0"/>
                <a:cs typeface="Arial"/>
              </a:rPr>
              <a:t> of a router. </a:t>
            </a:r>
          </a:p>
          <a:p>
            <a:pPr marL="342900" indent="-342900">
              <a:spcBef>
                <a:spcPct val="20000"/>
              </a:spcBef>
              <a:buClr>
                <a:srgbClr val="000099"/>
              </a:buClr>
              <a:buSzPct val="65000"/>
              <a:buFont typeface="Wingdings" charset="0"/>
              <a:buChar char="v"/>
            </a:pPr>
            <a:r>
              <a:rPr lang="en-MY" sz="2200" dirty="0">
                <a:latin typeface="Arial"/>
                <a:ea typeface="ＭＳ Ｐゴシック" charset="0"/>
                <a:cs typeface="Arial"/>
              </a:rPr>
              <a:t>The case of generalized forwarding is not only </a:t>
            </a:r>
            <a:r>
              <a:rPr lang="en-MY" sz="2200" b="1" dirty="0">
                <a:latin typeface="Arial"/>
                <a:ea typeface="ＭＳ Ｐゴシック" charset="0"/>
                <a:cs typeface="Arial"/>
              </a:rPr>
              <a:t>forwarding</a:t>
            </a:r>
            <a:r>
              <a:rPr lang="en-MY" sz="2200" dirty="0">
                <a:latin typeface="Arial"/>
                <a:ea typeface="ＭＳ Ｐゴシック" charset="0"/>
                <a:cs typeface="Arial"/>
              </a:rPr>
              <a:t> a packet to a router’s output port, but also </a:t>
            </a:r>
            <a:r>
              <a:rPr lang="en-MY" sz="2200" b="1" dirty="0">
                <a:latin typeface="Arial"/>
                <a:ea typeface="ＭＳ Ｐゴシック" charset="0"/>
                <a:cs typeface="Arial"/>
              </a:rPr>
              <a:t>dropping</a:t>
            </a:r>
            <a:r>
              <a:rPr lang="en-MY" sz="2200" dirty="0">
                <a:latin typeface="Arial"/>
                <a:ea typeface="ＭＳ Ｐゴシック" charset="0"/>
                <a:cs typeface="Arial"/>
              </a:rPr>
              <a:t> a packet and </a:t>
            </a:r>
            <a:r>
              <a:rPr lang="en-MY" sz="2200" b="1" dirty="0">
                <a:latin typeface="Arial"/>
                <a:ea typeface="ＭＳ Ｐゴシック" charset="0"/>
                <a:cs typeface="Arial"/>
              </a:rPr>
              <a:t>replicating</a:t>
            </a:r>
            <a:r>
              <a:rPr lang="en-MY" sz="2200" dirty="0">
                <a:latin typeface="Arial"/>
                <a:ea typeface="ＭＳ Ｐゴシック" charset="0"/>
                <a:cs typeface="Arial"/>
              </a:rPr>
              <a:t> a packet.</a:t>
            </a:r>
          </a:p>
        </p:txBody>
      </p:sp>
      <p:grpSp>
        <p:nvGrpSpPr>
          <p:cNvPr id="11" name="Group 10">
            <a:extLst>
              <a:ext uri="{FF2B5EF4-FFF2-40B4-BE49-F238E27FC236}">
                <a16:creationId xmlns:a16="http://schemas.microsoft.com/office/drawing/2014/main" id="{F033A4A4-CC72-EB49-9FA8-ED14DB21FDED}"/>
              </a:ext>
            </a:extLst>
          </p:cNvPr>
          <p:cNvGrpSpPr/>
          <p:nvPr/>
        </p:nvGrpSpPr>
        <p:grpSpPr>
          <a:xfrm>
            <a:off x="4733961" y="3996972"/>
            <a:ext cx="5690693" cy="2768013"/>
            <a:chOff x="3209960" y="3996971"/>
            <a:chExt cx="5690693" cy="2768013"/>
          </a:xfrm>
        </p:grpSpPr>
        <p:pic>
          <p:nvPicPr>
            <p:cNvPr id="22" name="Picture 21">
              <a:extLst>
                <a:ext uri="{FF2B5EF4-FFF2-40B4-BE49-F238E27FC236}">
                  <a16:creationId xmlns:a16="http://schemas.microsoft.com/office/drawing/2014/main" id="{4F60DA52-38A3-6946-A86A-BF1303E75B82}"/>
                </a:ext>
              </a:extLst>
            </p:cNvPr>
            <p:cNvPicPr>
              <a:picLocks noChangeAspect="1"/>
            </p:cNvPicPr>
            <p:nvPr/>
          </p:nvPicPr>
          <p:blipFill>
            <a:blip r:embed="rId3"/>
            <a:stretch>
              <a:fillRect/>
            </a:stretch>
          </p:blipFill>
          <p:spPr>
            <a:xfrm>
              <a:off x="7095427" y="3996971"/>
              <a:ext cx="1805226" cy="2768013"/>
            </a:xfrm>
            <a:prstGeom prst="rect">
              <a:avLst/>
            </a:prstGeom>
          </p:spPr>
        </p:pic>
        <p:grpSp>
          <p:nvGrpSpPr>
            <p:cNvPr id="6" name="Group 5">
              <a:extLst>
                <a:ext uri="{FF2B5EF4-FFF2-40B4-BE49-F238E27FC236}">
                  <a16:creationId xmlns:a16="http://schemas.microsoft.com/office/drawing/2014/main" id="{DB543B2E-E700-224E-9F2E-C56D14DEB3E4}"/>
                </a:ext>
              </a:extLst>
            </p:cNvPr>
            <p:cNvGrpSpPr/>
            <p:nvPr/>
          </p:nvGrpSpPr>
          <p:grpSpPr>
            <a:xfrm>
              <a:off x="3209960" y="4681454"/>
              <a:ext cx="3699889" cy="1892421"/>
              <a:chOff x="3209960" y="4681454"/>
              <a:chExt cx="3699889" cy="1892421"/>
            </a:xfrm>
          </p:grpSpPr>
          <p:sp>
            <p:nvSpPr>
              <p:cNvPr id="23" name="Rectangle 22">
                <a:extLst>
                  <a:ext uri="{FF2B5EF4-FFF2-40B4-BE49-F238E27FC236}">
                    <a16:creationId xmlns:a16="http://schemas.microsoft.com/office/drawing/2014/main" id="{4CA50165-E6DE-A545-9B54-75FC6EA88909}"/>
                  </a:ext>
                </a:extLst>
              </p:cNvPr>
              <p:cNvSpPr/>
              <p:nvPr/>
            </p:nvSpPr>
            <p:spPr bwMode="auto">
              <a:xfrm>
                <a:off x="3257096" y="4719162"/>
                <a:ext cx="3652753" cy="1854713"/>
              </a:xfrm>
              <a:prstGeom prst="rect">
                <a:avLst/>
              </a:prstGeom>
              <a:solidFill>
                <a:schemeClr val="bg1"/>
              </a:solidFill>
              <a:ln w="9525" cap="flat" cmpd="sng" algn="ctr">
                <a:no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vert="horz" wrap="none" lIns="91440" tIns="45720" rIns="91440" bIns="45720" numCol="1" rtlCol="0" anchor="t" anchorCtr="0" compatLnSpc="1">
                <a:prstTxWarp prst="textNoShape">
                  <a:avLst/>
                </a:prstTxWarp>
              </a:bodyPr>
              <a:lstStyle/>
              <a:p>
                <a:pPr eaLnBrk="0" fontAlgn="base" hangingPunct="0">
                  <a:spcBef>
                    <a:spcPct val="0"/>
                  </a:spcBef>
                  <a:spcAft>
                    <a:spcPct val="0"/>
                  </a:spcAft>
                </a:pPr>
                <a:endParaRPr lang="en-US">
                  <a:latin typeface="Arial" charset="0"/>
                </a:endParaRPr>
              </a:p>
            </p:txBody>
          </p:sp>
          <p:sp>
            <p:nvSpPr>
              <p:cNvPr id="21" name="Oval Callout 20">
                <a:extLst>
                  <a:ext uri="{FF2B5EF4-FFF2-40B4-BE49-F238E27FC236}">
                    <a16:creationId xmlns:a16="http://schemas.microsoft.com/office/drawing/2014/main" id="{43E6ED65-898E-0647-8C2B-32B3290C61D0}"/>
                  </a:ext>
                </a:extLst>
              </p:cNvPr>
              <p:cNvSpPr/>
              <p:nvPr/>
            </p:nvSpPr>
            <p:spPr bwMode="auto">
              <a:xfrm>
                <a:off x="3209960" y="4681454"/>
                <a:ext cx="3275679" cy="1728850"/>
              </a:xfrm>
              <a:prstGeom prst="wedgeEllipseCallout">
                <a:avLst>
                  <a:gd name="adj1" fmla="val 80872"/>
                  <a:gd name="adj2" fmla="val -39780"/>
                </a:avLst>
              </a:prstGeom>
              <a:solidFill>
                <a:srgbClr val="FFFF00">
                  <a:alpha val="30000"/>
                </a:srgbClr>
              </a:solidFill>
              <a:ln w="9525" cap="flat" cmpd="sng" algn="ctr">
                <a:solidFill>
                  <a:schemeClr val="tx1">
                    <a:alpha val="30000"/>
                  </a:schemeClr>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vert="horz" wrap="none" lIns="91440" tIns="45720" rIns="91440" bIns="45720" numCol="1" rtlCol="0" anchor="t" anchorCtr="0" compatLnSpc="1">
                <a:prstTxWarp prst="textNoShape">
                  <a:avLst/>
                </a:prstTxWarp>
              </a:bodyPr>
              <a:lstStyle/>
              <a:p>
                <a:pPr algn="ctr" eaLnBrk="0" fontAlgn="base" hangingPunct="0">
                  <a:spcBef>
                    <a:spcPct val="0"/>
                  </a:spcBef>
                  <a:spcAft>
                    <a:spcPct val="0"/>
                  </a:spcAft>
                </a:pPr>
                <a:endParaRPr lang="en-US" sz="800" dirty="0">
                  <a:latin typeface="Arial" charset="0"/>
                </a:endParaRPr>
              </a:p>
              <a:p>
                <a:pPr algn="ctr" eaLnBrk="0" fontAlgn="base" hangingPunct="0">
                  <a:spcBef>
                    <a:spcPct val="0"/>
                  </a:spcBef>
                  <a:spcAft>
                    <a:spcPct val="0"/>
                  </a:spcAft>
                </a:pPr>
                <a:endParaRPr lang="en-US" dirty="0">
                  <a:latin typeface="Arial" charset="0"/>
                </a:endParaRPr>
              </a:p>
            </p:txBody>
          </p:sp>
        </p:grpSp>
        <p:sp>
          <p:nvSpPr>
            <p:cNvPr id="5" name="Rectangle 4">
              <a:extLst>
                <a:ext uri="{FF2B5EF4-FFF2-40B4-BE49-F238E27FC236}">
                  <a16:creationId xmlns:a16="http://schemas.microsoft.com/office/drawing/2014/main" id="{C27615A7-F205-3D48-BCBC-61542EE05ADC}"/>
                </a:ext>
              </a:extLst>
            </p:cNvPr>
            <p:cNvSpPr/>
            <p:nvPr/>
          </p:nvSpPr>
          <p:spPr>
            <a:xfrm>
              <a:off x="3401013" y="4808961"/>
              <a:ext cx="2893571" cy="1477328"/>
            </a:xfrm>
            <a:prstGeom prst="rect">
              <a:avLst/>
            </a:prstGeom>
          </p:spPr>
          <p:txBody>
            <a:bodyPr wrap="square">
              <a:spAutoFit/>
            </a:bodyPr>
            <a:lstStyle/>
            <a:p>
              <a:pPr algn="ctr"/>
              <a:r>
                <a:rPr lang="en-MY" dirty="0">
                  <a:latin typeface="TimesLTPro"/>
                </a:rPr>
                <a:t>In this chapter 5, </a:t>
              </a:r>
            </a:p>
            <a:p>
              <a:pPr algn="ctr"/>
              <a:r>
                <a:rPr lang="en-MY" dirty="0">
                  <a:latin typeface="TimesLTPro"/>
                </a:rPr>
                <a:t>we’ll study how those forwarding and flow tables are </a:t>
              </a:r>
              <a:r>
                <a:rPr lang="en-MY" b="1" dirty="0">
                  <a:latin typeface="TimesLTPro"/>
                </a:rPr>
                <a:t>computed</a:t>
              </a:r>
              <a:r>
                <a:rPr lang="en-MY" dirty="0">
                  <a:latin typeface="TimesLTPro"/>
                </a:rPr>
                <a:t>, </a:t>
              </a:r>
              <a:r>
                <a:rPr lang="en-MY" b="1" dirty="0">
                  <a:latin typeface="TimesLTPro"/>
                </a:rPr>
                <a:t>maintained</a:t>
              </a:r>
              <a:r>
                <a:rPr lang="en-MY" dirty="0">
                  <a:latin typeface="TimesLTPro"/>
                </a:rPr>
                <a:t> and </a:t>
              </a:r>
              <a:r>
                <a:rPr lang="en-MY" b="1" dirty="0">
                  <a:latin typeface="TimesLTPro"/>
                </a:rPr>
                <a:t>installed</a:t>
              </a:r>
              <a:r>
                <a:rPr lang="en-MY" dirty="0">
                  <a:latin typeface="TimesLTPro"/>
                </a:rPr>
                <a:t>. </a:t>
              </a:r>
              <a:endParaRPr lang="en-MY" dirty="0"/>
            </a:p>
          </p:txBody>
        </p:sp>
      </p:grpSp>
      <p:sp>
        <p:nvSpPr>
          <p:cNvPr id="17" name="Slide Number Placeholder 4">
            <a:extLst>
              <a:ext uri="{FF2B5EF4-FFF2-40B4-BE49-F238E27FC236}">
                <a16:creationId xmlns:a16="http://schemas.microsoft.com/office/drawing/2014/main" id="{20951948-B008-E644-A413-AF8F2E6FBCAF}"/>
              </a:ext>
            </a:extLst>
          </p:cNvPr>
          <p:cNvSpPr>
            <a:spLocks noGrp="1"/>
          </p:cNvSpPr>
          <p:nvPr>
            <p:ph type="sldNum" sz="quarter" idx="4"/>
          </p:nvPr>
        </p:nvSpPr>
        <p:spPr>
          <a:xfrm>
            <a:off x="9219616" y="6443089"/>
            <a:ext cx="2743200" cy="365125"/>
          </a:xfrm>
        </p:spPr>
        <p:txBody>
          <a:bodyPr/>
          <a:lstStyle/>
          <a:p>
            <a:r>
              <a:rPr lang="en-US" dirty="0" smtClean="0"/>
              <a:t>Network Layer: 5-</a:t>
            </a:r>
            <a:fld id="{C4204591-24BD-A542-B9D5-F8D8A88D2FEE}" type="slidenum">
              <a:rPr lang="en-US" smtClean="0"/>
              <a:pPr/>
              <a:t>6</a:t>
            </a:fld>
            <a:endParaRPr lang="en-US" dirty="0"/>
          </a:p>
        </p:txBody>
      </p:sp>
    </p:spTree>
    <p:extLst>
      <p:ext uri="{BB962C8B-B14F-4D97-AF65-F5344CB8AC3E}">
        <p14:creationId xmlns:p14="http://schemas.microsoft.com/office/powerpoint/2010/main" val="197359233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995" name="Slide Number Placeholder 5"/>
          <p:cNvSpPr>
            <a:spLocks noGrp="1"/>
          </p:cNvSpPr>
          <p:nvPr>
            <p:ph type="sldNum" sz="quarter" idx="12"/>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a:solidFill>
                  <a:schemeClr val="tx1"/>
                </a:solidFill>
                <a:latin typeface="Arial" charset="0"/>
                <a:ea typeface="ＭＳ Ｐゴシック" pitchFamily="34" charset="-128"/>
              </a:defRPr>
            </a:lvl1pPr>
            <a:lvl2pPr marL="742950" indent="-285750">
              <a:defRPr>
                <a:solidFill>
                  <a:schemeClr val="tx1"/>
                </a:solidFill>
                <a:latin typeface="Arial" charset="0"/>
                <a:ea typeface="ＭＳ Ｐゴシック" pitchFamily="34" charset="-128"/>
              </a:defRPr>
            </a:lvl2pPr>
            <a:lvl3pPr marL="1143000" indent="-228600">
              <a:defRPr>
                <a:solidFill>
                  <a:schemeClr val="tx1"/>
                </a:solidFill>
                <a:latin typeface="Arial" charset="0"/>
                <a:ea typeface="ＭＳ Ｐゴシック" pitchFamily="34" charset="-128"/>
              </a:defRPr>
            </a:lvl3pPr>
            <a:lvl4pPr marL="1600200" indent="-228600">
              <a:defRPr>
                <a:solidFill>
                  <a:schemeClr val="tx1"/>
                </a:solidFill>
                <a:latin typeface="Arial" charset="0"/>
                <a:ea typeface="ＭＳ Ｐゴシック" pitchFamily="34" charset="-128"/>
              </a:defRPr>
            </a:lvl4pPr>
            <a:lvl5pPr marL="2057400" indent="-22860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endParaRPr lang="en-US" altLang="en-US" dirty="0">
              <a:latin typeface="Tahoma" pitchFamily="34" charset="0"/>
            </a:endParaRPr>
          </a:p>
        </p:txBody>
      </p:sp>
      <p:pic>
        <p:nvPicPr>
          <p:cNvPr id="4" name="Picture 3">
            <a:extLst>
              <a:ext uri="{FF2B5EF4-FFF2-40B4-BE49-F238E27FC236}">
                <a16:creationId xmlns:a16="http://schemas.microsoft.com/office/drawing/2014/main" id="{EC6BF312-E624-7D49-8B77-C452489B87E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443310" y="2511260"/>
            <a:ext cx="5990541" cy="4192113"/>
          </a:xfrm>
          <a:prstGeom prst="rect">
            <a:avLst/>
          </a:prstGeom>
        </p:spPr>
      </p:pic>
      <p:sp>
        <p:nvSpPr>
          <p:cNvPr id="18" name="Rectangle 3">
            <a:extLst>
              <a:ext uri="{FF2B5EF4-FFF2-40B4-BE49-F238E27FC236}">
                <a16:creationId xmlns:a16="http://schemas.microsoft.com/office/drawing/2014/main" id="{34C4672F-48CA-FD4C-B0D2-DA6031583F38}"/>
              </a:ext>
            </a:extLst>
          </p:cNvPr>
          <p:cNvSpPr txBox="1">
            <a:spLocks noChangeArrowheads="1"/>
          </p:cNvSpPr>
          <p:nvPr/>
        </p:nvSpPr>
        <p:spPr bwMode="auto">
          <a:xfrm>
            <a:off x="8612955" y="4748335"/>
            <a:ext cx="1979628" cy="16744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65000"/>
              <a:buFont typeface="Wingdings" pitchFamily="2" charset="2"/>
              <a:buChar char="v"/>
              <a:defRPr sz="2800">
                <a:solidFill>
                  <a:schemeClr val="tx1"/>
                </a:solidFill>
                <a:latin typeface="+mn-lt"/>
                <a:ea typeface="ＭＳ Ｐゴシック" charset="0"/>
                <a:cs typeface="+mn-cs"/>
              </a:defRPr>
            </a:lvl1pPr>
            <a:lvl2pPr marL="742950" indent="-285750" algn="l" rtl="0" eaLnBrk="0" fontAlgn="base" hangingPunct="0">
              <a:lnSpc>
                <a:spcPct val="85000"/>
              </a:lnSpc>
              <a:spcBef>
                <a:spcPct val="20000"/>
              </a:spcBef>
              <a:spcAft>
                <a:spcPct val="0"/>
              </a:spcAft>
              <a:buClr>
                <a:srgbClr val="000099"/>
              </a:buClr>
              <a:buFont typeface="Wingdings" pitchFamily="2" charset="2"/>
              <a:buChar char="§"/>
              <a:defRPr sz="2400">
                <a:solidFill>
                  <a:schemeClr val="tx1"/>
                </a:solidFill>
                <a:latin typeface="+mn-lt"/>
                <a:ea typeface="Arial" charset="0"/>
                <a:cs typeface="+mn-cs"/>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Arial" charset="0"/>
                <a:cs typeface="+mn-cs"/>
              </a:defRPr>
            </a:lvl3pPr>
            <a:lvl4pPr marL="1600200" indent="-228600" algn="l" rtl="0" eaLnBrk="0" fontAlgn="base" hangingPunct="0">
              <a:spcBef>
                <a:spcPct val="20000"/>
              </a:spcBef>
              <a:spcAft>
                <a:spcPct val="0"/>
              </a:spcAft>
              <a:buChar char="–"/>
              <a:defRPr sz="2000">
                <a:solidFill>
                  <a:schemeClr val="tx1"/>
                </a:solidFill>
                <a:latin typeface="Times New Roman" pitchFamily="18" charset="0"/>
                <a:ea typeface="Arial" charset="0"/>
                <a:cs typeface="+mn-cs"/>
              </a:defRPr>
            </a:lvl4pPr>
            <a:lvl5pPr marL="2057400" indent="-228600" algn="l" rtl="0" eaLnBrk="0" fontAlgn="base" hangingPunct="0">
              <a:spcBef>
                <a:spcPct val="20000"/>
              </a:spcBef>
              <a:spcAft>
                <a:spcPct val="0"/>
              </a:spcAft>
              <a:buChar char="»"/>
              <a:defRPr sz="2000">
                <a:solidFill>
                  <a:schemeClr val="tx1"/>
                </a:solidFill>
                <a:latin typeface="Times New Roman" pitchFamily="18" charset="0"/>
                <a:ea typeface="Arial" charset="0"/>
                <a:cs typeface="+mn-cs"/>
              </a:defRPr>
            </a:lvl5pPr>
            <a:lvl6pPr marL="2514600" indent="-228600" algn="l" rtl="0" fontAlgn="base">
              <a:spcBef>
                <a:spcPct val="20000"/>
              </a:spcBef>
              <a:spcAft>
                <a:spcPct val="0"/>
              </a:spcAft>
              <a:buChar char="»"/>
              <a:defRPr sz="2000">
                <a:solidFill>
                  <a:schemeClr val="tx1"/>
                </a:solidFill>
                <a:latin typeface="Times New Roman" pitchFamily="18" charset="0"/>
                <a:cs typeface="+mn-cs"/>
              </a:defRPr>
            </a:lvl6pPr>
            <a:lvl7pPr marL="2971800" indent="-228600" algn="l" rtl="0" fontAlgn="base">
              <a:spcBef>
                <a:spcPct val="20000"/>
              </a:spcBef>
              <a:spcAft>
                <a:spcPct val="0"/>
              </a:spcAft>
              <a:buChar char="»"/>
              <a:defRPr sz="2000">
                <a:solidFill>
                  <a:schemeClr val="tx1"/>
                </a:solidFill>
                <a:latin typeface="Times New Roman" pitchFamily="18" charset="0"/>
                <a:cs typeface="+mn-cs"/>
              </a:defRPr>
            </a:lvl7pPr>
            <a:lvl8pPr marL="3429000" indent="-228600" algn="l" rtl="0" fontAlgn="base">
              <a:spcBef>
                <a:spcPct val="20000"/>
              </a:spcBef>
              <a:spcAft>
                <a:spcPct val="0"/>
              </a:spcAft>
              <a:buChar char="»"/>
              <a:defRPr sz="2000">
                <a:solidFill>
                  <a:schemeClr val="tx1"/>
                </a:solidFill>
                <a:latin typeface="Times New Roman" pitchFamily="18" charset="0"/>
                <a:cs typeface="+mn-cs"/>
              </a:defRPr>
            </a:lvl8pPr>
            <a:lvl9pPr marL="3886200" indent="-228600" algn="l" rtl="0" fontAlgn="base">
              <a:spcBef>
                <a:spcPct val="20000"/>
              </a:spcBef>
              <a:spcAft>
                <a:spcPct val="0"/>
              </a:spcAft>
              <a:buChar char="»"/>
              <a:defRPr sz="2000">
                <a:solidFill>
                  <a:schemeClr val="tx1"/>
                </a:solidFill>
                <a:latin typeface="Times New Roman" pitchFamily="18" charset="0"/>
                <a:cs typeface="+mn-cs"/>
              </a:defRPr>
            </a:lvl9pPr>
          </a:lstStyle>
          <a:p>
            <a:pPr marL="0" indent="0" algn="r">
              <a:buNone/>
            </a:pPr>
            <a:r>
              <a:rPr lang="en-US" sz="1600" b="1" dirty="0">
                <a:solidFill>
                  <a:srgbClr val="00B9FA"/>
                </a:solidFill>
                <a:latin typeface="Arial"/>
                <a:ea typeface="ＭＳ Ｐゴシック" pitchFamily="34" charset="-128"/>
                <a:cs typeface="Arial"/>
              </a:rPr>
              <a:t>Figure</a:t>
            </a:r>
            <a:r>
              <a:rPr lang="en-US" sz="1600" dirty="0">
                <a:latin typeface="Arial"/>
                <a:ea typeface="ＭＳ Ｐゴシック" pitchFamily="34" charset="-128"/>
                <a:cs typeface="Arial"/>
              </a:rPr>
              <a:t>: </a:t>
            </a:r>
          </a:p>
          <a:p>
            <a:pPr marL="0" indent="0" algn="r">
              <a:buNone/>
            </a:pPr>
            <a:r>
              <a:rPr lang="en-MY" sz="1600" dirty="0">
                <a:latin typeface="Arial"/>
                <a:ea typeface="ＭＳ Ｐゴシック" pitchFamily="34" charset="-128"/>
                <a:cs typeface="Arial"/>
              </a:rPr>
              <a:t>Per-router control: Individual routing algorithm components interact in the control plane</a:t>
            </a:r>
          </a:p>
        </p:txBody>
      </p:sp>
      <p:sp>
        <p:nvSpPr>
          <p:cNvPr id="19" name="TextBox 18">
            <a:extLst>
              <a:ext uri="{FF2B5EF4-FFF2-40B4-BE49-F238E27FC236}">
                <a16:creationId xmlns:a16="http://schemas.microsoft.com/office/drawing/2014/main" id="{3E17026D-B00F-084C-8A5C-9192F3624D80}"/>
              </a:ext>
            </a:extLst>
          </p:cNvPr>
          <p:cNvSpPr txBox="1"/>
          <p:nvPr/>
        </p:nvSpPr>
        <p:spPr>
          <a:xfrm>
            <a:off x="1524000" y="6649357"/>
            <a:ext cx="9144000" cy="215444"/>
          </a:xfrm>
          <a:prstGeom prst="rect">
            <a:avLst/>
          </a:prstGeom>
          <a:noFill/>
        </p:spPr>
        <p:txBody>
          <a:bodyPr wrap="square" rtlCol="0">
            <a:spAutoFit/>
          </a:bodyPr>
          <a:lstStyle/>
          <a:p>
            <a:pPr algn="l"/>
            <a:r>
              <a:rPr lang="en-US" sz="800" dirty="0">
                <a:latin typeface="Times New Roman" panose="02020603050405020304" pitchFamily="18" charset="0"/>
                <a:cs typeface="Times New Roman" panose="02020603050405020304" pitchFamily="18" charset="0"/>
              </a:rPr>
              <a:t>Kurose, J.F. and Ross, K.W. (2021). Computer Networking: A Top-Down Approach (8</a:t>
            </a:r>
            <a:r>
              <a:rPr lang="en-US" sz="800" baseline="30000" dirty="0">
                <a:latin typeface="Times New Roman" panose="02020603050405020304" pitchFamily="18" charset="0"/>
                <a:cs typeface="Times New Roman" panose="02020603050405020304" pitchFamily="18" charset="0"/>
              </a:rPr>
              <a:t>th</a:t>
            </a:r>
            <a:r>
              <a:rPr lang="en-US" sz="800" dirty="0">
                <a:latin typeface="Times New Roman" panose="02020603050405020304" pitchFamily="18" charset="0"/>
                <a:cs typeface="Times New Roman" panose="02020603050405020304" pitchFamily="18" charset="0"/>
              </a:rPr>
              <a:t> Edition). </a:t>
            </a:r>
            <a:r>
              <a:rPr lang="en-MY" sz="800" dirty="0">
                <a:latin typeface="Times New Roman" panose="02020603050405020304" pitchFamily="18" charset="0"/>
                <a:cs typeface="Times New Roman" panose="02020603050405020304" pitchFamily="18" charset="0"/>
              </a:rPr>
              <a:t>Pearson Education Limited, England. (pp. 378)</a:t>
            </a:r>
          </a:p>
        </p:txBody>
      </p:sp>
      <p:cxnSp>
        <p:nvCxnSpPr>
          <p:cNvPr id="20" name="Straight Connector 19">
            <a:extLst>
              <a:ext uri="{FF2B5EF4-FFF2-40B4-BE49-F238E27FC236}">
                <a16:creationId xmlns:a16="http://schemas.microsoft.com/office/drawing/2014/main" id="{C4829F86-7AD7-B24F-B0C9-47A0F53F2610}"/>
              </a:ext>
            </a:extLst>
          </p:cNvPr>
          <p:cNvCxnSpPr/>
          <p:nvPr/>
        </p:nvCxnSpPr>
        <p:spPr bwMode="auto">
          <a:xfrm>
            <a:off x="1524000" y="6663455"/>
            <a:ext cx="8324850" cy="0"/>
          </a:xfrm>
          <a:prstGeom prst="line">
            <a:avLst/>
          </a:prstGeom>
          <a:noFill/>
          <a:ln w="12700" cap="flat" cmpd="sng" algn="ctr">
            <a:solidFill>
              <a:srgbClr val="00B0F0"/>
            </a:solidFill>
            <a:prstDash val="solid"/>
            <a:round/>
            <a:headEnd type="none" w="med" len="med"/>
            <a:tailEnd type="none"/>
          </a:ln>
          <a:effectLst/>
        </p:spPr>
      </p:cxnSp>
      <p:sp>
        <p:nvSpPr>
          <p:cNvPr id="5" name="Oval 4">
            <a:extLst>
              <a:ext uri="{FF2B5EF4-FFF2-40B4-BE49-F238E27FC236}">
                <a16:creationId xmlns:a16="http://schemas.microsoft.com/office/drawing/2014/main" id="{E549A536-7990-5042-8D6F-BB3A2EB6501D}"/>
              </a:ext>
            </a:extLst>
          </p:cNvPr>
          <p:cNvSpPr/>
          <p:nvPr/>
        </p:nvSpPr>
        <p:spPr bwMode="auto">
          <a:xfrm>
            <a:off x="4458160" y="509737"/>
            <a:ext cx="3275679" cy="1961606"/>
          </a:xfrm>
          <a:prstGeom prst="ellipse">
            <a:avLst/>
          </a:prstGeom>
          <a:solidFill>
            <a:schemeClr val="bg1"/>
          </a:solidFill>
          <a:ln w="9525" cap="flat" cmpd="sng" algn="ctr">
            <a:no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vert="horz" wrap="none" lIns="91440" tIns="45720" rIns="91440" bIns="45720" numCol="1" rtlCol="0" anchor="t" anchorCtr="0" compatLnSpc="1">
            <a:prstTxWarp prst="textNoShape">
              <a:avLst/>
            </a:prstTxWarp>
          </a:bodyPr>
          <a:lstStyle/>
          <a:p>
            <a:pPr eaLnBrk="0" fontAlgn="base" hangingPunct="0">
              <a:spcBef>
                <a:spcPct val="0"/>
              </a:spcBef>
              <a:spcAft>
                <a:spcPct val="0"/>
              </a:spcAft>
            </a:pPr>
            <a:endParaRPr lang="en-US">
              <a:latin typeface="Arial" charset="0"/>
            </a:endParaRPr>
          </a:p>
        </p:txBody>
      </p:sp>
      <p:grpSp>
        <p:nvGrpSpPr>
          <p:cNvPr id="21" name="Group 20">
            <a:extLst>
              <a:ext uri="{FF2B5EF4-FFF2-40B4-BE49-F238E27FC236}">
                <a16:creationId xmlns:a16="http://schemas.microsoft.com/office/drawing/2014/main" id="{D273450F-9D9A-B940-9832-74081262EC12}"/>
              </a:ext>
            </a:extLst>
          </p:cNvPr>
          <p:cNvGrpSpPr/>
          <p:nvPr/>
        </p:nvGrpSpPr>
        <p:grpSpPr>
          <a:xfrm>
            <a:off x="4458161" y="509737"/>
            <a:ext cx="3275679" cy="1926040"/>
            <a:chOff x="3209960" y="4681454"/>
            <a:chExt cx="3275679" cy="1926040"/>
          </a:xfrm>
        </p:grpSpPr>
        <p:sp>
          <p:nvSpPr>
            <p:cNvPr id="26" name="Oval Callout 25">
              <a:extLst>
                <a:ext uri="{FF2B5EF4-FFF2-40B4-BE49-F238E27FC236}">
                  <a16:creationId xmlns:a16="http://schemas.microsoft.com/office/drawing/2014/main" id="{E5F6CE2D-EBF9-9E43-9501-BF88D586FD59}"/>
                </a:ext>
              </a:extLst>
            </p:cNvPr>
            <p:cNvSpPr/>
            <p:nvPr/>
          </p:nvSpPr>
          <p:spPr bwMode="auto">
            <a:xfrm>
              <a:off x="3209960" y="4681454"/>
              <a:ext cx="3275679" cy="1926040"/>
            </a:xfrm>
            <a:prstGeom prst="wedgeEllipseCallout">
              <a:avLst>
                <a:gd name="adj1" fmla="val -51220"/>
                <a:gd name="adj2" fmla="val 87474"/>
              </a:avLst>
            </a:prstGeom>
            <a:solidFill>
              <a:srgbClr val="FFFF00">
                <a:alpha val="30000"/>
              </a:srgbClr>
            </a:solidFill>
            <a:ln w="9525" cap="flat" cmpd="sng" algn="ctr">
              <a:solidFill>
                <a:schemeClr val="tx1">
                  <a:alpha val="30000"/>
                </a:schemeClr>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vert="horz" wrap="none" lIns="91440" tIns="45720" rIns="91440" bIns="45720" numCol="1" rtlCol="0" anchor="t" anchorCtr="0" compatLnSpc="1">
              <a:prstTxWarp prst="textNoShape">
                <a:avLst/>
              </a:prstTxWarp>
            </a:bodyPr>
            <a:lstStyle/>
            <a:p>
              <a:pPr algn="ctr" eaLnBrk="0" fontAlgn="base" hangingPunct="0">
                <a:spcBef>
                  <a:spcPct val="0"/>
                </a:spcBef>
                <a:spcAft>
                  <a:spcPct val="0"/>
                </a:spcAft>
              </a:pPr>
              <a:endParaRPr lang="en-US" sz="800" dirty="0">
                <a:latin typeface="Arial" charset="0"/>
              </a:endParaRPr>
            </a:p>
            <a:p>
              <a:pPr algn="ctr" eaLnBrk="0" fontAlgn="base" hangingPunct="0">
                <a:spcBef>
                  <a:spcPct val="0"/>
                </a:spcBef>
                <a:spcAft>
                  <a:spcPct val="0"/>
                </a:spcAft>
              </a:pPr>
              <a:endParaRPr lang="en-US" dirty="0">
                <a:latin typeface="Arial" charset="0"/>
              </a:endParaRPr>
            </a:p>
          </p:txBody>
        </p:sp>
        <p:sp>
          <p:nvSpPr>
            <p:cNvPr id="24" name="Rectangle 23">
              <a:extLst>
                <a:ext uri="{FF2B5EF4-FFF2-40B4-BE49-F238E27FC236}">
                  <a16:creationId xmlns:a16="http://schemas.microsoft.com/office/drawing/2014/main" id="{F2CB2974-4F19-D74B-B214-9EEFDDEEFFDC}"/>
                </a:ext>
              </a:extLst>
            </p:cNvPr>
            <p:cNvSpPr/>
            <p:nvPr/>
          </p:nvSpPr>
          <p:spPr>
            <a:xfrm>
              <a:off x="3469043" y="4912937"/>
              <a:ext cx="2893571" cy="369332"/>
            </a:xfrm>
            <a:prstGeom prst="rect">
              <a:avLst/>
            </a:prstGeom>
          </p:spPr>
          <p:txBody>
            <a:bodyPr wrap="square">
              <a:spAutoFit/>
            </a:bodyPr>
            <a:lstStyle/>
            <a:p>
              <a:pPr algn="ctr"/>
              <a:r>
                <a:rPr lang="en-MY" b="1" dirty="0">
                  <a:solidFill>
                    <a:srgbClr val="00B0F0"/>
                  </a:solidFill>
                  <a:latin typeface="TimesLTPro"/>
                </a:rPr>
                <a:t>(a) Per-router control:  </a:t>
              </a:r>
            </a:p>
          </p:txBody>
        </p:sp>
      </p:grpSp>
      <p:sp>
        <p:nvSpPr>
          <p:cNvPr id="27" name="Title 41">
            <a:extLst>
              <a:ext uri="{FF2B5EF4-FFF2-40B4-BE49-F238E27FC236}">
                <a16:creationId xmlns:a16="http://schemas.microsoft.com/office/drawing/2014/main" id="{E7651B83-4BAE-A740-B763-509CB7247020}"/>
              </a:ext>
            </a:extLst>
          </p:cNvPr>
          <p:cNvSpPr txBox="1">
            <a:spLocks/>
          </p:cNvSpPr>
          <p:nvPr/>
        </p:nvSpPr>
        <p:spPr bwMode="auto">
          <a:xfrm>
            <a:off x="7869897" y="933766"/>
            <a:ext cx="2798103" cy="4707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l" rtl="0" eaLnBrk="0" fontAlgn="base" hangingPunct="0">
              <a:spcBef>
                <a:spcPct val="0"/>
              </a:spcBef>
              <a:spcAft>
                <a:spcPct val="0"/>
              </a:spcAft>
              <a:defRPr sz="4400">
                <a:solidFill>
                  <a:srgbClr val="000099"/>
                </a:solidFill>
                <a:latin typeface="+mj-lt"/>
                <a:ea typeface="ＭＳ Ｐゴシック" charset="0"/>
                <a:cs typeface="+mj-cs"/>
              </a:defRPr>
            </a:lvl1pPr>
            <a:lvl2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2pPr>
            <a:lvl3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3pPr>
            <a:lvl4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4pPr>
            <a:lvl5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5pPr>
            <a:lvl6pPr marL="457200" algn="l" rtl="0" fontAlgn="base">
              <a:spcBef>
                <a:spcPct val="0"/>
              </a:spcBef>
              <a:spcAft>
                <a:spcPct val="0"/>
              </a:spcAft>
              <a:defRPr sz="4400">
                <a:solidFill>
                  <a:srgbClr val="000099"/>
                </a:solidFill>
                <a:latin typeface="Gill Sans MT" pitchFamily="34" charset="0"/>
                <a:cs typeface="Arial" charset="0"/>
              </a:defRPr>
            </a:lvl6pPr>
            <a:lvl7pPr marL="914400" algn="l" rtl="0" fontAlgn="base">
              <a:spcBef>
                <a:spcPct val="0"/>
              </a:spcBef>
              <a:spcAft>
                <a:spcPct val="0"/>
              </a:spcAft>
              <a:defRPr sz="4400">
                <a:solidFill>
                  <a:srgbClr val="000099"/>
                </a:solidFill>
                <a:latin typeface="Gill Sans MT" pitchFamily="34" charset="0"/>
                <a:cs typeface="Arial" charset="0"/>
              </a:defRPr>
            </a:lvl7pPr>
            <a:lvl8pPr marL="1371600" algn="l" rtl="0" fontAlgn="base">
              <a:spcBef>
                <a:spcPct val="0"/>
              </a:spcBef>
              <a:spcAft>
                <a:spcPct val="0"/>
              </a:spcAft>
              <a:defRPr sz="4400">
                <a:solidFill>
                  <a:srgbClr val="000099"/>
                </a:solidFill>
                <a:latin typeface="Gill Sans MT" pitchFamily="34" charset="0"/>
                <a:cs typeface="Arial" charset="0"/>
              </a:defRPr>
            </a:lvl8pPr>
            <a:lvl9pPr marL="1828800" algn="l" rtl="0" fontAlgn="base">
              <a:spcBef>
                <a:spcPct val="0"/>
              </a:spcBef>
              <a:spcAft>
                <a:spcPct val="0"/>
              </a:spcAft>
              <a:defRPr sz="4400">
                <a:solidFill>
                  <a:srgbClr val="000099"/>
                </a:solidFill>
                <a:latin typeface="Gill Sans MT" pitchFamily="34" charset="0"/>
                <a:cs typeface="Arial" charset="0"/>
              </a:defRPr>
            </a:lvl9pPr>
          </a:lstStyle>
          <a:p>
            <a:pPr algn="r" eaLnBrk="1" hangingPunct="1"/>
            <a:r>
              <a:rPr lang="en-US" sz="2400" dirty="0">
                <a:solidFill>
                  <a:srgbClr val="00B9FA"/>
                </a:solidFill>
                <a:latin typeface="Arial"/>
                <a:ea typeface="ＭＳ Ｐゴシック" pitchFamily="34" charset="-128"/>
                <a:cs typeface="Arial"/>
              </a:rPr>
              <a:t>Two Approaches</a:t>
            </a:r>
          </a:p>
        </p:txBody>
      </p:sp>
      <p:sp>
        <p:nvSpPr>
          <p:cNvPr id="6" name="Rectangle 5">
            <a:extLst>
              <a:ext uri="{FF2B5EF4-FFF2-40B4-BE49-F238E27FC236}">
                <a16:creationId xmlns:a16="http://schemas.microsoft.com/office/drawing/2014/main" id="{0E8F292B-7A31-FF4A-AB86-FD6858089B2F}"/>
              </a:ext>
            </a:extLst>
          </p:cNvPr>
          <p:cNvSpPr/>
          <p:nvPr/>
        </p:nvSpPr>
        <p:spPr>
          <a:xfrm>
            <a:off x="4717244" y="1201846"/>
            <a:ext cx="3016595" cy="369332"/>
          </a:xfrm>
          <a:prstGeom prst="rect">
            <a:avLst/>
          </a:prstGeom>
        </p:spPr>
        <p:txBody>
          <a:bodyPr wrap="none">
            <a:spAutoFit/>
          </a:bodyPr>
          <a:lstStyle/>
          <a:p>
            <a:r>
              <a:rPr lang="en-MY" dirty="0">
                <a:latin typeface="TimesLTPro"/>
              </a:rPr>
              <a:t>The OSPF and BGP protocols </a:t>
            </a:r>
            <a:endParaRPr lang="en-MY" dirty="0"/>
          </a:p>
        </p:txBody>
      </p:sp>
      <p:sp>
        <p:nvSpPr>
          <p:cNvPr id="11" name="TextBox 10">
            <a:extLst>
              <a:ext uri="{FF2B5EF4-FFF2-40B4-BE49-F238E27FC236}">
                <a16:creationId xmlns:a16="http://schemas.microsoft.com/office/drawing/2014/main" id="{FD6F8648-C416-0A4F-8ADB-8E239BC0C1B0}"/>
              </a:ext>
            </a:extLst>
          </p:cNvPr>
          <p:cNvSpPr txBox="1"/>
          <p:nvPr/>
        </p:nvSpPr>
        <p:spPr>
          <a:xfrm>
            <a:off x="5490705" y="1715650"/>
            <a:ext cx="1210588" cy="338554"/>
          </a:xfrm>
          <a:prstGeom prst="rect">
            <a:avLst/>
          </a:prstGeom>
          <a:solidFill>
            <a:srgbClr val="00B0F0"/>
          </a:solidFill>
          <a:effectLst>
            <a:outerShdw blurRad="50800" dist="88900" dir="2700000" algn="tl" rotWithShape="0">
              <a:prstClr val="black">
                <a:alpha val="40000"/>
              </a:prstClr>
            </a:outerShdw>
          </a:effectLst>
        </p:spPr>
        <p:txBody>
          <a:bodyPr wrap="none" rtlCol="0">
            <a:spAutoFit/>
          </a:bodyPr>
          <a:lstStyle/>
          <a:p>
            <a:pPr algn="ctr"/>
            <a:r>
              <a:rPr lang="en-US" sz="1600" dirty="0">
                <a:solidFill>
                  <a:schemeClr val="bg1"/>
                </a:solidFill>
                <a:latin typeface="Arial"/>
                <a:cs typeface="Arial"/>
              </a:rPr>
              <a:t>Section 5.3</a:t>
            </a:r>
          </a:p>
        </p:txBody>
      </p:sp>
      <p:sp>
        <p:nvSpPr>
          <p:cNvPr id="29" name="Rectangle 28">
            <a:extLst>
              <a:ext uri="{FF2B5EF4-FFF2-40B4-BE49-F238E27FC236}">
                <a16:creationId xmlns:a16="http://schemas.microsoft.com/office/drawing/2014/main" id="{F52B75B7-C06E-704D-B76B-1EABADB9D857}"/>
              </a:ext>
            </a:extLst>
          </p:cNvPr>
          <p:cNvSpPr/>
          <p:nvPr/>
        </p:nvSpPr>
        <p:spPr>
          <a:xfrm>
            <a:off x="1524000" y="6270887"/>
            <a:ext cx="1574470" cy="338554"/>
          </a:xfrm>
          <a:prstGeom prst="rect">
            <a:avLst/>
          </a:prstGeom>
        </p:spPr>
        <p:txBody>
          <a:bodyPr wrap="none">
            <a:spAutoFit/>
          </a:bodyPr>
          <a:lstStyle/>
          <a:p>
            <a:r>
              <a:rPr lang="en-US" sz="800" i="1" dirty="0">
                <a:solidFill>
                  <a:schemeClr val="bg1">
                    <a:lumMod val="65000"/>
                  </a:schemeClr>
                </a:solidFill>
                <a:latin typeface="Times New Roman" panose="02020603050405020304" pitchFamily="18" charset="0"/>
                <a:cs typeface="Times New Roman" panose="02020603050405020304" pitchFamily="18" charset="0"/>
              </a:rPr>
              <a:t>OSPF (Open Shortest Part First)</a:t>
            </a:r>
          </a:p>
          <a:p>
            <a:r>
              <a:rPr lang="en-US" altLang="en-US" sz="800" i="1" dirty="0">
                <a:solidFill>
                  <a:schemeClr val="bg1">
                    <a:lumMod val="65000"/>
                  </a:schemeClr>
                </a:solidFill>
                <a:latin typeface="Times New Roman" panose="02020603050405020304" pitchFamily="18" charset="0"/>
                <a:cs typeface="Times New Roman" panose="02020603050405020304" pitchFamily="18" charset="0"/>
              </a:rPr>
              <a:t>BGP (Border Gateway Protocol):</a:t>
            </a:r>
            <a:endParaRPr lang="en-US" sz="800" i="1" dirty="0">
              <a:solidFill>
                <a:schemeClr val="bg1">
                  <a:lumMod val="65000"/>
                </a:schemeClr>
              </a:solidFill>
              <a:latin typeface="Times New Roman" panose="02020603050405020304" pitchFamily="18" charset="0"/>
              <a:cs typeface="Times New Roman" panose="02020603050405020304" pitchFamily="18" charset="0"/>
            </a:endParaRPr>
          </a:p>
        </p:txBody>
      </p:sp>
      <p:sp>
        <p:nvSpPr>
          <p:cNvPr id="22" name="Rectangle 2">
            <a:extLst>
              <a:ext uri="{FF2B5EF4-FFF2-40B4-BE49-F238E27FC236}">
                <a16:creationId xmlns:a16="http://schemas.microsoft.com/office/drawing/2014/main" id="{6A2B528D-079F-4F40-B12E-B8F1697AE5CA}"/>
              </a:ext>
            </a:extLst>
          </p:cNvPr>
          <p:cNvSpPr txBox="1">
            <a:spLocks noChangeArrowheads="1"/>
          </p:cNvSpPr>
          <p:nvPr/>
        </p:nvSpPr>
        <p:spPr bwMode="auto">
          <a:xfrm>
            <a:off x="3347168" y="89794"/>
            <a:ext cx="7320835" cy="53831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1pPr>
            <a:lvl2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2pPr>
            <a:lvl3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3pPr>
            <a:lvl4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4pPr>
            <a:lvl5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5pPr>
            <a:lvl6pPr marL="457200" algn="l" rtl="0" eaLnBrk="0" fontAlgn="base" hangingPunct="0">
              <a:spcBef>
                <a:spcPct val="0"/>
              </a:spcBef>
              <a:spcAft>
                <a:spcPct val="0"/>
              </a:spcAft>
              <a:defRPr sz="4000" u="sng">
                <a:solidFill>
                  <a:schemeClr val="accent2"/>
                </a:solidFill>
                <a:latin typeface="Comic Sans MS" pitchFamily="66" charset="0"/>
              </a:defRPr>
            </a:lvl6pPr>
            <a:lvl7pPr marL="914400" algn="l" rtl="0" eaLnBrk="0" fontAlgn="base" hangingPunct="0">
              <a:spcBef>
                <a:spcPct val="0"/>
              </a:spcBef>
              <a:spcAft>
                <a:spcPct val="0"/>
              </a:spcAft>
              <a:defRPr sz="4000" u="sng">
                <a:solidFill>
                  <a:schemeClr val="accent2"/>
                </a:solidFill>
                <a:latin typeface="Comic Sans MS" pitchFamily="66" charset="0"/>
              </a:defRPr>
            </a:lvl7pPr>
            <a:lvl8pPr marL="1371600" algn="l" rtl="0" eaLnBrk="0" fontAlgn="base" hangingPunct="0">
              <a:spcBef>
                <a:spcPct val="0"/>
              </a:spcBef>
              <a:spcAft>
                <a:spcPct val="0"/>
              </a:spcAft>
              <a:defRPr sz="4000" u="sng">
                <a:solidFill>
                  <a:schemeClr val="accent2"/>
                </a:solidFill>
                <a:latin typeface="Comic Sans MS" pitchFamily="66" charset="0"/>
              </a:defRPr>
            </a:lvl8pPr>
            <a:lvl9pPr marL="1828800" algn="l" rtl="0" eaLnBrk="0" fontAlgn="base" hangingPunct="0">
              <a:spcBef>
                <a:spcPct val="0"/>
              </a:spcBef>
              <a:spcAft>
                <a:spcPct val="0"/>
              </a:spcAft>
              <a:defRPr sz="4000" u="sng">
                <a:solidFill>
                  <a:schemeClr val="accent2"/>
                </a:solidFill>
                <a:latin typeface="Comic Sans MS" pitchFamily="66" charset="0"/>
              </a:defRPr>
            </a:lvl9pPr>
          </a:lstStyle>
          <a:p>
            <a:pPr algn="r" eaLnBrk="1" hangingPunct="1"/>
            <a:r>
              <a:rPr lang="en-US" sz="2800" dirty="0">
                <a:solidFill>
                  <a:schemeClr val="tx1"/>
                </a:solidFill>
                <a:latin typeface="Arial"/>
                <a:ea typeface="ＭＳ Ｐゴシック" pitchFamily="34" charset="-128"/>
                <a:cs typeface="Arial"/>
              </a:rPr>
              <a:t>Introduction</a:t>
            </a:r>
          </a:p>
        </p:txBody>
      </p:sp>
      <p:sp>
        <p:nvSpPr>
          <p:cNvPr id="16" name="Slide Number Placeholder 4">
            <a:extLst>
              <a:ext uri="{FF2B5EF4-FFF2-40B4-BE49-F238E27FC236}">
                <a16:creationId xmlns:a16="http://schemas.microsoft.com/office/drawing/2014/main" id="{20951948-B008-E644-A413-AF8F2E6FBCAF}"/>
              </a:ext>
            </a:extLst>
          </p:cNvPr>
          <p:cNvSpPr>
            <a:spLocks noGrp="1"/>
          </p:cNvSpPr>
          <p:nvPr>
            <p:ph type="sldNum" sz="quarter" idx="4"/>
          </p:nvPr>
        </p:nvSpPr>
        <p:spPr>
          <a:xfrm>
            <a:off x="9219616" y="6443089"/>
            <a:ext cx="2743200" cy="365125"/>
          </a:xfrm>
        </p:spPr>
        <p:txBody>
          <a:bodyPr/>
          <a:lstStyle/>
          <a:p>
            <a:r>
              <a:rPr lang="en-US" smtClean="0"/>
              <a:t>Network Layer: 5-</a:t>
            </a:r>
            <a:fld id="{C4204591-24BD-A542-B9D5-F8D8A88D2FEE}" type="slidenum">
              <a:rPr lang="en-US" smtClean="0"/>
              <a:pPr/>
              <a:t>7</a:t>
            </a:fld>
            <a:endParaRPr lang="en-US" dirty="0"/>
          </a:p>
        </p:txBody>
      </p:sp>
    </p:spTree>
    <p:extLst>
      <p:ext uri="{BB962C8B-B14F-4D97-AF65-F5344CB8AC3E}">
        <p14:creationId xmlns:p14="http://schemas.microsoft.com/office/powerpoint/2010/main" val="20518277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29"/>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1" grpId="0" animBg="1"/>
      <p:bldP spid="29"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995" name="Slide Number Placeholder 5"/>
          <p:cNvSpPr>
            <a:spLocks noGrp="1"/>
          </p:cNvSpPr>
          <p:nvPr>
            <p:ph type="sldNum" sz="quarter" idx="12"/>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a:solidFill>
                  <a:schemeClr val="tx1"/>
                </a:solidFill>
                <a:latin typeface="Arial" charset="0"/>
                <a:ea typeface="ＭＳ Ｐゴシック" pitchFamily="34" charset="-128"/>
              </a:defRPr>
            </a:lvl1pPr>
            <a:lvl2pPr marL="742950" indent="-285750">
              <a:defRPr>
                <a:solidFill>
                  <a:schemeClr val="tx1"/>
                </a:solidFill>
                <a:latin typeface="Arial" charset="0"/>
                <a:ea typeface="ＭＳ Ｐゴシック" pitchFamily="34" charset="-128"/>
              </a:defRPr>
            </a:lvl2pPr>
            <a:lvl3pPr marL="1143000" indent="-228600">
              <a:defRPr>
                <a:solidFill>
                  <a:schemeClr val="tx1"/>
                </a:solidFill>
                <a:latin typeface="Arial" charset="0"/>
                <a:ea typeface="ＭＳ Ｐゴシック" pitchFamily="34" charset="-128"/>
              </a:defRPr>
            </a:lvl3pPr>
            <a:lvl4pPr marL="1600200" indent="-228600">
              <a:defRPr>
                <a:solidFill>
                  <a:schemeClr val="tx1"/>
                </a:solidFill>
                <a:latin typeface="Arial" charset="0"/>
                <a:ea typeface="ＭＳ Ｐゴシック" pitchFamily="34" charset="-128"/>
              </a:defRPr>
            </a:lvl4pPr>
            <a:lvl5pPr marL="2057400" indent="-22860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endParaRPr lang="en-US" altLang="en-US" dirty="0">
              <a:latin typeface="Tahoma" pitchFamily="34" charset="0"/>
            </a:endParaRPr>
          </a:p>
        </p:txBody>
      </p:sp>
      <p:sp>
        <p:nvSpPr>
          <p:cNvPr id="19" name="TextBox 18">
            <a:extLst>
              <a:ext uri="{FF2B5EF4-FFF2-40B4-BE49-F238E27FC236}">
                <a16:creationId xmlns:a16="http://schemas.microsoft.com/office/drawing/2014/main" id="{3E17026D-B00F-084C-8A5C-9192F3624D80}"/>
              </a:ext>
            </a:extLst>
          </p:cNvPr>
          <p:cNvSpPr txBox="1"/>
          <p:nvPr/>
        </p:nvSpPr>
        <p:spPr>
          <a:xfrm>
            <a:off x="1524000" y="6649357"/>
            <a:ext cx="6345896" cy="215444"/>
          </a:xfrm>
          <a:prstGeom prst="rect">
            <a:avLst/>
          </a:prstGeom>
          <a:noFill/>
        </p:spPr>
        <p:txBody>
          <a:bodyPr wrap="square" rtlCol="0">
            <a:spAutoFit/>
          </a:bodyPr>
          <a:lstStyle/>
          <a:p>
            <a:pPr algn="l"/>
            <a:r>
              <a:rPr lang="en-US" sz="800" dirty="0">
                <a:latin typeface="Times New Roman" panose="02020603050405020304" pitchFamily="18" charset="0"/>
                <a:cs typeface="Times New Roman" panose="02020603050405020304" pitchFamily="18" charset="0"/>
              </a:rPr>
              <a:t>Kurose, J.F. and Ross, K.W. (2021). Computer Networking: A Top-Down Approach (8</a:t>
            </a:r>
            <a:r>
              <a:rPr lang="en-US" sz="800" baseline="30000" dirty="0">
                <a:latin typeface="Times New Roman" panose="02020603050405020304" pitchFamily="18" charset="0"/>
                <a:cs typeface="Times New Roman" panose="02020603050405020304" pitchFamily="18" charset="0"/>
              </a:rPr>
              <a:t>th</a:t>
            </a:r>
            <a:r>
              <a:rPr lang="en-US" sz="800" dirty="0">
                <a:latin typeface="Times New Roman" panose="02020603050405020304" pitchFamily="18" charset="0"/>
                <a:cs typeface="Times New Roman" panose="02020603050405020304" pitchFamily="18" charset="0"/>
              </a:rPr>
              <a:t> Edition). </a:t>
            </a:r>
            <a:r>
              <a:rPr lang="en-MY" sz="800" dirty="0">
                <a:latin typeface="Times New Roman" panose="02020603050405020304" pitchFamily="18" charset="0"/>
                <a:cs typeface="Times New Roman" panose="02020603050405020304" pitchFamily="18" charset="0"/>
              </a:rPr>
              <a:t>Pearson Education Limited, England. (pp. 379)</a:t>
            </a:r>
          </a:p>
        </p:txBody>
      </p:sp>
      <p:cxnSp>
        <p:nvCxnSpPr>
          <p:cNvPr id="20" name="Straight Connector 19">
            <a:extLst>
              <a:ext uri="{FF2B5EF4-FFF2-40B4-BE49-F238E27FC236}">
                <a16:creationId xmlns:a16="http://schemas.microsoft.com/office/drawing/2014/main" id="{C4829F86-7AD7-B24F-B0C9-47A0F53F2610}"/>
              </a:ext>
            </a:extLst>
          </p:cNvPr>
          <p:cNvCxnSpPr/>
          <p:nvPr/>
        </p:nvCxnSpPr>
        <p:spPr bwMode="auto">
          <a:xfrm>
            <a:off x="1524000" y="6644601"/>
            <a:ext cx="8324850" cy="0"/>
          </a:xfrm>
          <a:prstGeom prst="line">
            <a:avLst/>
          </a:prstGeom>
          <a:noFill/>
          <a:ln w="12700" cap="flat" cmpd="sng" algn="ctr">
            <a:solidFill>
              <a:srgbClr val="00B0F0"/>
            </a:solidFill>
            <a:prstDash val="solid"/>
            <a:round/>
            <a:headEnd type="none" w="med" len="med"/>
            <a:tailEnd type="none"/>
          </a:ln>
          <a:effectLst/>
        </p:spPr>
      </p:cxnSp>
      <p:sp>
        <p:nvSpPr>
          <p:cNvPr id="27" name="Title 41">
            <a:extLst>
              <a:ext uri="{FF2B5EF4-FFF2-40B4-BE49-F238E27FC236}">
                <a16:creationId xmlns:a16="http://schemas.microsoft.com/office/drawing/2014/main" id="{E7651B83-4BAE-A740-B763-509CB7247020}"/>
              </a:ext>
            </a:extLst>
          </p:cNvPr>
          <p:cNvSpPr txBox="1">
            <a:spLocks/>
          </p:cNvSpPr>
          <p:nvPr/>
        </p:nvSpPr>
        <p:spPr bwMode="auto">
          <a:xfrm>
            <a:off x="7869897" y="933766"/>
            <a:ext cx="2798103" cy="4707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l" rtl="0" eaLnBrk="0" fontAlgn="base" hangingPunct="0">
              <a:spcBef>
                <a:spcPct val="0"/>
              </a:spcBef>
              <a:spcAft>
                <a:spcPct val="0"/>
              </a:spcAft>
              <a:defRPr sz="4400">
                <a:solidFill>
                  <a:srgbClr val="000099"/>
                </a:solidFill>
                <a:latin typeface="+mj-lt"/>
                <a:ea typeface="ＭＳ Ｐゴシック" charset="0"/>
                <a:cs typeface="+mj-cs"/>
              </a:defRPr>
            </a:lvl1pPr>
            <a:lvl2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2pPr>
            <a:lvl3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3pPr>
            <a:lvl4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4pPr>
            <a:lvl5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5pPr>
            <a:lvl6pPr marL="457200" algn="l" rtl="0" fontAlgn="base">
              <a:spcBef>
                <a:spcPct val="0"/>
              </a:spcBef>
              <a:spcAft>
                <a:spcPct val="0"/>
              </a:spcAft>
              <a:defRPr sz="4400">
                <a:solidFill>
                  <a:srgbClr val="000099"/>
                </a:solidFill>
                <a:latin typeface="Gill Sans MT" pitchFamily="34" charset="0"/>
                <a:cs typeface="Arial" charset="0"/>
              </a:defRPr>
            </a:lvl6pPr>
            <a:lvl7pPr marL="914400" algn="l" rtl="0" fontAlgn="base">
              <a:spcBef>
                <a:spcPct val="0"/>
              </a:spcBef>
              <a:spcAft>
                <a:spcPct val="0"/>
              </a:spcAft>
              <a:defRPr sz="4400">
                <a:solidFill>
                  <a:srgbClr val="000099"/>
                </a:solidFill>
                <a:latin typeface="Gill Sans MT" pitchFamily="34" charset="0"/>
                <a:cs typeface="Arial" charset="0"/>
              </a:defRPr>
            </a:lvl7pPr>
            <a:lvl8pPr marL="1371600" algn="l" rtl="0" fontAlgn="base">
              <a:spcBef>
                <a:spcPct val="0"/>
              </a:spcBef>
              <a:spcAft>
                <a:spcPct val="0"/>
              </a:spcAft>
              <a:defRPr sz="4400">
                <a:solidFill>
                  <a:srgbClr val="000099"/>
                </a:solidFill>
                <a:latin typeface="Gill Sans MT" pitchFamily="34" charset="0"/>
                <a:cs typeface="Arial" charset="0"/>
              </a:defRPr>
            </a:lvl8pPr>
            <a:lvl9pPr marL="1828800" algn="l" rtl="0" fontAlgn="base">
              <a:spcBef>
                <a:spcPct val="0"/>
              </a:spcBef>
              <a:spcAft>
                <a:spcPct val="0"/>
              </a:spcAft>
              <a:defRPr sz="4400">
                <a:solidFill>
                  <a:srgbClr val="000099"/>
                </a:solidFill>
                <a:latin typeface="Gill Sans MT" pitchFamily="34" charset="0"/>
                <a:cs typeface="Arial" charset="0"/>
              </a:defRPr>
            </a:lvl9pPr>
          </a:lstStyle>
          <a:p>
            <a:pPr algn="r" eaLnBrk="1" hangingPunct="1"/>
            <a:r>
              <a:rPr lang="en-US" sz="2400" dirty="0">
                <a:solidFill>
                  <a:srgbClr val="00B9FA"/>
                </a:solidFill>
                <a:latin typeface="Arial"/>
                <a:ea typeface="ＭＳ Ｐゴシック" pitchFamily="34" charset="-128"/>
                <a:cs typeface="Arial"/>
              </a:rPr>
              <a:t>Two Approaches</a:t>
            </a:r>
          </a:p>
        </p:txBody>
      </p:sp>
      <p:pic>
        <p:nvPicPr>
          <p:cNvPr id="25" name="Picture 24">
            <a:extLst>
              <a:ext uri="{FF2B5EF4-FFF2-40B4-BE49-F238E27FC236}">
                <a16:creationId xmlns:a16="http://schemas.microsoft.com/office/drawing/2014/main" id="{6D01C4D4-6B93-8C43-B62D-B0BBFDDBB50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321169" y="1354120"/>
            <a:ext cx="6419198" cy="5294049"/>
          </a:xfrm>
          <a:prstGeom prst="rect">
            <a:avLst/>
          </a:prstGeom>
        </p:spPr>
      </p:pic>
      <p:sp>
        <p:nvSpPr>
          <p:cNvPr id="5" name="Oval 4">
            <a:extLst>
              <a:ext uri="{FF2B5EF4-FFF2-40B4-BE49-F238E27FC236}">
                <a16:creationId xmlns:a16="http://schemas.microsoft.com/office/drawing/2014/main" id="{E549A536-7990-5042-8D6F-BB3A2EB6501D}"/>
              </a:ext>
            </a:extLst>
          </p:cNvPr>
          <p:cNvSpPr/>
          <p:nvPr/>
        </p:nvSpPr>
        <p:spPr bwMode="auto">
          <a:xfrm>
            <a:off x="6940065" y="1830020"/>
            <a:ext cx="3527920" cy="2468045"/>
          </a:xfrm>
          <a:prstGeom prst="ellipse">
            <a:avLst/>
          </a:prstGeom>
          <a:solidFill>
            <a:schemeClr val="bg1"/>
          </a:solidFill>
          <a:ln w="9525" cap="flat" cmpd="sng" algn="ctr">
            <a:no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vert="horz" wrap="none" lIns="91440" tIns="45720" rIns="91440" bIns="45720" numCol="1" rtlCol="0" anchor="t" anchorCtr="0" compatLnSpc="1">
            <a:prstTxWarp prst="textNoShape">
              <a:avLst/>
            </a:prstTxWarp>
          </a:bodyPr>
          <a:lstStyle/>
          <a:p>
            <a:pPr eaLnBrk="0" fontAlgn="base" hangingPunct="0">
              <a:spcBef>
                <a:spcPct val="0"/>
              </a:spcBef>
              <a:spcAft>
                <a:spcPct val="0"/>
              </a:spcAft>
            </a:pPr>
            <a:endParaRPr lang="en-US">
              <a:latin typeface="Arial" charset="0"/>
            </a:endParaRPr>
          </a:p>
        </p:txBody>
      </p:sp>
      <p:grpSp>
        <p:nvGrpSpPr>
          <p:cNvPr id="21" name="Group 20">
            <a:extLst>
              <a:ext uri="{FF2B5EF4-FFF2-40B4-BE49-F238E27FC236}">
                <a16:creationId xmlns:a16="http://schemas.microsoft.com/office/drawing/2014/main" id="{D273450F-9D9A-B940-9832-74081262EC12}"/>
              </a:ext>
            </a:extLst>
          </p:cNvPr>
          <p:cNvGrpSpPr/>
          <p:nvPr/>
        </p:nvGrpSpPr>
        <p:grpSpPr>
          <a:xfrm>
            <a:off x="6940064" y="1830021"/>
            <a:ext cx="3527920" cy="2453947"/>
            <a:chOff x="2734246" y="4681454"/>
            <a:chExt cx="3751394" cy="2453947"/>
          </a:xfrm>
        </p:grpSpPr>
        <p:sp>
          <p:nvSpPr>
            <p:cNvPr id="26" name="Oval Callout 25">
              <a:extLst>
                <a:ext uri="{FF2B5EF4-FFF2-40B4-BE49-F238E27FC236}">
                  <a16:creationId xmlns:a16="http://schemas.microsoft.com/office/drawing/2014/main" id="{E5F6CE2D-EBF9-9E43-9501-BF88D586FD59}"/>
                </a:ext>
              </a:extLst>
            </p:cNvPr>
            <p:cNvSpPr/>
            <p:nvPr/>
          </p:nvSpPr>
          <p:spPr bwMode="auto">
            <a:xfrm>
              <a:off x="2734246" y="4681454"/>
              <a:ext cx="3751394" cy="2453947"/>
            </a:xfrm>
            <a:prstGeom prst="wedgeEllipseCallout">
              <a:avLst>
                <a:gd name="adj1" fmla="val -67458"/>
                <a:gd name="adj2" fmla="val -44440"/>
              </a:avLst>
            </a:prstGeom>
            <a:solidFill>
              <a:srgbClr val="FFFF00">
                <a:alpha val="30000"/>
              </a:srgbClr>
            </a:solidFill>
            <a:ln w="9525" cap="flat" cmpd="sng" algn="ctr">
              <a:solidFill>
                <a:schemeClr val="tx1">
                  <a:alpha val="30000"/>
                </a:schemeClr>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vert="horz" wrap="none" lIns="91440" tIns="45720" rIns="91440" bIns="45720" numCol="1" rtlCol="0" anchor="t" anchorCtr="0" compatLnSpc="1">
              <a:prstTxWarp prst="textNoShape">
                <a:avLst/>
              </a:prstTxWarp>
            </a:bodyPr>
            <a:lstStyle/>
            <a:p>
              <a:pPr algn="ctr" eaLnBrk="0" fontAlgn="base" hangingPunct="0">
                <a:spcBef>
                  <a:spcPct val="0"/>
                </a:spcBef>
                <a:spcAft>
                  <a:spcPct val="0"/>
                </a:spcAft>
              </a:pPr>
              <a:endParaRPr lang="en-US" sz="800" dirty="0">
                <a:latin typeface="Arial" charset="0"/>
              </a:endParaRPr>
            </a:p>
            <a:p>
              <a:pPr algn="ctr" eaLnBrk="0" fontAlgn="base" hangingPunct="0">
                <a:spcBef>
                  <a:spcPct val="0"/>
                </a:spcBef>
                <a:spcAft>
                  <a:spcPct val="0"/>
                </a:spcAft>
              </a:pPr>
              <a:endParaRPr lang="en-US" dirty="0">
                <a:latin typeface="Arial" charset="0"/>
              </a:endParaRPr>
            </a:p>
          </p:txBody>
        </p:sp>
        <p:sp>
          <p:nvSpPr>
            <p:cNvPr id="24" name="Rectangle 23">
              <a:extLst>
                <a:ext uri="{FF2B5EF4-FFF2-40B4-BE49-F238E27FC236}">
                  <a16:creationId xmlns:a16="http://schemas.microsoft.com/office/drawing/2014/main" id="{F2CB2974-4F19-D74B-B214-9EEFDDEEFFDC}"/>
                </a:ext>
              </a:extLst>
            </p:cNvPr>
            <p:cNvSpPr/>
            <p:nvPr/>
          </p:nvSpPr>
          <p:spPr>
            <a:xfrm>
              <a:off x="2883837" y="4825192"/>
              <a:ext cx="3391144" cy="646331"/>
            </a:xfrm>
            <a:prstGeom prst="rect">
              <a:avLst/>
            </a:prstGeom>
          </p:spPr>
          <p:txBody>
            <a:bodyPr wrap="square">
              <a:spAutoFit/>
            </a:bodyPr>
            <a:lstStyle/>
            <a:p>
              <a:pPr algn="ctr"/>
              <a:r>
                <a:rPr lang="en-MY" b="1" dirty="0">
                  <a:solidFill>
                    <a:srgbClr val="00B0F0"/>
                  </a:solidFill>
                  <a:latin typeface="TimesLTPro"/>
                </a:rPr>
                <a:t>(b) Logically             centralized </a:t>
              </a:r>
              <a:r>
                <a:rPr lang="en-MY" b="1" dirty="0" smtClean="0">
                  <a:solidFill>
                    <a:srgbClr val="00B0F0"/>
                  </a:solidFill>
                  <a:latin typeface="TimesLTPro"/>
                </a:rPr>
                <a:t>control (SDN)  </a:t>
              </a:r>
              <a:endParaRPr lang="en-MY" b="1" dirty="0">
                <a:solidFill>
                  <a:srgbClr val="00B0F0"/>
                </a:solidFill>
                <a:latin typeface="TimesLTPro"/>
              </a:endParaRPr>
            </a:p>
          </p:txBody>
        </p:sp>
      </p:grpSp>
      <p:sp>
        <p:nvSpPr>
          <p:cNvPr id="18" name="Rectangle 3">
            <a:extLst>
              <a:ext uri="{FF2B5EF4-FFF2-40B4-BE49-F238E27FC236}">
                <a16:creationId xmlns:a16="http://schemas.microsoft.com/office/drawing/2014/main" id="{34C4672F-48CA-FD4C-B0D2-DA6031583F38}"/>
              </a:ext>
            </a:extLst>
          </p:cNvPr>
          <p:cNvSpPr txBox="1">
            <a:spLocks noChangeArrowheads="1"/>
          </p:cNvSpPr>
          <p:nvPr/>
        </p:nvSpPr>
        <p:spPr bwMode="auto">
          <a:xfrm>
            <a:off x="8537543" y="4748335"/>
            <a:ext cx="2055041" cy="16744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65000"/>
              <a:buFont typeface="Wingdings" pitchFamily="2" charset="2"/>
              <a:buChar char="v"/>
              <a:defRPr sz="2800">
                <a:solidFill>
                  <a:schemeClr val="tx1"/>
                </a:solidFill>
                <a:latin typeface="+mn-lt"/>
                <a:ea typeface="ＭＳ Ｐゴシック" charset="0"/>
                <a:cs typeface="+mn-cs"/>
              </a:defRPr>
            </a:lvl1pPr>
            <a:lvl2pPr marL="742950" indent="-285750" algn="l" rtl="0" eaLnBrk="0" fontAlgn="base" hangingPunct="0">
              <a:lnSpc>
                <a:spcPct val="85000"/>
              </a:lnSpc>
              <a:spcBef>
                <a:spcPct val="20000"/>
              </a:spcBef>
              <a:spcAft>
                <a:spcPct val="0"/>
              </a:spcAft>
              <a:buClr>
                <a:srgbClr val="000099"/>
              </a:buClr>
              <a:buFont typeface="Wingdings" pitchFamily="2" charset="2"/>
              <a:buChar char="§"/>
              <a:defRPr sz="2400">
                <a:solidFill>
                  <a:schemeClr val="tx1"/>
                </a:solidFill>
                <a:latin typeface="+mn-lt"/>
                <a:ea typeface="Arial" charset="0"/>
                <a:cs typeface="+mn-cs"/>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Arial" charset="0"/>
                <a:cs typeface="+mn-cs"/>
              </a:defRPr>
            </a:lvl3pPr>
            <a:lvl4pPr marL="1600200" indent="-228600" algn="l" rtl="0" eaLnBrk="0" fontAlgn="base" hangingPunct="0">
              <a:spcBef>
                <a:spcPct val="20000"/>
              </a:spcBef>
              <a:spcAft>
                <a:spcPct val="0"/>
              </a:spcAft>
              <a:buChar char="–"/>
              <a:defRPr sz="2000">
                <a:solidFill>
                  <a:schemeClr val="tx1"/>
                </a:solidFill>
                <a:latin typeface="Times New Roman" pitchFamily="18" charset="0"/>
                <a:ea typeface="Arial" charset="0"/>
                <a:cs typeface="+mn-cs"/>
              </a:defRPr>
            </a:lvl4pPr>
            <a:lvl5pPr marL="2057400" indent="-228600" algn="l" rtl="0" eaLnBrk="0" fontAlgn="base" hangingPunct="0">
              <a:spcBef>
                <a:spcPct val="20000"/>
              </a:spcBef>
              <a:spcAft>
                <a:spcPct val="0"/>
              </a:spcAft>
              <a:buChar char="»"/>
              <a:defRPr sz="2000">
                <a:solidFill>
                  <a:schemeClr val="tx1"/>
                </a:solidFill>
                <a:latin typeface="Times New Roman" pitchFamily="18" charset="0"/>
                <a:ea typeface="Arial" charset="0"/>
                <a:cs typeface="+mn-cs"/>
              </a:defRPr>
            </a:lvl5pPr>
            <a:lvl6pPr marL="2514600" indent="-228600" algn="l" rtl="0" fontAlgn="base">
              <a:spcBef>
                <a:spcPct val="20000"/>
              </a:spcBef>
              <a:spcAft>
                <a:spcPct val="0"/>
              </a:spcAft>
              <a:buChar char="»"/>
              <a:defRPr sz="2000">
                <a:solidFill>
                  <a:schemeClr val="tx1"/>
                </a:solidFill>
                <a:latin typeface="Times New Roman" pitchFamily="18" charset="0"/>
                <a:cs typeface="+mn-cs"/>
              </a:defRPr>
            </a:lvl6pPr>
            <a:lvl7pPr marL="2971800" indent="-228600" algn="l" rtl="0" fontAlgn="base">
              <a:spcBef>
                <a:spcPct val="20000"/>
              </a:spcBef>
              <a:spcAft>
                <a:spcPct val="0"/>
              </a:spcAft>
              <a:buChar char="»"/>
              <a:defRPr sz="2000">
                <a:solidFill>
                  <a:schemeClr val="tx1"/>
                </a:solidFill>
                <a:latin typeface="Times New Roman" pitchFamily="18" charset="0"/>
                <a:cs typeface="+mn-cs"/>
              </a:defRPr>
            </a:lvl7pPr>
            <a:lvl8pPr marL="3429000" indent="-228600" algn="l" rtl="0" fontAlgn="base">
              <a:spcBef>
                <a:spcPct val="20000"/>
              </a:spcBef>
              <a:spcAft>
                <a:spcPct val="0"/>
              </a:spcAft>
              <a:buChar char="»"/>
              <a:defRPr sz="2000">
                <a:solidFill>
                  <a:schemeClr val="tx1"/>
                </a:solidFill>
                <a:latin typeface="Times New Roman" pitchFamily="18" charset="0"/>
                <a:cs typeface="+mn-cs"/>
              </a:defRPr>
            </a:lvl8pPr>
            <a:lvl9pPr marL="3886200" indent="-228600" algn="l" rtl="0" fontAlgn="base">
              <a:spcBef>
                <a:spcPct val="20000"/>
              </a:spcBef>
              <a:spcAft>
                <a:spcPct val="0"/>
              </a:spcAft>
              <a:buChar char="»"/>
              <a:defRPr sz="2000">
                <a:solidFill>
                  <a:schemeClr val="tx1"/>
                </a:solidFill>
                <a:latin typeface="Times New Roman" pitchFamily="18" charset="0"/>
                <a:cs typeface="+mn-cs"/>
              </a:defRPr>
            </a:lvl9pPr>
          </a:lstStyle>
          <a:p>
            <a:pPr marL="0" indent="0" algn="r">
              <a:buNone/>
            </a:pPr>
            <a:r>
              <a:rPr lang="en-US" sz="1600" b="1" dirty="0">
                <a:solidFill>
                  <a:srgbClr val="00B9FA"/>
                </a:solidFill>
                <a:latin typeface="Arial"/>
                <a:ea typeface="ＭＳ Ｐゴシック" pitchFamily="34" charset="-128"/>
                <a:cs typeface="Arial"/>
              </a:rPr>
              <a:t>Figure</a:t>
            </a:r>
            <a:r>
              <a:rPr lang="en-US" sz="1600" dirty="0">
                <a:latin typeface="Arial"/>
                <a:ea typeface="ＭＳ Ｐゴシック" pitchFamily="34" charset="-128"/>
                <a:cs typeface="Arial"/>
              </a:rPr>
              <a:t>: </a:t>
            </a:r>
          </a:p>
          <a:p>
            <a:pPr marL="0" indent="0" algn="r">
              <a:buNone/>
            </a:pPr>
            <a:r>
              <a:rPr lang="en-MY" sz="1600" dirty="0">
                <a:latin typeface="Arial"/>
                <a:ea typeface="ＭＳ Ｐゴシック" pitchFamily="34" charset="-128"/>
                <a:cs typeface="Arial"/>
              </a:rPr>
              <a:t>Logically centralized control: A distinct, typically remote, controller interacts with local Control Agents (CAs)</a:t>
            </a:r>
          </a:p>
        </p:txBody>
      </p:sp>
      <p:grpSp>
        <p:nvGrpSpPr>
          <p:cNvPr id="22" name="Group 21">
            <a:extLst>
              <a:ext uri="{FF2B5EF4-FFF2-40B4-BE49-F238E27FC236}">
                <a16:creationId xmlns:a16="http://schemas.microsoft.com/office/drawing/2014/main" id="{9EBC2302-26AB-5246-8EAF-A8A111C9F786}"/>
              </a:ext>
            </a:extLst>
          </p:cNvPr>
          <p:cNvGrpSpPr/>
          <p:nvPr/>
        </p:nvGrpSpPr>
        <p:grpSpPr>
          <a:xfrm>
            <a:off x="7080744" y="2660005"/>
            <a:ext cx="3387240" cy="923330"/>
            <a:chOff x="5858190" y="2897812"/>
            <a:chExt cx="2887226" cy="1012306"/>
          </a:xfrm>
        </p:grpSpPr>
        <p:sp>
          <p:nvSpPr>
            <p:cNvPr id="12" name="Rectangle 11">
              <a:extLst>
                <a:ext uri="{FF2B5EF4-FFF2-40B4-BE49-F238E27FC236}">
                  <a16:creationId xmlns:a16="http://schemas.microsoft.com/office/drawing/2014/main" id="{56412E43-61D4-904C-B51B-93D1895F810B}"/>
                </a:ext>
              </a:extLst>
            </p:cNvPr>
            <p:cNvSpPr/>
            <p:nvPr/>
          </p:nvSpPr>
          <p:spPr>
            <a:xfrm>
              <a:off x="5858190" y="2897812"/>
              <a:ext cx="2887226" cy="1012306"/>
            </a:xfrm>
            <a:prstGeom prst="rect">
              <a:avLst/>
            </a:prstGeom>
          </p:spPr>
          <p:txBody>
            <a:bodyPr wrap="square">
              <a:spAutoFit/>
            </a:bodyPr>
            <a:lstStyle/>
            <a:p>
              <a:pPr algn="ctr"/>
              <a:r>
                <a:rPr lang="en-MY" dirty="0">
                  <a:latin typeface="TimesLTPro"/>
                </a:rPr>
                <a:t>generalized match-plus-action abstraction allows the router to perform traditional IP forwarding. </a:t>
              </a:r>
              <a:endParaRPr lang="en-MY" dirty="0"/>
            </a:p>
          </p:txBody>
        </p:sp>
        <p:cxnSp>
          <p:nvCxnSpPr>
            <p:cNvPr id="14" name="Straight Connector 13">
              <a:extLst>
                <a:ext uri="{FF2B5EF4-FFF2-40B4-BE49-F238E27FC236}">
                  <a16:creationId xmlns:a16="http://schemas.microsoft.com/office/drawing/2014/main" id="{A5CE77AC-98D1-6C4C-8B42-88225E1F2748}"/>
                </a:ext>
              </a:extLst>
            </p:cNvPr>
            <p:cNvCxnSpPr>
              <a:cxnSpLocks/>
            </p:cNvCxnSpPr>
            <p:nvPr/>
          </p:nvCxnSpPr>
          <p:spPr bwMode="auto">
            <a:xfrm>
              <a:off x="5969531" y="2897812"/>
              <a:ext cx="2607020" cy="0"/>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grpSp>
        <p:nvGrpSpPr>
          <p:cNvPr id="30" name="Group 29">
            <a:extLst>
              <a:ext uri="{FF2B5EF4-FFF2-40B4-BE49-F238E27FC236}">
                <a16:creationId xmlns:a16="http://schemas.microsoft.com/office/drawing/2014/main" id="{93D29BF0-73DE-3C46-A94F-E07CDD64562C}"/>
              </a:ext>
            </a:extLst>
          </p:cNvPr>
          <p:cNvGrpSpPr/>
          <p:nvPr/>
        </p:nvGrpSpPr>
        <p:grpSpPr>
          <a:xfrm>
            <a:off x="1709327" y="5305690"/>
            <a:ext cx="2354718" cy="1045768"/>
            <a:chOff x="185327" y="5305690"/>
            <a:chExt cx="2354718" cy="1045768"/>
          </a:xfrm>
        </p:grpSpPr>
        <p:sp>
          <p:nvSpPr>
            <p:cNvPr id="29" name="Oval Callout 28">
              <a:extLst>
                <a:ext uri="{FF2B5EF4-FFF2-40B4-BE49-F238E27FC236}">
                  <a16:creationId xmlns:a16="http://schemas.microsoft.com/office/drawing/2014/main" id="{5C454517-176F-A24D-BD52-8FE9B4DA9DB4}"/>
                </a:ext>
              </a:extLst>
            </p:cNvPr>
            <p:cNvSpPr/>
            <p:nvPr/>
          </p:nvSpPr>
          <p:spPr bwMode="auto">
            <a:xfrm>
              <a:off x="185327" y="5305690"/>
              <a:ext cx="2354718" cy="1045768"/>
            </a:xfrm>
            <a:prstGeom prst="wedgeEllipseCallout">
              <a:avLst>
                <a:gd name="adj1" fmla="val 41166"/>
                <a:gd name="adj2" fmla="val -154122"/>
              </a:avLst>
            </a:prstGeom>
            <a:solidFill>
              <a:srgbClr val="FFFF00">
                <a:alpha val="30000"/>
              </a:srgbClr>
            </a:solidFill>
            <a:ln w="9525" cap="flat" cmpd="sng" algn="ctr">
              <a:solidFill>
                <a:schemeClr val="tx1">
                  <a:alpha val="30000"/>
                </a:schemeClr>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vert="horz" wrap="none" lIns="91440" tIns="45720" rIns="91440" bIns="45720" numCol="1" rtlCol="0" anchor="t" anchorCtr="0" compatLnSpc="1">
              <a:prstTxWarp prst="textNoShape">
                <a:avLst/>
              </a:prstTxWarp>
            </a:bodyPr>
            <a:lstStyle/>
            <a:p>
              <a:pPr algn="ctr" eaLnBrk="0" fontAlgn="base" hangingPunct="0">
                <a:spcBef>
                  <a:spcPct val="0"/>
                </a:spcBef>
                <a:spcAft>
                  <a:spcPct val="0"/>
                </a:spcAft>
              </a:pPr>
              <a:endParaRPr lang="en-US" sz="800" dirty="0">
                <a:latin typeface="Arial" charset="0"/>
              </a:endParaRPr>
            </a:p>
            <a:p>
              <a:pPr algn="ctr" eaLnBrk="0" fontAlgn="base" hangingPunct="0">
                <a:spcBef>
                  <a:spcPct val="0"/>
                </a:spcBef>
                <a:spcAft>
                  <a:spcPct val="0"/>
                </a:spcAft>
              </a:pPr>
              <a:endParaRPr lang="en-US" dirty="0">
                <a:latin typeface="Arial" charset="0"/>
              </a:endParaRPr>
            </a:p>
          </p:txBody>
        </p:sp>
        <p:sp>
          <p:nvSpPr>
            <p:cNvPr id="23" name="Rectangle 22">
              <a:extLst>
                <a:ext uri="{FF2B5EF4-FFF2-40B4-BE49-F238E27FC236}">
                  <a16:creationId xmlns:a16="http://schemas.microsoft.com/office/drawing/2014/main" id="{83B39A03-E366-4B42-9A2F-1CE582E05DF9}"/>
                </a:ext>
              </a:extLst>
            </p:cNvPr>
            <p:cNvSpPr/>
            <p:nvPr/>
          </p:nvSpPr>
          <p:spPr>
            <a:xfrm>
              <a:off x="400272" y="5505408"/>
              <a:ext cx="1924827" cy="646331"/>
            </a:xfrm>
            <a:prstGeom prst="rect">
              <a:avLst/>
            </a:prstGeom>
          </p:spPr>
          <p:txBody>
            <a:bodyPr wrap="square">
              <a:spAutoFit/>
            </a:bodyPr>
            <a:lstStyle/>
            <a:p>
              <a:pPr algn="ctr"/>
              <a:r>
                <a:rPr lang="en-MY" dirty="0">
                  <a:latin typeface="TimesLTPro"/>
                </a:rPr>
                <a:t>CAs communicate with the controller </a:t>
              </a:r>
              <a:endParaRPr lang="en-MY" dirty="0"/>
            </a:p>
          </p:txBody>
        </p:sp>
      </p:grpSp>
      <p:sp>
        <p:nvSpPr>
          <p:cNvPr id="32" name="TextBox 31">
            <a:extLst>
              <a:ext uri="{FF2B5EF4-FFF2-40B4-BE49-F238E27FC236}">
                <a16:creationId xmlns:a16="http://schemas.microsoft.com/office/drawing/2014/main" id="{2D17CDAC-E818-BD49-A3A1-B604D7422073}"/>
              </a:ext>
            </a:extLst>
          </p:cNvPr>
          <p:cNvSpPr txBox="1"/>
          <p:nvPr/>
        </p:nvSpPr>
        <p:spPr>
          <a:xfrm>
            <a:off x="8774364" y="3790235"/>
            <a:ext cx="1210588" cy="338554"/>
          </a:xfrm>
          <a:prstGeom prst="rect">
            <a:avLst/>
          </a:prstGeom>
          <a:solidFill>
            <a:srgbClr val="00B0F0"/>
          </a:solidFill>
          <a:effectLst>
            <a:outerShdw blurRad="50800" dist="88900" dir="2700000" algn="tl" rotWithShape="0">
              <a:prstClr val="black">
                <a:alpha val="40000"/>
              </a:prstClr>
            </a:outerShdw>
          </a:effectLst>
        </p:spPr>
        <p:txBody>
          <a:bodyPr wrap="none" rtlCol="0">
            <a:spAutoFit/>
          </a:bodyPr>
          <a:lstStyle/>
          <a:p>
            <a:pPr algn="ctr"/>
            <a:r>
              <a:rPr lang="en-US" sz="1600" dirty="0">
                <a:solidFill>
                  <a:schemeClr val="bg1"/>
                </a:solidFill>
                <a:latin typeface="Arial"/>
                <a:cs typeface="Arial"/>
              </a:rPr>
              <a:t>Section 5.5</a:t>
            </a:r>
          </a:p>
        </p:txBody>
      </p:sp>
      <p:sp>
        <p:nvSpPr>
          <p:cNvPr id="34" name="Rectangle 33">
            <a:extLst>
              <a:ext uri="{FF2B5EF4-FFF2-40B4-BE49-F238E27FC236}">
                <a16:creationId xmlns:a16="http://schemas.microsoft.com/office/drawing/2014/main" id="{6B2E6BE7-CEF2-A941-BECC-A7CA51ABFCE0}"/>
              </a:ext>
            </a:extLst>
          </p:cNvPr>
          <p:cNvSpPr/>
          <p:nvPr/>
        </p:nvSpPr>
        <p:spPr>
          <a:xfrm>
            <a:off x="7699940" y="3735614"/>
            <a:ext cx="1063112" cy="369332"/>
          </a:xfrm>
          <a:prstGeom prst="rect">
            <a:avLst/>
          </a:prstGeom>
        </p:spPr>
        <p:txBody>
          <a:bodyPr wrap="none">
            <a:spAutoFit/>
          </a:bodyPr>
          <a:lstStyle/>
          <a:p>
            <a:r>
              <a:rPr lang="en-MY" dirty="0">
                <a:latin typeface="TimesLTPro"/>
              </a:rPr>
              <a:t>The SDN</a:t>
            </a:r>
            <a:endParaRPr lang="en-MY" dirty="0"/>
          </a:p>
        </p:txBody>
      </p:sp>
      <p:sp>
        <p:nvSpPr>
          <p:cNvPr id="28" name="Rectangle 2">
            <a:extLst>
              <a:ext uri="{FF2B5EF4-FFF2-40B4-BE49-F238E27FC236}">
                <a16:creationId xmlns:a16="http://schemas.microsoft.com/office/drawing/2014/main" id="{762C3B42-CBF1-4A4E-8818-7793FFA79299}"/>
              </a:ext>
            </a:extLst>
          </p:cNvPr>
          <p:cNvSpPr txBox="1">
            <a:spLocks noChangeArrowheads="1"/>
          </p:cNvSpPr>
          <p:nvPr/>
        </p:nvSpPr>
        <p:spPr bwMode="auto">
          <a:xfrm>
            <a:off x="3347168" y="89794"/>
            <a:ext cx="7320835" cy="53831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1pPr>
            <a:lvl2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2pPr>
            <a:lvl3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3pPr>
            <a:lvl4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4pPr>
            <a:lvl5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5pPr>
            <a:lvl6pPr marL="457200" algn="l" rtl="0" eaLnBrk="0" fontAlgn="base" hangingPunct="0">
              <a:spcBef>
                <a:spcPct val="0"/>
              </a:spcBef>
              <a:spcAft>
                <a:spcPct val="0"/>
              </a:spcAft>
              <a:defRPr sz="4000" u="sng">
                <a:solidFill>
                  <a:schemeClr val="accent2"/>
                </a:solidFill>
                <a:latin typeface="Comic Sans MS" pitchFamily="66" charset="0"/>
              </a:defRPr>
            </a:lvl6pPr>
            <a:lvl7pPr marL="914400" algn="l" rtl="0" eaLnBrk="0" fontAlgn="base" hangingPunct="0">
              <a:spcBef>
                <a:spcPct val="0"/>
              </a:spcBef>
              <a:spcAft>
                <a:spcPct val="0"/>
              </a:spcAft>
              <a:defRPr sz="4000" u="sng">
                <a:solidFill>
                  <a:schemeClr val="accent2"/>
                </a:solidFill>
                <a:latin typeface="Comic Sans MS" pitchFamily="66" charset="0"/>
              </a:defRPr>
            </a:lvl7pPr>
            <a:lvl8pPr marL="1371600" algn="l" rtl="0" eaLnBrk="0" fontAlgn="base" hangingPunct="0">
              <a:spcBef>
                <a:spcPct val="0"/>
              </a:spcBef>
              <a:spcAft>
                <a:spcPct val="0"/>
              </a:spcAft>
              <a:defRPr sz="4000" u="sng">
                <a:solidFill>
                  <a:schemeClr val="accent2"/>
                </a:solidFill>
                <a:latin typeface="Comic Sans MS" pitchFamily="66" charset="0"/>
              </a:defRPr>
            </a:lvl8pPr>
            <a:lvl9pPr marL="1828800" algn="l" rtl="0" eaLnBrk="0" fontAlgn="base" hangingPunct="0">
              <a:spcBef>
                <a:spcPct val="0"/>
              </a:spcBef>
              <a:spcAft>
                <a:spcPct val="0"/>
              </a:spcAft>
              <a:defRPr sz="4000" u="sng">
                <a:solidFill>
                  <a:schemeClr val="accent2"/>
                </a:solidFill>
                <a:latin typeface="Comic Sans MS" pitchFamily="66" charset="0"/>
              </a:defRPr>
            </a:lvl9pPr>
          </a:lstStyle>
          <a:p>
            <a:pPr algn="r" eaLnBrk="1" hangingPunct="1"/>
            <a:r>
              <a:rPr lang="en-US" sz="2800" dirty="0">
                <a:solidFill>
                  <a:schemeClr val="tx1"/>
                </a:solidFill>
                <a:latin typeface="Arial"/>
                <a:ea typeface="ＭＳ Ｐゴシック" pitchFamily="34" charset="-128"/>
                <a:cs typeface="Arial"/>
              </a:rPr>
              <a:t>Introduction</a:t>
            </a:r>
          </a:p>
        </p:txBody>
      </p:sp>
      <p:sp>
        <p:nvSpPr>
          <p:cNvPr id="31" name="Slide Number Placeholder 4">
            <a:extLst>
              <a:ext uri="{FF2B5EF4-FFF2-40B4-BE49-F238E27FC236}">
                <a16:creationId xmlns:a16="http://schemas.microsoft.com/office/drawing/2014/main" id="{20951948-B008-E644-A413-AF8F2E6FBCAF}"/>
              </a:ext>
            </a:extLst>
          </p:cNvPr>
          <p:cNvSpPr>
            <a:spLocks noGrp="1"/>
          </p:cNvSpPr>
          <p:nvPr>
            <p:ph type="sldNum" sz="quarter" idx="4"/>
          </p:nvPr>
        </p:nvSpPr>
        <p:spPr>
          <a:xfrm>
            <a:off x="9219616" y="6443089"/>
            <a:ext cx="2743200" cy="365125"/>
          </a:xfrm>
        </p:spPr>
        <p:txBody>
          <a:bodyPr/>
          <a:lstStyle/>
          <a:p>
            <a:r>
              <a:rPr lang="en-US" smtClean="0"/>
              <a:t>Network Layer: 5-</a:t>
            </a:r>
            <a:fld id="{C4204591-24BD-A542-B9D5-F8D8A88D2FEE}" type="slidenum">
              <a:rPr lang="en-US" smtClean="0"/>
              <a:pPr/>
              <a:t>8</a:t>
            </a:fld>
            <a:endParaRPr lang="en-US" dirty="0"/>
          </a:p>
        </p:txBody>
      </p:sp>
    </p:spTree>
    <p:extLst>
      <p:ext uri="{BB962C8B-B14F-4D97-AF65-F5344CB8AC3E}">
        <p14:creationId xmlns:p14="http://schemas.microsoft.com/office/powerpoint/2010/main" val="88174328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1"/>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2"/>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4"/>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3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34"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“control plane” roadmap</a:t>
            </a:r>
            <a:endParaRPr lang="en-US" sz="4400"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761675" y="4144564"/>
            <a:ext cx="5066531" cy="1937764"/>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9575" indent="-293688">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network management, configuration </a:t>
            </a:r>
          </a:p>
          <a:p>
            <a:pPr marL="685800" lvl="1" indent="-219075">
              <a:buClr>
                <a:schemeClr val="bg1">
                  <a:lumMod val="75000"/>
                </a:schemeClr>
              </a:buClr>
            </a:pPr>
            <a:r>
              <a:rPr lang="en-US" altLang="en-US" sz="2800" dirty="0">
                <a:solidFill>
                  <a:schemeClr val="bg1">
                    <a:lumMod val="75000"/>
                  </a:schemeClr>
                </a:solidFill>
                <a:ea typeface="ＭＳ Ｐゴシック" panose="020B0600070205080204" pitchFamily="34" charset="-128"/>
                <a:cs typeface="ＭＳ Ｐゴシック" panose="020B0600070205080204" pitchFamily="34" charset="-128"/>
              </a:rPr>
              <a:t>SNMP</a:t>
            </a:r>
          </a:p>
          <a:p>
            <a:pPr marL="685800" lvl="1" indent="-219075">
              <a:buClr>
                <a:schemeClr val="bg1">
                  <a:lumMod val="75000"/>
                </a:schemeClr>
              </a:buClr>
            </a:pPr>
            <a:r>
              <a:rPr lang="en-US" altLang="en-US" sz="2800" dirty="0" smtClean="0">
                <a:solidFill>
                  <a:schemeClr val="bg1">
                    <a:lumMod val="75000"/>
                  </a:schemeClr>
                </a:solidFill>
                <a:ea typeface="ＭＳ Ｐゴシック" panose="020B0600070205080204" pitchFamily="34" charset="-128"/>
                <a:cs typeface="ＭＳ Ｐゴシック" panose="020B0600070205080204" pitchFamily="34" charset="-128"/>
              </a:rPr>
              <a:t>NETCONF/YANG (NOT COVERED)</a:t>
            </a:r>
            <a:endParaRPr lang="en-US" altLang="en-US" sz="2800" dirty="0">
              <a:solidFill>
                <a:schemeClr val="bg1">
                  <a:lumMod val="75000"/>
                </a:schemeClr>
              </a:solidFill>
              <a:ea typeface="ＭＳ Ｐゴシック" panose="020B0600070205080204" pitchFamily="34" charset="-128"/>
              <a:cs typeface="ＭＳ Ｐゴシック" panose="020B0600070205080204" pitchFamily="34" charset="-128"/>
            </a:endParaRPr>
          </a:p>
          <a:p>
            <a:pPr lvl="1"/>
            <a:endParaRPr lang="en-US" alt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622456" y="1361615"/>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introduction</a:t>
            </a:r>
          </a:p>
          <a:p>
            <a:pPr marL="285750" indent="-274638">
              <a:spcBef>
                <a:spcPts val="600"/>
              </a:spcBef>
              <a:buClr>
                <a:srgbClr val="0000A8"/>
              </a:buClr>
            </a:pPr>
            <a:r>
              <a:rPr lang="en-US" altLang="en-US" sz="3600" dirty="0">
                <a:ea typeface="ＭＳ Ｐゴシック" panose="020B0600070205080204" pitchFamily="34" charset="-128"/>
                <a:cs typeface="Arial" panose="020B0604020202020204" pitchFamily="34" charset="0"/>
              </a:rPr>
              <a:t>routing protocols</a:t>
            </a:r>
          </a:p>
          <a:p>
            <a:pPr marL="746125" lvl="1" indent="-273050">
              <a:spcBef>
                <a:spcPts val="600"/>
              </a:spcBef>
              <a:buFont typeface="Wingdings" pitchFamily="2" charset="2"/>
              <a:buChar char="§"/>
            </a:pPr>
            <a:r>
              <a:rPr lang="en-US" altLang="en-US" sz="3200" dirty="0">
                <a:ea typeface="ＭＳ Ｐゴシック" panose="020B0600070205080204" pitchFamily="34" charset="-128"/>
                <a:cs typeface="Arial" panose="020B0604020202020204" pitchFamily="34" charset="0"/>
              </a:rPr>
              <a:t>link state</a:t>
            </a:r>
          </a:p>
          <a:p>
            <a:pPr marL="746125" lvl="1" indent="-273050">
              <a:spcBef>
                <a:spcPts val="600"/>
              </a:spcBef>
              <a:buFont typeface="Wingdings" pitchFamily="2" charset="2"/>
              <a:buChar char="§"/>
            </a:pPr>
            <a:r>
              <a:rPr lang="en-US" altLang="en-US" sz="3200" dirty="0">
                <a:ea typeface="ＭＳ Ｐゴシック" panose="020B0600070205080204" pitchFamily="34" charset="-128"/>
                <a:cs typeface="Arial" panose="020B0604020202020204" pitchFamily="34" charset="0"/>
              </a:rPr>
              <a:t>distance vector</a:t>
            </a:r>
          </a:p>
          <a:p>
            <a:pPr marL="285750" indent="-285750">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intra-ISP routing: OSPF</a:t>
            </a:r>
          </a:p>
          <a:p>
            <a:pPr marL="285750" indent="-285750">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routing among ISPs: BGP</a:t>
            </a:r>
          </a:p>
          <a:p>
            <a:pPr marL="285750" indent="-285750">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SDN control plane</a:t>
            </a:r>
          </a:p>
          <a:p>
            <a:pPr marL="285750" indent="-285750">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Internet Control Message Protocol </a:t>
            </a:r>
            <a:r>
              <a:rPr lang="en-US" altLang="en-US" sz="3200" dirty="0" smtClean="0">
                <a:solidFill>
                  <a:schemeClr val="bg1">
                    <a:lumMod val="75000"/>
                  </a:schemeClr>
                </a:solidFill>
                <a:ea typeface="ＭＳ Ｐゴシック" panose="020B0600070205080204" pitchFamily="34" charset="-128"/>
                <a:cs typeface="ＭＳ Ｐゴシック" panose="020B0600070205080204" pitchFamily="34" charset="-128"/>
              </a:rPr>
              <a:t>(ICMP)</a:t>
            </a:r>
            <a:endPar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endParaRPr>
          </a:p>
          <a:p>
            <a:pPr marL="466725" indent="-409575">
              <a:spcBef>
                <a:spcPts val="600"/>
              </a:spcBef>
              <a:buNone/>
            </a:pPr>
            <a:endParaRPr lang="en-US" altLang="en-US" sz="3200" dirty="0">
              <a:ea typeface="ＭＳ Ｐゴシック" panose="020B0600070205080204" pitchFamily="34" charset="-128"/>
              <a:cs typeface="Arial" panose="020B0604020202020204" pitchFamily="34" charset="0"/>
            </a:endParaRPr>
          </a:p>
        </p:txBody>
      </p:sp>
      <p:sp>
        <p:nvSpPr>
          <p:cNvPr id="11" name="Slide Number Placeholder 4">
            <a:extLst>
              <a:ext uri="{FF2B5EF4-FFF2-40B4-BE49-F238E27FC236}">
                <a16:creationId xmlns:a16="http://schemas.microsoft.com/office/drawing/2014/main" id="{60E442AF-0FD6-9040-9BFF-CE4BE886AA41}"/>
              </a:ext>
            </a:extLst>
          </p:cNvPr>
          <p:cNvSpPr>
            <a:spLocks noGrp="1"/>
          </p:cNvSpPr>
          <p:nvPr>
            <p:ph type="sldNum" sz="quarter" idx="4"/>
          </p:nvPr>
        </p:nvSpPr>
        <p:spPr>
          <a:xfrm>
            <a:off x="9219616" y="6443089"/>
            <a:ext cx="2743200" cy="365125"/>
          </a:xfrm>
        </p:spPr>
        <p:txBody>
          <a:bodyPr/>
          <a:lstStyle/>
          <a:p>
            <a:r>
              <a:rPr lang="en-US" dirty="0"/>
              <a:t>Network Layer: 5-</a:t>
            </a:r>
            <a:fld id="{C4204591-24BD-A542-B9D5-F8D8A88D2FEE}" type="slidenum">
              <a:rPr lang="en-US" smtClean="0"/>
              <a:pPr/>
              <a:t>9</a:t>
            </a:fld>
            <a:endParaRPr lang="en-US" dirty="0"/>
          </a:p>
        </p:txBody>
      </p:sp>
    </p:spTree>
    <p:extLst>
      <p:ext uri="{BB962C8B-B14F-4D97-AF65-F5344CB8AC3E}">
        <p14:creationId xmlns:p14="http://schemas.microsoft.com/office/powerpoint/2010/main" val="361809750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Content Placeholder 6">
            <a:extLst>
              <a:ext uri="{FF2B5EF4-FFF2-40B4-BE49-F238E27FC236}">
                <a16:creationId xmlns:a16="http://schemas.microsoft.com/office/drawing/2014/main" id="{B013C8C0-E40F-7640-BA53-55FC4A489191}"/>
              </a:ext>
            </a:extLst>
          </p:cNvPr>
          <p:cNvSpPr>
            <a:spLocks noGrp="1"/>
          </p:cNvSpPr>
          <p:nvPr>
            <p:ph idx="1"/>
          </p:nvPr>
        </p:nvSpPr>
        <p:spPr>
          <a:xfrm>
            <a:off x="749710" y="1443808"/>
            <a:ext cx="6034548" cy="4351338"/>
          </a:xfrm>
        </p:spPr>
        <p:txBody>
          <a:bodyPr>
            <a:normAutofit lnSpcReduction="10000"/>
          </a:bodyPr>
          <a:lstStyle/>
          <a:p>
            <a:pPr marL="130175" indent="0">
              <a:buNone/>
            </a:pPr>
            <a:r>
              <a:rPr lang="en-US" sz="3200" dirty="0">
                <a:solidFill>
                  <a:srgbClr val="C00000"/>
                </a:solidFill>
              </a:rPr>
              <a:t>Routing</a:t>
            </a:r>
            <a:r>
              <a:rPr lang="en-US" dirty="0">
                <a:solidFill>
                  <a:srgbClr val="C00000"/>
                </a:solidFill>
              </a:rPr>
              <a:t> protocol goal: </a:t>
            </a:r>
            <a:r>
              <a:rPr lang="en-US" dirty="0"/>
              <a:t>determine “good” paths (equivalently, routes), from sending hosts to receiving host, through network of routers</a:t>
            </a:r>
          </a:p>
          <a:p>
            <a:pPr marL="407988" indent="-277813"/>
            <a:r>
              <a:rPr lang="en-US" dirty="0">
                <a:solidFill>
                  <a:srgbClr val="C00000"/>
                </a:solidFill>
              </a:rPr>
              <a:t>path: </a:t>
            </a:r>
            <a:r>
              <a:rPr lang="en-US" dirty="0"/>
              <a:t>sequence of routers packets traverse from given initial source host to final destination host</a:t>
            </a:r>
          </a:p>
          <a:p>
            <a:pPr marL="407988" indent="-277813"/>
            <a:r>
              <a:rPr lang="en-US" dirty="0">
                <a:solidFill>
                  <a:srgbClr val="C00000"/>
                </a:solidFill>
              </a:rPr>
              <a:t>“good”: </a:t>
            </a:r>
            <a:r>
              <a:rPr lang="en-US" dirty="0"/>
              <a:t>least “cost”, “fastest”, “least congested”</a:t>
            </a:r>
          </a:p>
          <a:p>
            <a:pPr marL="407988" indent="-277813"/>
            <a:r>
              <a:rPr lang="en-US" dirty="0"/>
              <a:t>routing: a “top-10” networking challenge!</a:t>
            </a:r>
          </a:p>
          <a:p>
            <a:endParaRPr lang="en-US" dirty="0"/>
          </a:p>
        </p:txBody>
      </p:sp>
      <p:sp>
        <p:nvSpPr>
          <p:cNvPr id="6" name="Title 5">
            <a:extLst>
              <a:ext uri="{FF2B5EF4-FFF2-40B4-BE49-F238E27FC236}">
                <a16:creationId xmlns:a16="http://schemas.microsoft.com/office/drawing/2014/main" id="{5B27BFF1-5DCE-D642-8EFE-FACB1C97EEE0}"/>
              </a:ext>
            </a:extLst>
          </p:cNvPr>
          <p:cNvSpPr>
            <a:spLocks noGrp="1"/>
          </p:cNvSpPr>
          <p:nvPr>
            <p:ph type="title"/>
          </p:nvPr>
        </p:nvSpPr>
        <p:spPr>
          <a:xfrm>
            <a:off x="838200" y="333837"/>
            <a:ext cx="10515600" cy="894622"/>
          </a:xfrm>
        </p:spPr>
        <p:txBody>
          <a:bodyPr/>
          <a:lstStyle/>
          <a:p>
            <a:r>
              <a:rPr lang="en-US" dirty="0"/>
              <a:t>Routing protocols</a:t>
            </a:r>
          </a:p>
        </p:txBody>
      </p:sp>
      <p:sp>
        <p:nvSpPr>
          <p:cNvPr id="8" name="Freeform 7">
            <a:extLst>
              <a:ext uri="{FF2B5EF4-FFF2-40B4-BE49-F238E27FC236}">
                <a16:creationId xmlns:a16="http://schemas.microsoft.com/office/drawing/2014/main" id="{8145F460-37A7-FC4E-B52E-1476917705E4}"/>
              </a:ext>
            </a:extLst>
          </p:cNvPr>
          <p:cNvSpPr/>
          <p:nvPr/>
        </p:nvSpPr>
        <p:spPr>
          <a:xfrm>
            <a:off x="9058928" y="2579084"/>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Freeform 417">
            <a:extLst>
              <a:ext uri="{FF2B5EF4-FFF2-40B4-BE49-F238E27FC236}">
                <a16:creationId xmlns:a16="http://schemas.microsoft.com/office/drawing/2014/main" id="{A6AD087C-04A1-094B-B5E0-C38BD623364D}"/>
              </a:ext>
            </a:extLst>
          </p:cNvPr>
          <p:cNvSpPr>
            <a:spLocks/>
          </p:cNvSpPr>
          <p:nvPr/>
        </p:nvSpPr>
        <p:spPr bwMode="auto">
          <a:xfrm>
            <a:off x="7347816" y="1339341"/>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0" name="Group 418">
            <a:extLst>
              <a:ext uri="{FF2B5EF4-FFF2-40B4-BE49-F238E27FC236}">
                <a16:creationId xmlns:a16="http://schemas.microsoft.com/office/drawing/2014/main" id="{DDD85433-A27F-6541-A663-D96D5984F58C}"/>
              </a:ext>
            </a:extLst>
          </p:cNvPr>
          <p:cNvGrpSpPr>
            <a:grpSpLocks/>
          </p:cNvGrpSpPr>
          <p:nvPr/>
        </p:nvGrpSpPr>
        <p:grpSpPr bwMode="auto">
          <a:xfrm>
            <a:off x="7279090" y="2802557"/>
            <a:ext cx="1458912" cy="933450"/>
            <a:chOff x="2889" y="1631"/>
            <a:chExt cx="980" cy="743"/>
          </a:xfrm>
        </p:grpSpPr>
        <p:sp>
          <p:nvSpPr>
            <p:cNvPr id="11" name="Rectangle 419">
              <a:extLst>
                <a:ext uri="{FF2B5EF4-FFF2-40B4-BE49-F238E27FC236}">
                  <a16:creationId xmlns:a16="http://schemas.microsoft.com/office/drawing/2014/main" id="{6BE52684-A899-C64A-B92A-00B359924CD9}"/>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2" name="AutoShape 420">
              <a:extLst>
                <a:ext uri="{FF2B5EF4-FFF2-40B4-BE49-F238E27FC236}">
                  <a16:creationId xmlns:a16="http://schemas.microsoft.com/office/drawing/2014/main" id="{1CC81BD0-1E06-234E-9C84-9CF4B42DEA73}"/>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3" name="Freeform 427">
            <a:extLst>
              <a:ext uri="{FF2B5EF4-FFF2-40B4-BE49-F238E27FC236}">
                <a16:creationId xmlns:a16="http://schemas.microsoft.com/office/drawing/2014/main" id="{15D75210-CCB3-EF4F-8147-08315952ABD2}"/>
              </a:ext>
            </a:extLst>
          </p:cNvPr>
          <p:cNvSpPr>
            <a:spLocks/>
          </p:cNvSpPr>
          <p:nvPr/>
        </p:nvSpPr>
        <p:spPr bwMode="auto">
          <a:xfrm>
            <a:off x="7786141" y="4196440"/>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Text Box 580">
            <a:extLst>
              <a:ext uri="{FF2B5EF4-FFF2-40B4-BE49-F238E27FC236}">
                <a16:creationId xmlns:a16="http://schemas.microsoft.com/office/drawing/2014/main" id="{F5DA193A-3F5E-E747-8642-93E8D466E669}"/>
              </a:ext>
            </a:extLst>
          </p:cNvPr>
          <p:cNvSpPr txBox="1">
            <a:spLocks noChangeArrowheads="1"/>
          </p:cNvSpPr>
          <p:nvPr/>
        </p:nvSpPr>
        <p:spPr bwMode="auto">
          <a:xfrm>
            <a:off x="7753014" y="1001767"/>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15" name="Text Box 580">
            <a:extLst>
              <a:ext uri="{FF2B5EF4-FFF2-40B4-BE49-F238E27FC236}">
                <a16:creationId xmlns:a16="http://schemas.microsoft.com/office/drawing/2014/main" id="{5FA06B40-094D-D341-900D-62322B1FAE13}"/>
              </a:ext>
            </a:extLst>
          </p:cNvPr>
          <p:cNvSpPr txBox="1">
            <a:spLocks noChangeArrowheads="1"/>
          </p:cNvSpPr>
          <p:nvPr/>
        </p:nvSpPr>
        <p:spPr bwMode="auto">
          <a:xfrm>
            <a:off x="7380648" y="5293081"/>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16" name="Freeform 15">
            <a:extLst>
              <a:ext uri="{FF2B5EF4-FFF2-40B4-BE49-F238E27FC236}">
                <a16:creationId xmlns:a16="http://schemas.microsoft.com/office/drawing/2014/main" id="{2CB90BDB-7914-2841-868F-B1C171AE02D0}"/>
              </a:ext>
            </a:extLst>
          </p:cNvPr>
          <p:cNvSpPr/>
          <p:nvPr/>
        </p:nvSpPr>
        <p:spPr>
          <a:xfrm>
            <a:off x="10295886" y="2692846"/>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7" name="Group 16">
            <a:extLst>
              <a:ext uri="{FF2B5EF4-FFF2-40B4-BE49-F238E27FC236}">
                <a16:creationId xmlns:a16="http://schemas.microsoft.com/office/drawing/2014/main" id="{102009C1-63E0-AC48-A451-99CD5E6FDD90}"/>
              </a:ext>
            </a:extLst>
          </p:cNvPr>
          <p:cNvGrpSpPr/>
          <p:nvPr/>
        </p:nvGrpSpPr>
        <p:grpSpPr>
          <a:xfrm>
            <a:off x="10911440" y="3441356"/>
            <a:ext cx="687393" cy="721548"/>
            <a:chOff x="5203089" y="1751190"/>
            <a:chExt cx="858331" cy="662414"/>
          </a:xfrm>
        </p:grpSpPr>
        <p:sp>
          <p:nvSpPr>
            <p:cNvPr id="18" name="Freeform 17">
              <a:extLst>
                <a:ext uri="{FF2B5EF4-FFF2-40B4-BE49-F238E27FC236}">
                  <a16:creationId xmlns:a16="http://schemas.microsoft.com/office/drawing/2014/main" id="{755FF949-4EF8-E942-B9BB-20394F3598D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 name="Freeform 18">
              <a:extLst>
                <a:ext uri="{FF2B5EF4-FFF2-40B4-BE49-F238E27FC236}">
                  <a16:creationId xmlns:a16="http://schemas.microsoft.com/office/drawing/2014/main" id="{FD409681-4032-1C42-9F30-5D5899243858}"/>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0" name="Straight Connector 19">
              <a:extLst>
                <a:ext uri="{FF2B5EF4-FFF2-40B4-BE49-F238E27FC236}">
                  <a16:creationId xmlns:a16="http://schemas.microsoft.com/office/drawing/2014/main" id="{0E2DDC28-E103-7F4D-A505-AB39A3D44C75}"/>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1" name="Straight Connector 20">
              <a:extLst>
                <a:ext uri="{FF2B5EF4-FFF2-40B4-BE49-F238E27FC236}">
                  <a16:creationId xmlns:a16="http://schemas.microsoft.com/office/drawing/2014/main" id="{63023E15-0AB6-944A-BAB0-EE6BBC79C34E}"/>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2" name="Straight Connector 21">
              <a:extLst>
                <a:ext uri="{FF2B5EF4-FFF2-40B4-BE49-F238E27FC236}">
                  <a16:creationId xmlns:a16="http://schemas.microsoft.com/office/drawing/2014/main" id="{C1B742AD-A3E5-804B-A5D0-76DC204011A2}"/>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3" name="Straight Connector 22">
              <a:extLst>
                <a:ext uri="{FF2B5EF4-FFF2-40B4-BE49-F238E27FC236}">
                  <a16:creationId xmlns:a16="http://schemas.microsoft.com/office/drawing/2014/main" id="{E479FB69-9C9F-3F4E-9B51-39F1BCB2DC8D}"/>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4" name="Straight Connector 23">
              <a:extLst>
                <a:ext uri="{FF2B5EF4-FFF2-40B4-BE49-F238E27FC236}">
                  <a16:creationId xmlns:a16="http://schemas.microsoft.com/office/drawing/2014/main" id="{9D605DCA-7A42-2D49-ADF6-F861B8748A04}"/>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FC0D6FB2-8F5C-724C-B4A0-F530677569F5}"/>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26" name="Group 25">
            <a:extLst>
              <a:ext uri="{FF2B5EF4-FFF2-40B4-BE49-F238E27FC236}">
                <a16:creationId xmlns:a16="http://schemas.microsoft.com/office/drawing/2014/main" id="{4460C8EE-1C4B-5F46-9E22-3DBBF4F11C68}"/>
              </a:ext>
            </a:extLst>
          </p:cNvPr>
          <p:cNvGrpSpPr/>
          <p:nvPr/>
        </p:nvGrpSpPr>
        <p:grpSpPr>
          <a:xfrm>
            <a:off x="10844911" y="2707477"/>
            <a:ext cx="594613" cy="648336"/>
            <a:chOff x="5203089" y="1751190"/>
            <a:chExt cx="858331" cy="662414"/>
          </a:xfrm>
        </p:grpSpPr>
        <p:sp>
          <p:nvSpPr>
            <p:cNvPr id="27" name="Freeform 26">
              <a:extLst>
                <a:ext uri="{FF2B5EF4-FFF2-40B4-BE49-F238E27FC236}">
                  <a16:creationId xmlns:a16="http://schemas.microsoft.com/office/drawing/2014/main" id="{451F5106-32A5-2543-880B-662ACD66CA26}"/>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 name="Freeform 27">
              <a:extLst>
                <a:ext uri="{FF2B5EF4-FFF2-40B4-BE49-F238E27FC236}">
                  <a16:creationId xmlns:a16="http://schemas.microsoft.com/office/drawing/2014/main" id="{1424404C-A23C-F647-8C93-68F0BA827AC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9" name="Straight Connector 28">
              <a:extLst>
                <a:ext uri="{FF2B5EF4-FFF2-40B4-BE49-F238E27FC236}">
                  <a16:creationId xmlns:a16="http://schemas.microsoft.com/office/drawing/2014/main" id="{8DBFCDF5-D1B4-EA46-B271-D0722F529047}"/>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0" name="Straight Connector 29">
              <a:extLst>
                <a:ext uri="{FF2B5EF4-FFF2-40B4-BE49-F238E27FC236}">
                  <a16:creationId xmlns:a16="http://schemas.microsoft.com/office/drawing/2014/main" id="{89889E85-63CC-7944-B49D-B29033B3D945}"/>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1" name="Straight Connector 30">
              <a:extLst>
                <a:ext uri="{FF2B5EF4-FFF2-40B4-BE49-F238E27FC236}">
                  <a16:creationId xmlns:a16="http://schemas.microsoft.com/office/drawing/2014/main" id="{FEA8382F-1B0D-464D-BBFD-9D1451ACDE62}"/>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2" name="Straight Connector 31">
              <a:extLst>
                <a:ext uri="{FF2B5EF4-FFF2-40B4-BE49-F238E27FC236}">
                  <a16:creationId xmlns:a16="http://schemas.microsoft.com/office/drawing/2014/main" id="{1A5A3F61-17DD-3A49-B29B-EC101C5D824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3" name="Straight Connector 32">
              <a:extLst>
                <a:ext uri="{FF2B5EF4-FFF2-40B4-BE49-F238E27FC236}">
                  <a16:creationId xmlns:a16="http://schemas.microsoft.com/office/drawing/2014/main" id="{87DD4340-C868-4744-9D1F-1BB1FDEE7F23}"/>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7C0E793E-B8DA-774F-AF06-238006ECEBE3}"/>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5" name="Freeform 34">
            <a:extLst>
              <a:ext uri="{FF2B5EF4-FFF2-40B4-BE49-F238E27FC236}">
                <a16:creationId xmlns:a16="http://schemas.microsoft.com/office/drawing/2014/main" id="{D4457E50-81C3-874C-80A4-80EAE0791741}"/>
              </a:ext>
            </a:extLst>
          </p:cNvPr>
          <p:cNvSpPr/>
          <p:nvPr/>
        </p:nvSpPr>
        <p:spPr>
          <a:xfrm>
            <a:off x="9614553" y="1295348"/>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 name="TextBox 35">
            <a:extLst>
              <a:ext uri="{FF2B5EF4-FFF2-40B4-BE49-F238E27FC236}">
                <a16:creationId xmlns:a16="http://schemas.microsoft.com/office/drawing/2014/main" id="{2857054E-9FD6-024C-A915-5AB7C6A89AFD}"/>
              </a:ext>
            </a:extLst>
          </p:cNvPr>
          <p:cNvSpPr txBox="1"/>
          <p:nvPr/>
        </p:nvSpPr>
        <p:spPr>
          <a:xfrm>
            <a:off x="9500941" y="1364501"/>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37" name="Rectangle 36">
            <a:extLst>
              <a:ext uri="{FF2B5EF4-FFF2-40B4-BE49-F238E27FC236}">
                <a16:creationId xmlns:a16="http://schemas.microsoft.com/office/drawing/2014/main" id="{5D2F7C00-5965-8F41-99F0-F64F3C546739}"/>
              </a:ext>
            </a:extLst>
          </p:cNvPr>
          <p:cNvSpPr/>
          <p:nvPr/>
        </p:nvSpPr>
        <p:spPr>
          <a:xfrm>
            <a:off x="9352808" y="3191214"/>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 name="TextBox 37">
            <a:extLst>
              <a:ext uri="{FF2B5EF4-FFF2-40B4-BE49-F238E27FC236}">
                <a16:creationId xmlns:a16="http://schemas.microsoft.com/office/drawing/2014/main" id="{FFBD6713-BAE9-3C4E-B463-C5B4D65DA870}"/>
              </a:ext>
            </a:extLst>
          </p:cNvPr>
          <p:cNvSpPr txBox="1"/>
          <p:nvPr/>
        </p:nvSpPr>
        <p:spPr>
          <a:xfrm>
            <a:off x="10991507" y="4191243"/>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cxnSp>
        <p:nvCxnSpPr>
          <p:cNvPr id="39" name="Straight Connector 38">
            <a:extLst>
              <a:ext uri="{FF2B5EF4-FFF2-40B4-BE49-F238E27FC236}">
                <a16:creationId xmlns:a16="http://schemas.microsoft.com/office/drawing/2014/main" id="{E2530C9D-5A6A-4840-95EE-E62E0F45C045}"/>
              </a:ext>
            </a:extLst>
          </p:cNvPr>
          <p:cNvCxnSpPr>
            <a:cxnSpLocks/>
          </p:cNvCxnSpPr>
          <p:nvPr/>
        </p:nvCxnSpPr>
        <p:spPr>
          <a:xfrm flipH="1" flipV="1">
            <a:off x="10633660" y="3093431"/>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CE695EB4-9B05-534C-8956-9DB8A7F3BB4D}"/>
              </a:ext>
            </a:extLst>
          </p:cNvPr>
          <p:cNvCxnSpPr>
            <a:cxnSpLocks/>
          </p:cNvCxnSpPr>
          <p:nvPr/>
        </p:nvCxnSpPr>
        <p:spPr>
          <a:xfrm flipH="1" flipV="1">
            <a:off x="10734575" y="3153990"/>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18F7467A-DF1D-0E46-BAE5-AA618B1E2E23}"/>
              </a:ext>
            </a:extLst>
          </p:cNvPr>
          <p:cNvCxnSpPr>
            <a:cxnSpLocks/>
          </p:cNvCxnSpPr>
          <p:nvPr/>
        </p:nvCxnSpPr>
        <p:spPr>
          <a:xfrm flipV="1">
            <a:off x="10710637" y="3146727"/>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B678AF35-2773-354B-990C-E6287528A770}"/>
              </a:ext>
            </a:extLst>
          </p:cNvPr>
          <p:cNvCxnSpPr>
            <a:cxnSpLocks/>
          </p:cNvCxnSpPr>
          <p:nvPr/>
        </p:nvCxnSpPr>
        <p:spPr>
          <a:xfrm flipH="1" flipV="1">
            <a:off x="10644514" y="3108202"/>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ED3CE828-FE2E-C442-997E-2F0E1211CF46}"/>
              </a:ext>
            </a:extLst>
          </p:cNvPr>
          <p:cNvCxnSpPr>
            <a:cxnSpLocks/>
          </p:cNvCxnSpPr>
          <p:nvPr/>
        </p:nvCxnSpPr>
        <p:spPr>
          <a:xfrm flipH="1" flipV="1">
            <a:off x="10624360" y="3584948"/>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3668B3BB-A47F-5E47-AC63-7A64454822AB}"/>
              </a:ext>
            </a:extLst>
          </p:cNvPr>
          <p:cNvCxnSpPr>
            <a:cxnSpLocks/>
          </p:cNvCxnSpPr>
          <p:nvPr/>
        </p:nvCxnSpPr>
        <p:spPr>
          <a:xfrm flipH="1">
            <a:off x="9968935" y="3601048"/>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10E00960-4829-DF40-A68E-F6F8238FF69F}"/>
              </a:ext>
            </a:extLst>
          </p:cNvPr>
          <p:cNvCxnSpPr>
            <a:cxnSpLocks/>
          </p:cNvCxnSpPr>
          <p:nvPr/>
        </p:nvCxnSpPr>
        <p:spPr>
          <a:xfrm flipH="1">
            <a:off x="9293356" y="3601048"/>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FAD6522C-9B65-7B47-9343-759ADC3E82EF}"/>
              </a:ext>
            </a:extLst>
          </p:cNvPr>
          <p:cNvCxnSpPr>
            <a:cxnSpLocks/>
          </p:cNvCxnSpPr>
          <p:nvPr/>
        </p:nvCxnSpPr>
        <p:spPr>
          <a:xfrm flipH="1">
            <a:off x="9350608" y="3020978"/>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C9D60433-CC5F-F847-96F4-C7AB0F1F4319}"/>
              </a:ext>
            </a:extLst>
          </p:cNvPr>
          <p:cNvCxnSpPr>
            <a:cxnSpLocks/>
          </p:cNvCxnSpPr>
          <p:nvPr/>
        </p:nvCxnSpPr>
        <p:spPr>
          <a:xfrm>
            <a:off x="9806809" y="3020978"/>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5889A11F-395A-0146-B6C3-4B72596D337D}"/>
              </a:ext>
            </a:extLst>
          </p:cNvPr>
          <p:cNvCxnSpPr/>
          <p:nvPr/>
        </p:nvCxnSpPr>
        <p:spPr>
          <a:xfrm>
            <a:off x="10211408" y="2267998"/>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5B56C4A7-D357-9B49-881D-CA196AEAFB86}"/>
              </a:ext>
            </a:extLst>
          </p:cNvPr>
          <p:cNvCxnSpPr>
            <a:cxnSpLocks/>
          </p:cNvCxnSpPr>
          <p:nvPr/>
        </p:nvCxnSpPr>
        <p:spPr>
          <a:xfrm flipH="1">
            <a:off x="9872459" y="2208319"/>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0" name="Group 49">
            <a:extLst>
              <a:ext uri="{FF2B5EF4-FFF2-40B4-BE49-F238E27FC236}">
                <a16:creationId xmlns:a16="http://schemas.microsoft.com/office/drawing/2014/main" id="{F956D9B4-9FB3-E942-993E-5C0B6D6D4E8E}"/>
              </a:ext>
            </a:extLst>
          </p:cNvPr>
          <p:cNvGrpSpPr/>
          <p:nvPr/>
        </p:nvGrpSpPr>
        <p:grpSpPr>
          <a:xfrm>
            <a:off x="7635978" y="1640631"/>
            <a:ext cx="3578867" cy="3640283"/>
            <a:chOff x="7562238" y="2127325"/>
            <a:chExt cx="3578867" cy="3640283"/>
          </a:xfrm>
        </p:grpSpPr>
        <p:grpSp>
          <p:nvGrpSpPr>
            <p:cNvPr id="51" name="Group 50">
              <a:extLst>
                <a:ext uri="{FF2B5EF4-FFF2-40B4-BE49-F238E27FC236}">
                  <a16:creationId xmlns:a16="http://schemas.microsoft.com/office/drawing/2014/main" id="{16638E5F-AAD7-1E49-9118-E30B36F9BBE5}"/>
                </a:ext>
              </a:extLst>
            </p:cNvPr>
            <p:cNvGrpSpPr/>
            <p:nvPr/>
          </p:nvGrpSpPr>
          <p:grpSpPr>
            <a:xfrm>
              <a:off x="7857253" y="2127325"/>
              <a:ext cx="3283852" cy="3640283"/>
              <a:chOff x="7881336" y="2104198"/>
              <a:chExt cx="3283852" cy="3640283"/>
            </a:xfrm>
          </p:grpSpPr>
          <p:sp>
            <p:nvSpPr>
              <p:cNvPr id="56" name="Line 428">
                <a:extLst>
                  <a:ext uri="{FF2B5EF4-FFF2-40B4-BE49-F238E27FC236}">
                    <a16:creationId xmlns:a16="http://schemas.microsoft.com/office/drawing/2014/main" id="{73C14346-74B2-0A41-B7C0-12342BB486A0}"/>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Line 430">
                <a:extLst>
                  <a:ext uri="{FF2B5EF4-FFF2-40B4-BE49-F238E27FC236}">
                    <a16:creationId xmlns:a16="http://schemas.microsoft.com/office/drawing/2014/main" id="{0D57C56C-0C29-B74B-8FBC-5FE76C1C730B}"/>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Line 431">
                <a:extLst>
                  <a:ext uri="{FF2B5EF4-FFF2-40B4-BE49-F238E27FC236}">
                    <a16:creationId xmlns:a16="http://schemas.microsoft.com/office/drawing/2014/main" id="{BFFEF7F7-03E4-6249-BB27-BF21D3853776}"/>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Line 432">
                <a:extLst>
                  <a:ext uri="{FF2B5EF4-FFF2-40B4-BE49-F238E27FC236}">
                    <a16:creationId xmlns:a16="http://schemas.microsoft.com/office/drawing/2014/main" id="{DF776BD7-BCAC-094E-827B-C2448A76F773}"/>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433">
                <a:extLst>
                  <a:ext uri="{FF2B5EF4-FFF2-40B4-BE49-F238E27FC236}">
                    <a16:creationId xmlns:a16="http://schemas.microsoft.com/office/drawing/2014/main" id="{43C2E62B-BB7A-5C46-8927-931F84F3F89A}"/>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Line 435">
                <a:extLst>
                  <a:ext uri="{FF2B5EF4-FFF2-40B4-BE49-F238E27FC236}">
                    <a16:creationId xmlns:a16="http://schemas.microsoft.com/office/drawing/2014/main" id="{663DFC23-9B89-9C45-9D1B-0D48274B8B63}"/>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Line 436">
                <a:extLst>
                  <a:ext uri="{FF2B5EF4-FFF2-40B4-BE49-F238E27FC236}">
                    <a16:creationId xmlns:a16="http://schemas.microsoft.com/office/drawing/2014/main" id="{18DD1356-89D5-3A44-95E7-F9A8CBA10767}"/>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Line 439">
                <a:extLst>
                  <a:ext uri="{FF2B5EF4-FFF2-40B4-BE49-F238E27FC236}">
                    <a16:creationId xmlns:a16="http://schemas.microsoft.com/office/drawing/2014/main" id="{97928BA0-13A6-EB47-BAB3-34433975D475}"/>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440">
                <a:extLst>
                  <a:ext uri="{FF2B5EF4-FFF2-40B4-BE49-F238E27FC236}">
                    <a16:creationId xmlns:a16="http://schemas.microsoft.com/office/drawing/2014/main" id="{2C224211-7D09-3B43-A0B8-3F79ED55F846}"/>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441">
                <a:extLst>
                  <a:ext uri="{FF2B5EF4-FFF2-40B4-BE49-F238E27FC236}">
                    <a16:creationId xmlns:a16="http://schemas.microsoft.com/office/drawing/2014/main" id="{BC08E60D-832A-A349-9156-9FF0DCB8DA09}"/>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443">
                <a:extLst>
                  <a:ext uri="{FF2B5EF4-FFF2-40B4-BE49-F238E27FC236}">
                    <a16:creationId xmlns:a16="http://schemas.microsoft.com/office/drawing/2014/main" id="{9290D2BD-563E-7049-907C-4BAF6989D009}"/>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Line 449">
                <a:extLst>
                  <a:ext uri="{FF2B5EF4-FFF2-40B4-BE49-F238E27FC236}">
                    <a16:creationId xmlns:a16="http://schemas.microsoft.com/office/drawing/2014/main" id="{34D18B5D-D38E-294D-9B36-D83EA1EA66F0}"/>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428">
                <a:extLst>
                  <a:ext uri="{FF2B5EF4-FFF2-40B4-BE49-F238E27FC236}">
                    <a16:creationId xmlns:a16="http://schemas.microsoft.com/office/drawing/2014/main" id="{390CF526-5CCE-B44E-9ADE-6403971D0B7F}"/>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Line 440">
                <a:extLst>
                  <a:ext uri="{FF2B5EF4-FFF2-40B4-BE49-F238E27FC236}">
                    <a16:creationId xmlns:a16="http://schemas.microsoft.com/office/drawing/2014/main" id="{4FC20A7F-7EBB-B34E-A088-4F737F1DCCAF}"/>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70" name="Straight Connector 69">
                <a:extLst>
                  <a:ext uri="{FF2B5EF4-FFF2-40B4-BE49-F238E27FC236}">
                    <a16:creationId xmlns:a16="http://schemas.microsoft.com/office/drawing/2014/main" id="{D0A1EE81-EDC0-E24E-81ED-25EC7FC1859F}"/>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1" name="Straight Connector 70">
                <a:extLst>
                  <a:ext uri="{FF2B5EF4-FFF2-40B4-BE49-F238E27FC236}">
                    <a16:creationId xmlns:a16="http://schemas.microsoft.com/office/drawing/2014/main" id="{B40B7AC1-4BC8-7841-AB79-C252B50D01B9}"/>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2" name="Straight Connector 71">
                <a:extLst>
                  <a:ext uri="{FF2B5EF4-FFF2-40B4-BE49-F238E27FC236}">
                    <a16:creationId xmlns:a16="http://schemas.microsoft.com/office/drawing/2014/main" id="{F8FC87DD-FCE9-4847-8369-0353D5F038BA}"/>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3" name="Straight Connector 72">
                <a:extLst>
                  <a:ext uri="{FF2B5EF4-FFF2-40B4-BE49-F238E27FC236}">
                    <a16:creationId xmlns:a16="http://schemas.microsoft.com/office/drawing/2014/main" id="{3A5AC2F9-DAA5-2B42-ADBA-8AA2CE13A98C}"/>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4" name="Straight Connector 73">
                <a:extLst>
                  <a:ext uri="{FF2B5EF4-FFF2-40B4-BE49-F238E27FC236}">
                    <a16:creationId xmlns:a16="http://schemas.microsoft.com/office/drawing/2014/main" id="{CD02ED14-DF8A-6F47-8739-891B3E17E541}"/>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5" name="Straight Connector 74">
                <a:extLst>
                  <a:ext uri="{FF2B5EF4-FFF2-40B4-BE49-F238E27FC236}">
                    <a16:creationId xmlns:a16="http://schemas.microsoft.com/office/drawing/2014/main" id="{331B2571-456D-AA4C-9A42-8EC6DB5942CF}"/>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6" name="Straight Connector 75">
                <a:extLst>
                  <a:ext uri="{FF2B5EF4-FFF2-40B4-BE49-F238E27FC236}">
                    <a16:creationId xmlns:a16="http://schemas.microsoft.com/office/drawing/2014/main" id="{9DD07C97-ADFF-3B4D-9D80-4CCDBD9933B0}"/>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a:extLst>
                  <a:ext uri="{FF2B5EF4-FFF2-40B4-BE49-F238E27FC236}">
                    <a16:creationId xmlns:a16="http://schemas.microsoft.com/office/drawing/2014/main" id="{21CD801D-E623-DF4F-AE29-F9EDFFC1853E}"/>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78" name="Line 541">
                <a:extLst>
                  <a:ext uri="{FF2B5EF4-FFF2-40B4-BE49-F238E27FC236}">
                    <a16:creationId xmlns:a16="http://schemas.microsoft.com/office/drawing/2014/main" id="{7986AEA4-9721-1648-AF87-0143CA33D4AB}"/>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Line 424">
                <a:extLst>
                  <a:ext uri="{FF2B5EF4-FFF2-40B4-BE49-F238E27FC236}">
                    <a16:creationId xmlns:a16="http://schemas.microsoft.com/office/drawing/2014/main" id="{5B046CBA-A8F6-A944-8D42-E33C2FBF401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52" name="Picture 778" descr="antenna_radiation_stylized">
              <a:extLst>
                <a:ext uri="{FF2B5EF4-FFF2-40B4-BE49-F238E27FC236}">
                  <a16:creationId xmlns:a16="http://schemas.microsoft.com/office/drawing/2014/main" id="{631F2DEF-0FF8-3C41-AEF8-65E9DF76C1A6}"/>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 name="Picture 781" descr="antenna_radiation_stylized">
              <a:extLst>
                <a:ext uri="{FF2B5EF4-FFF2-40B4-BE49-F238E27FC236}">
                  <a16:creationId xmlns:a16="http://schemas.microsoft.com/office/drawing/2014/main" id="{A237A058-6399-5243-824F-D60A75A742E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 name="Picture 799" descr="cell_tower_radiation copy">
              <a:extLst>
                <a:ext uri="{FF2B5EF4-FFF2-40B4-BE49-F238E27FC236}">
                  <a16:creationId xmlns:a16="http://schemas.microsoft.com/office/drawing/2014/main" id="{7D446A4E-5E76-104B-810A-DBB0D426EE6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5" name="Oval 800">
              <a:extLst>
                <a:ext uri="{FF2B5EF4-FFF2-40B4-BE49-F238E27FC236}">
                  <a16:creationId xmlns:a16="http://schemas.microsoft.com/office/drawing/2014/main" id="{EAAB4AC1-DEE9-134F-A0D6-239D715DAA16}"/>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80" name="Line 426">
            <a:extLst>
              <a:ext uri="{FF2B5EF4-FFF2-40B4-BE49-F238E27FC236}">
                <a16:creationId xmlns:a16="http://schemas.microsoft.com/office/drawing/2014/main" id="{5B80D194-D80B-BF48-8540-D5B8565B4303}"/>
              </a:ext>
            </a:extLst>
          </p:cNvPr>
          <p:cNvSpPr>
            <a:spLocks noChangeShapeType="1"/>
          </p:cNvSpPr>
          <p:nvPr/>
        </p:nvSpPr>
        <p:spPr bwMode="auto">
          <a:xfrm>
            <a:off x="8281600" y="2213665"/>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1" name="Group 783">
            <a:extLst>
              <a:ext uri="{FF2B5EF4-FFF2-40B4-BE49-F238E27FC236}">
                <a16:creationId xmlns:a16="http://schemas.microsoft.com/office/drawing/2014/main" id="{E68A1148-D704-A446-A2F3-AD2E0367AAB2}"/>
              </a:ext>
            </a:extLst>
          </p:cNvPr>
          <p:cNvGrpSpPr>
            <a:grpSpLocks/>
          </p:cNvGrpSpPr>
          <p:nvPr/>
        </p:nvGrpSpPr>
        <p:grpSpPr bwMode="auto">
          <a:xfrm>
            <a:off x="8124438" y="1822682"/>
            <a:ext cx="298450" cy="464008"/>
            <a:chOff x="3130" y="3288"/>
            <a:chExt cx="410" cy="742"/>
          </a:xfrm>
        </p:grpSpPr>
        <p:sp>
          <p:nvSpPr>
            <p:cNvPr id="82" name="Line 270">
              <a:extLst>
                <a:ext uri="{FF2B5EF4-FFF2-40B4-BE49-F238E27FC236}">
                  <a16:creationId xmlns:a16="http://schemas.microsoft.com/office/drawing/2014/main" id="{148E09EA-BBD1-E045-A9C1-2579C62EE832}"/>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Line 271">
              <a:extLst>
                <a:ext uri="{FF2B5EF4-FFF2-40B4-BE49-F238E27FC236}">
                  <a16:creationId xmlns:a16="http://schemas.microsoft.com/office/drawing/2014/main" id="{0CEB5342-A8E6-2241-A276-5D5BB507FC8B}"/>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Line 272">
              <a:extLst>
                <a:ext uri="{FF2B5EF4-FFF2-40B4-BE49-F238E27FC236}">
                  <a16:creationId xmlns:a16="http://schemas.microsoft.com/office/drawing/2014/main" id="{1C31E4F5-A349-A54A-B3C6-FCE7EC386D47}"/>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273">
              <a:extLst>
                <a:ext uri="{FF2B5EF4-FFF2-40B4-BE49-F238E27FC236}">
                  <a16:creationId xmlns:a16="http://schemas.microsoft.com/office/drawing/2014/main" id="{89E72D14-18C6-4F4A-A018-55770D016BB8}"/>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Line 274">
              <a:extLst>
                <a:ext uri="{FF2B5EF4-FFF2-40B4-BE49-F238E27FC236}">
                  <a16:creationId xmlns:a16="http://schemas.microsoft.com/office/drawing/2014/main" id="{6FD77342-4E61-494C-9600-ADAF89CDF5CC}"/>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Line 275">
              <a:extLst>
                <a:ext uri="{FF2B5EF4-FFF2-40B4-BE49-F238E27FC236}">
                  <a16:creationId xmlns:a16="http://schemas.microsoft.com/office/drawing/2014/main" id="{840F43A3-D863-904A-912C-87898DB80EF0}"/>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Line 276">
              <a:extLst>
                <a:ext uri="{FF2B5EF4-FFF2-40B4-BE49-F238E27FC236}">
                  <a16:creationId xmlns:a16="http://schemas.microsoft.com/office/drawing/2014/main" id="{C8E333AC-9EDA-F34E-A2B4-BB319D3FB166}"/>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Line 277">
              <a:extLst>
                <a:ext uri="{FF2B5EF4-FFF2-40B4-BE49-F238E27FC236}">
                  <a16:creationId xmlns:a16="http://schemas.microsoft.com/office/drawing/2014/main" id="{DBBC7195-32E5-1E44-A4B7-2D041FCF1959}"/>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278">
              <a:extLst>
                <a:ext uri="{FF2B5EF4-FFF2-40B4-BE49-F238E27FC236}">
                  <a16:creationId xmlns:a16="http://schemas.microsoft.com/office/drawing/2014/main" id="{B6C3F345-DEA7-C64D-90EE-6DFEF6B0F797}"/>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Line 279">
              <a:extLst>
                <a:ext uri="{FF2B5EF4-FFF2-40B4-BE49-F238E27FC236}">
                  <a16:creationId xmlns:a16="http://schemas.microsoft.com/office/drawing/2014/main" id="{6C2CB45E-DD31-644D-B38E-56690CBDE831}"/>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280">
              <a:extLst>
                <a:ext uri="{FF2B5EF4-FFF2-40B4-BE49-F238E27FC236}">
                  <a16:creationId xmlns:a16="http://schemas.microsoft.com/office/drawing/2014/main" id="{0B1D6178-5CDF-C44A-BD74-FC217ED5751B}"/>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Line 281">
              <a:extLst>
                <a:ext uri="{FF2B5EF4-FFF2-40B4-BE49-F238E27FC236}">
                  <a16:creationId xmlns:a16="http://schemas.microsoft.com/office/drawing/2014/main" id="{363887BB-4AF3-B84E-9683-EE49686A1C82}"/>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Line 282">
              <a:extLst>
                <a:ext uri="{FF2B5EF4-FFF2-40B4-BE49-F238E27FC236}">
                  <a16:creationId xmlns:a16="http://schemas.microsoft.com/office/drawing/2014/main" id="{175D27BE-3FD8-CE45-A067-6C508BF70C83}"/>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Line 283">
              <a:extLst>
                <a:ext uri="{FF2B5EF4-FFF2-40B4-BE49-F238E27FC236}">
                  <a16:creationId xmlns:a16="http://schemas.microsoft.com/office/drawing/2014/main" id="{B2BBADBF-8220-2243-8DAD-6DAD647432F5}"/>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Line 284">
              <a:extLst>
                <a:ext uri="{FF2B5EF4-FFF2-40B4-BE49-F238E27FC236}">
                  <a16:creationId xmlns:a16="http://schemas.microsoft.com/office/drawing/2014/main" id="{3AB793CC-A3CA-9F45-A697-F5B2AC584A50}"/>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97" name="Picture 777" descr="access_point_stylized_small">
            <a:extLst>
              <a:ext uri="{FF2B5EF4-FFF2-40B4-BE49-F238E27FC236}">
                <a16:creationId xmlns:a16="http://schemas.microsoft.com/office/drawing/2014/main" id="{68963423-0F28-9C4E-9209-A68C79A01E55}"/>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87622" y="3375205"/>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8" name="Picture 780" descr="access_point_stylized_small">
            <a:extLst>
              <a:ext uri="{FF2B5EF4-FFF2-40B4-BE49-F238E27FC236}">
                <a16:creationId xmlns:a16="http://schemas.microsoft.com/office/drawing/2014/main" id="{CC400AD6-BFC6-FE40-9B3A-1E58BEB77C01}"/>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364350" y="5037538"/>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9" name="Group 98">
            <a:extLst>
              <a:ext uri="{FF2B5EF4-FFF2-40B4-BE49-F238E27FC236}">
                <a16:creationId xmlns:a16="http://schemas.microsoft.com/office/drawing/2014/main" id="{45D32098-7053-E144-ABFD-96A14B42CDE7}"/>
              </a:ext>
            </a:extLst>
          </p:cNvPr>
          <p:cNvGrpSpPr/>
          <p:nvPr/>
        </p:nvGrpSpPr>
        <p:grpSpPr>
          <a:xfrm>
            <a:off x="9923105" y="4852343"/>
            <a:ext cx="309740" cy="190838"/>
            <a:chOff x="3668110" y="2448910"/>
            <a:chExt cx="3794234" cy="2165130"/>
          </a:xfrm>
        </p:grpSpPr>
        <p:sp>
          <p:nvSpPr>
            <p:cNvPr id="100" name="Rectangle 99">
              <a:extLst>
                <a:ext uri="{FF2B5EF4-FFF2-40B4-BE49-F238E27FC236}">
                  <a16:creationId xmlns:a16="http://schemas.microsoft.com/office/drawing/2014/main" id="{04E26E62-0A09-FE48-83DB-99D08E6D9666}"/>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 name="Freeform 100">
              <a:extLst>
                <a:ext uri="{FF2B5EF4-FFF2-40B4-BE49-F238E27FC236}">
                  <a16:creationId xmlns:a16="http://schemas.microsoft.com/office/drawing/2014/main" id="{5BBE0DFE-0625-6941-BE0B-54B132BA201D}"/>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02" name="Group 101">
              <a:extLst>
                <a:ext uri="{FF2B5EF4-FFF2-40B4-BE49-F238E27FC236}">
                  <a16:creationId xmlns:a16="http://schemas.microsoft.com/office/drawing/2014/main" id="{607D2C3A-C248-C14C-AE1E-3CEA21A7711E}"/>
                </a:ext>
              </a:extLst>
            </p:cNvPr>
            <p:cNvGrpSpPr/>
            <p:nvPr/>
          </p:nvGrpSpPr>
          <p:grpSpPr>
            <a:xfrm>
              <a:off x="3941378" y="2603243"/>
              <a:ext cx="3202061" cy="1066110"/>
              <a:chOff x="7939341" y="3037317"/>
              <a:chExt cx="897649" cy="353919"/>
            </a:xfrm>
          </p:grpSpPr>
          <p:sp>
            <p:nvSpPr>
              <p:cNvPr id="103" name="Freeform 102">
                <a:extLst>
                  <a:ext uri="{FF2B5EF4-FFF2-40B4-BE49-F238E27FC236}">
                    <a16:creationId xmlns:a16="http://schemas.microsoft.com/office/drawing/2014/main" id="{BD2E6830-1548-F748-9CD3-9BBE3D747B5B}"/>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4" name="Freeform 103">
                <a:extLst>
                  <a:ext uri="{FF2B5EF4-FFF2-40B4-BE49-F238E27FC236}">
                    <a16:creationId xmlns:a16="http://schemas.microsoft.com/office/drawing/2014/main" id="{87EA9A58-4D21-1A4A-8916-404ABE135DD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5" name="Freeform 104">
                <a:extLst>
                  <a:ext uri="{FF2B5EF4-FFF2-40B4-BE49-F238E27FC236}">
                    <a16:creationId xmlns:a16="http://schemas.microsoft.com/office/drawing/2014/main" id="{7CF3E410-162D-074A-8E74-378002078118}"/>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6" name="Freeform 105">
                <a:extLst>
                  <a:ext uri="{FF2B5EF4-FFF2-40B4-BE49-F238E27FC236}">
                    <a16:creationId xmlns:a16="http://schemas.microsoft.com/office/drawing/2014/main" id="{072DA05C-F551-2546-ACD2-A6674CBCE38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07" name="Group 106">
            <a:extLst>
              <a:ext uri="{FF2B5EF4-FFF2-40B4-BE49-F238E27FC236}">
                <a16:creationId xmlns:a16="http://schemas.microsoft.com/office/drawing/2014/main" id="{659AA5C6-EE3B-2947-B048-197F6FD3AC8C}"/>
              </a:ext>
            </a:extLst>
          </p:cNvPr>
          <p:cNvGrpSpPr/>
          <p:nvPr/>
        </p:nvGrpSpPr>
        <p:grpSpPr>
          <a:xfrm>
            <a:off x="8750359" y="4480726"/>
            <a:ext cx="393760" cy="218578"/>
            <a:chOff x="7493876" y="2774731"/>
            <a:chExt cx="1481958" cy="894622"/>
          </a:xfrm>
        </p:grpSpPr>
        <p:sp>
          <p:nvSpPr>
            <p:cNvPr id="108" name="Freeform 107">
              <a:extLst>
                <a:ext uri="{FF2B5EF4-FFF2-40B4-BE49-F238E27FC236}">
                  <a16:creationId xmlns:a16="http://schemas.microsoft.com/office/drawing/2014/main" id="{9100A36C-A3A7-F64D-ACF1-BC8A727C2CB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9" name="Oval 108">
              <a:extLst>
                <a:ext uri="{FF2B5EF4-FFF2-40B4-BE49-F238E27FC236}">
                  <a16:creationId xmlns:a16="http://schemas.microsoft.com/office/drawing/2014/main" id="{66AC0DDF-BAAC-9648-9DB4-B82F4C800F1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10" name="Group 109">
              <a:extLst>
                <a:ext uri="{FF2B5EF4-FFF2-40B4-BE49-F238E27FC236}">
                  <a16:creationId xmlns:a16="http://schemas.microsoft.com/office/drawing/2014/main" id="{F93AC9B6-D959-EE46-8553-EF585F23BD73}"/>
                </a:ext>
              </a:extLst>
            </p:cNvPr>
            <p:cNvGrpSpPr/>
            <p:nvPr/>
          </p:nvGrpSpPr>
          <p:grpSpPr>
            <a:xfrm>
              <a:off x="7713663" y="2848339"/>
              <a:ext cx="1042107" cy="425543"/>
              <a:chOff x="7786941" y="2884917"/>
              <a:chExt cx="897649" cy="353919"/>
            </a:xfrm>
          </p:grpSpPr>
          <p:sp>
            <p:nvSpPr>
              <p:cNvPr id="111" name="Freeform 110">
                <a:extLst>
                  <a:ext uri="{FF2B5EF4-FFF2-40B4-BE49-F238E27FC236}">
                    <a16:creationId xmlns:a16="http://schemas.microsoft.com/office/drawing/2014/main" id="{4CC15E79-4120-D643-9348-8A2483E7C14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B4C3AE5D-7179-E240-8F3C-8DF74EC9998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3" name="Freeform 112">
                <a:extLst>
                  <a:ext uri="{FF2B5EF4-FFF2-40B4-BE49-F238E27FC236}">
                    <a16:creationId xmlns:a16="http://schemas.microsoft.com/office/drawing/2014/main" id="{3A0685E0-EC87-CF48-A96B-77CB2EC25C0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4" name="Freeform 113">
                <a:extLst>
                  <a:ext uri="{FF2B5EF4-FFF2-40B4-BE49-F238E27FC236}">
                    <a16:creationId xmlns:a16="http://schemas.microsoft.com/office/drawing/2014/main" id="{9E67B1F5-ED42-AE4A-8D5B-75AD8401AC4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5" name="Group 114">
            <a:extLst>
              <a:ext uri="{FF2B5EF4-FFF2-40B4-BE49-F238E27FC236}">
                <a16:creationId xmlns:a16="http://schemas.microsoft.com/office/drawing/2014/main" id="{04996387-BE14-DF43-805B-702F9CA5C7DE}"/>
              </a:ext>
            </a:extLst>
          </p:cNvPr>
          <p:cNvGrpSpPr/>
          <p:nvPr/>
        </p:nvGrpSpPr>
        <p:grpSpPr>
          <a:xfrm>
            <a:off x="8385260" y="4707739"/>
            <a:ext cx="309740" cy="190838"/>
            <a:chOff x="3668110" y="2448910"/>
            <a:chExt cx="3794234" cy="2165130"/>
          </a:xfrm>
        </p:grpSpPr>
        <p:sp>
          <p:nvSpPr>
            <p:cNvPr id="116" name="Rectangle 115">
              <a:extLst>
                <a:ext uri="{FF2B5EF4-FFF2-40B4-BE49-F238E27FC236}">
                  <a16:creationId xmlns:a16="http://schemas.microsoft.com/office/drawing/2014/main" id="{45754FAB-24AD-164E-8246-AFEEDC5117CD}"/>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7" name="Freeform 116">
              <a:extLst>
                <a:ext uri="{FF2B5EF4-FFF2-40B4-BE49-F238E27FC236}">
                  <a16:creationId xmlns:a16="http://schemas.microsoft.com/office/drawing/2014/main" id="{E5DD5BBA-99BE-AB40-ABCA-66BF6954D98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8" name="Group 117">
              <a:extLst>
                <a:ext uri="{FF2B5EF4-FFF2-40B4-BE49-F238E27FC236}">
                  <a16:creationId xmlns:a16="http://schemas.microsoft.com/office/drawing/2014/main" id="{AEB271AC-E128-C94E-8C52-AEF23798B7A8}"/>
                </a:ext>
              </a:extLst>
            </p:cNvPr>
            <p:cNvGrpSpPr/>
            <p:nvPr/>
          </p:nvGrpSpPr>
          <p:grpSpPr>
            <a:xfrm>
              <a:off x="3941378" y="2603243"/>
              <a:ext cx="3202061" cy="1066110"/>
              <a:chOff x="7939341" y="3037317"/>
              <a:chExt cx="897649" cy="353919"/>
            </a:xfrm>
          </p:grpSpPr>
          <p:sp>
            <p:nvSpPr>
              <p:cNvPr id="119" name="Freeform 118">
                <a:extLst>
                  <a:ext uri="{FF2B5EF4-FFF2-40B4-BE49-F238E27FC236}">
                    <a16:creationId xmlns:a16="http://schemas.microsoft.com/office/drawing/2014/main" id="{6A1116CA-475C-3648-95B4-42F00A2A0566}"/>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C2AE9788-7391-8445-B359-B4CC25A1EE9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1" name="Freeform 120">
                <a:extLst>
                  <a:ext uri="{FF2B5EF4-FFF2-40B4-BE49-F238E27FC236}">
                    <a16:creationId xmlns:a16="http://schemas.microsoft.com/office/drawing/2014/main" id="{B02E83DD-BD53-7B47-A845-B8C7DC6A694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2" name="Freeform 121">
                <a:extLst>
                  <a:ext uri="{FF2B5EF4-FFF2-40B4-BE49-F238E27FC236}">
                    <a16:creationId xmlns:a16="http://schemas.microsoft.com/office/drawing/2014/main" id="{2DC92133-A32C-A741-B66D-863B3C03BD8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3" name="Group 122">
            <a:extLst>
              <a:ext uri="{FF2B5EF4-FFF2-40B4-BE49-F238E27FC236}">
                <a16:creationId xmlns:a16="http://schemas.microsoft.com/office/drawing/2014/main" id="{643D9FE3-9524-3844-AF33-35CA20FC0D76}"/>
              </a:ext>
            </a:extLst>
          </p:cNvPr>
          <p:cNvGrpSpPr/>
          <p:nvPr/>
        </p:nvGrpSpPr>
        <p:grpSpPr>
          <a:xfrm>
            <a:off x="8513567" y="2325615"/>
            <a:ext cx="353678" cy="168275"/>
            <a:chOff x="7493876" y="2774731"/>
            <a:chExt cx="1481958" cy="894622"/>
          </a:xfrm>
        </p:grpSpPr>
        <p:sp>
          <p:nvSpPr>
            <p:cNvPr id="124" name="Freeform 123">
              <a:extLst>
                <a:ext uri="{FF2B5EF4-FFF2-40B4-BE49-F238E27FC236}">
                  <a16:creationId xmlns:a16="http://schemas.microsoft.com/office/drawing/2014/main" id="{D4B39EB8-9828-0342-9391-704A2CD03D1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5" name="Oval 124">
              <a:extLst>
                <a:ext uri="{FF2B5EF4-FFF2-40B4-BE49-F238E27FC236}">
                  <a16:creationId xmlns:a16="http://schemas.microsoft.com/office/drawing/2014/main" id="{774578F8-9C32-FF4C-94B9-DD296E4639D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6" name="Group 125">
              <a:extLst>
                <a:ext uri="{FF2B5EF4-FFF2-40B4-BE49-F238E27FC236}">
                  <a16:creationId xmlns:a16="http://schemas.microsoft.com/office/drawing/2014/main" id="{E3FFE085-A1E8-8C4A-863C-F297E69E8C5F}"/>
                </a:ext>
              </a:extLst>
            </p:cNvPr>
            <p:cNvGrpSpPr/>
            <p:nvPr/>
          </p:nvGrpSpPr>
          <p:grpSpPr>
            <a:xfrm>
              <a:off x="7713663" y="2848339"/>
              <a:ext cx="1042107" cy="425543"/>
              <a:chOff x="7786941" y="2884917"/>
              <a:chExt cx="897649" cy="353919"/>
            </a:xfrm>
          </p:grpSpPr>
          <p:sp>
            <p:nvSpPr>
              <p:cNvPr id="127" name="Freeform 126">
                <a:extLst>
                  <a:ext uri="{FF2B5EF4-FFF2-40B4-BE49-F238E27FC236}">
                    <a16:creationId xmlns:a16="http://schemas.microsoft.com/office/drawing/2014/main" id="{FF20BBBE-61F6-414F-AB4A-B44CBEECD9A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B2045209-7C1C-F24A-AEE1-071242B149D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9" name="Freeform 128">
                <a:extLst>
                  <a:ext uri="{FF2B5EF4-FFF2-40B4-BE49-F238E27FC236}">
                    <a16:creationId xmlns:a16="http://schemas.microsoft.com/office/drawing/2014/main" id="{1B01ADE3-1B6E-D247-973F-54E2D9B5D15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0" name="Freeform 129">
                <a:extLst>
                  <a:ext uri="{FF2B5EF4-FFF2-40B4-BE49-F238E27FC236}">
                    <a16:creationId xmlns:a16="http://schemas.microsoft.com/office/drawing/2014/main" id="{405D61D6-D043-834E-8866-8619F48CA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1" name="Group 130">
            <a:extLst>
              <a:ext uri="{FF2B5EF4-FFF2-40B4-BE49-F238E27FC236}">
                <a16:creationId xmlns:a16="http://schemas.microsoft.com/office/drawing/2014/main" id="{1012F64F-EF7E-5344-A4F3-7EABE2D4F217}"/>
              </a:ext>
            </a:extLst>
          </p:cNvPr>
          <p:cNvGrpSpPr/>
          <p:nvPr/>
        </p:nvGrpSpPr>
        <p:grpSpPr>
          <a:xfrm>
            <a:off x="10957825" y="3114671"/>
            <a:ext cx="170989" cy="97052"/>
            <a:chOff x="7493876" y="2774731"/>
            <a:chExt cx="1481958" cy="894622"/>
          </a:xfrm>
        </p:grpSpPr>
        <p:sp>
          <p:nvSpPr>
            <p:cNvPr id="132" name="Freeform 131">
              <a:extLst>
                <a:ext uri="{FF2B5EF4-FFF2-40B4-BE49-F238E27FC236}">
                  <a16:creationId xmlns:a16="http://schemas.microsoft.com/office/drawing/2014/main" id="{8BB13C1F-054D-7941-91CB-76ED796B656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3" name="Oval 132">
              <a:extLst>
                <a:ext uri="{FF2B5EF4-FFF2-40B4-BE49-F238E27FC236}">
                  <a16:creationId xmlns:a16="http://schemas.microsoft.com/office/drawing/2014/main" id="{70C6DC31-F653-F446-9B94-60CB67A860A3}"/>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4" name="Group 133">
              <a:extLst>
                <a:ext uri="{FF2B5EF4-FFF2-40B4-BE49-F238E27FC236}">
                  <a16:creationId xmlns:a16="http://schemas.microsoft.com/office/drawing/2014/main" id="{3F4A7E86-562E-9C48-95BF-2B9D877B5376}"/>
                </a:ext>
              </a:extLst>
            </p:cNvPr>
            <p:cNvGrpSpPr/>
            <p:nvPr/>
          </p:nvGrpSpPr>
          <p:grpSpPr>
            <a:xfrm>
              <a:off x="7713663" y="2848339"/>
              <a:ext cx="1042107" cy="425543"/>
              <a:chOff x="7786941" y="2884917"/>
              <a:chExt cx="897649" cy="353919"/>
            </a:xfrm>
          </p:grpSpPr>
          <p:sp>
            <p:nvSpPr>
              <p:cNvPr id="135" name="Freeform 134">
                <a:extLst>
                  <a:ext uri="{FF2B5EF4-FFF2-40B4-BE49-F238E27FC236}">
                    <a16:creationId xmlns:a16="http://schemas.microsoft.com/office/drawing/2014/main" id="{D80C08FB-4E69-EB4A-BBCA-4E44FB7EEF5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2632F4FB-DFCC-2F4D-B158-2D3743B3F95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7" name="Freeform 136">
                <a:extLst>
                  <a:ext uri="{FF2B5EF4-FFF2-40B4-BE49-F238E27FC236}">
                    <a16:creationId xmlns:a16="http://schemas.microsoft.com/office/drawing/2014/main" id="{E6D5E9E9-B17F-9D4B-B223-9141D3A6888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8" name="Freeform 137">
                <a:extLst>
                  <a:ext uri="{FF2B5EF4-FFF2-40B4-BE49-F238E27FC236}">
                    <a16:creationId xmlns:a16="http://schemas.microsoft.com/office/drawing/2014/main" id="{8D0A12F2-B562-2648-B16A-1D30E22E02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9" name="Group 138">
            <a:extLst>
              <a:ext uri="{FF2B5EF4-FFF2-40B4-BE49-F238E27FC236}">
                <a16:creationId xmlns:a16="http://schemas.microsoft.com/office/drawing/2014/main" id="{B4E432F1-1693-8A4E-A460-5802A1AEAD07}"/>
              </a:ext>
            </a:extLst>
          </p:cNvPr>
          <p:cNvGrpSpPr/>
          <p:nvPr/>
        </p:nvGrpSpPr>
        <p:grpSpPr>
          <a:xfrm>
            <a:off x="10484349" y="3009444"/>
            <a:ext cx="353678" cy="198344"/>
            <a:chOff x="7493876" y="2774731"/>
            <a:chExt cx="1481958" cy="894622"/>
          </a:xfrm>
        </p:grpSpPr>
        <p:sp>
          <p:nvSpPr>
            <p:cNvPr id="140" name="Freeform 139">
              <a:extLst>
                <a:ext uri="{FF2B5EF4-FFF2-40B4-BE49-F238E27FC236}">
                  <a16:creationId xmlns:a16="http://schemas.microsoft.com/office/drawing/2014/main" id="{5ED14BE6-903D-9940-AC2B-3268B87ADFF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1" name="Oval 140">
              <a:extLst>
                <a:ext uri="{FF2B5EF4-FFF2-40B4-BE49-F238E27FC236}">
                  <a16:creationId xmlns:a16="http://schemas.microsoft.com/office/drawing/2014/main" id="{7EFC5165-1B49-B544-B703-D0E9DA908D7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2" name="Group 141">
              <a:extLst>
                <a:ext uri="{FF2B5EF4-FFF2-40B4-BE49-F238E27FC236}">
                  <a16:creationId xmlns:a16="http://schemas.microsoft.com/office/drawing/2014/main" id="{AB1397D1-18DA-5944-8339-897F9A9AD894}"/>
                </a:ext>
              </a:extLst>
            </p:cNvPr>
            <p:cNvGrpSpPr/>
            <p:nvPr/>
          </p:nvGrpSpPr>
          <p:grpSpPr>
            <a:xfrm>
              <a:off x="7713663" y="2848339"/>
              <a:ext cx="1042107" cy="425543"/>
              <a:chOff x="7786941" y="2884917"/>
              <a:chExt cx="897649" cy="353919"/>
            </a:xfrm>
          </p:grpSpPr>
          <p:sp>
            <p:nvSpPr>
              <p:cNvPr id="143" name="Freeform 142">
                <a:extLst>
                  <a:ext uri="{FF2B5EF4-FFF2-40B4-BE49-F238E27FC236}">
                    <a16:creationId xmlns:a16="http://schemas.microsoft.com/office/drawing/2014/main" id="{D3D45686-63E9-E245-8305-C334F0541E7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3B2FA1D1-BF4F-F947-B3E1-406A420C4F1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5" name="Freeform 144">
                <a:extLst>
                  <a:ext uri="{FF2B5EF4-FFF2-40B4-BE49-F238E27FC236}">
                    <a16:creationId xmlns:a16="http://schemas.microsoft.com/office/drawing/2014/main" id="{2C4C730F-0E5F-9441-B3F0-9FB7DB40363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6" name="Freeform 145">
                <a:extLst>
                  <a:ext uri="{FF2B5EF4-FFF2-40B4-BE49-F238E27FC236}">
                    <a16:creationId xmlns:a16="http://schemas.microsoft.com/office/drawing/2014/main" id="{3C05DC31-C04A-DA4E-BD68-6BCFC14A564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7" name="Group 146">
            <a:extLst>
              <a:ext uri="{FF2B5EF4-FFF2-40B4-BE49-F238E27FC236}">
                <a16:creationId xmlns:a16="http://schemas.microsoft.com/office/drawing/2014/main" id="{851A2E38-C8F7-5B4D-93A5-130306B471F9}"/>
              </a:ext>
            </a:extLst>
          </p:cNvPr>
          <p:cNvGrpSpPr/>
          <p:nvPr/>
        </p:nvGrpSpPr>
        <p:grpSpPr>
          <a:xfrm>
            <a:off x="10022464" y="1715598"/>
            <a:ext cx="353678" cy="198344"/>
            <a:chOff x="7493876" y="2774731"/>
            <a:chExt cx="1481958" cy="894622"/>
          </a:xfrm>
        </p:grpSpPr>
        <p:sp>
          <p:nvSpPr>
            <p:cNvPr id="148" name="Freeform 147">
              <a:extLst>
                <a:ext uri="{FF2B5EF4-FFF2-40B4-BE49-F238E27FC236}">
                  <a16:creationId xmlns:a16="http://schemas.microsoft.com/office/drawing/2014/main" id="{DE316D8C-B460-B94D-8F8C-D3061831AA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9" name="Oval 148">
              <a:extLst>
                <a:ext uri="{FF2B5EF4-FFF2-40B4-BE49-F238E27FC236}">
                  <a16:creationId xmlns:a16="http://schemas.microsoft.com/office/drawing/2014/main" id="{F1A1A5CB-A709-1F4F-8D50-2C99B35EED9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0" name="Group 149">
              <a:extLst>
                <a:ext uri="{FF2B5EF4-FFF2-40B4-BE49-F238E27FC236}">
                  <a16:creationId xmlns:a16="http://schemas.microsoft.com/office/drawing/2014/main" id="{2C3D1ACE-2ADB-1B4F-B4F6-152F4655CFF6}"/>
                </a:ext>
              </a:extLst>
            </p:cNvPr>
            <p:cNvGrpSpPr/>
            <p:nvPr/>
          </p:nvGrpSpPr>
          <p:grpSpPr>
            <a:xfrm>
              <a:off x="7713663" y="2848339"/>
              <a:ext cx="1042107" cy="425543"/>
              <a:chOff x="7786941" y="2884917"/>
              <a:chExt cx="897649" cy="353919"/>
            </a:xfrm>
          </p:grpSpPr>
          <p:sp>
            <p:nvSpPr>
              <p:cNvPr id="151" name="Freeform 150">
                <a:extLst>
                  <a:ext uri="{FF2B5EF4-FFF2-40B4-BE49-F238E27FC236}">
                    <a16:creationId xmlns:a16="http://schemas.microsoft.com/office/drawing/2014/main" id="{ABA3F008-D35A-3344-AE9B-985B191CD41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9B80981C-5DF8-8A44-871A-76578F68D6F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3" name="Freeform 152">
                <a:extLst>
                  <a:ext uri="{FF2B5EF4-FFF2-40B4-BE49-F238E27FC236}">
                    <a16:creationId xmlns:a16="http://schemas.microsoft.com/office/drawing/2014/main" id="{811450F3-31D3-204D-B370-675D8DEBAA5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4" name="Freeform 153">
                <a:extLst>
                  <a:ext uri="{FF2B5EF4-FFF2-40B4-BE49-F238E27FC236}">
                    <a16:creationId xmlns:a16="http://schemas.microsoft.com/office/drawing/2014/main" id="{B8AF6519-9948-BD4F-9BDE-BF2FE27174E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5" name="Group 154">
            <a:extLst>
              <a:ext uri="{FF2B5EF4-FFF2-40B4-BE49-F238E27FC236}">
                <a16:creationId xmlns:a16="http://schemas.microsoft.com/office/drawing/2014/main" id="{D553E004-5B76-CE49-82A8-228403BC57E9}"/>
              </a:ext>
            </a:extLst>
          </p:cNvPr>
          <p:cNvGrpSpPr/>
          <p:nvPr/>
        </p:nvGrpSpPr>
        <p:grpSpPr>
          <a:xfrm>
            <a:off x="10600954" y="2126673"/>
            <a:ext cx="353678" cy="198344"/>
            <a:chOff x="7493876" y="2774731"/>
            <a:chExt cx="1481958" cy="894622"/>
          </a:xfrm>
        </p:grpSpPr>
        <p:sp>
          <p:nvSpPr>
            <p:cNvPr id="156" name="Freeform 155">
              <a:extLst>
                <a:ext uri="{FF2B5EF4-FFF2-40B4-BE49-F238E27FC236}">
                  <a16:creationId xmlns:a16="http://schemas.microsoft.com/office/drawing/2014/main" id="{80D1B1C3-E533-0648-A8F6-501D4123A9C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7" name="Oval 156">
              <a:extLst>
                <a:ext uri="{FF2B5EF4-FFF2-40B4-BE49-F238E27FC236}">
                  <a16:creationId xmlns:a16="http://schemas.microsoft.com/office/drawing/2014/main" id="{3F68FB3F-D92E-ED44-AFF7-CC7359337C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8" name="Group 157">
              <a:extLst>
                <a:ext uri="{FF2B5EF4-FFF2-40B4-BE49-F238E27FC236}">
                  <a16:creationId xmlns:a16="http://schemas.microsoft.com/office/drawing/2014/main" id="{4166E5B1-FD06-CF4F-BE46-0665B6C44065}"/>
                </a:ext>
              </a:extLst>
            </p:cNvPr>
            <p:cNvGrpSpPr/>
            <p:nvPr/>
          </p:nvGrpSpPr>
          <p:grpSpPr>
            <a:xfrm>
              <a:off x="7713663" y="2848339"/>
              <a:ext cx="1042107" cy="425543"/>
              <a:chOff x="7786941" y="2884917"/>
              <a:chExt cx="897649" cy="353919"/>
            </a:xfrm>
          </p:grpSpPr>
          <p:sp>
            <p:nvSpPr>
              <p:cNvPr id="159" name="Freeform 158">
                <a:extLst>
                  <a:ext uri="{FF2B5EF4-FFF2-40B4-BE49-F238E27FC236}">
                    <a16:creationId xmlns:a16="http://schemas.microsoft.com/office/drawing/2014/main" id="{6EED667D-92E4-684F-8131-08EE73D7865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173F21E0-20AE-3947-B3A9-DCB066F95BF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1" name="Freeform 160">
                <a:extLst>
                  <a:ext uri="{FF2B5EF4-FFF2-40B4-BE49-F238E27FC236}">
                    <a16:creationId xmlns:a16="http://schemas.microsoft.com/office/drawing/2014/main" id="{90BCAD6D-9742-A743-AF6C-AA4C11DF2F7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Freeform 161">
                <a:extLst>
                  <a:ext uri="{FF2B5EF4-FFF2-40B4-BE49-F238E27FC236}">
                    <a16:creationId xmlns:a16="http://schemas.microsoft.com/office/drawing/2014/main" id="{D15CCA2D-FF07-7E49-AFAC-41F608FBA3F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3" name="Group 162">
            <a:extLst>
              <a:ext uri="{FF2B5EF4-FFF2-40B4-BE49-F238E27FC236}">
                <a16:creationId xmlns:a16="http://schemas.microsoft.com/office/drawing/2014/main" id="{0BBFA4F2-6DC5-6246-AC0D-A5B6362510CA}"/>
              </a:ext>
            </a:extLst>
          </p:cNvPr>
          <p:cNvGrpSpPr/>
          <p:nvPr/>
        </p:nvGrpSpPr>
        <p:grpSpPr>
          <a:xfrm>
            <a:off x="10717565" y="1621269"/>
            <a:ext cx="353678" cy="198344"/>
            <a:chOff x="7493876" y="2774731"/>
            <a:chExt cx="1481958" cy="894622"/>
          </a:xfrm>
        </p:grpSpPr>
        <p:sp>
          <p:nvSpPr>
            <p:cNvPr id="164" name="Freeform 163">
              <a:extLst>
                <a:ext uri="{FF2B5EF4-FFF2-40B4-BE49-F238E27FC236}">
                  <a16:creationId xmlns:a16="http://schemas.microsoft.com/office/drawing/2014/main" id="{9E6389F9-EE6B-CF41-87B2-6FEC736C1CC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5" name="Oval 164">
              <a:extLst>
                <a:ext uri="{FF2B5EF4-FFF2-40B4-BE49-F238E27FC236}">
                  <a16:creationId xmlns:a16="http://schemas.microsoft.com/office/drawing/2014/main" id="{76CEA600-9F29-9443-ADED-51B00EDB37A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6" name="Group 165">
              <a:extLst>
                <a:ext uri="{FF2B5EF4-FFF2-40B4-BE49-F238E27FC236}">
                  <a16:creationId xmlns:a16="http://schemas.microsoft.com/office/drawing/2014/main" id="{5E8A275D-4224-6C4E-8C9F-80FCD44EE50C}"/>
                </a:ext>
              </a:extLst>
            </p:cNvPr>
            <p:cNvGrpSpPr/>
            <p:nvPr/>
          </p:nvGrpSpPr>
          <p:grpSpPr>
            <a:xfrm>
              <a:off x="7713663" y="2848339"/>
              <a:ext cx="1042107" cy="425543"/>
              <a:chOff x="7786941" y="2884917"/>
              <a:chExt cx="897649" cy="353919"/>
            </a:xfrm>
          </p:grpSpPr>
          <p:sp>
            <p:nvSpPr>
              <p:cNvPr id="167" name="Freeform 166">
                <a:extLst>
                  <a:ext uri="{FF2B5EF4-FFF2-40B4-BE49-F238E27FC236}">
                    <a16:creationId xmlns:a16="http://schemas.microsoft.com/office/drawing/2014/main" id="{157952CE-D220-6342-A756-6FC7F0E682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F1725E00-636B-DF42-935F-85B23C81F9E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9" name="Freeform 168">
                <a:extLst>
                  <a:ext uri="{FF2B5EF4-FFF2-40B4-BE49-F238E27FC236}">
                    <a16:creationId xmlns:a16="http://schemas.microsoft.com/office/drawing/2014/main" id="{9F692ABC-0305-A843-A220-05CFCA15005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0" name="Freeform 169">
                <a:extLst>
                  <a:ext uri="{FF2B5EF4-FFF2-40B4-BE49-F238E27FC236}">
                    <a16:creationId xmlns:a16="http://schemas.microsoft.com/office/drawing/2014/main" id="{4119B6AB-B752-5F42-A59E-D0238D4845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1" name="Group 170">
            <a:extLst>
              <a:ext uri="{FF2B5EF4-FFF2-40B4-BE49-F238E27FC236}">
                <a16:creationId xmlns:a16="http://schemas.microsoft.com/office/drawing/2014/main" id="{02AC74F3-7F15-D34A-9BA0-F4EC124FA78B}"/>
              </a:ext>
            </a:extLst>
          </p:cNvPr>
          <p:cNvGrpSpPr/>
          <p:nvPr/>
        </p:nvGrpSpPr>
        <p:grpSpPr>
          <a:xfrm>
            <a:off x="10053866" y="2174871"/>
            <a:ext cx="353678" cy="198344"/>
            <a:chOff x="7493876" y="2774731"/>
            <a:chExt cx="1481958" cy="894622"/>
          </a:xfrm>
        </p:grpSpPr>
        <p:sp>
          <p:nvSpPr>
            <p:cNvPr id="172" name="Freeform 171">
              <a:extLst>
                <a:ext uri="{FF2B5EF4-FFF2-40B4-BE49-F238E27FC236}">
                  <a16:creationId xmlns:a16="http://schemas.microsoft.com/office/drawing/2014/main" id="{E16EDB01-D80B-594C-BC98-877D41E0F77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3" name="Oval 172">
              <a:extLst>
                <a:ext uri="{FF2B5EF4-FFF2-40B4-BE49-F238E27FC236}">
                  <a16:creationId xmlns:a16="http://schemas.microsoft.com/office/drawing/2014/main" id="{1036E018-AA0D-3B41-B308-80EC3DDB6EE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4" name="Group 173">
              <a:extLst>
                <a:ext uri="{FF2B5EF4-FFF2-40B4-BE49-F238E27FC236}">
                  <a16:creationId xmlns:a16="http://schemas.microsoft.com/office/drawing/2014/main" id="{F792B572-4770-5640-96DE-FC5DD4403375}"/>
                </a:ext>
              </a:extLst>
            </p:cNvPr>
            <p:cNvGrpSpPr/>
            <p:nvPr/>
          </p:nvGrpSpPr>
          <p:grpSpPr>
            <a:xfrm>
              <a:off x="7713663" y="2848339"/>
              <a:ext cx="1042107" cy="425543"/>
              <a:chOff x="7786941" y="2884917"/>
              <a:chExt cx="897649" cy="353919"/>
            </a:xfrm>
          </p:grpSpPr>
          <p:sp>
            <p:nvSpPr>
              <p:cNvPr id="175" name="Freeform 174">
                <a:extLst>
                  <a:ext uri="{FF2B5EF4-FFF2-40B4-BE49-F238E27FC236}">
                    <a16:creationId xmlns:a16="http://schemas.microsoft.com/office/drawing/2014/main" id="{0359911B-E2D4-4540-9EDC-0B97BCDA15D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0451C2A1-599A-4640-AE3E-2F1FEE23C45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7" name="Freeform 176">
                <a:extLst>
                  <a:ext uri="{FF2B5EF4-FFF2-40B4-BE49-F238E27FC236}">
                    <a16:creationId xmlns:a16="http://schemas.microsoft.com/office/drawing/2014/main" id="{A85EFAFD-85B1-A345-B4E1-4ECEBD8958A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8" name="Freeform 177">
                <a:extLst>
                  <a:ext uri="{FF2B5EF4-FFF2-40B4-BE49-F238E27FC236}">
                    <a16:creationId xmlns:a16="http://schemas.microsoft.com/office/drawing/2014/main" id="{236EF265-EE83-4742-983C-B66B4F28474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9" name="Group 178">
            <a:extLst>
              <a:ext uri="{FF2B5EF4-FFF2-40B4-BE49-F238E27FC236}">
                <a16:creationId xmlns:a16="http://schemas.microsoft.com/office/drawing/2014/main" id="{2B5330E9-EDFF-0747-B627-EF53456A8B64}"/>
              </a:ext>
            </a:extLst>
          </p:cNvPr>
          <p:cNvGrpSpPr/>
          <p:nvPr/>
        </p:nvGrpSpPr>
        <p:grpSpPr>
          <a:xfrm>
            <a:off x="9570878" y="2907338"/>
            <a:ext cx="367224" cy="240304"/>
            <a:chOff x="7493876" y="2774731"/>
            <a:chExt cx="1481958" cy="894622"/>
          </a:xfrm>
        </p:grpSpPr>
        <p:sp>
          <p:nvSpPr>
            <p:cNvPr id="180" name="Freeform 179">
              <a:extLst>
                <a:ext uri="{FF2B5EF4-FFF2-40B4-BE49-F238E27FC236}">
                  <a16:creationId xmlns:a16="http://schemas.microsoft.com/office/drawing/2014/main" id="{30F39B79-3124-AD4C-8764-BACF0292541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1" name="Oval 180">
              <a:extLst>
                <a:ext uri="{FF2B5EF4-FFF2-40B4-BE49-F238E27FC236}">
                  <a16:creationId xmlns:a16="http://schemas.microsoft.com/office/drawing/2014/main" id="{6D3A5C65-5135-3E43-BC9C-26B221D2BD6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2" name="Group 181">
              <a:extLst>
                <a:ext uri="{FF2B5EF4-FFF2-40B4-BE49-F238E27FC236}">
                  <a16:creationId xmlns:a16="http://schemas.microsoft.com/office/drawing/2014/main" id="{D5A79E7B-CEC1-8147-A15D-D64398288088}"/>
                </a:ext>
              </a:extLst>
            </p:cNvPr>
            <p:cNvGrpSpPr/>
            <p:nvPr/>
          </p:nvGrpSpPr>
          <p:grpSpPr>
            <a:xfrm>
              <a:off x="7713663" y="2848339"/>
              <a:ext cx="1042107" cy="425543"/>
              <a:chOff x="7786941" y="2884917"/>
              <a:chExt cx="897649" cy="353919"/>
            </a:xfrm>
          </p:grpSpPr>
          <p:sp>
            <p:nvSpPr>
              <p:cNvPr id="183" name="Freeform 182">
                <a:extLst>
                  <a:ext uri="{FF2B5EF4-FFF2-40B4-BE49-F238E27FC236}">
                    <a16:creationId xmlns:a16="http://schemas.microsoft.com/office/drawing/2014/main" id="{2BD3E2AF-CDD9-9246-84EF-6B3C998B708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F3B7C4EC-0B9B-9C4B-8DCA-B05AB189E23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5" name="Freeform 184">
                <a:extLst>
                  <a:ext uri="{FF2B5EF4-FFF2-40B4-BE49-F238E27FC236}">
                    <a16:creationId xmlns:a16="http://schemas.microsoft.com/office/drawing/2014/main" id="{C76B3FF2-DB28-5345-9F37-DA5FB92C60D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6" name="Freeform 185">
                <a:extLst>
                  <a:ext uri="{FF2B5EF4-FFF2-40B4-BE49-F238E27FC236}">
                    <a16:creationId xmlns:a16="http://schemas.microsoft.com/office/drawing/2014/main" id="{ABE65594-F638-E64C-8962-1496FE7877C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87" name="Group 186">
            <a:extLst>
              <a:ext uri="{FF2B5EF4-FFF2-40B4-BE49-F238E27FC236}">
                <a16:creationId xmlns:a16="http://schemas.microsoft.com/office/drawing/2014/main" id="{00B62598-D40E-DA41-9BA7-786371172FE5}"/>
              </a:ext>
            </a:extLst>
          </p:cNvPr>
          <p:cNvGrpSpPr/>
          <p:nvPr/>
        </p:nvGrpSpPr>
        <p:grpSpPr>
          <a:xfrm>
            <a:off x="10448999" y="3505631"/>
            <a:ext cx="353678" cy="198344"/>
            <a:chOff x="7493876" y="2774731"/>
            <a:chExt cx="1481958" cy="894622"/>
          </a:xfrm>
        </p:grpSpPr>
        <p:sp>
          <p:nvSpPr>
            <p:cNvPr id="188" name="Freeform 187">
              <a:extLst>
                <a:ext uri="{FF2B5EF4-FFF2-40B4-BE49-F238E27FC236}">
                  <a16:creationId xmlns:a16="http://schemas.microsoft.com/office/drawing/2014/main" id="{6021AAD8-BCF9-7A4A-9F26-42F18CC9347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9" name="Oval 188">
              <a:extLst>
                <a:ext uri="{FF2B5EF4-FFF2-40B4-BE49-F238E27FC236}">
                  <a16:creationId xmlns:a16="http://schemas.microsoft.com/office/drawing/2014/main" id="{8F43CCF6-ACD4-5147-B888-B61AD429572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0" name="Group 189">
              <a:extLst>
                <a:ext uri="{FF2B5EF4-FFF2-40B4-BE49-F238E27FC236}">
                  <a16:creationId xmlns:a16="http://schemas.microsoft.com/office/drawing/2014/main" id="{21651EE2-1E07-B94C-ACE2-BD7C4F4DA18F}"/>
                </a:ext>
              </a:extLst>
            </p:cNvPr>
            <p:cNvGrpSpPr/>
            <p:nvPr/>
          </p:nvGrpSpPr>
          <p:grpSpPr>
            <a:xfrm>
              <a:off x="7713663" y="2848339"/>
              <a:ext cx="1042107" cy="425543"/>
              <a:chOff x="7786941" y="2884917"/>
              <a:chExt cx="897649" cy="353919"/>
            </a:xfrm>
          </p:grpSpPr>
          <p:sp>
            <p:nvSpPr>
              <p:cNvPr id="191" name="Freeform 190">
                <a:extLst>
                  <a:ext uri="{FF2B5EF4-FFF2-40B4-BE49-F238E27FC236}">
                    <a16:creationId xmlns:a16="http://schemas.microsoft.com/office/drawing/2014/main" id="{A13A50ED-8A30-144A-9FCA-F6AF66BABCB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EFDF9400-03D5-6C49-A330-85A392376C0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3" name="Freeform 192">
                <a:extLst>
                  <a:ext uri="{FF2B5EF4-FFF2-40B4-BE49-F238E27FC236}">
                    <a16:creationId xmlns:a16="http://schemas.microsoft.com/office/drawing/2014/main" id="{F8DAD1FD-BE68-2948-B3F0-3E991157150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4" name="Freeform 193">
                <a:extLst>
                  <a:ext uri="{FF2B5EF4-FFF2-40B4-BE49-F238E27FC236}">
                    <a16:creationId xmlns:a16="http://schemas.microsoft.com/office/drawing/2014/main" id="{518751B6-2900-7045-AAFF-75CBB79B60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5" name="Group 194">
            <a:extLst>
              <a:ext uri="{FF2B5EF4-FFF2-40B4-BE49-F238E27FC236}">
                <a16:creationId xmlns:a16="http://schemas.microsoft.com/office/drawing/2014/main" id="{2AEAE14E-5721-E24F-A796-AF18CA4785D5}"/>
              </a:ext>
            </a:extLst>
          </p:cNvPr>
          <p:cNvGrpSpPr/>
          <p:nvPr/>
        </p:nvGrpSpPr>
        <p:grpSpPr>
          <a:xfrm>
            <a:off x="10999722" y="3882431"/>
            <a:ext cx="228295" cy="120400"/>
            <a:chOff x="7493876" y="2774731"/>
            <a:chExt cx="1481958" cy="894622"/>
          </a:xfrm>
        </p:grpSpPr>
        <p:sp>
          <p:nvSpPr>
            <p:cNvPr id="196" name="Freeform 195">
              <a:extLst>
                <a:ext uri="{FF2B5EF4-FFF2-40B4-BE49-F238E27FC236}">
                  <a16:creationId xmlns:a16="http://schemas.microsoft.com/office/drawing/2014/main" id="{CAA55824-11B1-CA4B-8903-9B33C1A7C22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7" name="Oval 196">
              <a:extLst>
                <a:ext uri="{FF2B5EF4-FFF2-40B4-BE49-F238E27FC236}">
                  <a16:creationId xmlns:a16="http://schemas.microsoft.com/office/drawing/2014/main" id="{35F1BF45-FD77-9C4F-8E5D-A169B6235F9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8" name="Group 197">
              <a:extLst>
                <a:ext uri="{FF2B5EF4-FFF2-40B4-BE49-F238E27FC236}">
                  <a16:creationId xmlns:a16="http://schemas.microsoft.com/office/drawing/2014/main" id="{CDC55E1F-BD25-644E-9AB3-7B5B06FF0206}"/>
                </a:ext>
              </a:extLst>
            </p:cNvPr>
            <p:cNvGrpSpPr/>
            <p:nvPr/>
          </p:nvGrpSpPr>
          <p:grpSpPr>
            <a:xfrm>
              <a:off x="7713663" y="2848339"/>
              <a:ext cx="1042107" cy="425543"/>
              <a:chOff x="7786941" y="2884917"/>
              <a:chExt cx="897649" cy="353919"/>
            </a:xfrm>
          </p:grpSpPr>
          <p:sp>
            <p:nvSpPr>
              <p:cNvPr id="199" name="Freeform 198">
                <a:extLst>
                  <a:ext uri="{FF2B5EF4-FFF2-40B4-BE49-F238E27FC236}">
                    <a16:creationId xmlns:a16="http://schemas.microsoft.com/office/drawing/2014/main" id="{9BF3F54D-9319-774D-BA3B-607814A7F83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4A4416B5-2DDC-4445-805F-E643A06EA19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1" name="Freeform 200">
                <a:extLst>
                  <a:ext uri="{FF2B5EF4-FFF2-40B4-BE49-F238E27FC236}">
                    <a16:creationId xmlns:a16="http://schemas.microsoft.com/office/drawing/2014/main" id="{578E2B14-D4B8-2F48-8C26-3403D3443A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2" name="Freeform 201">
                <a:extLst>
                  <a:ext uri="{FF2B5EF4-FFF2-40B4-BE49-F238E27FC236}">
                    <a16:creationId xmlns:a16="http://schemas.microsoft.com/office/drawing/2014/main" id="{19A4FCB0-5196-9544-9A9C-65D60E598CF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3" name="Group 202">
            <a:extLst>
              <a:ext uri="{FF2B5EF4-FFF2-40B4-BE49-F238E27FC236}">
                <a16:creationId xmlns:a16="http://schemas.microsoft.com/office/drawing/2014/main" id="{F66312FF-6592-084B-9F5B-06957DADD349}"/>
              </a:ext>
            </a:extLst>
          </p:cNvPr>
          <p:cNvGrpSpPr/>
          <p:nvPr/>
        </p:nvGrpSpPr>
        <p:grpSpPr>
          <a:xfrm>
            <a:off x="7512814" y="1869919"/>
            <a:ext cx="534987" cy="407988"/>
            <a:chOff x="7432700" y="2327293"/>
            <a:chExt cx="534987" cy="407988"/>
          </a:xfrm>
        </p:grpSpPr>
        <p:pic>
          <p:nvPicPr>
            <p:cNvPr id="204" name="Picture 1017" descr="antenna_stylized">
              <a:extLst>
                <a:ext uri="{FF2B5EF4-FFF2-40B4-BE49-F238E27FC236}">
                  <a16:creationId xmlns:a16="http://schemas.microsoft.com/office/drawing/2014/main" id="{0D4A2309-AAED-2C48-A418-D03CB0001F8C}"/>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 name="Picture 1018" descr="laptop_keyboard">
              <a:extLst>
                <a:ext uri="{FF2B5EF4-FFF2-40B4-BE49-F238E27FC236}">
                  <a16:creationId xmlns:a16="http://schemas.microsoft.com/office/drawing/2014/main" id="{46CD79A2-426F-8F45-92D1-0968B698AC9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6" name="Freeform 1019">
              <a:extLst>
                <a:ext uri="{FF2B5EF4-FFF2-40B4-BE49-F238E27FC236}">
                  <a16:creationId xmlns:a16="http://schemas.microsoft.com/office/drawing/2014/main" id="{35B7582C-3157-594E-9B4D-8B43466950E2}"/>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07" name="Picture 1020" descr="screen">
              <a:extLst>
                <a:ext uri="{FF2B5EF4-FFF2-40B4-BE49-F238E27FC236}">
                  <a16:creationId xmlns:a16="http://schemas.microsoft.com/office/drawing/2014/main" id="{70049DA6-6492-2A45-AD5C-2D64A84365BE}"/>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8" name="Freeform 1021">
              <a:extLst>
                <a:ext uri="{FF2B5EF4-FFF2-40B4-BE49-F238E27FC236}">
                  <a16:creationId xmlns:a16="http://schemas.microsoft.com/office/drawing/2014/main" id="{3B28293C-D483-A943-9B11-E29DBBA5B9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1022">
              <a:extLst>
                <a:ext uri="{FF2B5EF4-FFF2-40B4-BE49-F238E27FC236}">
                  <a16:creationId xmlns:a16="http://schemas.microsoft.com/office/drawing/2014/main" id="{861B393C-154B-8D45-8CF1-3817B8627E76}"/>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1023">
              <a:extLst>
                <a:ext uri="{FF2B5EF4-FFF2-40B4-BE49-F238E27FC236}">
                  <a16:creationId xmlns:a16="http://schemas.microsoft.com/office/drawing/2014/main" id="{0B63C9C2-674C-D944-8A4D-2C82246561ED}"/>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1024">
              <a:extLst>
                <a:ext uri="{FF2B5EF4-FFF2-40B4-BE49-F238E27FC236}">
                  <a16:creationId xmlns:a16="http://schemas.microsoft.com/office/drawing/2014/main" id="{A2F9EB18-B241-7741-A387-8AD6E2A5FF65}"/>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Freeform 1025">
              <a:extLst>
                <a:ext uri="{FF2B5EF4-FFF2-40B4-BE49-F238E27FC236}">
                  <a16:creationId xmlns:a16="http://schemas.microsoft.com/office/drawing/2014/main" id="{A5AFAB36-089A-F246-ADED-53137F1702D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Freeform 1026">
              <a:extLst>
                <a:ext uri="{FF2B5EF4-FFF2-40B4-BE49-F238E27FC236}">
                  <a16:creationId xmlns:a16="http://schemas.microsoft.com/office/drawing/2014/main" id="{FF109530-217D-9D4E-81DB-6B3046B18EF4}"/>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 name="Group 1027">
              <a:extLst>
                <a:ext uri="{FF2B5EF4-FFF2-40B4-BE49-F238E27FC236}">
                  <a16:creationId xmlns:a16="http://schemas.microsoft.com/office/drawing/2014/main" id="{B4933AB6-F567-0B4F-98D5-E7B82E998AEA}"/>
                </a:ext>
              </a:extLst>
            </p:cNvPr>
            <p:cNvGrpSpPr>
              <a:grpSpLocks/>
            </p:cNvGrpSpPr>
            <p:nvPr/>
          </p:nvGrpSpPr>
          <p:grpSpPr bwMode="auto">
            <a:xfrm>
              <a:off x="7594735" y="2642220"/>
              <a:ext cx="98740" cy="36846"/>
              <a:chOff x="1740" y="2642"/>
              <a:chExt cx="752" cy="327"/>
            </a:xfrm>
          </p:grpSpPr>
          <p:sp>
            <p:nvSpPr>
              <p:cNvPr id="221" name="Freeform 1028">
                <a:extLst>
                  <a:ext uri="{FF2B5EF4-FFF2-40B4-BE49-F238E27FC236}">
                    <a16:creationId xmlns:a16="http://schemas.microsoft.com/office/drawing/2014/main" id="{FEB5A1CA-C662-AC42-906E-42FEA801029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1029">
                <a:extLst>
                  <a:ext uri="{FF2B5EF4-FFF2-40B4-BE49-F238E27FC236}">
                    <a16:creationId xmlns:a16="http://schemas.microsoft.com/office/drawing/2014/main" id="{F73B18BC-3775-124A-ABC7-7178BA6868D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Freeform 1030">
                <a:extLst>
                  <a:ext uri="{FF2B5EF4-FFF2-40B4-BE49-F238E27FC236}">
                    <a16:creationId xmlns:a16="http://schemas.microsoft.com/office/drawing/2014/main" id="{B0CC40EF-A30F-FB4A-A013-445912460EBD}"/>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Freeform 1031">
                <a:extLst>
                  <a:ext uri="{FF2B5EF4-FFF2-40B4-BE49-F238E27FC236}">
                    <a16:creationId xmlns:a16="http://schemas.microsoft.com/office/drawing/2014/main" id="{695C34A3-04D7-8544-8C39-0FBEB205F300}"/>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Freeform 1032">
                <a:extLst>
                  <a:ext uri="{FF2B5EF4-FFF2-40B4-BE49-F238E27FC236}">
                    <a16:creationId xmlns:a16="http://schemas.microsoft.com/office/drawing/2014/main" id="{83AE7D29-720B-854B-B4F9-BC9FBE8B89F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6" name="Freeform 1033">
                <a:extLst>
                  <a:ext uri="{FF2B5EF4-FFF2-40B4-BE49-F238E27FC236}">
                    <a16:creationId xmlns:a16="http://schemas.microsoft.com/office/drawing/2014/main" id="{404B1EF4-0053-644A-AAF0-66FB16735A4A}"/>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5" name="Freeform 1034">
              <a:extLst>
                <a:ext uri="{FF2B5EF4-FFF2-40B4-BE49-F238E27FC236}">
                  <a16:creationId xmlns:a16="http://schemas.microsoft.com/office/drawing/2014/main" id="{7F7F78D2-EE09-EF4B-BE89-EC511B47A1DB}"/>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6" name="Freeform 1035">
              <a:extLst>
                <a:ext uri="{FF2B5EF4-FFF2-40B4-BE49-F238E27FC236}">
                  <a16:creationId xmlns:a16="http://schemas.microsoft.com/office/drawing/2014/main" id="{6ED22B39-55F8-254F-B260-10B9358A159C}"/>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7" name="Freeform 1036">
              <a:extLst>
                <a:ext uri="{FF2B5EF4-FFF2-40B4-BE49-F238E27FC236}">
                  <a16:creationId xmlns:a16="http://schemas.microsoft.com/office/drawing/2014/main" id="{519FDAB7-8F2B-D540-87B8-EBC39983723D}"/>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8" name="Freeform 1037">
              <a:extLst>
                <a:ext uri="{FF2B5EF4-FFF2-40B4-BE49-F238E27FC236}">
                  <a16:creationId xmlns:a16="http://schemas.microsoft.com/office/drawing/2014/main" id="{0FDDEC0B-D787-B543-B9C8-713981CB2B81}"/>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9" name="Freeform 1038">
              <a:extLst>
                <a:ext uri="{FF2B5EF4-FFF2-40B4-BE49-F238E27FC236}">
                  <a16:creationId xmlns:a16="http://schemas.microsoft.com/office/drawing/2014/main" id="{9ED25421-8538-254C-93C7-149B971AD72A}"/>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0" name="Freeform 1039">
              <a:extLst>
                <a:ext uri="{FF2B5EF4-FFF2-40B4-BE49-F238E27FC236}">
                  <a16:creationId xmlns:a16="http://schemas.microsoft.com/office/drawing/2014/main" id="{539798D0-719C-DD47-AE49-D9B557B94FCC}"/>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7" name="Group 226">
            <a:extLst>
              <a:ext uri="{FF2B5EF4-FFF2-40B4-BE49-F238E27FC236}">
                <a16:creationId xmlns:a16="http://schemas.microsoft.com/office/drawing/2014/main" id="{C9E92DFA-701B-E444-963E-738F29287753}"/>
              </a:ext>
            </a:extLst>
          </p:cNvPr>
          <p:cNvGrpSpPr/>
          <p:nvPr/>
        </p:nvGrpSpPr>
        <p:grpSpPr>
          <a:xfrm>
            <a:off x="8711521" y="1833033"/>
            <a:ext cx="530702" cy="478009"/>
            <a:chOff x="8631407" y="2290407"/>
            <a:chExt cx="530702" cy="478009"/>
          </a:xfrm>
        </p:grpSpPr>
        <p:pic>
          <p:nvPicPr>
            <p:cNvPr id="228" name="Picture 568" descr="light2.png">
              <a:extLst>
                <a:ext uri="{FF2B5EF4-FFF2-40B4-BE49-F238E27FC236}">
                  <a16:creationId xmlns:a16="http://schemas.microsoft.com/office/drawing/2014/main" id="{FC493893-8A11-354F-BABD-C11607E82D0F}"/>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9" name="Picture 1017" descr="antenna_stylized">
              <a:extLst>
                <a:ext uri="{FF2B5EF4-FFF2-40B4-BE49-F238E27FC236}">
                  <a16:creationId xmlns:a16="http://schemas.microsoft.com/office/drawing/2014/main" id="{58F4A529-12FB-E644-9930-FD20F449E67A}"/>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30" name="Group 229">
            <a:extLst>
              <a:ext uri="{FF2B5EF4-FFF2-40B4-BE49-F238E27FC236}">
                <a16:creationId xmlns:a16="http://schemas.microsoft.com/office/drawing/2014/main" id="{69382BE4-EA07-E549-B2F9-9FD19BF88E60}"/>
              </a:ext>
            </a:extLst>
          </p:cNvPr>
          <p:cNvGrpSpPr/>
          <p:nvPr/>
        </p:nvGrpSpPr>
        <p:grpSpPr>
          <a:xfrm>
            <a:off x="8573279" y="1572430"/>
            <a:ext cx="849312" cy="226109"/>
            <a:chOff x="8493165" y="2029804"/>
            <a:chExt cx="849312" cy="226109"/>
          </a:xfrm>
        </p:grpSpPr>
        <p:pic>
          <p:nvPicPr>
            <p:cNvPr id="231" name="Picture 603" descr="car_icon_small">
              <a:extLst>
                <a:ext uri="{FF2B5EF4-FFF2-40B4-BE49-F238E27FC236}">
                  <a16:creationId xmlns:a16="http://schemas.microsoft.com/office/drawing/2014/main" id="{3367712F-9E5F-1447-9EEE-B0A9252E5B30}"/>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2" name="Picture 1017" descr="antenna_stylized">
              <a:extLst>
                <a:ext uri="{FF2B5EF4-FFF2-40B4-BE49-F238E27FC236}">
                  <a16:creationId xmlns:a16="http://schemas.microsoft.com/office/drawing/2014/main" id="{7BB610B1-0C85-3845-80DE-4F600834EEB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33" name="Group 232">
            <a:extLst>
              <a:ext uri="{FF2B5EF4-FFF2-40B4-BE49-F238E27FC236}">
                <a16:creationId xmlns:a16="http://schemas.microsoft.com/office/drawing/2014/main" id="{3338FA73-5831-8048-9F9F-83E195D5716B}"/>
              </a:ext>
            </a:extLst>
          </p:cNvPr>
          <p:cNvGrpSpPr/>
          <p:nvPr/>
        </p:nvGrpSpPr>
        <p:grpSpPr>
          <a:xfrm>
            <a:off x="7567258" y="2838730"/>
            <a:ext cx="857739" cy="583764"/>
            <a:chOff x="7487144" y="3296104"/>
            <a:chExt cx="857739" cy="583764"/>
          </a:xfrm>
        </p:grpSpPr>
        <p:grpSp>
          <p:nvGrpSpPr>
            <p:cNvPr id="234" name="Group 233">
              <a:extLst>
                <a:ext uri="{FF2B5EF4-FFF2-40B4-BE49-F238E27FC236}">
                  <a16:creationId xmlns:a16="http://schemas.microsoft.com/office/drawing/2014/main" id="{4D04C3AF-A6A0-3543-9CEC-C36594B3C98A}"/>
                </a:ext>
              </a:extLst>
            </p:cNvPr>
            <p:cNvGrpSpPr/>
            <p:nvPr/>
          </p:nvGrpSpPr>
          <p:grpSpPr>
            <a:xfrm>
              <a:off x="7487144" y="3389820"/>
              <a:ext cx="350807" cy="305517"/>
              <a:chOff x="7487144" y="3389820"/>
              <a:chExt cx="350807" cy="305517"/>
            </a:xfrm>
          </p:grpSpPr>
          <p:pic>
            <p:nvPicPr>
              <p:cNvPr id="241" name="Picture 1115" descr="antenna_stylized">
                <a:extLst>
                  <a:ext uri="{FF2B5EF4-FFF2-40B4-BE49-F238E27FC236}">
                    <a16:creationId xmlns:a16="http://schemas.microsoft.com/office/drawing/2014/main" id="{3A4BE67F-53F2-2249-9275-9C6A0F0AB04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 name="Picture 1116" descr="laptop_keyboard">
                <a:extLst>
                  <a:ext uri="{FF2B5EF4-FFF2-40B4-BE49-F238E27FC236}">
                    <a16:creationId xmlns:a16="http://schemas.microsoft.com/office/drawing/2014/main" id="{3032FEAB-62CC-D44F-B823-94A6C314666F}"/>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Freeform 1117">
                <a:extLst>
                  <a:ext uri="{FF2B5EF4-FFF2-40B4-BE49-F238E27FC236}">
                    <a16:creationId xmlns:a16="http://schemas.microsoft.com/office/drawing/2014/main" id="{FE755B2B-D563-7C44-97D1-A76981535F31}"/>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44" name="Picture 1118" descr="screen">
                <a:extLst>
                  <a:ext uri="{FF2B5EF4-FFF2-40B4-BE49-F238E27FC236}">
                    <a16:creationId xmlns:a16="http://schemas.microsoft.com/office/drawing/2014/main" id="{051B193A-BCF4-3E49-9934-81C4B74B1F45}"/>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5" name="Freeform 1119">
                <a:extLst>
                  <a:ext uri="{FF2B5EF4-FFF2-40B4-BE49-F238E27FC236}">
                    <a16:creationId xmlns:a16="http://schemas.microsoft.com/office/drawing/2014/main" id="{818E62C1-0069-EA49-9CF8-45B2D1232F23}"/>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Freeform 1120">
                <a:extLst>
                  <a:ext uri="{FF2B5EF4-FFF2-40B4-BE49-F238E27FC236}">
                    <a16:creationId xmlns:a16="http://schemas.microsoft.com/office/drawing/2014/main" id="{84CA5961-4DB4-0D43-B026-C4E984CBEFF8}"/>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Freeform 1121">
                <a:extLst>
                  <a:ext uri="{FF2B5EF4-FFF2-40B4-BE49-F238E27FC236}">
                    <a16:creationId xmlns:a16="http://schemas.microsoft.com/office/drawing/2014/main" id="{E5A969C6-2875-2548-A4E6-D224F70A9F31}"/>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Freeform 1122">
                <a:extLst>
                  <a:ext uri="{FF2B5EF4-FFF2-40B4-BE49-F238E27FC236}">
                    <a16:creationId xmlns:a16="http://schemas.microsoft.com/office/drawing/2014/main" id="{8BC05D01-8EEF-1A49-B84C-FB100CCF5F5C}"/>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Freeform 1123">
                <a:extLst>
                  <a:ext uri="{FF2B5EF4-FFF2-40B4-BE49-F238E27FC236}">
                    <a16:creationId xmlns:a16="http://schemas.microsoft.com/office/drawing/2014/main" id="{C6EECD85-C1CC-2844-A1D5-17790C2760D3}"/>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Freeform 1124">
                <a:extLst>
                  <a:ext uri="{FF2B5EF4-FFF2-40B4-BE49-F238E27FC236}">
                    <a16:creationId xmlns:a16="http://schemas.microsoft.com/office/drawing/2014/main" id="{F6382FF0-3401-074E-B47F-7092DF234BB4}"/>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51" name="Group 1125">
                <a:extLst>
                  <a:ext uri="{FF2B5EF4-FFF2-40B4-BE49-F238E27FC236}">
                    <a16:creationId xmlns:a16="http://schemas.microsoft.com/office/drawing/2014/main" id="{E6D4326D-E697-EA48-8350-111934936044}"/>
                  </a:ext>
                </a:extLst>
              </p:cNvPr>
              <p:cNvGrpSpPr>
                <a:grpSpLocks/>
              </p:cNvGrpSpPr>
              <p:nvPr/>
            </p:nvGrpSpPr>
            <p:grpSpPr bwMode="auto">
              <a:xfrm>
                <a:off x="7593395" y="3625649"/>
                <a:ext cx="64747" cy="27592"/>
                <a:chOff x="1740" y="2642"/>
                <a:chExt cx="752" cy="327"/>
              </a:xfrm>
            </p:grpSpPr>
            <p:sp>
              <p:nvSpPr>
                <p:cNvPr id="258" name="Freeform 1126">
                  <a:extLst>
                    <a:ext uri="{FF2B5EF4-FFF2-40B4-BE49-F238E27FC236}">
                      <a16:creationId xmlns:a16="http://schemas.microsoft.com/office/drawing/2014/main" id="{CEA1DD05-B803-9149-AF2B-DB014532078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1127">
                  <a:extLst>
                    <a:ext uri="{FF2B5EF4-FFF2-40B4-BE49-F238E27FC236}">
                      <a16:creationId xmlns:a16="http://schemas.microsoft.com/office/drawing/2014/main" id="{F8B395FE-C4ED-884D-BFD7-F2220E456064}"/>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0" name="Freeform 1128">
                  <a:extLst>
                    <a:ext uri="{FF2B5EF4-FFF2-40B4-BE49-F238E27FC236}">
                      <a16:creationId xmlns:a16="http://schemas.microsoft.com/office/drawing/2014/main" id="{9FD2580F-A3F6-F947-9B0C-25EC879AFC9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1" name="Freeform 1129">
                  <a:extLst>
                    <a:ext uri="{FF2B5EF4-FFF2-40B4-BE49-F238E27FC236}">
                      <a16:creationId xmlns:a16="http://schemas.microsoft.com/office/drawing/2014/main" id="{46294FED-2DBE-0B42-9E0D-59575DF518BA}"/>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Freeform 1130">
                  <a:extLst>
                    <a:ext uri="{FF2B5EF4-FFF2-40B4-BE49-F238E27FC236}">
                      <a16:creationId xmlns:a16="http://schemas.microsoft.com/office/drawing/2014/main" id="{B4090839-1A64-1D44-AC50-B3691212F295}"/>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1131">
                  <a:extLst>
                    <a:ext uri="{FF2B5EF4-FFF2-40B4-BE49-F238E27FC236}">
                      <a16:creationId xmlns:a16="http://schemas.microsoft.com/office/drawing/2014/main" id="{3075A43B-D07B-0840-9FBC-ED066A735E7C}"/>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52" name="Freeform 1132">
                <a:extLst>
                  <a:ext uri="{FF2B5EF4-FFF2-40B4-BE49-F238E27FC236}">
                    <a16:creationId xmlns:a16="http://schemas.microsoft.com/office/drawing/2014/main" id="{02E935B0-131B-B748-90DC-BF9EAF226BC4}"/>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Freeform 1133">
                <a:extLst>
                  <a:ext uri="{FF2B5EF4-FFF2-40B4-BE49-F238E27FC236}">
                    <a16:creationId xmlns:a16="http://schemas.microsoft.com/office/drawing/2014/main" id="{1E123A3E-CC3F-5C47-B1F2-2171D77F69E0}"/>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Freeform 1134">
                <a:extLst>
                  <a:ext uri="{FF2B5EF4-FFF2-40B4-BE49-F238E27FC236}">
                    <a16:creationId xmlns:a16="http://schemas.microsoft.com/office/drawing/2014/main" id="{AECD52AE-3551-654E-880E-D3640BE6463F}"/>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1135">
                <a:extLst>
                  <a:ext uri="{FF2B5EF4-FFF2-40B4-BE49-F238E27FC236}">
                    <a16:creationId xmlns:a16="http://schemas.microsoft.com/office/drawing/2014/main" id="{512F9E97-47EA-8542-92DD-7DE8CE7E8DD3}"/>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Freeform 1136">
                <a:extLst>
                  <a:ext uri="{FF2B5EF4-FFF2-40B4-BE49-F238E27FC236}">
                    <a16:creationId xmlns:a16="http://schemas.microsoft.com/office/drawing/2014/main" id="{A1F34E8B-7018-7048-B4A5-23A7F6E4F617}"/>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1137">
                <a:extLst>
                  <a:ext uri="{FF2B5EF4-FFF2-40B4-BE49-F238E27FC236}">
                    <a16:creationId xmlns:a16="http://schemas.microsoft.com/office/drawing/2014/main" id="{6D462AFA-A931-3147-A9B9-EF6BBBA6F28F}"/>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35" name="Group 1139">
              <a:extLst>
                <a:ext uri="{FF2B5EF4-FFF2-40B4-BE49-F238E27FC236}">
                  <a16:creationId xmlns:a16="http://schemas.microsoft.com/office/drawing/2014/main" id="{A492659A-25BB-7D42-8237-FFD058C1C230}"/>
                </a:ext>
              </a:extLst>
            </p:cNvPr>
            <p:cNvGrpSpPr>
              <a:grpSpLocks/>
            </p:cNvGrpSpPr>
            <p:nvPr/>
          </p:nvGrpSpPr>
          <p:grpSpPr bwMode="auto">
            <a:xfrm flipH="1">
              <a:off x="7985622" y="3537823"/>
              <a:ext cx="359261" cy="342045"/>
              <a:chOff x="2839" y="3501"/>
              <a:chExt cx="755" cy="803"/>
            </a:xfrm>
          </p:grpSpPr>
          <p:pic>
            <p:nvPicPr>
              <p:cNvPr id="239" name="Picture 1140" descr="desktop_computer_stylized_medium">
                <a:extLst>
                  <a:ext uri="{FF2B5EF4-FFF2-40B4-BE49-F238E27FC236}">
                    <a16:creationId xmlns:a16="http://schemas.microsoft.com/office/drawing/2014/main" id="{C3134BA7-C49F-3D41-A8CD-0BF47D59120E}"/>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0" name="Freeform 1141">
                <a:extLst>
                  <a:ext uri="{FF2B5EF4-FFF2-40B4-BE49-F238E27FC236}">
                    <a16:creationId xmlns:a16="http://schemas.microsoft.com/office/drawing/2014/main" id="{0EE3BC06-EEFD-BE47-9337-BCCD121AA74E}"/>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36" name="Group 235">
              <a:extLst>
                <a:ext uri="{FF2B5EF4-FFF2-40B4-BE49-F238E27FC236}">
                  <a16:creationId xmlns:a16="http://schemas.microsoft.com/office/drawing/2014/main" id="{6E129665-47CD-9244-84D3-9833306DF6CF}"/>
                </a:ext>
              </a:extLst>
            </p:cNvPr>
            <p:cNvGrpSpPr/>
            <p:nvPr/>
          </p:nvGrpSpPr>
          <p:grpSpPr>
            <a:xfrm>
              <a:off x="7797061" y="3296104"/>
              <a:ext cx="347997" cy="396620"/>
              <a:chOff x="7797061" y="3296104"/>
              <a:chExt cx="347997" cy="396620"/>
            </a:xfrm>
          </p:grpSpPr>
          <p:pic>
            <p:nvPicPr>
              <p:cNvPr id="237" name="Picture 571" descr="fridge2.png">
                <a:extLst>
                  <a:ext uri="{FF2B5EF4-FFF2-40B4-BE49-F238E27FC236}">
                    <a16:creationId xmlns:a16="http://schemas.microsoft.com/office/drawing/2014/main" id="{D6D74BC7-4624-6B47-8BE9-FC2448DEB7A3}"/>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8" name="Picture 1115" descr="antenna_stylized">
                <a:extLst>
                  <a:ext uri="{FF2B5EF4-FFF2-40B4-BE49-F238E27FC236}">
                    <a16:creationId xmlns:a16="http://schemas.microsoft.com/office/drawing/2014/main" id="{A2DE5E73-D910-E245-A581-C8152428D7A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264" name="Group 263">
            <a:extLst>
              <a:ext uri="{FF2B5EF4-FFF2-40B4-BE49-F238E27FC236}">
                <a16:creationId xmlns:a16="http://schemas.microsoft.com/office/drawing/2014/main" id="{0A5A480A-A0E9-5B46-8B42-A17922C793B1}"/>
              </a:ext>
            </a:extLst>
          </p:cNvPr>
          <p:cNvGrpSpPr/>
          <p:nvPr/>
        </p:nvGrpSpPr>
        <p:grpSpPr>
          <a:xfrm>
            <a:off x="11138687" y="2941791"/>
            <a:ext cx="518448" cy="1212242"/>
            <a:chOff x="11058573" y="3399165"/>
            <a:chExt cx="518448" cy="1212242"/>
          </a:xfrm>
        </p:grpSpPr>
        <p:grpSp>
          <p:nvGrpSpPr>
            <p:cNvPr id="265" name="Group 264">
              <a:extLst>
                <a:ext uri="{FF2B5EF4-FFF2-40B4-BE49-F238E27FC236}">
                  <a16:creationId xmlns:a16="http://schemas.microsoft.com/office/drawing/2014/main" id="{73C84718-FB33-ED42-88DF-0B1F15F2FD51}"/>
                </a:ext>
              </a:extLst>
            </p:cNvPr>
            <p:cNvGrpSpPr/>
            <p:nvPr/>
          </p:nvGrpSpPr>
          <p:grpSpPr>
            <a:xfrm>
              <a:off x="11087182" y="4159591"/>
              <a:ext cx="489839" cy="451816"/>
              <a:chOff x="5103720" y="2693365"/>
              <a:chExt cx="611650" cy="414788"/>
            </a:xfrm>
          </p:grpSpPr>
          <p:cxnSp>
            <p:nvCxnSpPr>
              <p:cNvPr id="272" name="Straight Connector 271">
                <a:extLst>
                  <a:ext uri="{FF2B5EF4-FFF2-40B4-BE49-F238E27FC236}">
                    <a16:creationId xmlns:a16="http://schemas.microsoft.com/office/drawing/2014/main" id="{67012382-B12D-F844-B7EB-573597A22185}"/>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73" name="Group 272">
                <a:extLst>
                  <a:ext uri="{FF2B5EF4-FFF2-40B4-BE49-F238E27FC236}">
                    <a16:creationId xmlns:a16="http://schemas.microsoft.com/office/drawing/2014/main" id="{EA4F63F6-8062-C44D-9090-B18E02E8DAAF}"/>
                  </a:ext>
                </a:extLst>
              </p:cNvPr>
              <p:cNvGrpSpPr/>
              <p:nvPr/>
            </p:nvGrpSpPr>
            <p:grpSpPr>
              <a:xfrm>
                <a:off x="5275406" y="2693365"/>
                <a:ext cx="439964" cy="414788"/>
                <a:chOff x="5275406" y="2711455"/>
                <a:chExt cx="452949" cy="405518"/>
              </a:xfrm>
            </p:grpSpPr>
            <p:pic>
              <p:nvPicPr>
                <p:cNvPr id="274" name="Picture 273" descr="server_rack.png">
                  <a:extLst>
                    <a:ext uri="{FF2B5EF4-FFF2-40B4-BE49-F238E27FC236}">
                      <a16:creationId xmlns:a16="http://schemas.microsoft.com/office/drawing/2014/main" id="{91106E9F-3C67-AA4E-9287-A9EFF36FE394}"/>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275" name="Picture 274" descr="server_rack.png">
                  <a:extLst>
                    <a:ext uri="{FF2B5EF4-FFF2-40B4-BE49-F238E27FC236}">
                      <a16:creationId xmlns:a16="http://schemas.microsoft.com/office/drawing/2014/main" id="{79A4A6A6-5E65-6F46-B7B2-90FD24375E9B}"/>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276" name="Picture 275" descr="server_rack.png">
                  <a:extLst>
                    <a:ext uri="{FF2B5EF4-FFF2-40B4-BE49-F238E27FC236}">
                      <a16:creationId xmlns:a16="http://schemas.microsoft.com/office/drawing/2014/main" id="{3216266F-0267-0840-841D-08502DD91104}"/>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266" name="Group 265">
              <a:extLst>
                <a:ext uri="{FF2B5EF4-FFF2-40B4-BE49-F238E27FC236}">
                  <a16:creationId xmlns:a16="http://schemas.microsoft.com/office/drawing/2014/main" id="{106EB7B9-587B-604A-BB84-21393767F651}"/>
                </a:ext>
              </a:extLst>
            </p:cNvPr>
            <p:cNvGrpSpPr/>
            <p:nvPr/>
          </p:nvGrpSpPr>
          <p:grpSpPr>
            <a:xfrm>
              <a:off x="11058573" y="3399165"/>
              <a:ext cx="423724" cy="405973"/>
              <a:chOff x="5103720" y="2693365"/>
              <a:chExt cx="611650" cy="414788"/>
            </a:xfrm>
          </p:grpSpPr>
          <p:cxnSp>
            <p:nvCxnSpPr>
              <p:cNvPr id="267" name="Straight Connector 266">
                <a:extLst>
                  <a:ext uri="{FF2B5EF4-FFF2-40B4-BE49-F238E27FC236}">
                    <a16:creationId xmlns:a16="http://schemas.microsoft.com/office/drawing/2014/main" id="{2F7016C5-3456-6545-A196-AF5D73FF3865}"/>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68" name="Group 267">
                <a:extLst>
                  <a:ext uri="{FF2B5EF4-FFF2-40B4-BE49-F238E27FC236}">
                    <a16:creationId xmlns:a16="http://schemas.microsoft.com/office/drawing/2014/main" id="{CFE74420-7287-EB40-B7EE-E554F3965C89}"/>
                  </a:ext>
                </a:extLst>
              </p:cNvPr>
              <p:cNvGrpSpPr/>
              <p:nvPr/>
            </p:nvGrpSpPr>
            <p:grpSpPr>
              <a:xfrm>
                <a:off x="5275406" y="2693365"/>
                <a:ext cx="439964" cy="414788"/>
                <a:chOff x="5275406" y="2711455"/>
                <a:chExt cx="452949" cy="405518"/>
              </a:xfrm>
            </p:grpSpPr>
            <p:pic>
              <p:nvPicPr>
                <p:cNvPr id="269" name="Picture 268" descr="server_rack.png">
                  <a:extLst>
                    <a:ext uri="{FF2B5EF4-FFF2-40B4-BE49-F238E27FC236}">
                      <a16:creationId xmlns:a16="http://schemas.microsoft.com/office/drawing/2014/main" id="{6B281684-A293-474A-A2E6-3B193D839A0C}"/>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270" name="Picture 269" descr="server_rack.png">
                  <a:extLst>
                    <a:ext uri="{FF2B5EF4-FFF2-40B4-BE49-F238E27FC236}">
                      <a16:creationId xmlns:a16="http://schemas.microsoft.com/office/drawing/2014/main" id="{9F75EF01-9A2A-3A49-932A-4C42C719585B}"/>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271" name="Picture 270" descr="server_rack.png">
                  <a:extLst>
                    <a:ext uri="{FF2B5EF4-FFF2-40B4-BE49-F238E27FC236}">
                      <a16:creationId xmlns:a16="http://schemas.microsoft.com/office/drawing/2014/main" id="{446E25FC-31EE-334C-8D4A-FE0F222A8E3F}"/>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277" name="Group 590">
            <a:extLst>
              <a:ext uri="{FF2B5EF4-FFF2-40B4-BE49-F238E27FC236}">
                <a16:creationId xmlns:a16="http://schemas.microsoft.com/office/drawing/2014/main" id="{E519F234-2007-384B-BC1B-5D998EFDC23E}"/>
              </a:ext>
            </a:extLst>
          </p:cNvPr>
          <p:cNvGrpSpPr>
            <a:grpSpLocks/>
          </p:cNvGrpSpPr>
          <p:nvPr/>
        </p:nvGrpSpPr>
        <p:grpSpPr bwMode="auto">
          <a:xfrm flipH="1">
            <a:off x="8054595" y="4413467"/>
            <a:ext cx="345630" cy="320302"/>
            <a:chOff x="2839" y="3501"/>
            <a:chExt cx="755" cy="803"/>
          </a:xfrm>
        </p:grpSpPr>
        <p:pic>
          <p:nvPicPr>
            <p:cNvPr id="278" name="Picture 591" descr="desktop_computer_stylized_medium">
              <a:extLst>
                <a:ext uri="{FF2B5EF4-FFF2-40B4-BE49-F238E27FC236}">
                  <a16:creationId xmlns:a16="http://schemas.microsoft.com/office/drawing/2014/main" id="{33A2ACC8-59B8-BE41-AE95-2FCE8CBFBC3D}"/>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9" name="Freeform 592">
              <a:extLst>
                <a:ext uri="{FF2B5EF4-FFF2-40B4-BE49-F238E27FC236}">
                  <a16:creationId xmlns:a16="http://schemas.microsoft.com/office/drawing/2014/main" id="{D3941249-0EC2-7F4F-B6DE-853D1B0F58A2}"/>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0" name="Group 1064">
            <a:extLst>
              <a:ext uri="{FF2B5EF4-FFF2-40B4-BE49-F238E27FC236}">
                <a16:creationId xmlns:a16="http://schemas.microsoft.com/office/drawing/2014/main" id="{32873DDE-DE5F-FD44-B451-B2DB0A80F417}"/>
              </a:ext>
            </a:extLst>
          </p:cNvPr>
          <p:cNvGrpSpPr>
            <a:grpSpLocks/>
          </p:cNvGrpSpPr>
          <p:nvPr/>
        </p:nvGrpSpPr>
        <p:grpSpPr bwMode="auto">
          <a:xfrm>
            <a:off x="9275421" y="5366115"/>
            <a:ext cx="310186" cy="307808"/>
            <a:chOff x="877" y="1008"/>
            <a:chExt cx="2747" cy="2591"/>
          </a:xfrm>
        </p:grpSpPr>
        <p:pic>
          <p:nvPicPr>
            <p:cNvPr id="281" name="Picture 1065" descr="antenna_stylized">
              <a:extLst>
                <a:ext uri="{FF2B5EF4-FFF2-40B4-BE49-F238E27FC236}">
                  <a16:creationId xmlns:a16="http://schemas.microsoft.com/office/drawing/2014/main" id="{AE6278DC-71B3-934A-A861-85089C08711D}"/>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2" name="Picture 1066" descr="laptop_keyboard">
              <a:extLst>
                <a:ext uri="{FF2B5EF4-FFF2-40B4-BE49-F238E27FC236}">
                  <a16:creationId xmlns:a16="http://schemas.microsoft.com/office/drawing/2014/main" id="{3FEF45DC-F120-5245-9ABC-6F0D0A2356DF}"/>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3" name="Freeform 1067">
              <a:extLst>
                <a:ext uri="{FF2B5EF4-FFF2-40B4-BE49-F238E27FC236}">
                  <a16:creationId xmlns:a16="http://schemas.microsoft.com/office/drawing/2014/main" id="{8722F022-4F8C-2D45-81ED-EFF0FDD9EA39}"/>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84" name="Picture 1068" descr="screen">
              <a:extLst>
                <a:ext uri="{FF2B5EF4-FFF2-40B4-BE49-F238E27FC236}">
                  <a16:creationId xmlns:a16="http://schemas.microsoft.com/office/drawing/2014/main" id="{204FC4A1-539E-5442-BEC0-E471E14FA693}"/>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5" name="Freeform 1069">
              <a:extLst>
                <a:ext uri="{FF2B5EF4-FFF2-40B4-BE49-F238E27FC236}">
                  <a16:creationId xmlns:a16="http://schemas.microsoft.com/office/drawing/2014/main" id="{A1A1347C-9D1F-BA40-834D-25F998533283}"/>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6" name="Freeform 1070">
              <a:extLst>
                <a:ext uri="{FF2B5EF4-FFF2-40B4-BE49-F238E27FC236}">
                  <a16:creationId xmlns:a16="http://schemas.microsoft.com/office/drawing/2014/main" id="{5962D35F-879E-2549-AB01-3DB83293FA11}"/>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7" name="Freeform 1071">
              <a:extLst>
                <a:ext uri="{FF2B5EF4-FFF2-40B4-BE49-F238E27FC236}">
                  <a16:creationId xmlns:a16="http://schemas.microsoft.com/office/drawing/2014/main" id="{22F02B8D-E551-4348-96A0-9FA3E305B726}"/>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8" name="Freeform 1072">
              <a:extLst>
                <a:ext uri="{FF2B5EF4-FFF2-40B4-BE49-F238E27FC236}">
                  <a16:creationId xmlns:a16="http://schemas.microsoft.com/office/drawing/2014/main" id="{C526490C-E805-3744-973A-5CC36BB22900}"/>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9" name="Freeform 1073">
              <a:extLst>
                <a:ext uri="{FF2B5EF4-FFF2-40B4-BE49-F238E27FC236}">
                  <a16:creationId xmlns:a16="http://schemas.microsoft.com/office/drawing/2014/main" id="{7A50B32F-A919-C345-8D9F-670BB4E927D9}"/>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0" name="Freeform 1074">
              <a:extLst>
                <a:ext uri="{FF2B5EF4-FFF2-40B4-BE49-F238E27FC236}">
                  <a16:creationId xmlns:a16="http://schemas.microsoft.com/office/drawing/2014/main" id="{0175EDC4-A636-8E46-AE82-E96C1601BB0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91" name="Group 1075">
              <a:extLst>
                <a:ext uri="{FF2B5EF4-FFF2-40B4-BE49-F238E27FC236}">
                  <a16:creationId xmlns:a16="http://schemas.microsoft.com/office/drawing/2014/main" id="{0DFAC9F2-BFCA-0847-8353-C8E921686F42}"/>
                </a:ext>
              </a:extLst>
            </p:cNvPr>
            <p:cNvGrpSpPr>
              <a:grpSpLocks/>
            </p:cNvGrpSpPr>
            <p:nvPr/>
          </p:nvGrpSpPr>
          <p:grpSpPr bwMode="auto">
            <a:xfrm>
              <a:off x="1709" y="3008"/>
              <a:ext cx="507" cy="234"/>
              <a:chOff x="1740" y="2642"/>
              <a:chExt cx="752" cy="327"/>
            </a:xfrm>
          </p:grpSpPr>
          <p:sp>
            <p:nvSpPr>
              <p:cNvPr id="298" name="Freeform 1076">
                <a:extLst>
                  <a:ext uri="{FF2B5EF4-FFF2-40B4-BE49-F238E27FC236}">
                    <a16:creationId xmlns:a16="http://schemas.microsoft.com/office/drawing/2014/main" id="{850E3FFA-D3FE-4A46-89D2-C6682C4DE91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1077">
                <a:extLst>
                  <a:ext uri="{FF2B5EF4-FFF2-40B4-BE49-F238E27FC236}">
                    <a16:creationId xmlns:a16="http://schemas.microsoft.com/office/drawing/2014/main" id="{802EE040-A819-9640-B947-1A1395BEF3A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1078">
                <a:extLst>
                  <a:ext uri="{FF2B5EF4-FFF2-40B4-BE49-F238E27FC236}">
                    <a16:creationId xmlns:a16="http://schemas.microsoft.com/office/drawing/2014/main" id="{2E6E4ADE-8434-D746-854F-AD5EAF77930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Freeform 1079">
                <a:extLst>
                  <a:ext uri="{FF2B5EF4-FFF2-40B4-BE49-F238E27FC236}">
                    <a16:creationId xmlns:a16="http://schemas.microsoft.com/office/drawing/2014/main" id="{C3433830-574B-834F-8066-2E9F5FD6EF31}"/>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Freeform 1080">
                <a:extLst>
                  <a:ext uri="{FF2B5EF4-FFF2-40B4-BE49-F238E27FC236}">
                    <a16:creationId xmlns:a16="http://schemas.microsoft.com/office/drawing/2014/main" id="{E9FF40EC-D904-F941-BD96-FDDB247ACCD8}"/>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Freeform 1081">
                <a:extLst>
                  <a:ext uri="{FF2B5EF4-FFF2-40B4-BE49-F238E27FC236}">
                    <a16:creationId xmlns:a16="http://schemas.microsoft.com/office/drawing/2014/main" id="{D764A724-F392-9F42-AE28-024E09E62C2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92" name="Freeform 1082">
              <a:extLst>
                <a:ext uri="{FF2B5EF4-FFF2-40B4-BE49-F238E27FC236}">
                  <a16:creationId xmlns:a16="http://schemas.microsoft.com/office/drawing/2014/main" id="{1D359E2D-603D-1C42-AF6A-BFF17122489F}"/>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1083">
              <a:extLst>
                <a:ext uri="{FF2B5EF4-FFF2-40B4-BE49-F238E27FC236}">
                  <a16:creationId xmlns:a16="http://schemas.microsoft.com/office/drawing/2014/main" id="{A7F6435A-5F6F-D04A-9651-135556C9AA8B}"/>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1084">
              <a:extLst>
                <a:ext uri="{FF2B5EF4-FFF2-40B4-BE49-F238E27FC236}">
                  <a16:creationId xmlns:a16="http://schemas.microsoft.com/office/drawing/2014/main" id="{7E5560DA-5784-0949-BF64-EED5A85C8B50}"/>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1085">
              <a:extLst>
                <a:ext uri="{FF2B5EF4-FFF2-40B4-BE49-F238E27FC236}">
                  <a16:creationId xmlns:a16="http://schemas.microsoft.com/office/drawing/2014/main" id="{EE37634B-CC1C-B440-AEAB-A81F991F34F5}"/>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1086">
              <a:extLst>
                <a:ext uri="{FF2B5EF4-FFF2-40B4-BE49-F238E27FC236}">
                  <a16:creationId xmlns:a16="http://schemas.microsoft.com/office/drawing/2014/main" id="{06E015D5-7D47-FA43-A710-59DE4A76501F}"/>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7" name="Freeform 1087">
              <a:extLst>
                <a:ext uri="{FF2B5EF4-FFF2-40B4-BE49-F238E27FC236}">
                  <a16:creationId xmlns:a16="http://schemas.microsoft.com/office/drawing/2014/main" id="{92FD50DD-905B-534A-8A82-2CABB656D69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4" name="Group 590">
            <a:extLst>
              <a:ext uri="{FF2B5EF4-FFF2-40B4-BE49-F238E27FC236}">
                <a16:creationId xmlns:a16="http://schemas.microsoft.com/office/drawing/2014/main" id="{7D86CBB7-90D5-5C4A-9DB8-D6046D4D95F4}"/>
              </a:ext>
            </a:extLst>
          </p:cNvPr>
          <p:cNvGrpSpPr>
            <a:grpSpLocks/>
          </p:cNvGrpSpPr>
          <p:nvPr/>
        </p:nvGrpSpPr>
        <p:grpSpPr bwMode="auto">
          <a:xfrm flipH="1">
            <a:off x="8227649" y="5017963"/>
            <a:ext cx="345630" cy="320302"/>
            <a:chOff x="2839" y="3501"/>
            <a:chExt cx="755" cy="803"/>
          </a:xfrm>
        </p:grpSpPr>
        <p:pic>
          <p:nvPicPr>
            <p:cNvPr id="305" name="Picture 591" descr="desktop_computer_stylized_medium">
              <a:extLst>
                <a:ext uri="{FF2B5EF4-FFF2-40B4-BE49-F238E27FC236}">
                  <a16:creationId xmlns:a16="http://schemas.microsoft.com/office/drawing/2014/main" id="{1E6AFB2E-6DD2-0F42-9FCC-C1E32A1B016F}"/>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6" name="Freeform 592">
              <a:extLst>
                <a:ext uri="{FF2B5EF4-FFF2-40B4-BE49-F238E27FC236}">
                  <a16:creationId xmlns:a16="http://schemas.microsoft.com/office/drawing/2014/main" id="{C502709A-9A0D-9A47-A5CE-EC46F9304DC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7" name="Group 590">
            <a:extLst>
              <a:ext uri="{FF2B5EF4-FFF2-40B4-BE49-F238E27FC236}">
                <a16:creationId xmlns:a16="http://schemas.microsoft.com/office/drawing/2014/main" id="{CA180629-1EE9-9045-BF20-AA161650E5BE}"/>
              </a:ext>
            </a:extLst>
          </p:cNvPr>
          <p:cNvGrpSpPr>
            <a:grpSpLocks/>
          </p:cNvGrpSpPr>
          <p:nvPr/>
        </p:nvGrpSpPr>
        <p:grpSpPr bwMode="auto">
          <a:xfrm flipH="1">
            <a:off x="8625874" y="5039436"/>
            <a:ext cx="345630" cy="320302"/>
            <a:chOff x="2839" y="3501"/>
            <a:chExt cx="755" cy="803"/>
          </a:xfrm>
        </p:grpSpPr>
        <p:pic>
          <p:nvPicPr>
            <p:cNvPr id="308" name="Picture 591" descr="desktop_computer_stylized_medium">
              <a:extLst>
                <a:ext uri="{FF2B5EF4-FFF2-40B4-BE49-F238E27FC236}">
                  <a16:creationId xmlns:a16="http://schemas.microsoft.com/office/drawing/2014/main" id="{10FB4FF7-ED0D-4548-A925-6709E47499E0}"/>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9" name="Freeform 592">
              <a:extLst>
                <a:ext uri="{FF2B5EF4-FFF2-40B4-BE49-F238E27FC236}">
                  <a16:creationId xmlns:a16="http://schemas.microsoft.com/office/drawing/2014/main" id="{76E9A76B-3815-1842-8657-E47D64618553}"/>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10" name="Group 1064">
            <a:extLst>
              <a:ext uri="{FF2B5EF4-FFF2-40B4-BE49-F238E27FC236}">
                <a16:creationId xmlns:a16="http://schemas.microsoft.com/office/drawing/2014/main" id="{2A1515AB-81BE-A647-B780-057B7B04F549}"/>
              </a:ext>
            </a:extLst>
          </p:cNvPr>
          <p:cNvGrpSpPr>
            <a:grpSpLocks/>
          </p:cNvGrpSpPr>
          <p:nvPr/>
        </p:nvGrpSpPr>
        <p:grpSpPr bwMode="auto">
          <a:xfrm>
            <a:off x="9608486" y="5308444"/>
            <a:ext cx="319264" cy="253379"/>
            <a:chOff x="877" y="1008"/>
            <a:chExt cx="2747" cy="2591"/>
          </a:xfrm>
        </p:grpSpPr>
        <p:pic>
          <p:nvPicPr>
            <p:cNvPr id="311" name="Picture 1065" descr="antenna_stylized">
              <a:extLst>
                <a:ext uri="{FF2B5EF4-FFF2-40B4-BE49-F238E27FC236}">
                  <a16:creationId xmlns:a16="http://schemas.microsoft.com/office/drawing/2014/main" id="{BE3CD0B6-78E6-DA4F-99EA-A5B227564A1F}"/>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2" name="Picture 1066" descr="laptop_keyboard">
              <a:extLst>
                <a:ext uri="{FF2B5EF4-FFF2-40B4-BE49-F238E27FC236}">
                  <a16:creationId xmlns:a16="http://schemas.microsoft.com/office/drawing/2014/main" id="{D2626BF6-46AC-604D-8A51-37EA389D2F5B}"/>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3" name="Freeform 1067">
              <a:extLst>
                <a:ext uri="{FF2B5EF4-FFF2-40B4-BE49-F238E27FC236}">
                  <a16:creationId xmlns:a16="http://schemas.microsoft.com/office/drawing/2014/main" id="{959EDFAC-C6A1-D14A-947E-35A00B3A9186}"/>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14" name="Picture 1068" descr="screen">
              <a:extLst>
                <a:ext uri="{FF2B5EF4-FFF2-40B4-BE49-F238E27FC236}">
                  <a16:creationId xmlns:a16="http://schemas.microsoft.com/office/drawing/2014/main" id="{9D1F4A99-3250-9849-B965-F91DA625722C}"/>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 name="Freeform 1069">
              <a:extLst>
                <a:ext uri="{FF2B5EF4-FFF2-40B4-BE49-F238E27FC236}">
                  <a16:creationId xmlns:a16="http://schemas.microsoft.com/office/drawing/2014/main" id="{5C31E3EB-B3FB-0B4F-93CD-5092308DC22B}"/>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Freeform 1070">
              <a:extLst>
                <a:ext uri="{FF2B5EF4-FFF2-40B4-BE49-F238E27FC236}">
                  <a16:creationId xmlns:a16="http://schemas.microsoft.com/office/drawing/2014/main" id="{3AD986D8-84E7-4747-A1C9-5481DDD06F83}"/>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7" name="Freeform 1071">
              <a:extLst>
                <a:ext uri="{FF2B5EF4-FFF2-40B4-BE49-F238E27FC236}">
                  <a16:creationId xmlns:a16="http://schemas.microsoft.com/office/drawing/2014/main" id="{99E21446-DDC6-F947-8143-0229A8829664}"/>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8" name="Freeform 1072">
              <a:extLst>
                <a:ext uri="{FF2B5EF4-FFF2-40B4-BE49-F238E27FC236}">
                  <a16:creationId xmlns:a16="http://schemas.microsoft.com/office/drawing/2014/main" id="{760E6505-2D47-0045-B608-C79782D3151A}"/>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9" name="Freeform 1073">
              <a:extLst>
                <a:ext uri="{FF2B5EF4-FFF2-40B4-BE49-F238E27FC236}">
                  <a16:creationId xmlns:a16="http://schemas.microsoft.com/office/drawing/2014/main" id="{1E8320ED-B12F-2641-BEF1-FFE08A709278}"/>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0" name="Freeform 1074">
              <a:extLst>
                <a:ext uri="{FF2B5EF4-FFF2-40B4-BE49-F238E27FC236}">
                  <a16:creationId xmlns:a16="http://schemas.microsoft.com/office/drawing/2014/main" id="{6F216F19-7A9E-7842-8DE3-87CF67C247D9}"/>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21" name="Group 1075">
              <a:extLst>
                <a:ext uri="{FF2B5EF4-FFF2-40B4-BE49-F238E27FC236}">
                  <a16:creationId xmlns:a16="http://schemas.microsoft.com/office/drawing/2014/main" id="{739F03CA-20B1-E448-ACD6-1C13B4F67461}"/>
                </a:ext>
              </a:extLst>
            </p:cNvPr>
            <p:cNvGrpSpPr>
              <a:grpSpLocks/>
            </p:cNvGrpSpPr>
            <p:nvPr/>
          </p:nvGrpSpPr>
          <p:grpSpPr bwMode="auto">
            <a:xfrm>
              <a:off x="1709" y="3008"/>
              <a:ext cx="507" cy="234"/>
              <a:chOff x="1740" y="2642"/>
              <a:chExt cx="752" cy="327"/>
            </a:xfrm>
          </p:grpSpPr>
          <p:sp>
            <p:nvSpPr>
              <p:cNvPr id="328" name="Freeform 1076">
                <a:extLst>
                  <a:ext uri="{FF2B5EF4-FFF2-40B4-BE49-F238E27FC236}">
                    <a16:creationId xmlns:a16="http://schemas.microsoft.com/office/drawing/2014/main" id="{C8940D77-B4F3-1246-9EB1-62B374D1DC83}"/>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9" name="Freeform 1077">
                <a:extLst>
                  <a:ext uri="{FF2B5EF4-FFF2-40B4-BE49-F238E27FC236}">
                    <a16:creationId xmlns:a16="http://schemas.microsoft.com/office/drawing/2014/main" id="{50CF6234-28F9-6A4A-9C8F-25FE11F3DED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0" name="Freeform 1078">
                <a:extLst>
                  <a:ext uri="{FF2B5EF4-FFF2-40B4-BE49-F238E27FC236}">
                    <a16:creationId xmlns:a16="http://schemas.microsoft.com/office/drawing/2014/main" id="{6D8485B5-FB9F-C945-BF8E-55BD012586B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1" name="Freeform 1079">
                <a:extLst>
                  <a:ext uri="{FF2B5EF4-FFF2-40B4-BE49-F238E27FC236}">
                    <a16:creationId xmlns:a16="http://schemas.microsoft.com/office/drawing/2014/main" id="{499E2EF6-03A8-7649-AF1E-92C6AEEACC0A}"/>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2" name="Freeform 1080">
                <a:extLst>
                  <a:ext uri="{FF2B5EF4-FFF2-40B4-BE49-F238E27FC236}">
                    <a16:creationId xmlns:a16="http://schemas.microsoft.com/office/drawing/2014/main" id="{74F729D9-EF91-0447-847C-32A9E97FFAD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3" name="Freeform 1081">
                <a:extLst>
                  <a:ext uri="{FF2B5EF4-FFF2-40B4-BE49-F238E27FC236}">
                    <a16:creationId xmlns:a16="http://schemas.microsoft.com/office/drawing/2014/main" id="{79448D30-757C-AD42-9BE7-746E1DDA272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22" name="Freeform 1082">
              <a:extLst>
                <a:ext uri="{FF2B5EF4-FFF2-40B4-BE49-F238E27FC236}">
                  <a16:creationId xmlns:a16="http://schemas.microsoft.com/office/drawing/2014/main" id="{ACA0EA96-8459-6D48-B384-71DC0DE9F46A}"/>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3" name="Freeform 1083">
              <a:extLst>
                <a:ext uri="{FF2B5EF4-FFF2-40B4-BE49-F238E27FC236}">
                  <a16:creationId xmlns:a16="http://schemas.microsoft.com/office/drawing/2014/main" id="{4AFEEFA0-1AD5-2A4E-8E91-2BA01BA888CE}"/>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4" name="Freeform 1084">
              <a:extLst>
                <a:ext uri="{FF2B5EF4-FFF2-40B4-BE49-F238E27FC236}">
                  <a16:creationId xmlns:a16="http://schemas.microsoft.com/office/drawing/2014/main" id="{21B8D876-55EE-014B-B6A7-135E27D26C60}"/>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Freeform 1085">
              <a:extLst>
                <a:ext uri="{FF2B5EF4-FFF2-40B4-BE49-F238E27FC236}">
                  <a16:creationId xmlns:a16="http://schemas.microsoft.com/office/drawing/2014/main" id="{8385F355-35A0-3348-8DF5-BC36DCEC955E}"/>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6" name="Freeform 1086">
              <a:extLst>
                <a:ext uri="{FF2B5EF4-FFF2-40B4-BE49-F238E27FC236}">
                  <a16:creationId xmlns:a16="http://schemas.microsoft.com/office/drawing/2014/main" id="{DD8C8F16-B86F-DA4C-8E23-1A23CACB9DAA}"/>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1087">
              <a:extLst>
                <a:ext uri="{FF2B5EF4-FFF2-40B4-BE49-F238E27FC236}">
                  <a16:creationId xmlns:a16="http://schemas.microsoft.com/office/drawing/2014/main" id="{C205008C-65B4-0C4E-858E-4BE7FE6B84AD}"/>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34" name="Freeform 984">
            <a:extLst>
              <a:ext uri="{FF2B5EF4-FFF2-40B4-BE49-F238E27FC236}">
                <a16:creationId xmlns:a16="http://schemas.microsoft.com/office/drawing/2014/main" id="{F683EC5C-41E4-CB46-A4DE-DA79C11DB0A3}"/>
              </a:ext>
            </a:extLst>
          </p:cNvPr>
          <p:cNvSpPr>
            <a:spLocks/>
          </p:cNvSpPr>
          <p:nvPr/>
        </p:nvSpPr>
        <p:spPr bwMode="auto">
          <a:xfrm>
            <a:off x="10227333" y="5150277"/>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5" name="Freeform 986">
            <a:extLst>
              <a:ext uri="{FF2B5EF4-FFF2-40B4-BE49-F238E27FC236}">
                <a16:creationId xmlns:a16="http://schemas.microsoft.com/office/drawing/2014/main" id="{5EF954DC-7E38-5E4F-A1CE-66E02590E45F}"/>
              </a:ext>
            </a:extLst>
          </p:cNvPr>
          <p:cNvSpPr>
            <a:spLocks/>
          </p:cNvSpPr>
          <p:nvPr/>
        </p:nvSpPr>
        <p:spPr bwMode="auto">
          <a:xfrm>
            <a:off x="10233710" y="5170229"/>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6" name="Freeform 987">
            <a:extLst>
              <a:ext uri="{FF2B5EF4-FFF2-40B4-BE49-F238E27FC236}">
                <a16:creationId xmlns:a16="http://schemas.microsoft.com/office/drawing/2014/main" id="{715C54AB-3880-BA45-928C-39C4D7CA3C4E}"/>
              </a:ext>
            </a:extLst>
          </p:cNvPr>
          <p:cNvSpPr>
            <a:spLocks/>
          </p:cNvSpPr>
          <p:nvPr/>
        </p:nvSpPr>
        <p:spPr bwMode="auto">
          <a:xfrm>
            <a:off x="10229258" y="5326059"/>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7" name="Rectangle 988">
            <a:extLst>
              <a:ext uri="{FF2B5EF4-FFF2-40B4-BE49-F238E27FC236}">
                <a16:creationId xmlns:a16="http://schemas.microsoft.com/office/drawing/2014/main" id="{370296DA-87E2-9341-A2CE-4380B23742DD}"/>
              </a:ext>
            </a:extLst>
          </p:cNvPr>
          <p:cNvSpPr>
            <a:spLocks noChangeArrowheads="1"/>
          </p:cNvSpPr>
          <p:nvPr/>
        </p:nvSpPr>
        <p:spPr bwMode="auto">
          <a:xfrm>
            <a:off x="10100039" y="5187705"/>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8" name="Group 989">
            <a:extLst>
              <a:ext uri="{FF2B5EF4-FFF2-40B4-BE49-F238E27FC236}">
                <a16:creationId xmlns:a16="http://schemas.microsoft.com/office/drawing/2014/main" id="{AFA2681D-B24E-9548-A42D-DBE7D03E1B65}"/>
              </a:ext>
            </a:extLst>
          </p:cNvPr>
          <p:cNvGrpSpPr>
            <a:grpSpLocks/>
          </p:cNvGrpSpPr>
          <p:nvPr/>
        </p:nvGrpSpPr>
        <p:grpSpPr bwMode="auto">
          <a:xfrm>
            <a:off x="10164889" y="5184501"/>
            <a:ext cx="69903" cy="21117"/>
            <a:chOff x="614" y="2568"/>
            <a:chExt cx="725" cy="139"/>
          </a:xfrm>
        </p:grpSpPr>
        <p:sp>
          <p:nvSpPr>
            <p:cNvPr id="339" name="AutoShape 990">
              <a:extLst>
                <a:ext uri="{FF2B5EF4-FFF2-40B4-BE49-F238E27FC236}">
                  <a16:creationId xmlns:a16="http://schemas.microsoft.com/office/drawing/2014/main" id="{8D15E716-2018-CA44-A0CF-BA1BD3C4F901}"/>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0" name="AutoShape 991">
              <a:extLst>
                <a:ext uri="{FF2B5EF4-FFF2-40B4-BE49-F238E27FC236}">
                  <a16:creationId xmlns:a16="http://schemas.microsoft.com/office/drawing/2014/main" id="{45074B74-5B36-7F43-A334-2E564658000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41" name="Rectangle 992">
            <a:extLst>
              <a:ext uri="{FF2B5EF4-FFF2-40B4-BE49-F238E27FC236}">
                <a16:creationId xmlns:a16="http://schemas.microsoft.com/office/drawing/2014/main" id="{D5DC0FDD-F05E-D940-80D3-95FD6FA6ED49}"/>
              </a:ext>
            </a:extLst>
          </p:cNvPr>
          <p:cNvSpPr>
            <a:spLocks noChangeArrowheads="1"/>
          </p:cNvSpPr>
          <p:nvPr/>
        </p:nvSpPr>
        <p:spPr bwMode="auto">
          <a:xfrm>
            <a:off x="10101242" y="5236056"/>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42" name="Group 993">
            <a:extLst>
              <a:ext uri="{FF2B5EF4-FFF2-40B4-BE49-F238E27FC236}">
                <a16:creationId xmlns:a16="http://schemas.microsoft.com/office/drawing/2014/main" id="{80CA8E93-98F3-5845-A8F0-9AFCA71C58D2}"/>
              </a:ext>
            </a:extLst>
          </p:cNvPr>
          <p:cNvGrpSpPr>
            <a:grpSpLocks/>
          </p:cNvGrpSpPr>
          <p:nvPr/>
        </p:nvGrpSpPr>
        <p:grpSpPr bwMode="auto">
          <a:xfrm>
            <a:off x="10164649" y="5231978"/>
            <a:ext cx="69903" cy="19515"/>
            <a:chOff x="614" y="2568"/>
            <a:chExt cx="725" cy="139"/>
          </a:xfrm>
        </p:grpSpPr>
        <p:sp>
          <p:nvSpPr>
            <p:cNvPr id="343" name="AutoShape 994">
              <a:extLst>
                <a:ext uri="{FF2B5EF4-FFF2-40B4-BE49-F238E27FC236}">
                  <a16:creationId xmlns:a16="http://schemas.microsoft.com/office/drawing/2014/main" id="{7DD517ED-4EA6-CE4D-BABF-4E87B224F6AB}"/>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AutoShape 995">
              <a:extLst>
                <a:ext uri="{FF2B5EF4-FFF2-40B4-BE49-F238E27FC236}">
                  <a16:creationId xmlns:a16="http://schemas.microsoft.com/office/drawing/2014/main" id="{67610340-11E9-0D44-B036-7F836809F5F3}"/>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45" name="Rectangle 996">
            <a:extLst>
              <a:ext uri="{FF2B5EF4-FFF2-40B4-BE49-F238E27FC236}">
                <a16:creationId xmlns:a16="http://schemas.microsoft.com/office/drawing/2014/main" id="{797BEBD2-AFB2-D04F-BF4D-C98B5985E839}"/>
              </a:ext>
            </a:extLst>
          </p:cNvPr>
          <p:cNvSpPr>
            <a:spLocks noChangeArrowheads="1"/>
          </p:cNvSpPr>
          <p:nvPr/>
        </p:nvSpPr>
        <p:spPr bwMode="auto">
          <a:xfrm>
            <a:off x="10101242" y="5284407"/>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Rectangle 997">
            <a:extLst>
              <a:ext uri="{FF2B5EF4-FFF2-40B4-BE49-F238E27FC236}">
                <a16:creationId xmlns:a16="http://schemas.microsoft.com/office/drawing/2014/main" id="{CAEB6086-A181-E845-B0C6-0E5FA8C48B08}"/>
              </a:ext>
            </a:extLst>
          </p:cNvPr>
          <p:cNvSpPr>
            <a:spLocks noChangeArrowheads="1"/>
          </p:cNvSpPr>
          <p:nvPr/>
        </p:nvSpPr>
        <p:spPr bwMode="auto">
          <a:xfrm>
            <a:off x="10102445" y="5328244"/>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47" name="Group 998">
            <a:extLst>
              <a:ext uri="{FF2B5EF4-FFF2-40B4-BE49-F238E27FC236}">
                <a16:creationId xmlns:a16="http://schemas.microsoft.com/office/drawing/2014/main" id="{2AA46A1E-93AF-BA48-99B9-AEC064BD1FEC}"/>
              </a:ext>
            </a:extLst>
          </p:cNvPr>
          <p:cNvGrpSpPr>
            <a:grpSpLocks/>
          </p:cNvGrpSpPr>
          <p:nvPr/>
        </p:nvGrpSpPr>
        <p:grpSpPr bwMode="auto">
          <a:xfrm>
            <a:off x="10163205" y="5324166"/>
            <a:ext cx="70024" cy="21991"/>
            <a:chOff x="614" y="2568"/>
            <a:chExt cx="725" cy="139"/>
          </a:xfrm>
        </p:grpSpPr>
        <p:sp>
          <p:nvSpPr>
            <p:cNvPr id="348" name="AutoShape 999">
              <a:extLst>
                <a:ext uri="{FF2B5EF4-FFF2-40B4-BE49-F238E27FC236}">
                  <a16:creationId xmlns:a16="http://schemas.microsoft.com/office/drawing/2014/main" id="{3DDF69A6-D5A3-CE4D-9320-9AFFD3C4289A}"/>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1000">
              <a:extLst>
                <a:ext uri="{FF2B5EF4-FFF2-40B4-BE49-F238E27FC236}">
                  <a16:creationId xmlns:a16="http://schemas.microsoft.com/office/drawing/2014/main" id="{7324BD93-FB3D-8844-A86D-CAAF66EC79E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50" name="Freeform 1001">
            <a:extLst>
              <a:ext uri="{FF2B5EF4-FFF2-40B4-BE49-F238E27FC236}">
                <a16:creationId xmlns:a16="http://schemas.microsoft.com/office/drawing/2014/main" id="{98435968-C1C8-374F-8AC1-5AF0F3D6EC49}"/>
              </a:ext>
            </a:extLst>
          </p:cNvPr>
          <p:cNvSpPr>
            <a:spLocks/>
          </p:cNvSpPr>
          <p:nvPr/>
        </p:nvSpPr>
        <p:spPr bwMode="auto">
          <a:xfrm>
            <a:off x="10229740" y="5284407"/>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51" name="Group 1002">
            <a:extLst>
              <a:ext uri="{FF2B5EF4-FFF2-40B4-BE49-F238E27FC236}">
                <a16:creationId xmlns:a16="http://schemas.microsoft.com/office/drawing/2014/main" id="{30C5E95A-609F-2641-9A30-3EFA406AB51F}"/>
              </a:ext>
            </a:extLst>
          </p:cNvPr>
          <p:cNvGrpSpPr>
            <a:grpSpLocks/>
          </p:cNvGrpSpPr>
          <p:nvPr/>
        </p:nvGrpSpPr>
        <p:grpSpPr bwMode="auto">
          <a:xfrm>
            <a:off x="10163686" y="5280475"/>
            <a:ext cx="70024" cy="20243"/>
            <a:chOff x="614" y="2568"/>
            <a:chExt cx="725" cy="139"/>
          </a:xfrm>
        </p:grpSpPr>
        <p:sp>
          <p:nvSpPr>
            <p:cNvPr id="352" name="AutoShape 1003">
              <a:extLst>
                <a:ext uri="{FF2B5EF4-FFF2-40B4-BE49-F238E27FC236}">
                  <a16:creationId xmlns:a16="http://schemas.microsoft.com/office/drawing/2014/main" id="{6C6A18B9-4731-9E4A-8433-C467629BB738}"/>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1004">
              <a:extLst>
                <a:ext uri="{FF2B5EF4-FFF2-40B4-BE49-F238E27FC236}">
                  <a16:creationId xmlns:a16="http://schemas.microsoft.com/office/drawing/2014/main" id="{80E49604-CFF7-2249-8AC0-274FFDA8EED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54" name="Rectangle 1005">
            <a:extLst>
              <a:ext uri="{FF2B5EF4-FFF2-40B4-BE49-F238E27FC236}">
                <a16:creationId xmlns:a16="http://schemas.microsoft.com/office/drawing/2014/main" id="{4574A330-D5AC-1949-8F3A-0425F1BF8BFE}"/>
              </a:ext>
            </a:extLst>
          </p:cNvPr>
          <p:cNvSpPr>
            <a:spLocks noChangeArrowheads="1"/>
          </p:cNvSpPr>
          <p:nvPr/>
        </p:nvSpPr>
        <p:spPr bwMode="auto">
          <a:xfrm>
            <a:off x="10224686" y="5149694"/>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Freeform 1006">
            <a:extLst>
              <a:ext uri="{FF2B5EF4-FFF2-40B4-BE49-F238E27FC236}">
                <a16:creationId xmlns:a16="http://schemas.microsoft.com/office/drawing/2014/main" id="{346534D2-9C43-5D4C-97DD-9BFA3F3C1E19}"/>
              </a:ext>
            </a:extLst>
          </p:cNvPr>
          <p:cNvSpPr>
            <a:spLocks/>
          </p:cNvSpPr>
          <p:nvPr/>
        </p:nvSpPr>
        <p:spPr bwMode="auto">
          <a:xfrm>
            <a:off x="10232627" y="5233872"/>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6" name="Freeform 1007">
            <a:extLst>
              <a:ext uri="{FF2B5EF4-FFF2-40B4-BE49-F238E27FC236}">
                <a16:creationId xmlns:a16="http://schemas.microsoft.com/office/drawing/2014/main" id="{34FDA504-7EFB-0F47-BF0E-7541255FF63F}"/>
              </a:ext>
            </a:extLst>
          </p:cNvPr>
          <p:cNvSpPr>
            <a:spLocks/>
          </p:cNvSpPr>
          <p:nvPr/>
        </p:nvSpPr>
        <p:spPr bwMode="auto">
          <a:xfrm>
            <a:off x="10232988" y="5186249"/>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7" name="Oval 1008">
            <a:extLst>
              <a:ext uri="{FF2B5EF4-FFF2-40B4-BE49-F238E27FC236}">
                <a16:creationId xmlns:a16="http://schemas.microsoft.com/office/drawing/2014/main" id="{EB41E430-44F1-2040-B040-34AC4812C1EF}"/>
              </a:ext>
            </a:extLst>
          </p:cNvPr>
          <p:cNvSpPr>
            <a:spLocks noChangeArrowheads="1"/>
          </p:cNvSpPr>
          <p:nvPr/>
        </p:nvSpPr>
        <p:spPr bwMode="auto">
          <a:xfrm>
            <a:off x="10257051" y="5467472"/>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8" name="Freeform 1009">
            <a:extLst>
              <a:ext uri="{FF2B5EF4-FFF2-40B4-BE49-F238E27FC236}">
                <a16:creationId xmlns:a16="http://schemas.microsoft.com/office/drawing/2014/main" id="{790EC54C-1F12-7145-B84C-38FCEE8E9F9C}"/>
              </a:ext>
            </a:extLst>
          </p:cNvPr>
          <p:cNvSpPr>
            <a:spLocks/>
          </p:cNvSpPr>
          <p:nvPr/>
        </p:nvSpPr>
        <p:spPr bwMode="auto">
          <a:xfrm>
            <a:off x="10231424" y="5467909"/>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9" name="AutoShape 1010">
            <a:extLst>
              <a:ext uri="{FF2B5EF4-FFF2-40B4-BE49-F238E27FC236}">
                <a16:creationId xmlns:a16="http://schemas.microsoft.com/office/drawing/2014/main" id="{2E145E4B-9370-3442-8CC9-84BAE4D06F3F}"/>
              </a:ext>
            </a:extLst>
          </p:cNvPr>
          <p:cNvSpPr>
            <a:spLocks noChangeArrowheads="1"/>
          </p:cNvSpPr>
          <p:nvPr/>
        </p:nvSpPr>
        <p:spPr bwMode="auto">
          <a:xfrm>
            <a:off x="10091617" y="5476793"/>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0" name="AutoShape 1011">
            <a:extLst>
              <a:ext uri="{FF2B5EF4-FFF2-40B4-BE49-F238E27FC236}">
                <a16:creationId xmlns:a16="http://schemas.microsoft.com/office/drawing/2014/main" id="{D478C9C4-B89C-9C48-BBD7-DEABBACEA5BC}"/>
              </a:ext>
            </a:extLst>
          </p:cNvPr>
          <p:cNvSpPr>
            <a:spLocks noChangeArrowheads="1"/>
          </p:cNvSpPr>
          <p:nvPr/>
        </p:nvSpPr>
        <p:spPr bwMode="auto">
          <a:xfrm>
            <a:off x="10100039" y="5482472"/>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1" name="Oval 1012">
            <a:extLst>
              <a:ext uri="{FF2B5EF4-FFF2-40B4-BE49-F238E27FC236}">
                <a16:creationId xmlns:a16="http://schemas.microsoft.com/office/drawing/2014/main" id="{5909E442-66CF-664F-9DE0-0E9F8CA73D97}"/>
              </a:ext>
            </a:extLst>
          </p:cNvPr>
          <p:cNvSpPr>
            <a:spLocks noChangeArrowheads="1"/>
          </p:cNvSpPr>
          <p:nvPr/>
        </p:nvSpPr>
        <p:spPr bwMode="auto">
          <a:xfrm>
            <a:off x="10111950" y="5434121"/>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2" name="Oval 1013">
            <a:extLst>
              <a:ext uri="{FF2B5EF4-FFF2-40B4-BE49-F238E27FC236}">
                <a16:creationId xmlns:a16="http://schemas.microsoft.com/office/drawing/2014/main" id="{2551EE99-1D61-D44B-8562-B0ABC004498F}"/>
              </a:ext>
            </a:extLst>
          </p:cNvPr>
          <p:cNvSpPr>
            <a:spLocks noChangeArrowheads="1"/>
          </p:cNvSpPr>
          <p:nvPr/>
        </p:nvSpPr>
        <p:spPr bwMode="auto">
          <a:xfrm>
            <a:off x="10133607" y="5434121"/>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3" name="Oval 1014">
            <a:extLst>
              <a:ext uri="{FF2B5EF4-FFF2-40B4-BE49-F238E27FC236}">
                <a16:creationId xmlns:a16="http://schemas.microsoft.com/office/drawing/2014/main" id="{634591C9-BA12-B348-80C9-F09AFA1CED7E}"/>
              </a:ext>
            </a:extLst>
          </p:cNvPr>
          <p:cNvSpPr>
            <a:spLocks noChangeArrowheads="1"/>
          </p:cNvSpPr>
          <p:nvPr/>
        </p:nvSpPr>
        <p:spPr bwMode="auto">
          <a:xfrm>
            <a:off x="10153941" y="5434121"/>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4" name="Rectangle 1015">
            <a:extLst>
              <a:ext uri="{FF2B5EF4-FFF2-40B4-BE49-F238E27FC236}">
                <a16:creationId xmlns:a16="http://schemas.microsoft.com/office/drawing/2014/main" id="{0223EEF6-BCF3-3D42-9120-9B8B3E38C9FA}"/>
              </a:ext>
            </a:extLst>
          </p:cNvPr>
          <p:cNvSpPr>
            <a:spLocks noChangeArrowheads="1"/>
          </p:cNvSpPr>
          <p:nvPr/>
        </p:nvSpPr>
        <p:spPr bwMode="auto">
          <a:xfrm>
            <a:off x="10203150" y="5354750"/>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65" name="Group 590">
            <a:extLst>
              <a:ext uri="{FF2B5EF4-FFF2-40B4-BE49-F238E27FC236}">
                <a16:creationId xmlns:a16="http://schemas.microsoft.com/office/drawing/2014/main" id="{32D88EF7-FD3F-EF44-9D3E-076AA7EB1E8D}"/>
              </a:ext>
            </a:extLst>
          </p:cNvPr>
          <p:cNvGrpSpPr>
            <a:grpSpLocks/>
          </p:cNvGrpSpPr>
          <p:nvPr/>
        </p:nvGrpSpPr>
        <p:grpSpPr bwMode="auto">
          <a:xfrm flipH="1">
            <a:off x="7847721" y="4794366"/>
            <a:ext cx="345630" cy="320302"/>
            <a:chOff x="2839" y="3501"/>
            <a:chExt cx="755" cy="803"/>
          </a:xfrm>
        </p:grpSpPr>
        <p:pic>
          <p:nvPicPr>
            <p:cNvPr id="366" name="Picture 591" descr="desktop_computer_stylized_medium">
              <a:extLst>
                <a:ext uri="{FF2B5EF4-FFF2-40B4-BE49-F238E27FC236}">
                  <a16:creationId xmlns:a16="http://schemas.microsoft.com/office/drawing/2014/main" id="{AB01A8A8-1CAA-9145-A6E4-1398D1D62EC4}"/>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7" name="Freeform 592">
              <a:extLst>
                <a:ext uri="{FF2B5EF4-FFF2-40B4-BE49-F238E27FC236}">
                  <a16:creationId xmlns:a16="http://schemas.microsoft.com/office/drawing/2014/main" id="{4195A758-5601-AD48-BDA5-274E79AC1392}"/>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68" name="Group 652">
            <a:extLst>
              <a:ext uri="{FF2B5EF4-FFF2-40B4-BE49-F238E27FC236}">
                <a16:creationId xmlns:a16="http://schemas.microsoft.com/office/drawing/2014/main" id="{B6EF2BFA-2876-1841-873B-0FF970F0E60B}"/>
              </a:ext>
            </a:extLst>
          </p:cNvPr>
          <p:cNvGrpSpPr>
            <a:grpSpLocks/>
          </p:cNvGrpSpPr>
          <p:nvPr/>
        </p:nvGrpSpPr>
        <p:grpSpPr bwMode="auto">
          <a:xfrm>
            <a:off x="7823964" y="1373031"/>
            <a:ext cx="415925" cy="385763"/>
            <a:chOff x="2751" y="1851"/>
            <a:chExt cx="462" cy="478"/>
          </a:xfrm>
        </p:grpSpPr>
        <p:pic>
          <p:nvPicPr>
            <p:cNvPr id="369" name="Picture 653" descr="iphone_stylized_small">
              <a:extLst>
                <a:ext uri="{FF2B5EF4-FFF2-40B4-BE49-F238E27FC236}">
                  <a16:creationId xmlns:a16="http://schemas.microsoft.com/office/drawing/2014/main" id="{6A302962-1680-A04D-B69F-7F3E5F6F5469}"/>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0" name="Picture 654" descr="antenna_radiation_stylized">
              <a:extLst>
                <a:ext uri="{FF2B5EF4-FFF2-40B4-BE49-F238E27FC236}">
                  <a16:creationId xmlns:a16="http://schemas.microsoft.com/office/drawing/2014/main" id="{C6EC98A7-19FC-1745-AA2F-96FA4FE454AB}"/>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71" name="Group 950">
            <a:extLst>
              <a:ext uri="{FF2B5EF4-FFF2-40B4-BE49-F238E27FC236}">
                <a16:creationId xmlns:a16="http://schemas.microsoft.com/office/drawing/2014/main" id="{AF76C7C1-F5D8-6342-AF5C-D3B231A09266}"/>
              </a:ext>
            </a:extLst>
          </p:cNvPr>
          <p:cNvGrpSpPr>
            <a:grpSpLocks/>
          </p:cNvGrpSpPr>
          <p:nvPr/>
        </p:nvGrpSpPr>
        <p:grpSpPr bwMode="auto">
          <a:xfrm>
            <a:off x="10327730" y="4787257"/>
            <a:ext cx="177192" cy="330833"/>
            <a:chOff x="4140" y="429"/>
            <a:chExt cx="1425" cy="2396"/>
          </a:xfrm>
        </p:grpSpPr>
        <p:sp>
          <p:nvSpPr>
            <p:cNvPr id="372" name="Freeform 951">
              <a:extLst>
                <a:ext uri="{FF2B5EF4-FFF2-40B4-BE49-F238E27FC236}">
                  <a16:creationId xmlns:a16="http://schemas.microsoft.com/office/drawing/2014/main" id="{D2849A7E-B1C5-C74A-A8D9-BC8D0920FE3D}"/>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3" name="Rectangle 952">
              <a:extLst>
                <a:ext uri="{FF2B5EF4-FFF2-40B4-BE49-F238E27FC236}">
                  <a16:creationId xmlns:a16="http://schemas.microsoft.com/office/drawing/2014/main" id="{E9E5770D-8A9F-FB46-89A2-04825C3931D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4" name="Freeform 953">
              <a:extLst>
                <a:ext uri="{FF2B5EF4-FFF2-40B4-BE49-F238E27FC236}">
                  <a16:creationId xmlns:a16="http://schemas.microsoft.com/office/drawing/2014/main" id="{0E239736-0728-284A-B0B4-C1B7FA11A273}"/>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5" name="Freeform 954">
              <a:extLst>
                <a:ext uri="{FF2B5EF4-FFF2-40B4-BE49-F238E27FC236}">
                  <a16:creationId xmlns:a16="http://schemas.microsoft.com/office/drawing/2014/main" id="{F114EC93-A19B-1543-9627-1A8C3FD96B3C}"/>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6" name="Rectangle 955">
              <a:extLst>
                <a:ext uri="{FF2B5EF4-FFF2-40B4-BE49-F238E27FC236}">
                  <a16:creationId xmlns:a16="http://schemas.microsoft.com/office/drawing/2014/main" id="{CED0094B-8557-0541-B7EE-8FA350D7821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77" name="Group 956">
              <a:extLst>
                <a:ext uri="{FF2B5EF4-FFF2-40B4-BE49-F238E27FC236}">
                  <a16:creationId xmlns:a16="http://schemas.microsoft.com/office/drawing/2014/main" id="{A1465FD4-1D70-5641-803C-0950E2AF32BF}"/>
                </a:ext>
              </a:extLst>
            </p:cNvPr>
            <p:cNvGrpSpPr>
              <a:grpSpLocks/>
            </p:cNvGrpSpPr>
            <p:nvPr/>
          </p:nvGrpSpPr>
          <p:grpSpPr bwMode="auto">
            <a:xfrm>
              <a:off x="4749" y="668"/>
              <a:ext cx="581" cy="145"/>
              <a:chOff x="614" y="2568"/>
              <a:chExt cx="725" cy="139"/>
            </a:xfrm>
          </p:grpSpPr>
          <p:sp>
            <p:nvSpPr>
              <p:cNvPr id="402" name="AutoShape 957">
                <a:extLst>
                  <a:ext uri="{FF2B5EF4-FFF2-40B4-BE49-F238E27FC236}">
                    <a16:creationId xmlns:a16="http://schemas.microsoft.com/office/drawing/2014/main" id="{FF024338-1F9F-E64C-BA98-C28690618DBA}"/>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03" name="AutoShape 958">
                <a:extLst>
                  <a:ext uri="{FF2B5EF4-FFF2-40B4-BE49-F238E27FC236}">
                    <a16:creationId xmlns:a16="http://schemas.microsoft.com/office/drawing/2014/main" id="{A90F11D2-082B-0748-982F-1A09061DD1CD}"/>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78" name="Rectangle 959">
              <a:extLst>
                <a:ext uri="{FF2B5EF4-FFF2-40B4-BE49-F238E27FC236}">
                  <a16:creationId xmlns:a16="http://schemas.microsoft.com/office/drawing/2014/main" id="{B9B5D7EF-E5F6-CF40-AF5E-871CC687202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79" name="Group 960">
              <a:extLst>
                <a:ext uri="{FF2B5EF4-FFF2-40B4-BE49-F238E27FC236}">
                  <a16:creationId xmlns:a16="http://schemas.microsoft.com/office/drawing/2014/main" id="{893C9D91-E30F-254B-8709-D7B10987E042}"/>
                </a:ext>
              </a:extLst>
            </p:cNvPr>
            <p:cNvGrpSpPr>
              <a:grpSpLocks/>
            </p:cNvGrpSpPr>
            <p:nvPr/>
          </p:nvGrpSpPr>
          <p:grpSpPr bwMode="auto">
            <a:xfrm>
              <a:off x="4747" y="994"/>
              <a:ext cx="581" cy="134"/>
              <a:chOff x="614" y="2568"/>
              <a:chExt cx="725" cy="139"/>
            </a:xfrm>
          </p:grpSpPr>
          <p:sp>
            <p:nvSpPr>
              <p:cNvPr id="400" name="AutoShape 961">
                <a:extLst>
                  <a:ext uri="{FF2B5EF4-FFF2-40B4-BE49-F238E27FC236}">
                    <a16:creationId xmlns:a16="http://schemas.microsoft.com/office/drawing/2014/main" id="{FD337E36-AAFD-7948-A91E-B5AA5B523F0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01" name="AutoShape 962">
                <a:extLst>
                  <a:ext uri="{FF2B5EF4-FFF2-40B4-BE49-F238E27FC236}">
                    <a16:creationId xmlns:a16="http://schemas.microsoft.com/office/drawing/2014/main" id="{B25EBDF7-1063-CD45-8C78-3C80EEE90DA3}"/>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80" name="Rectangle 963">
              <a:extLst>
                <a:ext uri="{FF2B5EF4-FFF2-40B4-BE49-F238E27FC236}">
                  <a16:creationId xmlns:a16="http://schemas.microsoft.com/office/drawing/2014/main" id="{47917FD8-A5F3-2344-A7FA-192C29C6B349}"/>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1" name="Rectangle 964">
              <a:extLst>
                <a:ext uri="{FF2B5EF4-FFF2-40B4-BE49-F238E27FC236}">
                  <a16:creationId xmlns:a16="http://schemas.microsoft.com/office/drawing/2014/main" id="{1E21C3D1-A0E4-B84F-9506-1421B02DFDF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82" name="Group 965">
              <a:extLst>
                <a:ext uri="{FF2B5EF4-FFF2-40B4-BE49-F238E27FC236}">
                  <a16:creationId xmlns:a16="http://schemas.microsoft.com/office/drawing/2014/main" id="{45BB4E0B-44B3-BC42-80F8-C38330120792}"/>
                </a:ext>
              </a:extLst>
            </p:cNvPr>
            <p:cNvGrpSpPr>
              <a:grpSpLocks/>
            </p:cNvGrpSpPr>
            <p:nvPr/>
          </p:nvGrpSpPr>
          <p:grpSpPr bwMode="auto">
            <a:xfrm>
              <a:off x="4735" y="1627"/>
              <a:ext cx="582" cy="151"/>
              <a:chOff x="614" y="2568"/>
              <a:chExt cx="725" cy="139"/>
            </a:xfrm>
          </p:grpSpPr>
          <p:sp>
            <p:nvSpPr>
              <p:cNvPr id="398" name="AutoShape 966">
                <a:extLst>
                  <a:ext uri="{FF2B5EF4-FFF2-40B4-BE49-F238E27FC236}">
                    <a16:creationId xmlns:a16="http://schemas.microsoft.com/office/drawing/2014/main" id="{5089C825-4B65-8144-9807-140695E57B3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9" name="AutoShape 967">
                <a:extLst>
                  <a:ext uri="{FF2B5EF4-FFF2-40B4-BE49-F238E27FC236}">
                    <a16:creationId xmlns:a16="http://schemas.microsoft.com/office/drawing/2014/main" id="{AC316D23-4BD4-7146-805E-E8DEB4709999}"/>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83" name="Freeform 968">
              <a:extLst>
                <a:ext uri="{FF2B5EF4-FFF2-40B4-BE49-F238E27FC236}">
                  <a16:creationId xmlns:a16="http://schemas.microsoft.com/office/drawing/2014/main" id="{D86D7270-8ED3-124A-9E2E-6DF83A549C44}"/>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84" name="Group 969">
              <a:extLst>
                <a:ext uri="{FF2B5EF4-FFF2-40B4-BE49-F238E27FC236}">
                  <a16:creationId xmlns:a16="http://schemas.microsoft.com/office/drawing/2014/main" id="{8DE36044-7959-034A-9850-824255D10C3B}"/>
                </a:ext>
              </a:extLst>
            </p:cNvPr>
            <p:cNvGrpSpPr>
              <a:grpSpLocks/>
            </p:cNvGrpSpPr>
            <p:nvPr/>
          </p:nvGrpSpPr>
          <p:grpSpPr bwMode="auto">
            <a:xfrm>
              <a:off x="4739" y="1327"/>
              <a:ext cx="582" cy="139"/>
              <a:chOff x="614" y="2568"/>
              <a:chExt cx="725" cy="139"/>
            </a:xfrm>
          </p:grpSpPr>
          <p:sp>
            <p:nvSpPr>
              <p:cNvPr id="396" name="AutoShape 970">
                <a:extLst>
                  <a:ext uri="{FF2B5EF4-FFF2-40B4-BE49-F238E27FC236}">
                    <a16:creationId xmlns:a16="http://schemas.microsoft.com/office/drawing/2014/main" id="{AD7D10B9-3D29-B44E-A276-AD50E81D85B4}"/>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7" name="AutoShape 971">
                <a:extLst>
                  <a:ext uri="{FF2B5EF4-FFF2-40B4-BE49-F238E27FC236}">
                    <a16:creationId xmlns:a16="http://schemas.microsoft.com/office/drawing/2014/main" id="{3C43EED5-9617-A141-92DA-588F104A05C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85" name="Rectangle 972">
              <a:extLst>
                <a:ext uri="{FF2B5EF4-FFF2-40B4-BE49-F238E27FC236}">
                  <a16:creationId xmlns:a16="http://schemas.microsoft.com/office/drawing/2014/main" id="{309122D6-CDEC-0E4D-AB02-8AD2F05A98FD}"/>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6" name="Freeform 973">
              <a:extLst>
                <a:ext uri="{FF2B5EF4-FFF2-40B4-BE49-F238E27FC236}">
                  <a16:creationId xmlns:a16="http://schemas.microsoft.com/office/drawing/2014/main" id="{C2C6FB9B-166E-D144-B468-0B6400C3525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7" name="Freeform 974">
              <a:extLst>
                <a:ext uri="{FF2B5EF4-FFF2-40B4-BE49-F238E27FC236}">
                  <a16:creationId xmlns:a16="http://schemas.microsoft.com/office/drawing/2014/main" id="{E6ADF4F4-EA44-994E-A1C4-A0E36E60FBE7}"/>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8" name="Oval 975">
              <a:extLst>
                <a:ext uri="{FF2B5EF4-FFF2-40B4-BE49-F238E27FC236}">
                  <a16:creationId xmlns:a16="http://schemas.microsoft.com/office/drawing/2014/main" id="{45BEFB37-FDA8-CE4F-9BFB-E1AE0A5602A6}"/>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9" name="Freeform 976">
              <a:extLst>
                <a:ext uri="{FF2B5EF4-FFF2-40B4-BE49-F238E27FC236}">
                  <a16:creationId xmlns:a16="http://schemas.microsoft.com/office/drawing/2014/main" id="{CB3E8C11-D7E3-CA45-9585-2A7AB3F3CF1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0" name="AutoShape 977">
              <a:extLst>
                <a:ext uri="{FF2B5EF4-FFF2-40B4-BE49-F238E27FC236}">
                  <a16:creationId xmlns:a16="http://schemas.microsoft.com/office/drawing/2014/main" id="{797F44FB-9139-1D49-A39A-ADF0AB18A615}"/>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1" name="AutoShape 978">
              <a:extLst>
                <a:ext uri="{FF2B5EF4-FFF2-40B4-BE49-F238E27FC236}">
                  <a16:creationId xmlns:a16="http://schemas.microsoft.com/office/drawing/2014/main" id="{F3116DDE-2491-5745-AA50-791A2002A562}"/>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2" name="Oval 979">
              <a:extLst>
                <a:ext uri="{FF2B5EF4-FFF2-40B4-BE49-F238E27FC236}">
                  <a16:creationId xmlns:a16="http://schemas.microsoft.com/office/drawing/2014/main" id="{0454944D-214D-D448-990A-CB6489F78DE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3" name="Oval 980">
              <a:extLst>
                <a:ext uri="{FF2B5EF4-FFF2-40B4-BE49-F238E27FC236}">
                  <a16:creationId xmlns:a16="http://schemas.microsoft.com/office/drawing/2014/main" id="{FDB30FB1-054A-DB49-80D6-45336750558D}"/>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4" name="Oval 981">
              <a:extLst>
                <a:ext uri="{FF2B5EF4-FFF2-40B4-BE49-F238E27FC236}">
                  <a16:creationId xmlns:a16="http://schemas.microsoft.com/office/drawing/2014/main" id="{F1F894FB-3695-DD44-88EE-B9E401CCD643}"/>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5" name="Rectangle 982">
              <a:extLst>
                <a:ext uri="{FF2B5EF4-FFF2-40B4-BE49-F238E27FC236}">
                  <a16:creationId xmlns:a16="http://schemas.microsoft.com/office/drawing/2014/main" id="{9146A0DC-0193-EE48-95A6-53E4DA1B42DD}"/>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04" name="Group 403">
            <a:extLst>
              <a:ext uri="{FF2B5EF4-FFF2-40B4-BE49-F238E27FC236}">
                <a16:creationId xmlns:a16="http://schemas.microsoft.com/office/drawing/2014/main" id="{B69016E6-742F-A54C-99B3-53020F7590C2}"/>
              </a:ext>
            </a:extLst>
          </p:cNvPr>
          <p:cNvGrpSpPr/>
          <p:nvPr/>
        </p:nvGrpSpPr>
        <p:grpSpPr>
          <a:xfrm>
            <a:off x="6645453" y="2199599"/>
            <a:ext cx="1038308" cy="956788"/>
            <a:chOff x="6571713" y="2686293"/>
            <a:chExt cx="1038308" cy="956788"/>
          </a:xfrm>
        </p:grpSpPr>
        <p:sp>
          <p:nvSpPr>
            <p:cNvPr id="405" name="Freeform 917">
              <a:extLst>
                <a:ext uri="{FF2B5EF4-FFF2-40B4-BE49-F238E27FC236}">
                  <a16:creationId xmlns:a16="http://schemas.microsoft.com/office/drawing/2014/main" id="{43226370-9D78-EC4D-8916-75551D68220D}"/>
                </a:ext>
              </a:extLst>
            </p:cNvPr>
            <p:cNvSpPr>
              <a:spLocks/>
            </p:cNvSpPr>
            <p:nvPr/>
          </p:nvSpPr>
          <p:spPr bwMode="auto">
            <a:xfrm flipH="1">
              <a:off x="7291095" y="2700162"/>
              <a:ext cx="318926" cy="94291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9" h="10279">
                  <a:moveTo>
                    <a:pt x="2669" y="10279"/>
                  </a:moveTo>
                  <a:lnTo>
                    <a:pt x="0" y="9878"/>
                  </a:lnTo>
                  <a:lnTo>
                    <a:pt x="10319" y="0"/>
                  </a:lnTo>
                  <a:lnTo>
                    <a:pt x="10319" y="8912"/>
                  </a:lnTo>
                  <a:lnTo>
                    <a:pt x="2669" y="10279"/>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06" name="Group 405">
              <a:extLst>
                <a:ext uri="{FF2B5EF4-FFF2-40B4-BE49-F238E27FC236}">
                  <a16:creationId xmlns:a16="http://schemas.microsoft.com/office/drawing/2014/main" id="{7B460BEF-113A-4D46-B357-32873038726E}"/>
                </a:ext>
              </a:extLst>
            </p:cNvPr>
            <p:cNvGrpSpPr/>
            <p:nvPr/>
          </p:nvGrpSpPr>
          <p:grpSpPr>
            <a:xfrm>
              <a:off x="6571713" y="2686293"/>
              <a:ext cx="764135" cy="854075"/>
              <a:chOff x="6571713" y="2686293"/>
              <a:chExt cx="764135" cy="854075"/>
            </a:xfrm>
          </p:grpSpPr>
          <p:sp>
            <p:nvSpPr>
              <p:cNvPr id="407" name="Rectangle 228">
                <a:extLst>
                  <a:ext uri="{FF2B5EF4-FFF2-40B4-BE49-F238E27FC236}">
                    <a16:creationId xmlns:a16="http://schemas.microsoft.com/office/drawing/2014/main" id="{0A035909-0149-B547-AC2C-2ECC9624BF92}"/>
                  </a:ext>
                </a:extLst>
              </p:cNvPr>
              <p:cNvSpPr>
                <a:spLocks noChangeArrowheads="1"/>
              </p:cNvSpPr>
              <p:nvPr/>
            </p:nvSpPr>
            <p:spPr bwMode="auto">
              <a:xfrm>
                <a:off x="6641713" y="2722275"/>
                <a:ext cx="647951" cy="777228"/>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8" name="Rectangle 229">
                <a:extLst>
                  <a:ext uri="{FF2B5EF4-FFF2-40B4-BE49-F238E27FC236}">
                    <a16:creationId xmlns:a16="http://schemas.microsoft.com/office/drawing/2014/main" id="{3AF07C6D-868F-CD40-8D55-7309E92513A7}"/>
                  </a:ext>
                </a:extLst>
              </p:cNvPr>
              <p:cNvSpPr>
                <a:spLocks noChangeArrowheads="1"/>
              </p:cNvSpPr>
              <p:nvPr/>
            </p:nvSpPr>
            <p:spPr bwMode="auto">
              <a:xfrm>
                <a:off x="6642457" y="3037370"/>
                <a:ext cx="648594" cy="15877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9" name="Text Box 230">
                <a:extLst>
                  <a:ext uri="{FF2B5EF4-FFF2-40B4-BE49-F238E27FC236}">
                    <a16:creationId xmlns:a16="http://schemas.microsoft.com/office/drawing/2014/main" id="{FA2F1176-968A-5547-B506-B60EA8269BDB}"/>
                  </a:ext>
                </a:extLst>
              </p:cNvPr>
              <p:cNvSpPr txBox="1">
                <a:spLocks noChangeArrowheads="1"/>
              </p:cNvSpPr>
              <p:nvPr/>
            </p:nvSpPr>
            <p:spPr bwMode="auto">
              <a:xfrm>
                <a:off x="6571713" y="2686293"/>
                <a:ext cx="764135"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410" name="Straight Connector 409">
                <a:extLst>
                  <a:ext uri="{FF2B5EF4-FFF2-40B4-BE49-F238E27FC236}">
                    <a16:creationId xmlns:a16="http://schemas.microsoft.com/office/drawing/2014/main" id="{3835E510-94A6-CB4A-8E83-683BD197AE03}"/>
                  </a:ext>
                </a:extLst>
              </p:cNvPr>
              <p:cNvCxnSpPr>
                <a:cxnSpLocks/>
              </p:cNvCxnSpPr>
              <p:nvPr/>
            </p:nvCxnSpPr>
            <p:spPr>
              <a:xfrm>
                <a:off x="6638631" y="289132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1" name="Straight Connector 410">
                <a:extLst>
                  <a:ext uri="{FF2B5EF4-FFF2-40B4-BE49-F238E27FC236}">
                    <a16:creationId xmlns:a16="http://schemas.microsoft.com/office/drawing/2014/main" id="{825ED142-2B9E-A549-972C-96BCC6721FF5}"/>
                  </a:ext>
                </a:extLst>
              </p:cNvPr>
              <p:cNvCxnSpPr>
                <a:cxnSpLocks/>
              </p:cNvCxnSpPr>
              <p:nvPr/>
            </p:nvCxnSpPr>
            <p:spPr>
              <a:xfrm>
                <a:off x="6638631" y="304054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2" name="Straight Connector 411">
                <a:extLst>
                  <a:ext uri="{FF2B5EF4-FFF2-40B4-BE49-F238E27FC236}">
                    <a16:creationId xmlns:a16="http://schemas.microsoft.com/office/drawing/2014/main" id="{9C667C7E-38FB-6240-9A45-08553E60B303}"/>
                  </a:ext>
                </a:extLst>
              </p:cNvPr>
              <p:cNvCxnSpPr>
                <a:cxnSpLocks/>
              </p:cNvCxnSpPr>
              <p:nvPr/>
            </p:nvCxnSpPr>
            <p:spPr>
              <a:xfrm>
                <a:off x="6638631" y="318977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3" name="Straight Connector 412">
                <a:extLst>
                  <a:ext uri="{FF2B5EF4-FFF2-40B4-BE49-F238E27FC236}">
                    <a16:creationId xmlns:a16="http://schemas.microsoft.com/office/drawing/2014/main" id="{B377B3B6-C07B-2C45-B4CE-756D355F1049}"/>
                  </a:ext>
                </a:extLst>
              </p:cNvPr>
              <p:cNvCxnSpPr>
                <a:cxnSpLocks/>
              </p:cNvCxnSpPr>
              <p:nvPr/>
            </p:nvCxnSpPr>
            <p:spPr>
              <a:xfrm>
                <a:off x="6638631" y="333899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14" name="Group 413">
            <a:extLst>
              <a:ext uri="{FF2B5EF4-FFF2-40B4-BE49-F238E27FC236}">
                <a16:creationId xmlns:a16="http://schemas.microsoft.com/office/drawing/2014/main" id="{6BCDFE43-082B-374D-BFAC-C14D91216ED1}"/>
              </a:ext>
            </a:extLst>
          </p:cNvPr>
          <p:cNvGrpSpPr/>
          <p:nvPr/>
        </p:nvGrpSpPr>
        <p:grpSpPr>
          <a:xfrm>
            <a:off x="10275746" y="4871177"/>
            <a:ext cx="970347" cy="854075"/>
            <a:chOff x="10202006" y="5357871"/>
            <a:chExt cx="970347" cy="854075"/>
          </a:xfrm>
        </p:grpSpPr>
        <p:sp>
          <p:nvSpPr>
            <p:cNvPr id="415" name="Freeform 917">
              <a:extLst>
                <a:ext uri="{FF2B5EF4-FFF2-40B4-BE49-F238E27FC236}">
                  <a16:creationId xmlns:a16="http://schemas.microsoft.com/office/drawing/2014/main" id="{520596A5-5B2A-9945-9D32-0D830B088686}"/>
                </a:ext>
              </a:extLst>
            </p:cNvPr>
            <p:cNvSpPr>
              <a:spLocks/>
            </p:cNvSpPr>
            <p:nvPr/>
          </p:nvSpPr>
          <p:spPr bwMode="auto">
            <a:xfrm>
              <a:off x="10202006" y="5397682"/>
              <a:ext cx="281273" cy="77312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2669 w 10319"/>
                <a:gd name="connsiteY0" fmla="*/ 10279 h 11889"/>
                <a:gd name="connsiteX1" fmla="*/ 0 w 10319"/>
                <a:gd name="connsiteY1" fmla="*/ 9878 h 11889"/>
                <a:gd name="connsiteX2" fmla="*/ 10319 w 10319"/>
                <a:gd name="connsiteY2" fmla="*/ 0 h 11889"/>
                <a:gd name="connsiteX3" fmla="*/ 10011 w 10319"/>
                <a:gd name="connsiteY3" fmla="*/ 11889 h 11889"/>
                <a:gd name="connsiteX4" fmla="*/ 2669 w 10319"/>
                <a:gd name="connsiteY4" fmla="*/ 10279 h 11889"/>
                <a:gd name="connsiteX0" fmla="*/ 2669 w 10024"/>
                <a:gd name="connsiteY0" fmla="*/ 6818 h 8428"/>
                <a:gd name="connsiteX1" fmla="*/ 0 w 10024"/>
                <a:gd name="connsiteY1" fmla="*/ 6417 h 8428"/>
                <a:gd name="connsiteX2" fmla="*/ 9703 w 10024"/>
                <a:gd name="connsiteY2" fmla="*/ 0 h 8428"/>
                <a:gd name="connsiteX3" fmla="*/ 10011 w 10024"/>
                <a:gd name="connsiteY3" fmla="*/ 8428 h 8428"/>
                <a:gd name="connsiteX4" fmla="*/ 2669 w 10024"/>
                <a:gd name="connsiteY4" fmla="*/ 6818 h 8428"/>
                <a:gd name="connsiteX0" fmla="*/ 1741 w 9078"/>
                <a:gd name="connsiteY0" fmla="*/ 8090 h 10000"/>
                <a:gd name="connsiteX1" fmla="*/ 0 w 9078"/>
                <a:gd name="connsiteY1" fmla="*/ 6834 h 10000"/>
                <a:gd name="connsiteX2" fmla="*/ 8758 w 9078"/>
                <a:gd name="connsiteY2" fmla="*/ 0 h 10000"/>
                <a:gd name="connsiteX3" fmla="*/ 9065 w 9078"/>
                <a:gd name="connsiteY3" fmla="*/ 10000 h 10000"/>
                <a:gd name="connsiteX4" fmla="*/ 1741 w 9078"/>
                <a:gd name="connsiteY4" fmla="*/ 8090 h 10000"/>
                <a:gd name="connsiteX0" fmla="*/ 112 w 10001"/>
                <a:gd name="connsiteY0" fmla="*/ 7638 h 10000"/>
                <a:gd name="connsiteX1" fmla="*/ 0 w 10001"/>
                <a:gd name="connsiteY1" fmla="*/ 6834 h 10000"/>
                <a:gd name="connsiteX2" fmla="*/ 9647 w 10001"/>
                <a:gd name="connsiteY2" fmla="*/ 0 h 10000"/>
                <a:gd name="connsiteX3" fmla="*/ 9986 w 10001"/>
                <a:gd name="connsiteY3" fmla="*/ 10000 h 10000"/>
                <a:gd name="connsiteX4" fmla="*/ 112 w 10001"/>
                <a:gd name="connsiteY4" fmla="*/ 7638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1" h="10000">
                  <a:moveTo>
                    <a:pt x="112" y="7638"/>
                  </a:moveTo>
                  <a:cubicBezTo>
                    <a:pt x="75" y="7370"/>
                    <a:pt x="37" y="7102"/>
                    <a:pt x="0" y="6834"/>
                  </a:cubicBezTo>
                  <a:lnTo>
                    <a:pt x="9647" y="0"/>
                  </a:lnTo>
                  <a:cubicBezTo>
                    <a:pt x="9534" y="4702"/>
                    <a:pt x="10099" y="5298"/>
                    <a:pt x="9986" y="10000"/>
                  </a:cubicBezTo>
                  <a:lnTo>
                    <a:pt x="112" y="7638"/>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16" name="Group 415">
              <a:extLst>
                <a:ext uri="{FF2B5EF4-FFF2-40B4-BE49-F238E27FC236}">
                  <a16:creationId xmlns:a16="http://schemas.microsoft.com/office/drawing/2014/main" id="{061433BA-6DAB-D442-9512-DE9662690BAE}"/>
                </a:ext>
              </a:extLst>
            </p:cNvPr>
            <p:cNvGrpSpPr/>
            <p:nvPr/>
          </p:nvGrpSpPr>
          <p:grpSpPr>
            <a:xfrm>
              <a:off x="10408218" y="5357871"/>
              <a:ext cx="764135" cy="854075"/>
              <a:chOff x="6571713" y="2686293"/>
              <a:chExt cx="764135" cy="854075"/>
            </a:xfrm>
          </p:grpSpPr>
          <p:sp>
            <p:nvSpPr>
              <p:cNvPr id="417" name="Rectangle 228">
                <a:extLst>
                  <a:ext uri="{FF2B5EF4-FFF2-40B4-BE49-F238E27FC236}">
                    <a16:creationId xmlns:a16="http://schemas.microsoft.com/office/drawing/2014/main" id="{CC1942E1-72C1-CA44-8BFE-0BA6171C09C5}"/>
                  </a:ext>
                </a:extLst>
              </p:cNvPr>
              <p:cNvSpPr>
                <a:spLocks noChangeArrowheads="1"/>
              </p:cNvSpPr>
              <p:nvPr/>
            </p:nvSpPr>
            <p:spPr bwMode="auto">
              <a:xfrm>
                <a:off x="6641713" y="2722275"/>
                <a:ext cx="647951" cy="777228"/>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18" name="Rectangle 229">
                <a:extLst>
                  <a:ext uri="{FF2B5EF4-FFF2-40B4-BE49-F238E27FC236}">
                    <a16:creationId xmlns:a16="http://schemas.microsoft.com/office/drawing/2014/main" id="{D6CBE469-BC9E-004E-BD94-9396D7CF2EF5}"/>
                  </a:ext>
                </a:extLst>
              </p:cNvPr>
              <p:cNvSpPr>
                <a:spLocks noChangeArrowheads="1"/>
              </p:cNvSpPr>
              <p:nvPr/>
            </p:nvSpPr>
            <p:spPr bwMode="auto">
              <a:xfrm>
                <a:off x="6642457" y="3037370"/>
                <a:ext cx="648594" cy="15877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19" name="Text Box 230">
                <a:extLst>
                  <a:ext uri="{FF2B5EF4-FFF2-40B4-BE49-F238E27FC236}">
                    <a16:creationId xmlns:a16="http://schemas.microsoft.com/office/drawing/2014/main" id="{E7797668-DDE1-8741-B012-FB3FB645C14D}"/>
                  </a:ext>
                </a:extLst>
              </p:cNvPr>
              <p:cNvSpPr txBox="1">
                <a:spLocks noChangeArrowheads="1"/>
              </p:cNvSpPr>
              <p:nvPr/>
            </p:nvSpPr>
            <p:spPr bwMode="auto">
              <a:xfrm>
                <a:off x="6571713" y="2686293"/>
                <a:ext cx="764135"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420" name="Straight Connector 419">
                <a:extLst>
                  <a:ext uri="{FF2B5EF4-FFF2-40B4-BE49-F238E27FC236}">
                    <a16:creationId xmlns:a16="http://schemas.microsoft.com/office/drawing/2014/main" id="{0098DE4C-ADDA-6742-9A9A-1859EC5187EE}"/>
                  </a:ext>
                </a:extLst>
              </p:cNvPr>
              <p:cNvCxnSpPr>
                <a:cxnSpLocks/>
              </p:cNvCxnSpPr>
              <p:nvPr/>
            </p:nvCxnSpPr>
            <p:spPr>
              <a:xfrm>
                <a:off x="6638631" y="289132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1" name="Straight Connector 420">
                <a:extLst>
                  <a:ext uri="{FF2B5EF4-FFF2-40B4-BE49-F238E27FC236}">
                    <a16:creationId xmlns:a16="http://schemas.microsoft.com/office/drawing/2014/main" id="{15F87BB5-6BF8-0D45-881A-0F1A285B65A4}"/>
                  </a:ext>
                </a:extLst>
              </p:cNvPr>
              <p:cNvCxnSpPr>
                <a:cxnSpLocks/>
              </p:cNvCxnSpPr>
              <p:nvPr/>
            </p:nvCxnSpPr>
            <p:spPr>
              <a:xfrm>
                <a:off x="6638631" y="304054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2" name="Straight Connector 421">
                <a:extLst>
                  <a:ext uri="{FF2B5EF4-FFF2-40B4-BE49-F238E27FC236}">
                    <a16:creationId xmlns:a16="http://schemas.microsoft.com/office/drawing/2014/main" id="{6E17E2B0-E88F-0C4C-8D14-35BF54AEF84C}"/>
                  </a:ext>
                </a:extLst>
              </p:cNvPr>
              <p:cNvCxnSpPr>
                <a:cxnSpLocks/>
              </p:cNvCxnSpPr>
              <p:nvPr/>
            </p:nvCxnSpPr>
            <p:spPr>
              <a:xfrm>
                <a:off x="6638631" y="318977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1EC817AF-81B9-5541-8AF2-78F3EC77055A}"/>
                  </a:ext>
                </a:extLst>
              </p:cNvPr>
              <p:cNvCxnSpPr>
                <a:cxnSpLocks/>
              </p:cNvCxnSpPr>
              <p:nvPr/>
            </p:nvCxnSpPr>
            <p:spPr>
              <a:xfrm>
                <a:off x="6638631" y="333899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24" name="Group 950">
            <a:extLst>
              <a:ext uri="{FF2B5EF4-FFF2-40B4-BE49-F238E27FC236}">
                <a16:creationId xmlns:a16="http://schemas.microsoft.com/office/drawing/2014/main" id="{0CD04385-CC0A-AD4F-A272-DAED82232C18}"/>
              </a:ext>
            </a:extLst>
          </p:cNvPr>
          <p:cNvGrpSpPr>
            <a:grpSpLocks/>
          </p:cNvGrpSpPr>
          <p:nvPr/>
        </p:nvGrpSpPr>
        <p:grpSpPr bwMode="auto">
          <a:xfrm>
            <a:off x="10076248" y="5129706"/>
            <a:ext cx="214974" cy="403920"/>
            <a:chOff x="4140" y="429"/>
            <a:chExt cx="1425" cy="2396"/>
          </a:xfrm>
        </p:grpSpPr>
        <p:sp>
          <p:nvSpPr>
            <p:cNvPr id="425" name="Freeform 951">
              <a:extLst>
                <a:ext uri="{FF2B5EF4-FFF2-40B4-BE49-F238E27FC236}">
                  <a16:creationId xmlns:a16="http://schemas.microsoft.com/office/drawing/2014/main" id="{FE96A2FA-F87C-C540-B03C-04FDC45ECA58}"/>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6" name="Rectangle 952">
              <a:extLst>
                <a:ext uri="{FF2B5EF4-FFF2-40B4-BE49-F238E27FC236}">
                  <a16:creationId xmlns:a16="http://schemas.microsoft.com/office/drawing/2014/main" id="{90EBC098-1E29-C045-B622-D8C3CEAFBFD8}"/>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7" name="Freeform 953">
              <a:extLst>
                <a:ext uri="{FF2B5EF4-FFF2-40B4-BE49-F238E27FC236}">
                  <a16:creationId xmlns:a16="http://schemas.microsoft.com/office/drawing/2014/main" id="{E706D605-E639-B347-BDB9-90E15742A9B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8" name="Freeform 954">
              <a:extLst>
                <a:ext uri="{FF2B5EF4-FFF2-40B4-BE49-F238E27FC236}">
                  <a16:creationId xmlns:a16="http://schemas.microsoft.com/office/drawing/2014/main" id="{6F580A31-840F-044C-B64F-E36B1F7C90A0}"/>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9" name="Rectangle 955">
              <a:extLst>
                <a:ext uri="{FF2B5EF4-FFF2-40B4-BE49-F238E27FC236}">
                  <a16:creationId xmlns:a16="http://schemas.microsoft.com/office/drawing/2014/main" id="{70BBB359-B08E-104F-AA2E-1981815597F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30" name="Group 956">
              <a:extLst>
                <a:ext uri="{FF2B5EF4-FFF2-40B4-BE49-F238E27FC236}">
                  <a16:creationId xmlns:a16="http://schemas.microsoft.com/office/drawing/2014/main" id="{4A301782-0364-8842-A0CF-4131092EBF14}"/>
                </a:ext>
              </a:extLst>
            </p:cNvPr>
            <p:cNvGrpSpPr>
              <a:grpSpLocks/>
            </p:cNvGrpSpPr>
            <p:nvPr/>
          </p:nvGrpSpPr>
          <p:grpSpPr bwMode="auto">
            <a:xfrm>
              <a:off x="4749" y="668"/>
              <a:ext cx="581" cy="145"/>
              <a:chOff x="614" y="2568"/>
              <a:chExt cx="725" cy="139"/>
            </a:xfrm>
          </p:grpSpPr>
          <p:sp>
            <p:nvSpPr>
              <p:cNvPr id="455" name="AutoShape 957">
                <a:extLst>
                  <a:ext uri="{FF2B5EF4-FFF2-40B4-BE49-F238E27FC236}">
                    <a16:creationId xmlns:a16="http://schemas.microsoft.com/office/drawing/2014/main" id="{F360B4DE-6278-2944-81FB-7D667CF001B0}"/>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6" name="AutoShape 958">
                <a:extLst>
                  <a:ext uri="{FF2B5EF4-FFF2-40B4-BE49-F238E27FC236}">
                    <a16:creationId xmlns:a16="http://schemas.microsoft.com/office/drawing/2014/main" id="{0AEDDBBD-7452-DD49-8989-332C8A0C969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1" name="Rectangle 959">
              <a:extLst>
                <a:ext uri="{FF2B5EF4-FFF2-40B4-BE49-F238E27FC236}">
                  <a16:creationId xmlns:a16="http://schemas.microsoft.com/office/drawing/2014/main" id="{A2E11B06-7085-7C4E-8774-3106FEBBD694}"/>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32" name="Group 960">
              <a:extLst>
                <a:ext uri="{FF2B5EF4-FFF2-40B4-BE49-F238E27FC236}">
                  <a16:creationId xmlns:a16="http://schemas.microsoft.com/office/drawing/2014/main" id="{81ECCBAC-4FA0-1946-8149-C5B75FB8BC86}"/>
                </a:ext>
              </a:extLst>
            </p:cNvPr>
            <p:cNvGrpSpPr>
              <a:grpSpLocks/>
            </p:cNvGrpSpPr>
            <p:nvPr/>
          </p:nvGrpSpPr>
          <p:grpSpPr bwMode="auto">
            <a:xfrm>
              <a:off x="4747" y="994"/>
              <a:ext cx="581" cy="134"/>
              <a:chOff x="614" y="2568"/>
              <a:chExt cx="725" cy="139"/>
            </a:xfrm>
          </p:grpSpPr>
          <p:sp>
            <p:nvSpPr>
              <p:cNvPr id="453" name="AutoShape 961">
                <a:extLst>
                  <a:ext uri="{FF2B5EF4-FFF2-40B4-BE49-F238E27FC236}">
                    <a16:creationId xmlns:a16="http://schemas.microsoft.com/office/drawing/2014/main" id="{ABD69479-4D63-CE4F-B317-778A5AB5FD34}"/>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4" name="AutoShape 962">
                <a:extLst>
                  <a:ext uri="{FF2B5EF4-FFF2-40B4-BE49-F238E27FC236}">
                    <a16:creationId xmlns:a16="http://schemas.microsoft.com/office/drawing/2014/main" id="{1DCF8128-7E5B-3749-916E-F3D6506A095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3" name="Rectangle 963">
              <a:extLst>
                <a:ext uri="{FF2B5EF4-FFF2-40B4-BE49-F238E27FC236}">
                  <a16:creationId xmlns:a16="http://schemas.microsoft.com/office/drawing/2014/main" id="{C56FF00F-1A4E-F449-902D-4AE714B96489}"/>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4" name="Rectangle 964">
              <a:extLst>
                <a:ext uri="{FF2B5EF4-FFF2-40B4-BE49-F238E27FC236}">
                  <a16:creationId xmlns:a16="http://schemas.microsoft.com/office/drawing/2014/main" id="{62C83B26-71F4-5342-BEB3-3213440919EC}"/>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35" name="Group 965">
              <a:extLst>
                <a:ext uri="{FF2B5EF4-FFF2-40B4-BE49-F238E27FC236}">
                  <a16:creationId xmlns:a16="http://schemas.microsoft.com/office/drawing/2014/main" id="{CE265763-8900-624C-AF24-B2E5D56A6538}"/>
                </a:ext>
              </a:extLst>
            </p:cNvPr>
            <p:cNvGrpSpPr>
              <a:grpSpLocks/>
            </p:cNvGrpSpPr>
            <p:nvPr/>
          </p:nvGrpSpPr>
          <p:grpSpPr bwMode="auto">
            <a:xfrm>
              <a:off x="4735" y="1627"/>
              <a:ext cx="582" cy="151"/>
              <a:chOff x="614" y="2568"/>
              <a:chExt cx="725" cy="139"/>
            </a:xfrm>
          </p:grpSpPr>
          <p:sp>
            <p:nvSpPr>
              <p:cNvPr id="451" name="AutoShape 966">
                <a:extLst>
                  <a:ext uri="{FF2B5EF4-FFF2-40B4-BE49-F238E27FC236}">
                    <a16:creationId xmlns:a16="http://schemas.microsoft.com/office/drawing/2014/main" id="{ABEC4C86-7C8B-4943-B487-4DB393189AC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2" name="AutoShape 967">
                <a:extLst>
                  <a:ext uri="{FF2B5EF4-FFF2-40B4-BE49-F238E27FC236}">
                    <a16:creationId xmlns:a16="http://schemas.microsoft.com/office/drawing/2014/main" id="{78EB5B7C-20E1-ED4D-8C0D-850A79CB24E8}"/>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6" name="Freeform 968">
              <a:extLst>
                <a:ext uri="{FF2B5EF4-FFF2-40B4-BE49-F238E27FC236}">
                  <a16:creationId xmlns:a16="http://schemas.microsoft.com/office/drawing/2014/main" id="{368674BE-3325-A94B-81BB-778F18DEB9F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37" name="Group 969">
              <a:extLst>
                <a:ext uri="{FF2B5EF4-FFF2-40B4-BE49-F238E27FC236}">
                  <a16:creationId xmlns:a16="http://schemas.microsoft.com/office/drawing/2014/main" id="{6FED7E22-4916-EF46-A0A7-B64DF9E881D6}"/>
                </a:ext>
              </a:extLst>
            </p:cNvPr>
            <p:cNvGrpSpPr>
              <a:grpSpLocks/>
            </p:cNvGrpSpPr>
            <p:nvPr/>
          </p:nvGrpSpPr>
          <p:grpSpPr bwMode="auto">
            <a:xfrm>
              <a:off x="4739" y="1327"/>
              <a:ext cx="582" cy="139"/>
              <a:chOff x="614" y="2568"/>
              <a:chExt cx="725" cy="139"/>
            </a:xfrm>
          </p:grpSpPr>
          <p:sp>
            <p:nvSpPr>
              <p:cNvPr id="449" name="AutoShape 970">
                <a:extLst>
                  <a:ext uri="{FF2B5EF4-FFF2-40B4-BE49-F238E27FC236}">
                    <a16:creationId xmlns:a16="http://schemas.microsoft.com/office/drawing/2014/main" id="{74CDCA80-D418-3148-BC55-51E4899D4C58}"/>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0" name="AutoShape 971">
                <a:extLst>
                  <a:ext uri="{FF2B5EF4-FFF2-40B4-BE49-F238E27FC236}">
                    <a16:creationId xmlns:a16="http://schemas.microsoft.com/office/drawing/2014/main" id="{8FD3C783-4FA4-AC40-AB3B-3866A93D6187}"/>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8" name="Rectangle 972">
              <a:extLst>
                <a:ext uri="{FF2B5EF4-FFF2-40B4-BE49-F238E27FC236}">
                  <a16:creationId xmlns:a16="http://schemas.microsoft.com/office/drawing/2014/main" id="{E9DD616E-C632-3C45-855B-E4577EADDBD5}"/>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9" name="Freeform 973">
              <a:extLst>
                <a:ext uri="{FF2B5EF4-FFF2-40B4-BE49-F238E27FC236}">
                  <a16:creationId xmlns:a16="http://schemas.microsoft.com/office/drawing/2014/main" id="{0CE1791D-2F0D-1349-ACF7-5365E4B5DE0A}"/>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0" name="Freeform 974">
              <a:extLst>
                <a:ext uri="{FF2B5EF4-FFF2-40B4-BE49-F238E27FC236}">
                  <a16:creationId xmlns:a16="http://schemas.microsoft.com/office/drawing/2014/main" id="{E3A13E73-03B9-F54D-B31C-A6E48AFF90A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1" name="Oval 975">
              <a:extLst>
                <a:ext uri="{FF2B5EF4-FFF2-40B4-BE49-F238E27FC236}">
                  <a16:creationId xmlns:a16="http://schemas.microsoft.com/office/drawing/2014/main" id="{2A75A4F5-615F-EB46-89FC-38E2211C441B}"/>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Freeform 976">
              <a:extLst>
                <a:ext uri="{FF2B5EF4-FFF2-40B4-BE49-F238E27FC236}">
                  <a16:creationId xmlns:a16="http://schemas.microsoft.com/office/drawing/2014/main" id="{A6EB25B5-85F4-894D-BBC4-0185118E6ACE}"/>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3" name="AutoShape 977">
              <a:extLst>
                <a:ext uri="{FF2B5EF4-FFF2-40B4-BE49-F238E27FC236}">
                  <a16:creationId xmlns:a16="http://schemas.microsoft.com/office/drawing/2014/main" id="{4CA2AC83-5323-2B4B-88F2-AAA45AFB2194}"/>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4" name="AutoShape 978">
              <a:extLst>
                <a:ext uri="{FF2B5EF4-FFF2-40B4-BE49-F238E27FC236}">
                  <a16:creationId xmlns:a16="http://schemas.microsoft.com/office/drawing/2014/main" id="{0025D972-B3E1-8E43-801B-4E3E67EB1734}"/>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5" name="Oval 979">
              <a:extLst>
                <a:ext uri="{FF2B5EF4-FFF2-40B4-BE49-F238E27FC236}">
                  <a16:creationId xmlns:a16="http://schemas.microsoft.com/office/drawing/2014/main" id="{545EC445-5888-3741-B9F1-47936A12B9D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6" name="Oval 980">
              <a:extLst>
                <a:ext uri="{FF2B5EF4-FFF2-40B4-BE49-F238E27FC236}">
                  <a16:creationId xmlns:a16="http://schemas.microsoft.com/office/drawing/2014/main" id="{9B82F04E-BCFC-FB44-9636-45214AACC05E}"/>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7" name="Oval 981">
              <a:extLst>
                <a:ext uri="{FF2B5EF4-FFF2-40B4-BE49-F238E27FC236}">
                  <a16:creationId xmlns:a16="http://schemas.microsoft.com/office/drawing/2014/main" id="{BB87FE73-AC88-5F4C-84A7-A1E5F1A790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8" name="Rectangle 982">
              <a:extLst>
                <a:ext uri="{FF2B5EF4-FFF2-40B4-BE49-F238E27FC236}">
                  <a16:creationId xmlns:a16="http://schemas.microsoft.com/office/drawing/2014/main" id="{78337DB0-E31B-0644-9C8C-86EA280512A4}"/>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57" name="Group 456">
            <a:extLst>
              <a:ext uri="{FF2B5EF4-FFF2-40B4-BE49-F238E27FC236}">
                <a16:creationId xmlns:a16="http://schemas.microsoft.com/office/drawing/2014/main" id="{BC230DA3-959C-4247-950A-6A5F64F4E6AE}"/>
              </a:ext>
            </a:extLst>
          </p:cNvPr>
          <p:cNvGrpSpPr/>
          <p:nvPr/>
        </p:nvGrpSpPr>
        <p:grpSpPr>
          <a:xfrm>
            <a:off x="9172528" y="3469930"/>
            <a:ext cx="367224" cy="240304"/>
            <a:chOff x="7493876" y="2774731"/>
            <a:chExt cx="1481958" cy="894622"/>
          </a:xfrm>
        </p:grpSpPr>
        <p:sp>
          <p:nvSpPr>
            <p:cNvPr id="458" name="Freeform 457">
              <a:extLst>
                <a:ext uri="{FF2B5EF4-FFF2-40B4-BE49-F238E27FC236}">
                  <a16:creationId xmlns:a16="http://schemas.microsoft.com/office/drawing/2014/main" id="{5293AB70-A538-324C-8957-2E62A591F1B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9" name="Oval 458">
              <a:extLst>
                <a:ext uri="{FF2B5EF4-FFF2-40B4-BE49-F238E27FC236}">
                  <a16:creationId xmlns:a16="http://schemas.microsoft.com/office/drawing/2014/main" id="{A2B20364-B820-F04C-85BC-3C2F7389269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0" name="Group 459">
              <a:extLst>
                <a:ext uri="{FF2B5EF4-FFF2-40B4-BE49-F238E27FC236}">
                  <a16:creationId xmlns:a16="http://schemas.microsoft.com/office/drawing/2014/main" id="{25A775AF-4F8C-A140-9E95-86BE6310501B}"/>
                </a:ext>
              </a:extLst>
            </p:cNvPr>
            <p:cNvGrpSpPr/>
            <p:nvPr/>
          </p:nvGrpSpPr>
          <p:grpSpPr>
            <a:xfrm>
              <a:off x="7713663" y="2848339"/>
              <a:ext cx="1042107" cy="425543"/>
              <a:chOff x="7786941" y="2884917"/>
              <a:chExt cx="897649" cy="353919"/>
            </a:xfrm>
          </p:grpSpPr>
          <p:sp>
            <p:nvSpPr>
              <p:cNvPr id="461" name="Freeform 460">
                <a:extLst>
                  <a:ext uri="{FF2B5EF4-FFF2-40B4-BE49-F238E27FC236}">
                    <a16:creationId xmlns:a16="http://schemas.microsoft.com/office/drawing/2014/main" id="{BF2FA154-0942-5C47-A936-59C962F3DA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2" name="Freeform 461">
                <a:extLst>
                  <a:ext uri="{FF2B5EF4-FFF2-40B4-BE49-F238E27FC236}">
                    <a16:creationId xmlns:a16="http://schemas.microsoft.com/office/drawing/2014/main" id="{FBAC50C9-1200-0648-A3C6-5F763C5A4F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3" name="Freeform 462">
                <a:extLst>
                  <a:ext uri="{FF2B5EF4-FFF2-40B4-BE49-F238E27FC236}">
                    <a16:creationId xmlns:a16="http://schemas.microsoft.com/office/drawing/2014/main" id="{41DD7A34-E22A-2B4D-A867-B0F63420CD9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4" name="Freeform 463">
                <a:extLst>
                  <a:ext uri="{FF2B5EF4-FFF2-40B4-BE49-F238E27FC236}">
                    <a16:creationId xmlns:a16="http://schemas.microsoft.com/office/drawing/2014/main" id="{14349D26-2DED-D04F-BD82-82B9BDEAF0B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65" name="Group 464">
            <a:extLst>
              <a:ext uri="{FF2B5EF4-FFF2-40B4-BE49-F238E27FC236}">
                <a16:creationId xmlns:a16="http://schemas.microsoft.com/office/drawing/2014/main" id="{7E19BC35-E82D-1F47-A1DB-336D2DD326C1}"/>
              </a:ext>
            </a:extLst>
          </p:cNvPr>
          <p:cNvGrpSpPr/>
          <p:nvPr/>
        </p:nvGrpSpPr>
        <p:grpSpPr>
          <a:xfrm>
            <a:off x="9675294" y="3513069"/>
            <a:ext cx="367224" cy="240304"/>
            <a:chOff x="7493876" y="2774731"/>
            <a:chExt cx="1481958" cy="894622"/>
          </a:xfrm>
        </p:grpSpPr>
        <p:sp>
          <p:nvSpPr>
            <p:cNvPr id="466" name="Freeform 465">
              <a:extLst>
                <a:ext uri="{FF2B5EF4-FFF2-40B4-BE49-F238E27FC236}">
                  <a16:creationId xmlns:a16="http://schemas.microsoft.com/office/drawing/2014/main" id="{BD2EC79B-E277-0C43-A0CC-99D0A637041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7" name="Oval 466">
              <a:extLst>
                <a:ext uri="{FF2B5EF4-FFF2-40B4-BE49-F238E27FC236}">
                  <a16:creationId xmlns:a16="http://schemas.microsoft.com/office/drawing/2014/main" id="{FB4676E3-85E4-494D-9C63-7C042801A69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8" name="Group 467">
              <a:extLst>
                <a:ext uri="{FF2B5EF4-FFF2-40B4-BE49-F238E27FC236}">
                  <a16:creationId xmlns:a16="http://schemas.microsoft.com/office/drawing/2014/main" id="{77F513B8-ECD9-B043-8F16-8229B9F5F438}"/>
                </a:ext>
              </a:extLst>
            </p:cNvPr>
            <p:cNvGrpSpPr/>
            <p:nvPr/>
          </p:nvGrpSpPr>
          <p:grpSpPr>
            <a:xfrm>
              <a:off x="7713663" y="2848339"/>
              <a:ext cx="1042107" cy="425543"/>
              <a:chOff x="7786941" y="2884917"/>
              <a:chExt cx="897649" cy="353919"/>
            </a:xfrm>
          </p:grpSpPr>
          <p:sp>
            <p:nvSpPr>
              <p:cNvPr id="469" name="Freeform 468">
                <a:extLst>
                  <a:ext uri="{FF2B5EF4-FFF2-40B4-BE49-F238E27FC236}">
                    <a16:creationId xmlns:a16="http://schemas.microsoft.com/office/drawing/2014/main" id="{52250DF6-38FD-864F-A2FE-5424D2FC490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0" name="Freeform 469">
                <a:extLst>
                  <a:ext uri="{FF2B5EF4-FFF2-40B4-BE49-F238E27FC236}">
                    <a16:creationId xmlns:a16="http://schemas.microsoft.com/office/drawing/2014/main" id="{4B115E90-C5FE-AE4D-BDDA-FFFA2E95056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1" name="Freeform 470">
                <a:extLst>
                  <a:ext uri="{FF2B5EF4-FFF2-40B4-BE49-F238E27FC236}">
                    <a16:creationId xmlns:a16="http://schemas.microsoft.com/office/drawing/2014/main" id="{58A14C43-AAD0-3641-9524-580D47A433C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2" name="Freeform 471">
                <a:extLst>
                  <a:ext uri="{FF2B5EF4-FFF2-40B4-BE49-F238E27FC236}">
                    <a16:creationId xmlns:a16="http://schemas.microsoft.com/office/drawing/2014/main" id="{0C9C824B-99FE-6D4F-9E2B-EC968FE82F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3" name="Group 472">
            <a:extLst>
              <a:ext uri="{FF2B5EF4-FFF2-40B4-BE49-F238E27FC236}">
                <a16:creationId xmlns:a16="http://schemas.microsoft.com/office/drawing/2014/main" id="{0D3E3902-FB2D-6F40-94C2-2AED35903987}"/>
              </a:ext>
            </a:extLst>
          </p:cNvPr>
          <p:cNvGrpSpPr/>
          <p:nvPr/>
        </p:nvGrpSpPr>
        <p:grpSpPr>
          <a:xfrm>
            <a:off x="8123810" y="3479300"/>
            <a:ext cx="354986" cy="175668"/>
            <a:chOff x="7493876" y="2774731"/>
            <a:chExt cx="1481958" cy="894622"/>
          </a:xfrm>
        </p:grpSpPr>
        <p:sp>
          <p:nvSpPr>
            <p:cNvPr id="474" name="Freeform 473">
              <a:extLst>
                <a:ext uri="{FF2B5EF4-FFF2-40B4-BE49-F238E27FC236}">
                  <a16:creationId xmlns:a16="http://schemas.microsoft.com/office/drawing/2014/main" id="{0A61814A-2DB0-7740-8962-D1A3BDCF744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5" name="Oval 474">
              <a:extLst>
                <a:ext uri="{FF2B5EF4-FFF2-40B4-BE49-F238E27FC236}">
                  <a16:creationId xmlns:a16="http://schemas.microsoft.com/office/drawing/2014/main" id="{4B39CE62-10C5-A448-9200-E6A96348EBC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6" name="Group 475">
              <a:extLst>
                <a:ext uri="{FF2B5EF4-FFF2-40B4-BE49-F238E27FC236}">
                  <a16:creationId xmlns:a16="http://schemas.microsoft.com/office/drawing/2014/main" id="{FA86DD34-5A0D-CC49-9673-90D9CA095BE5}"/>
                </a:ext>
              </a:extLst>
            </p:cNvPr>
            <p:cNvGrpSpPr/>
            <p:nvPr/>
          </p:nvGrpSpPr>
          <p:grpSpPr>
            <a:xfrm>
              <a:off x="7713663" y="2848339"/>
              <a:ext cx="1042107" cy="425543"/>
              <a:chOff x="7786941" y="2884917"/>
              <a:chExt cx="897649" cy="353919"/>
            </a:xfrm>
          </p:grpSpPr>
          <p:sp>
            <p:nvSpPr>
              <p:cNvPr id="477" name="Freeform 476">
                <a:extLst>
                  <a:ext uri="{FF2B5EF4-FFF2-40B4-BE49-F238E27FC236}">
                    <a16:creationId xmlns:a16="http://schemas.microsoft.com/office/drawing/2014/main" id="{B5DC9C2D-C53B-D14F-9821-A2B4B31E510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8" name="Freeform 477">
                <a:extLst>
                  <a:ext uri="{FF2B5EF4-FFF2-40B4-BE49-F238E27FC236}">
                    <a16:creationId xmlns:a16="http://schemas.microsoft.com/office/drawing/2014/main" id="{F0A6232A-7531-B14B-B3D0-36AAC40935A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9" name="Freeform 478">
                <a:extLst>
                  <a:ext uri="{FF2B5EF4-FFF2-40B4-BE49-F238E27FC236}">
                    <a16:creationId xmlns:a16="http://schemas.microsoft.com/office/drawing/2014/main" id="{76F848CC-CD88-5F45-8746-CADC806243F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0" name="Freeform 479">
                <a:extLst>
                  <a:ext uri="{FF2B5EF4-FFF2-40B4-BE49-F238E27FC236}">
                    <a16:creationId xmlns:a16="http://schemas.microsoft.com/office/drawing/2014/main" id="{261EE902-8A90-624B-B8EA-E140D2583A5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81" name="Group 480">
            <a:extLst>
              <a:ext uri="{FF2B5EF4-FFF2-40B4-BE49-F238E27FC236}">
                <a16:creationId xmlns:a16="http://schemas.microsoft.com/office/drawing/2014/main" id="{66AC3898-C0FB-C142-963C-4A2806F3925C}"/>
              </a:ext>
            </a:extLst>
          </p:cNvPr>
          <p:cNvGrpSpPr/>
          <p:nvPr/>
        </p:nvGrpSpPr>
        <p:grpSpPr>
          <a:xfrm>
            <a:off x="9321633" y="4288992"/>
            <a:ext cx="393760" cy="218578"/>
            <a:chOff x="7493876" y="2774731"/>
            <a:chExt cx="1481958" cy="894622"/>
          </a:xfrm>
        </p:grpSpPr>
        <p:sp>
          <p:nvSpPr>
            <p:cNvPr id="482" name="Freeform 481">
              <a:extLst>
                <a:ext uri="{FF2B5EF4-FFF2-40B4-BE49-F238E27FC236}">
                  <a16:creationId xmlns:a16="http://schemas.microsoft.com/office/drawing/2014/main" id="{42D1DCFE-D255-4446-8EAC-474AB67857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3" name="Oval 482">
              <a:extLst>
                <a:ext uri="{FF2B5EF4-FFF2-40B4-BE49-F238E27FC236}">
                  <a16:creationId xmlns:a16="http://schemas.microsoft.com/office/drawing/2014/main" id="{C26498FD-F97E-6F46-BEA7-F956A37F2D6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4" name="Group 483">
              <a:extLst>
                <a:ext uri="{FF2B5EF4-FFF2-40B4-BE49-F238E27FC236}">
                  <a16:creationId xmlns:a16="http://schemas.microsoft.com/office/drawing/2014/main" id="{4B199B5D-B0F2-F94C-AAFD-545329FAA357}"/>
                </a:ext>
              </a:extLst>
            </p:cNvPr>
            <p:cNvGrpSpPr/>
            <p:nvPr/>
          </p:nvGrpSpPr>
          <p:grpSpPr>
            <a:xfrm>
              <a:off x="7713663" y="2848339"/>
              <a:ext cx="1042107" cy="425543"/>
              <a:chOff x="7786941" y="2884917"/>
              <a:chExt cx="897649" cy="353919"/>
            </a:xfrm>
          </p:grpSpPr>
          <p:sp>
            <p:nvSpPr>
              <p:cNvPr id="485" name="Freeform 484">
                <a:extLst>
                  <a:ext uri="{FF2B5EF4-FFF2-40B4-BE49-F238E27FC236}">
                    <a16:creationId xmlns:a16="http://schemas.microsoft.com/office/drawing/2014/main" id="{0A984816-55BC-1943-8DD5-DBCE6EF51AB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8B1D42DB-E8C1-B749-80E2-583CD1B0E4B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7" name="Freeform 486">
                <a:extLst>
                  <a:ext uri="{FF2B5EF4-FFF2-40B4-BE49-F238E27FC236}">
                    <a16:creationId xmlns:a16="http://schemas.microsoft.com/office/drawing/2014/main" id="{CB8F94FA-C42F-BD4D-AA00-66857F0E454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8" name="Freeform 487">
                <a:extLst>
                  <a:ext uri="{FF2B5EF4-FFF2-40B4-BE49-F238E27FC236}">
                    <a16:creationId xmlns:a16="http://schemas.microsoft.com/office/drawing/2014/main" id="{FAB6ECD2-0C1A-1046-85EC-5E3375620D1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89" name="Group 488">
            <a:extLst>
              <a:ext uri="{FF2B5EF4-FFF2-40B4-BE49-F238E27FC236}">
                <a16:creationId xmlns:a16="http://schemas.microsoft.com/office/drawing/2014/main" id="{9E25896D-D1F7-2A4E-8C08-BF5F88840367}"/>
              </a:ext>
            </a:extLst>
          </p:cNvPr>
          <p:cNvGrpSpPr/>
          <p:nvPr/>
        </p:nvGrpSpPr>
        <p:grpSpPr>
          <a:xfrm>
            <a:off x="7848738" y="2976754"/>
            <a:ext cx="3007624" cy="1690703"/>
            <a:chOff x="7774998" y="3463448"/>
            <a:chExt cx="3007624" cy="1690703"/>
          </a:xfrm>
        </p:grpSpPr>
        <p:grpSp>
          <p:nvGrpSpPr>
            <p:cNvPr id="490" name="Group 489">
              <a:extLst>
                <a:ext uri="{FF2B5EF4-FFF2-40B4-BE49-F238E27FC236}">
                  <a16:creationId xmlns:a16="http://schemas.microsoft.com/office/drawing/2014/main" id="{1B61A7BB-F744-994C-90B5-288246058DE4}"/>
                </a:ext>
              </a:extLst>
            </p:cNvPr>
            <p:cNvGrpSpPr/>
            <p:nvPr/>
          </p:nvGrpSpPr>
          <p:grpSpPr>
            <a:xfrm>
              <a:off x="7774998" y="4090572"/>
              <a:ext cx="571917" cy="577694"/>
              <a:chOff x="7774998" y="4090572"/>
              <a:chExt cx="571917" cy="577694"/>
            </a:xfrm>
          </p:grpSpPr>
          <p:sp>
            <p:nvSpPr>
              <p:cNvPr id="523" name="Freeform 917">
                <a:extLst>
                  <a:ext uri="{FF2B5EF4-FFF2-40B4-BE49-F238E27FC236}">
                    <a16:creationId xmlns:a16="http://schemas.microsoft.com/office/drawing/2014/main" id="{67AE9544-ABCE-9C49-A73B-B92D479DC854}"/>
                  </a:ext>
                </a:extLst>
              </p:cNvPr>
              <p:cNvSpPr>
                <a:spLocks/>
              </p:cNvSpPr>
              <p:nvPr/>
            </p:nvSpPr>
            <p:spPr bwMode="auto">
              <a:xfrm rot="10800000">
                <a:off x="7818844" y="4090572"/>
                <a:ext cx="487903" cy="15456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45" h="10000">
                    <a:moveTo>
                      <a:pt x="3097" y="10000"/>
                    </a:moveTo>
                    <a:lnTo>
                      <a:pt x="689" y="7620"/>
                    </a:lnTo>
                    <a:cubicBezTo>
                      <a:pt x="459" y="5080"/>
                      <a:pt x="230" y="2540"/>
                      <a:pt x="0" y="0"/>
                    </a:cubicBezTo>
                    <a:lnTo>
                      <a:pt x="14245" y="633"/>
                    </a:lnTo>
                    <a:lnTo>
                      <a:pt x="3097" y="10000"/>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24" name="Group 523">
                <a:extLst>
                  <a:ext uri="{FF2B5EF4-FFF2-40B4-BE49-F238E27FC236}">
                    <a16:creationId xmlns:a16="http://schemas.microsoft.com/office/drawing/2014/main" id="{FD9ADAD3-8D40-514D-8DB2-D40B73122CB1}"/>
                  </a:ext>
                </a:extLst>
              </p:cNvPr>
              <p:cNvGrpSpPr/>
              <p:nvPr/>
            </p:nvGrpSpPr>
            <p:grpSpPr>
              <a:xfrm>
                <a:off x="7774998" y="4206600"/>
                <a:ext cx="571917" cy="461666"/>
                <a:chOff x="9980560" y="726571"/>
                <a:chExt cx="659732" cy="461666"/>
              </a:xfrm>
            </p:grpSpPr>
            <p:sp>
              <p:nvSpPr>
                <p:cNvPr id="525" name="Rectangle 228">
                  <a:extLst>
                    <a:ext uri="{FF2B5EF4-FFF2-40B4-BE49-F238E27FC236}">
                      <a16:creationId xmlns:a16="http://schemas.microsoft.com/office/drawing/2014/main" id="{453FD1E4-24AF-0A42-B4B1-544CBE8B93E7}"/>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6" name="Rectangle 229">
                  <a:extLst>
                    <a:ext uri="{FF2B5EF4-FFF2-40B4-BE49-F238E27FC236}">
                      <a16:creationId xmlns:a16="http://schemas.microsoft.com/office/drawing/2014/main" id="{ACF4D48D-7AFA-394B-A044-64C00BD31351}"/>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7" name="Text Box 230">
                  <a:extLst>
                    <a:ext uri="{FF2B5EF4-FFF2-40B4-BE49-F238E27FC236}">
                      <a16:creationId xmlns:a16="http://schemas.microsoft.com/office/drawing/2014/main" id="{F350703C-00E6-D544-8995-7B4A30E7AD1B}"/>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28" name="Straight Connector 527">
                  <a:extLst>
                    <a:ext uri="{FF2B5EF4-FFF2-40B4-BE49-F238E27FC236}">
                      <a16:creationId xmlns:a16="http://schemas.microsoft.com/office/drawing/2014/main" id="{A4E7F05F-DB39-B246-BA17-A367DF40D51D}"/>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9" name="Straight Connector 528">
                  <a:extLst>
                    <a:ext uri="{FF2B5EF4-FFF2-40B4-BE49-F238E27FC236}">
                      <a16:creationId xmlns:a16="http://schemas.microsoft.com/office/drawing/2014/main" id="{987D26AB-AF4C-4B49-8766-91AAC5C3236C}"/>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91" name="Group 490">
              <a:extLst>
                <a:ext uri="{FF2B5EF4-FFF2-40B4-BE49-F238E27FC236}">
                  <a16:creationId xmlns:a16="http://schemas.microsoft.com/office/drawing/2014/main" id="{7ACA2B35-418A-C24A-BBBD-95671C866478}"/>
                </a:ext>
              </a:extLst>
            </p:cNvPr>
            <p:cNvGrpSpPr/>
            <p:nvPr/>
          </p:nvGrpSpPr>
          <p:grpSpPr>
            <a:xfrm>
              <a:off x="8692628" y="3463448"/>
              <a:ext cx="571917" cy="574365"/>
              <a:chOff x="8692628" y="3463448"/>
              <a:chExt cx="571917" cy="574365"/>
            </a:xfrm>
          </p:grpSpPr>
          <p:sp>
            <p:nvSpPr>
              <p:cNvPr id="516" name="Freeform 917">
                <a:extLst>
                  <a:ext uri="{FF2B5EF4-FFF2-40B4-BE49-F238E27FC236}">
                    <a16:creationId xmlns:a16="http://schemas.microsoft.com/office/drawing/2014/main" id="{1B39E48E-11D1-2A49-BEB2-4A3DE3E52E7F}"/>
                  </a:ext>
                </a:extLst>
              </p:cNvPr>
              <p:cNvSpPr>
                <a:spLocks/>
              </p:cNvSpPr>
              <p:nvPr/>
            </p:nvSpPr>
            <p:spPr bwMode="auto">
              <a:xfrm flipH="1">
                <a:off x="8735937" y="3883244"/>
                <a:ext cx="487903" cy="15456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45" h="10000">
                    <a:moveTo>
                      <a:pt x="3097" y="10000"/>
                    </a:moveTo>
                    <a:lnTo>
                      <a:pt x="689" y="7620"/>
                    </a:lnTo>
                    <a:cubicBezTo>
                      <a:pt x="459" y="5080"/>
                      <a:pt x="230" y="2540"/>
                      <a:pt x="0" y="0"/>
                    </a:cubicBezTo>
                    <a:lnTo>
                      <a:pt x="14245" y="633"/>
                    </a:lnTo>
                    <a:lnTo>
                      <a:pt x="3097" y="10000"/>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17" name="Group 516">
                <a:extLst>
                  <a:ext uri="{FF2B5EF4-FFF2-40B4-BE49-F238E27FC236}">
                    <a16:creationId xmlns:a16="http://schemas.microsoft.com/office/drawing/2014/main" id="{F43CF6AB-41BF-A04B-8264-3F204E68E6FB}"/>
                  </a:ext>
                </a:extLst>
              </p:cNvPr>
              <p:cNvGrpSpPr/>
              <p:nvPr/>
            </p:nvGrpSpPr>
            <p:grpSpPr>
              <a:xfrm>
                <a:off x="8692628" y="3463448"/>
                <a:ext cx="571917" cy="461666"/>
                <a:chOff x="9980560" y="726571"/>
                <a:chExt cx="659732" cy="461666"/>
              </a:xfrm>
            </p:grpSpPr>
            <p:sp>
              <p:nvSpPr>
                <p:cNvPr id="518" name="Rectangle 228">
                  <a:extLst>
                    <a:ext uri="{FF2B5EF4-FFF2-40B4-BE49-F238E27FC236}">
                      <a16:creationId xmlns:a16="http://schemas.microsoft.com/office/drawing/2014/main" id="{DCF5B501-314A-3D4C-90A1-E45107AEFB7B}"/>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19" name="Rectangle 229">
                  <a:extLst>
                    <a:ext uri="{FF2B5EF4-FFF2-40B4-BE49-F238E27FC236}">
                      <a16:creationId xmlns:a16="http://schemas.microsoft.com/office/drawing/2014/main" id="{8A760FE8-2AF8-D047-B448-6D14997CB6F7}"/>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0" name="Text Box 230">
                  <a:extLst>
                    <a:ext uri="{FF2B5EF4-FFF2-40B4-BE49-F238E27FC236}">
                      <a16:creationId xmlns:a16="http://schemas.microsoft.com/office/drawing/2014/main" id="{81AD7D48-5DBF-B140-BBAC-EF36A1DCADE4}"/>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21" name="Straight Connector 520">
                  <a:extLst>
                    <a:ext uri="{FF2B5EF4-FFF2-40B4-BE49-F238E27FC236}">
                      <a16:creationId xmlns:a16="http://schemas.microsoft.com/office/drawing/2014/main" id="{10225287-A970-334C-96E6-BB42F39A3119}"/>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2" name="Straight Connector 521">
                  <a:extLst>
                    <a:ext uri="{FF2B5EF4-FFF2-40B4-BE49-F238E27FC236}">
                      <a16:creationId xmlns:a16="http://schemas.microsoft.com/office/drawing/2014/main" id="{585D3D77-62B9-C346-9D1A-8A3555BAADAA}"/>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92" name="Group 491">
              <a:extLst>
                <a:ext uri="{FF2B5EF4-FFF2-40B4-BE49-F238E27FC236}">
                  <a16:creationId xmlns:a16="http://schemas.microsoft.com/office/drawing/2014/main" id="{99C7DE0F-016E-FE40-A619-F6309459B199}"/>
                </a:ext>
              </a:extLst>
            </p:cNvPr>
            <p:cNvGrpSpPr/>
            <p:nvPr/>
          </p:nvGrpSpPr>
          <p:grpSpPr>
            <a:xfrm>
              <a:off x="9846130" y="3502221"/>
              <a:ext cx="571917" cy="607211"/>
              <a:chOff x="9846130" y="3502221"/>
              <a:chExt cx="571917" cy="607211"/>
            </a:xfrm>
          </p:grpSpPr>
          <p:sp>
            <p:nvSpPr>
              <p:cNvPr id="509" name="Freeform 917">
                <a:extLst>
                  <a:ext uri="{FF2B5EF4-FFF2-40B4-BE49-F238E27FC236}">
                    <a16:creationId xmlns:a16="http://schemas.microsoft.com/office/drawing/2014/main" id="{F61365F4-AF8A-7946-BAE2-C24405A00FD5}"/>
                  </a:ext>
                </a:extLst>
              </p:cNvPr>
              <p:cNvSpPr>
                <a:spLocks/>
              </p:cNvSpPr>
              <p:nvPr/>
            </p:nvSpPr>
            <p:spPr bwMode="auto">
              <a:xfrm>
                <a:off x="9904716" y="3925785"/>
                <a:ext cx="466702" cy="183647"/>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2676">
                    <a:moveTo>
                      <a:pt x="1334" y="12676"/>
                    </a:moveTo>
                    <a:lnTo>
                      <a:pt x="51" y="7461"/>
                    </a:lnTo>
                    <a:cubicBezTo>
                      <a:pt x="-117" y="4751"/>
                      <a:pt x="199" y="2710"/>
                      <a:pt x="30" y="0"/>
                    </a:cubicBezTo>
                    <a:lnTo>
                      <a:pt x="10000" y="6"/>
                    </a:lnTo>
                    <a:lnTo>
                      <a:pt x="1334" y="12676"/>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10" name="Group 509">
                <a:extLst>
                  <a:ext uri="{FF2B5EF4-FFF2-40B4-BE49-F238E27FC236}">
                    <a16:creationId xmlns:a16="http://schemas.microsoft.com/office/drawing/2014/main" id="{B9D23B02-A16D-054E-9F56-ACE4882F9465}"/>
                  </a:ext>
                </a:extLst>
              </p:cNvPr>
              <p:cNvGrpSpPr/>
              <p:nvPr/>
            </p:nvGrpSpPr>
            <p:grpSpPr>
              <a:xfrm>
                <a:off x="9846130" y="3502221"/>
                <a:ext cx="571917" cy="461666"/>
                <a:chOff x="9980560" y="726571"/>
                <a:chExt cx="659732" cy="461666"/>
              </a:xfrm>
            </p:grpSpPr>
            <p:sp>
              <p:nvSpPr>
                <p:cNvPr id="511" name="Rectangle 228">
                  <a:extLst>
                    <a:ext uri="{FF2B5EF4-FFF2-40B4-BE49-F238E27FC236}">
                      <a16:creationId xmlns:a16="http://schemas.microsoft.com/office/drawing/2014/main" id="{D8196C66-5ACD-F440-9D67-38ED9AB1DBEC}"/>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12" name="Rectangle 229">
                  <a:extLst>
                    <a:ext uri="{FF2B5EF4-FFF2-40B4-BE49-F238E27FC236}">
                      <a16:creationId xmlns:a16="http://schemas.microsoft.com/office/drawing/2014/main" id="{E2A04A91-A7A2-844E-A202-E5174F201E33}"/>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13" name="Text Box 230">
                  <a:extLst>
                    <a:ext uri="{FF2B5EF4-FFF2-40B4-BE49-F238E27FC236}">
                      <a16:creationId xmlns:a16="http://schemas.microsoft.com/office/drawing/2014/main" id="{C660DE0E-7128-8A4E-8A4B-C829B6CB2B99}"/>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14" name="Straight Connector 513">
                  <a:extLst>
                    <a:ext uri="{FF2B5EF4-FFF2-40B4-BE49-F238E27FC236}">
                      <a16:creationId xmlns:a16="http://schemas.microsoft.com/office/drawing/2014/main" id="{18B24C5B-DDAD-664C-B7C8-511BEF3C883F}"/>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5" name="Straight Connector 514">
                  <a:extLst>
                    <a:ext uri="{FF2B5EF4-FFF2-40B4-BE49-F238E27FC236}">
                      <a16:creationId xmlns:a16="http://schemas.microsoft.com/office/drawing/2014/main" id="{D26F734D-CDBF-C940-BA08-558A6C9FC84B}"/>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93" name="Group 492">
              <a:extLst>
                <a:ext uri="{FF2B5EF4-FFF2-40B4-BE49-F238E27FC236}">
                  <a16:creationId xmlns:a16="http://schemas.microsoft.com/office/drawing/2014/main" id="{38FD6327-86A9-CE4D-9578-2AAEA1D9BB04}"/>
                </a:ext>
              </a:extLst>
            </p:cNvPr>
            <p:cNvGrpSpPr/>
            <p:nvPr/>
          </p:nvGrpSpPr>
          <p:grpSpPr>
            <a:xfrm>
              <a:off x="9554792" y="4299763"/>
              <a:ext cx="571917" cy="630904"/>
              <a:chOff x="9554792" y="4299763"/>
              <a:chExt cx="571917" cy="630904"/>
            </a:xfrm>
          </p:grpSpPr>
          <p:sp>
            <p:nvSpPr>
              <p:cNvPr id="502" name="Freeform 917">
                <a:extLst>
                  <a:ext uri="{FF2B5EF4-FFF2-40B4-BE49-F238E27FC236}">
                    <a16:creationId xmlns:a16="http://schemas.microsoft.com/office/drawing/2014/main" id="{1189185D-1F7C-B94E-B532-3E812D995744}"/>
                  </a:ext>
                </a:extLst>
              </p:cNvPr>
              <p:cNvSpPr>
                <a:spLocks/>
              </p:cNvSpPr>
              <p:nvPr/>
            </p:nvSpPr>
            <p:spPr bwMode="auto">
              <a:xfrm>
                <a:off x="9598301" y="4724405"/>
                <a:ext cx="466702" cy="20626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 name="connsiteX0" fmla="*/ 434 w 10000"/>
                  <a:gd name="connsiteY0" fmla="*/ 14237 h 14237"/>
                  <a:gd name="connsiteX1" fmla="*/ 51 w 10000"/>
                  <a:gd name="connsiteY1" fmla="*/ 7461 h 14237"/>
                  <a:gd name="connsiteX2" fmla="*/ 30 w 10000"/>
                  <a:gd name="connsiteY2" fmla="*/ 0 h 14237"/>
                  <a:gd name="connsiteX3" fmla="*/ 10000 w 10000"/>
                  <a:gd name="connsiteY3" fmla="*/ 6 h 14237"/>
                  <a:gd name="connsiteX4" fmla="*/ 434 w 10000"/>
                  <a:gd name="connsiteY4" fmla="*/ 14237 h 14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4237">
                    <a:moveTo>
                      <a:pt x="434" y="14237"/>
                    </a:moveTo>
                    <a:cubicBezTo>
                      <a:pt x="306" y="11978"/>
                      <a:pt x="179" y="9720"/>
                      <a:pt x="51" y="7461"/>
                    </a:cubicBezTo>
                    <a:cubicBezTo>
                      <a:pt x="-117" y="4751"/>
                      <a:pt x="199" y="2710"/>
                      <a:pt x="30" y="0"/>
                    </a:cubicBezTo>
                    <a:lnTo>
                      <a:pt x="10000" y="6"/>
                    </a:lnTo>
                    <a:lnTo>
                      <a:pt x="434" y="14237"/>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03" name="Group 502">
                <a:extLst>
                  <a:ext uri="{FF2B5EF4-FFF2-40B4-BE49-F238E27FC236}">
                    <a16:creationId xmlns:a16="http://schemas.microsoft.com/office/drawing/2014/main" id="{B4CB1129-B032-C24F-981D-F17E21FDF808}"/>
                  </a:ext>
                </a:extLst>
              </p:cNvPr>
              <p:cNvGrpSpPr/>
              <p:nvPr/>
            </p:nvGrpSpPr>
            <p:grpSpPr>
              <a:xfrm>
                <a:off x="9554792" y="4299763"/>
                <a:ext cx="571917" cy="461666"/>
                <a:chOff x="9980560" y="726571"/>
                <a:chExt cx="659732" cy="461666"/>
              </a:xfrm>
            </p:grpSpPr>
            <p:sp>
              <p:nvSpPr>
                <p:cNvPr id="504" name="Rectangle 228">
                  <a:extLst>
                    <a:ext uri="{FF2B5EF4-FFF2-40B4-BE49-F238E27FC236}">
                      <a16:creationId xmlns:a16="http://schemas.microsoft.com/office/drawing/2014/main" id="{CCE0CE6B-4616-484D-A2D2-97A95D223C4E}"/>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05" name="Rectangle 229">
                  <a:extLst>
                    <a:ext uri="{FF2B5EF4-FFF2-40B4-BE49-F238E27FC236}">
                      <a16:creationId xmlns:a16="http://schemas.microsoft.com/office/drawing/2014/main" id="{D26DD102-7516-7941-AD70-9B37EC2BD556}"/>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06" name="Text Box 230">
                  <a:extLst>
                    <a:ext uri="{FF2B5EF4-FFF2-40B4-BE49-F238E27FC236}">
                      <a16:creationId xmlns:a16="http://schemas.microsoft.com/office/drawing/2014/main" id="{1F958F41-1C91-3742-8E5E-D63C7ABC69E6}"/>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07" name="Straight Connector 506">
                  <a:extLst>
                    <a:ext uri="{FF2B5EF4-FFF2-40B4-BE49-F238E27FC236}">
                      <a16:creationId xmlns:a16="http://schemas.microsoft.com/office/drawing/2014/main" id="{65CAD0DA-ECB6-FF46-8BF8-7B4132226870}"/>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8" name="Straight Connector 507">
                  <a:extLst>
                    <a:ext uri="{FF2B5EF4-FFF2-40B4-BE49-F238E27FC236}">
                      <a16:creationId xmlns:a16="http://schemas.microsoft.com/office/drawing/2014/main" id="{C7CD87E0-C83F-0F48-9FE9-45EF45C8B51C}"/>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94" name="Group 493">
              <a:extLst>
                <a:ext uri="{FF2B5EF4-FFF2-40B4-BE49-F238E27FC236}">
                  <a16:creationId xmlns:a16="http://schemas.microsoft.com/office/drawing/2014/main" id="{017CCCDD-4C17-AD45-9653-B55DDD72AFD2}"/>
                </a:ext>
              </a:extLst>
            </p:cNvPr>
            <p:cNvGrpSpPr/>
            <p:nvPr/>
          </p:nvGrpSpPr>
          <p:grpSpPr>
            <a:xfrm>
              <a:off x="10153753" y="4577638"/>
              <a:ext cx="628869" cy="576513"/>
              <a:chOff x="10153753" y="4577638"/>
              <a:chExt cx="628869" cy="576513"/>
            </a:xfrm>
          </p:grpSpPr>
          <p:sp>
            <p:nvSpPr>
              <p:cNvPr id="495" name="Freeform 917">
                <a:extLst>
                  <a:ext uri="{FF2B5EF4-FFF2-40B4-BE49-F238E27FC236}">
                    <a16:creationId xmlns:a16="http://schemas.microsoft.com/office/drawing/2014/main" id="{97591357-9173-9047-99D7-EEF6AA2E91BE}"/>
                  </a:ext>
                </a:extLst>
              </p:cNvPr>
              <p:cNvSpPr>
                <a:spLocks/>
              </p:cNvSpPr>
              <p:nvPr/>
            </p:nvSpPr>
            <p:spPr bwMode="auto">
              <a:xfrm>
                <a:off x="10153753" y="5002899"/>
                <a:ext cx="590332" cy="15125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 name="connsiteX0" fmla="*/ 434 w 10000"/>
                  <a:gd name="connsiteY0" fmla="*/ 14237 h 14237"/>
                  <a:gd name="connsiteX1" fmla="*/ 51 w 10000"/>
                  <a:gd name="connsiteY1" fmla="*/ 7461 h 14237"/>
                  <a:gd name="connsiteX2" fmla="*/ 30 w 10000"/>
                  <a:gd name="connsiteY2" fmla="*/ 0 h 14237"/>
                  <a:gd name="connsiteX3" fmla="*/ 10000 w 10000"/>
                  <a:gd name="connsiteY3" fmla="*/ 6 h 14237"/>
                  <a:gd name="connsiteX4" fmla="*/ 434 w 10000"/>
                  <a:gd name="connsiteY4" fmla="*/ 14237 h 14237"/>
                  <a:gd name="connsiteX0" fmla="*/ 434 w 12908"/>
                  <a:gd name="connsiteY0" fmla="*/ 14237 h 14237"/>
                  <a:gd name="connsiteX1" fmla="*/ 51 w 12908"/>
                  <a:gd name="connsiteY1" fmla="*/ 7461 h 14237"/>
                  <a:gd name="connsiteX2" fmla="*/ 30 w 12908"/>
                  <a:gd name="connsiteY2" fmla="*/ 0 h 14237"/>
                  <a:gd name="connsiteX3" fmla="*/ 12908 w 12908"/>
                  <a:gd name="connsiteY3" fmla="*/ 3797 h 14237"/>
                  <a:gd name="connsiteX4" fmla="*/ 434 w 12908"/>
                  <a:gd name="connsiteY4" fmla="*/ 14237 h 14237"/>
                  <a:gd name="connsiteX0" fmla="*/ 391 w 12865"/>
                  <a:gd name="connsiteY0" fmla="*/ 10892 h 10892"/>
                  <a:gd name="connsiteX1" fmla="*/ 8 w 12865"/>
                  <a:gd name="connsiteY1" fmla="*/ 4116 h 10892"/>
                  <a:gd name="connsiteX2" fmla="*/ 2479 w 12865"/>
                  <a:gd name="connsiteY2" fmla="*/ 0 h 10892"/>
                  <a:gd name="connsiteX3" fmla="*/ 12865 w 12865"/>
                  <a:gd name="connsiteY3" fmla="*/ 452 h 10892"/>
                  <a:gd name="connsiteX4" fmla="*/ 391 w 12865"/>
                  <a:gd name="connsiteY4" fmla="*/ 10892 h 10892"/>
                  <a:gd name="connsiteX0" fmla="*/ 183 w 12657"/>
                  <a:gd name="connsiteY0" fmla="*/ 10892 h 10892"/>
                  <a:gd name="connsiteX1" fmla="*/ 8 w 12657"/>
                  <a:gd name="connsiteY1" fmla="*/ 7238 h 10892"/>
                  <a:gd name="connsiteX2" fmla="*/ 2271 w 12657"/>
                  <a:gd name="connsiteY2" fmla="*/ 0 h 10892"/>
                  <a:gd name="connsiteX3" fmla="*/ 12657 w 12657"/>
                  <a:gd name="connsiteY3" fmla="*/ 452 h 10892"/>
                  <a:gd name="connsiteX4" fmla="*/ 183 w 12657"/>
                  <a:gd name="connsiteY4" fmla="*/ 10892 h 10892"/>
                  <a:gd name="connsiteX0" fmla="*/ 175 w 12649"/>
                  <a:gd name="connsiteY0" fmla="*/ 10892 h 10892"/>
                  <a:gd name="connsiteX1" fmla="*/ 0 w 12649"/>
                  <a:gd name="connsiteY1" fmla="*/ 7238 h 10892"/>
                  <a:gd name="connsiteX2" fmla="*/ 2263 w 12649"/>
                  <a:gd name="connsiteY2" fmla="*/ 0 h 10892"/>
                  <a:gd name="connsiteX3" fmla="*/ 12649 w 12649"/>
                  <a:gd name="connsiteY3" fmla="*/ 452 h 10892"/>
                  <a:gd name="connsiteX4" fmla="*/ 175 w 12649"/>
                  <a:gd name="connsiteY4" fmla="*/ 10892 h 10892"/>
                  <a:gd name="connsiteX0" fmla="*/ 175 w 12649"/>
                  <a:gd name="connsiteY0" fmla="*/ 10892 h 10892"/>
                  <a:gd name="connsiteX1" fmla="*/ 0 w 12649"/>
                  <a:gd name="connsiteY1" fmla="*/ 7238 h 10892"/>
                  <a:gd name="connsiteX2" fmla="*/ 2263 w 12649"/>
                  <a:gd name="connsiteY2" fmla="*/ 0 h 10892"/>
                  <a:gd name="connsiteX3" fmla="*/ 12649 w 12649"/>
                  <a:gd name="connsiteY3" fmla="*/ 452 h 10892"/>
                  <a:gd name="connsiteX4" fmla="*/ 175 w 12649"/>
                  <a:gd name="connsiteY4" fmla="*/ 10892 h 10892"/>
                  <a:gd name="connsiteX0" fmla="*/ 175 w 12649"/>
                  <a:gd name="connsiteY0" fmla="*/ 10440 h 10440"/>
                  <a:gd name="connsiteX1" fmla="*/ 0 w 12649"/>
                  <a:gd name="connsiteY1" fmla="*/ 6786 h 10440"/>
                  <a:gd name="connsiteX2" fmla="*/ 2263 w 12649"/>
                  <a:gd name="connsiteY2" fmla="*/ 217 h 10440"/>
                  <a:gd name="connsiteX3" fmla="*/ 12649 w 12649"/>
                  <a:gd name="connsiteY3" fmla="*/ 0 h 10440"/>
                  <a:gd name="connsiteX4" fmla="*/ 175 w 12649"/>
                  <a:gd name="connsiteY4" fmla="*/ 10440 h 10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9" h="10440">
                    <a:moveTo>
                      <a:pt x="175" y="10440"/>
                    </a:moveTo>
                    <a:cubicBezTo>
                      <a:pt x="47" y="8181"/>
                      <a:pt x="128" y="9045"/>
                      <a:pt x="0" y="6786"/>
                    </a:cubicBezTo>
                    <a:cubicBezTo>
                      <a:pt x="1563" y="2515"/>
                      <a:pt x="1463" y="3373"/>
                      <a:pt x="2263" y="217"/>
                    </a:cubicBezTo>
                    <a:lnTo>
                      <a:pt x="12649" y="0"/>
                    </a:lnTo>
                    <a:lnTo>
                      <a:pt x="175" y="10440"/>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6" name="Group 495">
                <a:extLst>
                  <a:ext uri="{FF2B5EF4-FFF2-40B4-BE49-F238E27FC236}">
                    <a16:creationId xmlns:a16="http://schemas.microsoft.com/office/drawing/2014/main" id="{8B40CC4E-61E1-7147-B950-B5A9495E9B83}"/>
                  </a:ext>
                </a:extLst>
              </p:cNvPr>
              <p:cNvGrpSpPr/>
              <p:nvPr/>
            </p:nvGrpSpPr>
            <p:grpSpPr>
              <a:xfrm>
                <a:off x="10210705" y="4577638"/>
                <a:ext cx="571917" cy="461666"/>
                <a:chOff x="9980560" y="726571"/>
                <a:chExt cx="659732" cy="461666"/>
              </a:xfrm>
            </p:grpSpPr>
            <p:sp>
              <p:nvSpPr>
                <p:cNvPr id="497" name="Rectangle 228">
                  <a:extLst>
                    <a:ext uri="{FF2B5EF4-FFF2-40B4-BE49-F238E27FC236}">
                      <a16:creationId xmlns:a16="http://schemas.microsoft.com/office/drawing/2014/main" id="{D2D44BCA-E28A-FA41-AF35-848ECEF07019}"/>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98" name="Rectangle 229">
                  <a:extLst>
                    <a:ext uri="{FF2B5EF4-FFF2-40B4-BE49-F238E27FC236}">
                      <a16:creationId xmlns:a16="http://schemas.microsoft.com/office/drawing/2014/main" id="{D389761B-E426-DB42-85C3-D511639FC06E}"/>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99" name="Text Box 230">
                  <a:extLst>
                    <a:ext uri="{FF2B5EF4-FFF2-40B4-BE49-F238E27FC236}">
                      <a16:creationId xmlns:a16="http://schemas.microsoft.com/office/drawing/2014/main" id="{3DB5EBC6-C337-BB4C-B251-28D5B838EF69}"/>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00" name="Straight Connector 499">
                  <a:extLst>
                    <a:ext uri="{FF2B5EF4-FFF2-40B4-BE49-F238E27FC236}">
                      <a16:creationId xmlns:a16="http://schemas.microsoft.com/office/drawing/2014/main" id="{8479EDDB-D000-FE4F-B1BE-1440681E30EE}"/>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1" name="Straight Connector 500">
                  <a:extLst>
                    <a:ext uri="{FF2B5EF4-FFF2-40B4-BE49-F238E27FC236}">
                      <a16:creationId xmlns:a16="http://schemas.microsoft.com/office/drawing/2014/main" id="{4B266B2A-3BB6-1B4F-AFEF-AAB669208BEF}"/>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530" name="Group 529">
            <a:extLst>
              <a:ext uri="{FF2B5EF4-FFF2-40B4-BE49-F238E27FC236}">
                <a16:creationId xmlns:a16="http://schemas.microsoft.com/office/drawing/2014/main" id="{0E5911E9-912E-A74C-9314-F819FE0F68F9}"/>
              </a:ext>
            </a:extLst>
          </p:cNvPr>
          <p:cNvGrpSpPr/>
          <p:nvPr/>
        </p:nvGrpSpPr>
        <p:grpSpPr>
          <a:xfrm>
            <a:off x="9857298" y="4503289"/>
            <a:ext cx="393760" cy="218578"/>
            <a:chOff x="7493876" y="2774731"/>
            <a:chExt cx="1481958" cy="894622"/>
          </a:xfrm>
        </p:grpSpPr>
        <p:sp>
          <p:nvSpPr>
            <p:cNvPr id="531" name="Freeform 530">
              <a:extLst>
                <a:ext uri="{FF2B5EF4-FFF2-40B4-BE49-F238E27FC236}">
                  <a16:creationId xmlns:a16="http://schemas.microsoft.com/office/drawing/2014/main" id="{607075C2-B6C5-9040-B4CF-2B70E9105E8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32" name="Oval 531">
              <a:extLst>
                <a:ext uri="{FF2B5EF4-FFF2-40B4-BE49-F238E27FC236}">
                  <a16:creationId xmlns:a16="http://schemas.microsoft.com/office/drawing/2014/main" id="{E1345A0C-4A4C-F641-BBD0-7933F8056C0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33" name="Group 532">
              <a:extLst>
                <a:ext uri="{FF2B5EF4-FFF2-40B4-BE49-F238E27FC236}">
                  <a16:creationId xmlns:a16="http://schemas.microsoft.com/office/drawing/2014/main" id="{31C7191D-3480-654D-965C-3B4C97B7A45C}"/>
                </a:ext>
              </a:extLst>
            </p:cNvPr>
            <p:cNvGrpSpPr/>
            <p:nvPr/>
          </p:nvGrpSpPr>
          <p:grpSpPr>
            <a:xfrm>
              <a:off x="7713663" y="2848339"/>
              <a:ext cx="1042107" cy="425543"/>
              <a:chOff x="7786941" y="2884917"/>
              <a:chExt cx="897649" cy="353919"/>
            </a:xfrm>
          </p:grpSpPr>
          <p:sp>
            <p:nvSpPr>
              <p:cNvPr id="534" name="Freeform 533">
                <a:extLst>
                  <a:ext uri="{FF2B5EF4-FFF2-40B4-BE49-F238E27FC236}">
                    <a16:creationId xmlns:a16="http://schemas.microsoft.com/office/drawing/2014/main" id="{EE001FF1-F9D3-0947-96F9-2AF2D9DFCA0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45E8ED17-9799-6442-8FBA-D34F88BCECB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6" name="Freeform 535">
                <a:extLst>
                  <a:ext uri="{FF2B5EF4-FFF2-40B4-BE49-F238E27FC236}">
                    <a16:creationId xmlns:a16="http://schemas.microsoft.com/office/drawing/2014/main" id="{F65478EB-2F48-3744-B46F-1455A255339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7" name="Freeform 536">
                <a:extLst>
                  <a:ext uri="{FF2B5EF4-FFF2-40B4-BE49-F238E27FC236}">
                    <a16:creationId xmlns:a16="http://schemas.microsoft.com/office/drawing/2014/main" id="{1EEBD73D-ED6E-D444-91D9-C7EA735BBFE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538" name="Freeform 537">
            <a:extLst>
              <a:ext uri="{FF2B5EF4-FFF2-40B4-BE49-F238E27FC236}">
                <a16:creationId xmlns:a16="http://schemas.microsoft.com/office/drawing/2014/main" id="{431F7FF5-7027-894E-929D-18B244822EFA}"/>
              </a:ext>
            </a:extLst>
          </p:cNvPr>
          <p:cNvSpPr/>
          <p:nvPr/>
        </p:nvSpPr>
        <p:spPr>
          <a:xfrm>
            <a:off x="7362436" y="2627566"/>
            <a:ext cx="3064097" cy="2683755"/>
          </a:xfrm>
          <a:custGeom>
            <a:avLst/>
            <a:gdLst>
              <a:gd name="connsiteX0" fmla="*/ 0 w 2769704"/>
              <a:gd name="connsiteY0" fmla="*/ 0 h 2637182"/>
              <a:gd name="connsiteX1" fmla="*/ 980661 w 2769704"/>
              <a:gd name="connsiteY1" fmla="*/ 1007165 h 2637182"/>
              <a:gd name="connsiteX2" fmla="*/ 2014330 w 2769704"/>
              <a:gd name="connsiteY2" fmla="*/ 993913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6216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998374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1756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1756 h 2637182"/>
              <a:gd name="connsiteX3" fmla="*/ 2478156 w 2769704"/>
              <a:gd name="connsiteY3" fmla="*/ 1007165 h 2637182"/>
              <a:gd name="connsiteX4" fmla="*/ 2054087 w 2769704"/>
              <a:gd name="connsiteY4" fmla="*/ 1709530 h 2637182"/>
              <a:gd name="connsiteX5" fmla="*/ 2753026 w 2769704"/>
              <a:gd name="connsiteY5" fmla="*/ 2050143 h 2637182"/>
              <a:gd name="connsiteX6" fmla="*/ 2769704 w 2769704"/>
              <a:gd name="connsiteY6" fmla="*/ 2637182 h 2637182"/>
              <a:gd name="connsiteX0" fmla="*/ 0 w 2753026"/>
              <a:gd name="connsiteY0" fmla="*/ 0 h 2628261"/>
              <a:gd name="connsiteX1" fmla="*/ 980661 w 2753026"/>
              <a:gd name="connsiteY1" fmla="*/ 1007165 h 2628261"/>
              <a:gd name="connsiteX2" fmla="*/ 2014330 w 2753026"/>
              <a:gd name="connsiteY2" fmla="*/ 1011756 h 2628261"/>
              <a:gd name="connsiteX3" fmla="*/ 2478156 w 2753026"/>
              <a:gd name="connsiteY3" fmla="*/ 1007165 h 2628261"/>
              <a:gd name="connsiteX4" fmla="*/ 2054087 w 2753026"/>
              <a:gd name="connsiteY4" fmla="*/ 1709530 h 2628261"/>
              <a:gd name="connsiteX5" fmla="*/ 2753026 w 2753026"/>
              <a:gd name="connsiteY5" fmla="*/ 2050143 h 2628261"/>
              <a:gd name="connsiteX6" fmla="*/ 2742942 w 2753026"/>
              <a:gd name="connsiteY6" fmla="*/ 2628261 h 2628261"/>
              <a:gd name="connsiteX0" fmla="*/ 0 w 2760784"/>
              <a:gd name="connsiteY0" fmla="*/ 0 h 2820062"/>
              <a:gd name="connsiteX1" fmla="*/ 980661 w 2760784"/>
              <a:gd name="connsiteY1" fmla="*/ 1007165 h 2820062"/>
              <a:gd name="connsiteX2" fmla="*/ 2014330 w 2760784"/>
              <a:gd name="connsiteY2" fmla="*/ 1011756 h 2820062"/>
              <a:gd name="connsiteX3" fmla="*/ 2478156 w 2760784"/>
              <a:gd name="connsiteY3" fmla="*/ 1007165 h 2820062"/>
              <a:gd name="connsiteX4" fmla="*/ 2054087 w 2760784"/>
              <a:gd name="connsiteY4" fmla="*/ 1709530 h 2820062"/>
              <a:gd name="connsiteX5" fmla="*/ 2753026 w 2760784"/>
              <a:gd name="connsiteY5" fmla="*/ 2050143 h 2820062"/>
              <a:gd name="connsiteX6" fmla="*/ 2760784 w 2760784"/>
              <a:gd name="connsiteY6" fmla="*/ 2820062 h 2820062"/>
              <a:gd name="connsiteX0" fmla="*/ 0 w 2760784"/>
              <a:gd name="connsiteY0" fmla="*/ 0 h 2820062"/>
              <a:gd name="connsiteX1" fmla="*/ 980661 w 2760784"/>
              <a:gd name="connsiteY1" fmla="*/ 1007165 h 2820062"/>
              <a:gd name="connsiteX2" fmla="*/ 2014330 w 2760784"/>
              <a:gd name="connsiteY2" fmla="*/ 1011756 h 2820062"/>
              <a:gd name="connsiteX3" fmla="*/ 2478156 w 2760784"/>
              <a:gd name="connsiteY3" fmla="*/ 1007165 h 2820062"/>
              <a:gd name="connsiteX4" fmla="*/ 2054087 w 2760784"/>
              <a:gd name="connsiteY4" fmla="*/ 1709530 h 2820062"/>
              <a:gd name="connsiteX5" fmla="*/ 2753026 w 2760784"/>
              <a:gd name="connsiteY5" fmla="*/ 2050143 h 2820062"/>
              <a:gd name="connsiteX6" fmla="*/ 2760783 w 2760784"/>
              <a:gd name="connsiteY6" fmla="*/ 2639768 h 2820062"/>
              <a:gd name="connsiteX7" fmla="*/ 2760784 w 2760784"/>
              <a:gd name="connsiteY7" fmla="*/ 2820062 h 2820062"/>
              <a:gd name="connsiteX0" fmla="*/ 0 w 3188991"/>
              <a:gd name="connsiteY0" fmla="*/ 0 h 2681787"/>
              <a:gd name="connsiteX1" fmla="*/ 980661 w 3188991"/>
              <a:gd name="connsiteY1" fmla="*/ 1007165 h 2681787"/>
              <a:gd name="connsiteX2" fmla="*/ 2014330 w 3188991"/>
              <a:gd name="connsiteY2" fmla="*/ 1011756 h 2681787"/>
              <a:gd name="connsiteX3" fmla="*/ 2478156 w 3188991"/>
              <a:gd name="connsiteY3" fmla="*/ 1007165 h 2681787"/>
              <a:gd name="connsiteX4" fmla="*/ 2054087 w 3188991"/>
              <a:gd name="connsiteY4" fmla="*/ 1709530 h 2681787"/>
              <a:gd name="connsiteX5" fmla="*/ 2753026 w 3188991"/>
              <a:gd name="connsiteY5" fmla="*/ 2050143 h 2681787"/>
              <a:gd name="connsiteX6" fmla="*/ 2760783 w 3188991"/>
              <a:gd name="connsiteY6" fmla="*/ 2639768 h 2681787"/>
              <a:gd name="connsiteX7" fmla="*/ 3188991 w 3188991"/>
              <a:gd name="connsiteY7" fmla="*/ 2681787 h 2681787"/>
              <a:gd name="connsiteX0" fmla="*/ 0 w 3188991"/>
              <a:gd name="connsiteY0" fmla="*/ 0 h 2691285"/>
              <a:gd name="connsiteX1" fmla="*/ 980661 w 3188991"/>
              <a:gd name="connsiteY1" fmla="*/ 1007165 h 2691285"/>
              <a:gd name="connsiteX2" fmla="*/ 2014330 w 3188991"/>
              <a:gd name="connsiteY2" fmla="*/ 1011756 h 2691285"/>
              <a:gd name="connsiteX3" fmla="*/ 2478156 w 3188991"/>
              <a:gd name="connsiteY3" fmla="*/ 1007165 h 2691285"/>
              <a:gd name="connsiteX4" fmla="*/ 2054087 w 3188991"/>
              <a:gd name="connsiteY4" fmla="*/ 1709530 h 2691285"/>
              <a:gd name="connsiteX5" fmla="*/ 2753026 w 3188991"/>
              <a:gd name="connsiteY5" fmla="*/ 2050143 h 2691285"/>
              <a:gd name="connsiteX6" fmla="*/ 2760783 w 3188991"/>
              <a:gd name="connsiteY6" fmla="*/ 2639768 h 2691285"/>
              <a:gd name="connsiteX7" fmla="*/ 3188991 w 3188991"/>
              <a:gd name="connsiteY7" fmla="*/ 2681787 h 2691285"/>
              <a:gd name="connsiteX0" fmla="*/ 0 w 3188991"/>
              <a:gd name="connsiteY0" fmla="*/ 0 h 2700394"/>
              <a:gd name="connsiteX1" fmla="*/ 980661 w 3188991"/>
              <a:gd name="connsiteY1" fmla="*/ 1007165 h 2700394"/>
              <a:gd name="connsiteX2" fmla="*/ 2014330 w 3188991"/>
              <a:gd name="connsiteY2" fmla="*/ 1011756 h 2700394"/>
              <a:gd name="connsiteX3" fmla="*/ 2478156 w 3188991"/>
              <a:gd name="connsiteY3" fmla="*/ 1007165 h 2700394"/>
              <a:gd name="connsiteX4" fmla="*/ 2054087 w 3188991"/>
              <a:gd name="connsiteY4" fmla="*/ 1709530 h 2700394"/>
              <a:gd name="connsiteX5" fmla="*/ 2753026 w 3188991"/>
              <a:gd name="connsiteY5" fmla="*/ 2050143 h 2700394"/>
              <a:gd name="connsiteX6" fmla="*/ 2765243 w 3188991"/>
              <a:gd name="connsiteY6" fmla="*/ 2662071 h 2700394"/>
              <a:gd name="connsiteX7" fmla="*/ 3188991 w 3188991"/>
              <a:gd name="connsiteY7" fmla="*/ 2681787 h 2700394"/>
              <a:gd name="connsiteX0" fmla="*/ 0 w 3188991"/>
              <a:gd name="connsiteY0" fmla="*/ 0 h 2686921"/>
              <a:gd name="connsiteX1" fmla="*/ 980661 w 3188991"/>
              <a:gd name="connsiteY1" fmla="*/ 1007165 h 2686921"/>
              <a:gd name="connsiteX2" fmla="*/ 2014330 w 3188991"/>
              <a:gd name="connsiteY2" fmla="*/ 1011756 h 2686921"/>
              <a:gd name="connsiteX3" fmla="*/ 2478156 w 3188991"/>
              <a:gd name="connsiteY3" fmla="*/ 1007165 h 2686921"/>
              <a:gd name="connsiteX4" fmla="*/ 2054087 w 3188991"/>
              <a:gd name="connsiteY4" fmla="*/ 1709530 h 2686921"/>
              <a:gd name="connsiteX5" fmla="*/ 2753026 w 3188991"/>
              <a:gd name="connsiteY5" fmla="*/ 2050143 h 2686921"/>
              <a:gd name="connsiteX6" fmla="*/ 2765243 w 3188991"/>
              <a:gd name="connsiteY6" fmla="*/ 2662071 h 2686921"/>
              <a:gd name="connsiteX7" fmla="*/ 3188991 w 3188991"/>
              <a:gd name="connsiteY7" fmla="*/ 2681787 h 2686921"/>
              <a:gd name="connsiteX0" fmla="*/ 0 w 3188991"/>
              <a:gd name="connsiteY0" fmla="*/ 0 h 2689619"/>
              <a:gd name="connsiteX1" fmla="*/ 980661 w 3188991"/>
              <a:gd name="connsiteY1" fmla="*/ 1007165 h 2689619"/>
              <a:gd name="connsiteX2" fmla="*/ 2014330 w 3188991"/>
              <a:gd name="connsiteY2" fmla="*/ 1011756 h 2689619"/>
              <a:gd name="connsiteX3" fmla="*/ 2478156 w 3188991"/>
              <a:gd name="connsiteY3" fmla="*/ 1007165 h 2689619"/>
              <a:gd name="connsiteX4" fmla="*/ 2054087 w 3188991"/>
              <a:gd name="connsiteY4" fmla="*/ 1709530 h 2689619"/>
              <a:gd name="connsiteX5" fmla="*/ 2753026 w 3188991"/>
              <a:gd name="connsiteY5" fmla="*/ 2050143 h 2689619"/>
              <a:gd name="connsiteX6" fmla="*/ 2769703 w 3188991"/>
              <a:gd name="connsiteY6" fmla="*/ 2675452 h 2689619"/>
              <a:gd name="connsiteX7" fmla="*/ 3188991 w 3188991"/>
              <a:gd name="connsiteY7" fmla="*/ 2681787 h 2689619"/>
              <a:gd name="connsiteX0" fmla="*/ 0 w 3188991"/>
              <a:gd name="connsiteY0" fmla="*/ 0 h 2681967"/>
              <a:gd name="connsiteX1" fmla="*/ 980661 w 3188991"/>
              <a:gd name="connsiteY1" fmla="*/ 1007165 h 2681967"/>
              <a:gd name="connsiteX2" fmla="*/ 2014330 w 3188991"/>
              <a:gd name="connsiteY2" fmla="*/ 1011756 h 2681967"/>
              <a:gd name="connsiteX3" fmla="*/ 2478156 w 3188991"/>
              <a:gd name="connsiteY3" fmla="*/ 1007165 h 2681967"/>
              <a:gd name="connsiteX4" fmla="*/ 2054087 w 3188991"/>
              <a:gd name="connsiteY4" fmla="*/ 1709530 h 2681967"/>
              <a:gd name="connsiteX5" fmla="*/ 2753026 w 3188991"/>
              <a:gd name="connsiteY5" fmla="*/ 2050143 h 2681967"/>
              <a:gd name="connsiteX6" fmla="*/ 2769703 w 3188991"/>
              <a:gd name="connsiteY6" fmla="*/ 2675452 h 2681967"/>
              <a:gd name="connsiteX7" fmla="*/ 3188991 w 3188991"/>
              <a:gd name="connsiteY7" fmla="*/ 2681787 h 2681967"/>
              <a:gd name="connsiteX0" fmla="*/ 0 w 3188991"/>
              <a:gd name="connsiteY0" fmla="*/ 0 h 2687647"/>
              <a:gd name="connsiteX1" fmla="*/ 980661 w 3188991"/>
              <a:gd name="connsiteY1" fmla="*/ 1007165 h 2687647"/>
              <a:gd name="connsiteX2" fmla="*/ 2014330 w 3188991"/>
              <a:gd name="connsiteY2" fmla="*/ 1011756 h 2687647"/>
              <a:gd name="connsiteX3" fmla="*/ 2478156 w 3188991"/>
              <a:gd name="connsiteY3" fmla="*/ 1007165 h 2687647"/>
              <a:gd name="connsiteX4" fmla="*/ 2054087 w 3188991"/>
              <a:gd name="connsiteY4" fmla="*/ 1709530 h 2687647"/>
              <a:gd name="connsiteX5" fmla="*/ 2753026 w 3188991"/>
              <a:gd name="connsiteY5" fmla="*/ 2050143 h 2687647"/>
              <a:gd name="connsiteX6" fmla="*/ 2769703 w 3188991"/>
              <a:gd name="connsiteY6" fmla="*/ 2675452 h 2687647"/>
              <a:gd name="connsiteX7" fmla="*/ 3188991 w 3188991"/>
              <a:gd name="connsiteY7" fmla="*/ 2681787 h 2687647"/>
              <a:gd name="connsiteX0" fmla="*/ 0 w 3064097"/>
              <a:gd name="connsiteY0" fmla="*/ 0 h 2687647"/>
              <a:gd name="connsiteX1" fmla="*/ 980661 w 3064097"/>
              <a:gd name="connsiteY1" fmla="*/ 1007165 h 2687647"/>
              <a:gd name="connsiteX2" fmla="*/ 2014330 w 3064097"/>
              <a:gd name="connsiteY2" fmla="*/ 1011756 h 2687647"/>
              <a:gd name="connsiteX3" fmla="*/ 2478156 w 3064097"/>
              <a:gd name="connsiteY3" fmla="*/ 1007165 h 2687647"/>
              <a:gd name="connsiteX4" fmla="*/ 2054087 w 3064097"/>
              <a:gd name="connsiteY4" fmla="*/ 1709530 h 2687647"/>
              <a:gd name="connsiteX5" fmla="*/ 2753026 w 3064097"/>
              <a:gd name="connsiteY5" fmla="*/ 2050143 h 2687647"/>
              <a:gd name="connsiteX6" fmla="*/ 2769703 w 3064097"/>
              <a:gd name="connsiteY6" fmla="*/ 2675452 h 2687647"/>
              <a:gd name="connsiteX7" fmla="*/ 3064097 w 3064097"/>
              <a:gd name="connsiteY7" fmla="*/ 2681787 h 2687647"/>
              <a:gd name="connsiteX0" fmla="*/ 0 w 3064097"/>
              <a:gd name="connsiteY0" fmla="*/ 0 h 2683755"/>
              <a:gd name="connsiteX1" fmla="*/ 980661 w 3064097"/>
              <a:gd name="connsiteY1" fmla="*/ 1007165 h 2683755"/>
              <a:gd name="connsiteX2" fmla="*/ 2014330 w 3064097"/>
              <a:gd name="connsiteY2" fmla="*/ 1011756 h 2683755"/>
              <a:gd name="connsiteX3" fmla="*/ 2478156 w 3064097"/>
              <a:gd name="connsiteY3" fmla="*/ 1007165 h 2683755"/>
              <a:gd name="connsiteX4" fmla="*/ 2054087 w 3064097"/>
              <a:gd name="connsiteY4" fmla="*/ 1709530 h 2683755"/>
              <a:gd name="connsiteX5" fmla="*/ 2753026 w 3064097"/>
              <a:gd name="connsiteY5" fmla="*/ 2050143 h 2683755"/>
              <a:gd name="connsiteX6" fmla="*/ 2769703 w 3064097"/>
              <a:gd name="connsiteY6" fmla="*/ 2675452 h 2683755"/>
              <a:gd name="connsiteX7" fmla="*/ 3064097 w 3064097"/>
              <a:gd name="connsiteY7" fmla="*/ 2681787 h 2683755"/>
              <a:gd name="connsiteX0" fmla="*/ 0 w 3064097"/>
              <a:gd name="connsiteY0" fmla="*/ 0 h 2683755"/>
              <a:gd name="connsiteX1" fmla="*/ 980661 w 3064097"/>
              <a:gd name="connsiteY1" fmla="*/ 1007165 h 2683755"/>
              <a:gd name="connsiteX2" fmla="*/ 2014330 w 3064097"/>
              <a:gd name="connsiteY2" fmla="*/ 1011756 h 2683755"/>
              <a:gd name="connsiteX3" fmla="*/ 2478156 w 3064097"/>
              <a:gd name="connsiteY3" fmla="*/ 1007165 h 2683755"/>
              <a:gd name="connsiteX4" fmla="*/ 2054087 w 3064097"/>
              <a:gd name="connsiteY4" fmla="*/ 1709530 h 2683755"/>
              <a:gd name="connsiteX5" fmla="*/ 2753026 w 3064097"/>
              <a:gd name="connsiteY5" fmla="*/ 2050143 h 2683755"/>
              <a:gd name="connsiteX6" fmla="*/ 2769703 w 3064097"/>
              <a:gd name="connsiteY6" fmla="*/ 2675452 h 2683755"/>
              <a:gd name="connsiteX7" fmla="*/ 3064097 w 3064097"/>
              <a:gd name="connsiteY7" fmla="*/ 2681787 h 2683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64097" h="2683755">
                <a:moveTo>
                  <a:pt x="0" y="0"/>
                </a:moveTo>
                <a:lnTo>
                  <a:pt x="980661" y="1007165"/>
                </a:lnTo>
                <a:lnTo>
                  <a:pt x="2014330" y="1011756"/>
                </a:lnTo>
                <a:lnTo>
                  <a:pt x="2478156" y="1007165"/>
                </a:lnTo>
                <a:lnTo>
                  <a:pt x="2054087" y="1709530"/>
                </a:lnTo>
                <a:lnTo>
                  <a:pt x="2753026" y="2050143"/>
                </a:lnTo>
                <a:lnTo>
                  <a:pt x="2769703" y="2675452"/>
                </a:lnTo>
                <a:cubicBezTo>
                  <a:pt x="2903519" y="2686485"/>
                  <a:pt x="2930284" y="2684136"/>
                  <a:pt x="3064097" y="2681787"/>
                </a:cubicBezTo>
              </a:path>
            </a:pathLst>
          </a:custGeom>
          <a:noFill/>
          <a:ln w="31750">
            <a:solidFill>
              <a:srgbClr val="C0000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6" name="Slide Number Placeholder 4">
            <a:extLst>
              <a:ext uri="{FF2B5EF4-FFF2-40B4-BE49-F238E27FC236}">
                <a16:creationId xmlns:a16="http://schemas.microsoft.com/office/drawing/2014/main" id="{5DC8F37A-7230-5148-88D9-265AE5AD394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Network Layer: 5-</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443940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dissolve">
                                      <p:cBhvr>
                                        <p:cTn id="7" dur="500"/>
                                        <p:tgtEl>
                                          <p:spTgt spid="7">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
                                            <p:txEl>
                                              <p:pRg st="1" end="1"/>
                                            </p:txEl>
                                          </p:spTgt>
                                        </p:tgtEl>
                                        <p:attrNameLst>
                                          <p:attrName>style.visibility</p:attrName>
                                        </p:attrNameLst>
                                      </p:cBhvr>
                                      <p:to>
                                        <p:strVal val="visible"/>
                                      </p:to>
                                    </p:set>
                                    <p:animEffect transition="in" filter="dissolve">
                                      <p:cBhvr>
                                        <p:cTn id="12" dur="500"/>
                                        <p:tgtEl>
                                          <p:spTgt spid="7">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7">
                                            <p:txEl>
                                              <p:pRg st="2" end="2"/>
                                            </p:txEl>
                                          </p:spTgt>
                                        </p:tgtEl>
                                        <p:attrNameLst>
                                          <p:attrName>style.visibility</p:attrName>
                                        </p:attrNameLst>
                                      </p:cBhvr>
                                      <p:to>
                                        <p:strVal val="visible"/>
                                      </p:to>
                                    </p:set>
                                    <p:animEffect transition="in" filter="dissolve">
                                      <p:cBhvr>
                                        <p:cTn id="17" dur="500"/>
                                        <p:tgtEl>
                                          <p:spTgt spid="7">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7">
                                            <p:txEl>
                                              <p:pRg st="3" end="3"/>
                                            </p:txEl>
                                          </p:spTgt>
                                        </p:tgtEl>
                                        <p:attrNameLst>
                                          <p:attrName>style.visibility</p:attrName>
                                        </p:attrNameLst>
                                      </p:cBhvr>
                                      <p:to>
                                        <p:strVal val="visible"/>
                                      </p:to>
                                    </p:set>
                                    <p:animEffect transition="in" filter="dissolve">
                                      <p:cBhvr>
                                        <p:cTn id="22" dur="500"/>
                                        <p:tgtEl>
                                          <p:spTgt spid="7">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uiExpand="1" build="p"/>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5B27BFF1-5DCE-D642-8EFE-FACB1C97EEE0}"/>
              </a:ext>
            </a:extLst>
          </p:cNvPr>
          <p:cNvSpPr>
            <a:spLocks noGrp="1"/>
          </p:cNvSpPr>
          <p:nvPr>
            <p:ph type="title"/>
          </p:nvPr>
        </p:nvSpPr>
        <p:spPr>
          <a:xfrm>
            <a:off x="838200" y="348585"/>
            <a:ext cx="6860458" cy="894622"/>
          </a:xfrm>
        </p:spPr>
        <p:txBody>
          <a:bodyPr/>
          <a:lstStyle/>
          <a:p>
            <a:r>
              <a:rPr lang="en-US" dirty="0"/>
              <a:t>Graph abstraction: link costs</a:t>
            </a:r>
          </a:p>
        </p:txBody>
      </p:sp>
      <p:sp>
        <p:nvSpPr>
          <p:cNvPr id="546" name="Slide Number Placeholder 4">
            <a:extLst>
              <a:ext uri="{FF2B5EF4-FFF2-40B4-BE49-F238E27FC236}">
                <a16:creationId xmlns:a16="http://schemas.microsoft.com/office/drawing/2014/main" id="{5DC8F37A-7230-5148-88D9-265AE5AD394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Network Layer: 5-</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611" name="Group 2">
            <a:extLst>
              <a:ext uri="{FF2B5EF4-FFF2-40B4-BE49-F238E27FC236}">
                <a16:creationId xmlns:a16="http://schemas.microsoft.com/office/drawing/2014/main" id="{8F3AF934-05FC-1741-9920-1E37F407434E}"/>
              </a:ext>
            </a:extLst>
          </p:cNvPr>
          <p:cNvGrpSpPr>
            <a:grpSpLocks/>
          </p:cNvGrpSpPr>
          <p:nvPr/>
        </p:nvGrpSpPr>
        <p:grpSpPr bwMode="auto">
          <a:xfrm>
            <a:off x="1238864" y="1288538"/>
            <a:ext cx="3571875" cy="2236788"/>
            <a:chOff x="3162" y="1071"/>
            <a:chExt cx="2250" cy="1409"/>
          </a:xfrm>
        </p:grpSpPr>
        <p:sp>
          <p:nvSpPr>
            <p:cNvPr id="612" name="Freeform 3">
              <a:extLst>
                <a:ext uri="{FF2B5EF4-FFF2-40B4-BE49-F238E27FC236}">
                  <a16:creationId xmlns:a16="http://schemas.microsoft.com/office/drawing/2014/main" id="{453067FB-5417-D747-A9D1-7A886199D86C}"/>
                </a:ext>
              </a:extLst>
            </p:cNvPr>
            <p:cNvSpPr>
              <a:spLocks/>
            </p:cNvSpPr>
            <p:nvPr/>
          </p:nvSpPr>
          <p:spPr bwMode="auto">
            <a:xfrm>
              <a:off x="3162" y="1071"/>
              <a:ext cx="2250" cy="1409"/>
            </a:xfrm>
            <a:custGeom>
              <a:avLst/>
              <a:gdLst>
                <a:gd name="T0" fmla="*/ 0 w 2250"/>
                <a:gd name="T1" fmla="*/ 624 h 1409"/>
                <a:gd name="T2" fmla="*/ 219 w 2250"/>
                <a:gd name="T3" fmla="*/ 321 h 1409"/>
                <a:gd name="T4" fmla="*/ 529 w 2250"/>
                <a:gd name="T5" fmla="*/ 35 h 1409"/>
                <a:gd name="T6" fmla="*/ 1551 w 2250"/>
                <a:gd name="T7" fmla="*/ 111 h 1409"/>
                <a:gd name="T8" fmla="*/ 1968 w 2250"/>
                <a:gd name="T9" fmla="*/ 483 h 1409"/>
                <a:gd name="T10" fmla="*/ 2199 w 2250"/>
                <a:gd name="T11" fmla="*/ 906 h 1409"/>
                <a:gd name="T12" fmla="*/ 1659 w 2250"/>
                <a:gd name="T13" fmla="*/ 1314 h 1409"/>
                <a:gd name="T14" fmla="*/ 993 w 2250"/>
                <a:gd name="T15" fmla="*/ 1386 h 1409"/>
                <a:gd name="T16" fmla="*/ 465 w 2250"/>
                <a:gd name="T17" fmla="*/ 1356 h 1409"/>
                <a:gd name="T18" fmla="*/ 102 w 2250"/>
                <a:gd name="T19" fmla="*/ 1068 h 1409"/>
                <a:gd name="T20" fmla="*/ 0 w 2250"/>
                <a:gd name="T21" fmla="*/ 624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CE0FA"/>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3" name="Freeform 4">
              <a:extLst>
                <a:ext uri="{FF2B5EF4-FFF2-40B4-BE49-F238E27FC236}">
                  <a16:creationId xmlns:a16="http://schemas.microsoft.com/office/drawing/2014/main" id="{33DAED7D-3A7B-904E-9B5E-9FC4FC3D1E38}"/>
                </a:ext>
              </a:extLst>
            </p:cNvPr>
            <p:cNvSpPr>
              <a:spLocks/>
            </p:cNvSpPr>
            <p:nvPr/>
          </p:nvSpPr>
          <p:spPr bwMode="auto">
            <a:xfrm>
              <a:off x="3498" y="1620"/>
              <a:ext cx="342" cy="186"/>
            </a:xfrm>
            <a:custGeom>
              <a:avLst/>
              <a:gdLst>
                <a:gd name="T0" fmla="*/ 0 w 342"/>
                <a:gd name="T1" fmla="*/ 186 h 186"/>
                <a:gd name="T2" fmla="*/ 34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4" name="Oval 5">
              <a:extLst>
                <a:ext uri="{FF2B5EF4-FFF2-40B4-BE49-F238E27FC236}">
                  <a16:creationId xmlns:a16="http://schemas.microsoft.com/office/drawing/2014/main" id="{2170DD72-9E40-764D-9C66-5662F5C98D05}"/>
                </a:ext>
              </a:extLst>
            </p:cNvPr>
            <p:cNvSpPr>
              <a:spLocks noChangeArrowheads="1"/>
            </p:cNvSpPr>
            <p:nvPr/>
          </p:nvSpPr>
          <p:spPr bwMode="auto">
            <a:xfrm>
              <a:off x="3238" y="1862"/>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5" name="Line 6">
              <a:extLst>
                <a:ext uri="{FF2B5EF4-FFF2-40B4-BE49-F238E27FC236}">
                  <a16:creationId xmlns:a16="http://schemas.microsoft.com/office/drawing/2014/main" id="{AD1E8D51-D03D-3E44-9ECF-8CEF9C546F90}"/>
                </a:ext>
              </a:extLst>
            </p:cNvPr>
            <p:cNvSpPr>
              <a:spLocks noChangeShapeType="1"/>
            </p:cNvSpPr>
            <p:nvPr/>
          </p:nvSpPr>
          <p:spPr bwMode="auto">
            <a:xfrm>
              <a:off x="3238" y="1855"/>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6" name="Line 7">
              <a:extLst>
                <a:ext uri="{FF2B5EF4-FFF2-40B4-BE49-F238E27FC236}">
                  <a16:creationId xmlns:a16="http://schemas.microsoft.com/office/drawing/2014/main" id="{EF7881A8-F3AA-5647-81DD-BFEC3F67F959}"/>
                </a:ext>
              </a:extLst>
            </p:cNvPr>
            <p:cNvSpPr>
              <a:spLocks noChangeShapeType="1"/>
            </p:cNvSpPr>
            <p:nvPr/>
          </p:nvSpPr>
          <p:spPr bwMode="auto">
            <a:xfrm>
              <a:off x="3551" y="1855"/>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7" name="Rectangle 8">
              <a:extLst>
                <a:ext uri="{FF2B5EF4-FFF2-40B4-BE49-F238E27FC236}">
                  <a16:creationId xmlns:a16="http://schemas.microsoft.com/office/drawing/2014/main" id="{9DDD93A0-0B9F-214B-88D4-CA45AABB318B}"/>
                </a:ext>
              </a:extLst>
            </p:cNvPr>
            <p:cNvSpPr>
              <a:spLocks noChangeArrowheads="1"/>
            </p:cNvSpPr>
            <p:nvPr/>
          </p:nvSpPr>
          <p:spPr bwMode="auto">
            <a:xfrm>
              <a:off x="3238" y="1855"/>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8" name="Oval 9">
              <a:extLst>
                <a:ext uri="{FF2B5EF4-FFF2-40B4-BE49-F238E27FC236}">
                  <a16:creationId xmlns:a16="http://schemas.microsoft.com/office/drawing/2014/main" id="{D83D8A8A-8F8F-A047-B67A-4E57193F1399}"/>
                </a:ext>
              </a:extLst>
            </p:cNvPr>
            <p:cNvSpPr>
              <a:spLocks noChangeArrowheads="1"/>
            </p:cNvSpPr>
            <p:nvPr/>
          </p:nvSpPr>
          <p:spPr bwMode="auto">
            <a:xfrm>
              <a:off x="3235" y="1796"/>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9" name="Oval 10">
              <a:extLst>
                <a:ext uri="{FF2B5EF4-FFF2-40B4-BE49-F238E27FC236}">
                  <a16:creationId xmlns:a16="http://schemas.microsoft.com/office/drawing/2014/main" id="{21DC2241-7526-B048-963D-024ABCFF5D20}"/>
                </a:ext>
              </a:extLst>
            </p:cNvPr>
            <p:cNvSpPr>
              <a:spLocks noChangeArrowheads="1"/>
            </p:cNvSpPr>
            <p:nvPr/>
          </p:nvSpPr>
          <p:spPr bwMode="auto">
            <a:xfrm>
              <a:off x="3712" y="2249"/>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20" name="Line 11">
              <a:extLst>
                <a:ext uri="{FF2B5EF4-FFF2-40B4-BE49-F238E27FC236}">
                  <a16:creationId xmlns:a16="http://schemas.microsoft.com/office/drawing/2014/main" id="{137382C1-9446-A94A-A118-0B9E495EDA6B}"/>
                </a:ext>
              </a:extLst>
            </p:cNvPr>
            <p:cNvSpPr>
              <a:spLocks noChangeShapeType="1"/>
            </p:cNvSpPr>
            <p:nvPr/>
          </p:nvSpPr>
          <p:spPr bwMode="auto">
            <a:xfrm>
              <a:off x="3712" y="2242"/>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21" name="Line 12">
              <a:extLst>
                <a:ext uri="{FF2B5EF4-FFF2-40B4-BE49-F238E27FC236}">
                  <a16:creationId xmlns:a16="http://schemas.microsoft.com/office/drawing/2014/main" id="{04A9146B-C80E-C141-9048-092B193CAB0B}"/>
                </a:ext>
              </a:extLst>
            </p:cNvPr>
            <p:cNvSpPr>
              <a:spLocks noChangeShapeType="1"/>
            </p:cNvSpPr>
            <p:nvPr/>
          </p:nvSpPr>
          <p:spPr bwMode="auto">
            <a:xfrm>
              <a:off x="4025" y="2242"/>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22" name="Rectangle 13">
              <a:extLst>
                <a:ext uri="{FF2B5EF4-FFF2-40B4-BE49-F238E27FC236}">
                  <a16:creationId xmlns:a16="http://schemas.microsoft.com/office/drawing/2014/main" id="{E3CEEEB9-7637-A644-99B6-2A13DFD47D3A}"/>
                </a:ext>
              </a:extLst>
            </p:cNvPr>
            <p:cNvSpPr>
              <a:spLocks noChangeArrowheads="1"/>
            </p:cNvSpPr>
            <p:nvPr/>
          </p:nvSpPr>
          <p:spPr bwMode="auto">
            <a:xfrm>
              <a:off x="3712" y="2242"/>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23" name="Oval 14">
              <a:extLst>
                <a:ext uri="{FF2B5EF4-FFF2-40B4-BE49-F238E27FC236}">
                  <a16:creationId xmlns:a16="http://schemas.microsoft.com/office/drawing/2014/main" id="{C107E8DA-8746-AF42-A141-86F28CAF62DC}"/>
                </a:ext>
              </a:extLst>
            </p:cNvPr>
            <p:cNvSpPr>
              <a:spLocks noChangeArrowheads="1"/>
            </p:cNvSpPr>
            <p:nvPr/>
          </p:nvSpPr>
          <p:spPr bwMode="auto">
            <a:xfrm>
              <a:off x="3709" y="2183"/>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24" name="Oval 15">
              <a:extLst>
                <a:ext uri="{FF2B5EF4-FFF2-40B4-BE49-F238E27FC236}">
                  <a16:creationId xmlns:a16="http://schemas.microsoft.com/office/drawing/2014/main" id="{5F2BA590-63EE-0C46-A5CA-02573C500CC0}"/>
                </a:ext>
              </a:extLst>
            </p:cNvPr>
            <p:cNvSpPr>
              <a:spLocks noChangeArrowheads="1"/>
            </p:cNvSpPr>
            <p:nvPr/>
          </p:nvSpPr>
          <p:spPr bwMode="auto">
            <a:xfrm>
              <a:off x="3708" y="1559"/>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25" name="Line 16">
              <a:extLst>
                <a:ext uri="{FF2B5EF4-FFF2-40B4-BE49-F238E27FC236}">
                  <a16:creationId xmlns:a16="http://schemas.microsoft.com/office/drawing/2014/main" id="{11080E94-1F03-714E-8AB1-3B4DEA4A9AA9}"/>
                </a:ext>
              </a:extLst>
            </p:cNvPr>
            <p:cNvSpPr>
              <a:spLocks noChangeShapeType="1"/>
            </p:cNvSpPr>
            <p:nvPr/>
          </p:nvSpPr>
          <p:spPr bwMode="auto">
            <a:xfrm>
              <a:off x="3708" y="1552"/>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26" name="Line 17">
              <a:extLst>
                <a:ext uri="{FF2B5EF4-FFF2-40B4-BE49-F238E27FC236}">
                  <a16:creationId xmlns:a16="http://schemas.microsoft.com/office/drawing/2014/main" id="{FE188877-FC11-9F4C-9A67-6A13C778D425}"/>
                </a:ext>
              </a:extLst>
            </p:cNvPr>
            <p:cNvSpPr>
              <a:spLocks noChangeShapeType="1"/>
            </p:cNvSpPr>
            <p:nvPr/>
          </p:nvSpPr>
          <p:spPr bwMode="auto">
            <a:xfrm>
              <a:off x="4021" y="1552"/>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27" name="Rectangle 18">
              <a:extLst>
                <a:ext uri="{FF2B5EF4-FFF2-40B4-BE49-F238E27FC236}">
                  <a16:creationId xmlns:a16="http://schemas.microsoft.com/office/drawing/2014/main" id="{AB0D0A23-CA41-9C45-8823-F5E417571B82}"/>
                </a:ext>
              </a:extLst>
            </p:cNvPr>
            <p:cNvSpPr>
              <a:spLocks noChangeArrowheads="1"/>
            </p:cNvSpPr>
            <p:nvPr/>
          </p:nvSpPr>
          <p:spPr bwMode="auto">
            <a:xfrm>
              <a:off x="3708" y="1552"/>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28" name="Oval 19">
              <a:extLst>
                <a:ext uri="{FF2B5EF4-FFF2-40B4-BE49-F238E27FC236}">
                  <a16:creationId xmlns:a16="http://schemas.microsoft.com/office/drawing/2014/main" id="{A3557876-CBC0-904A-8546-3AF399CF148A}"/>
                </a:ext>
              </a:extLst>
            </p:cNvPr>
            <p:cNvSpPr>
              <a:spLocks noChangeArrowheads="1"/>
            </p:cNvSpPr>
            <p:nvPr/>
          </p:nvSpPr>
          <p:spPr bwMode="auto">
            <a:xfrm>
              <a:off x="3705" y="1493"/>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29" name="Oval 20">
              <a:extLst>
                <a:ext uri="{FF2B5EF4-FFF2-40B4-BE49-F238E27FC236}">
                  <a16:creationId xmlns:a16="http://schemas.microsoft.com/office/drawing/2014/main" id="{C3E2692B-8831-754F-9E6E-008C343B6B61}"/>
                </a:ext>
              </a:extLst>
            </p:cNvPr>
            <p:cNvSpPr>
              <a:spLocks noChangeArrowheads="1"/>
            </p:cNvSpPr>
            <p:nvPr/>
          </p:nvSpPr>
          <p:spPr bwMode="auto">
            <a:xfrm>
              <a:off x="4391" y="1555"/>
              <a:ext cx="312"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30" name="Line 21">
              <a:extLst>
                <a:ext uri="{FF2B5EF4-FFF2-40B4-BE49-F238E27FC236}">
                  <a16:creationId xmlns:a16="http://schemas.microsoft.com/office/drawing/2014/main" id="{9123636B-BAFA-2440-8260-5EA0CA220D6F}"/>
                </a:ext>
              </a:extLst>
            </p:cNvPr>
            <p:cNvSpPr>
              <a:spLocks noChangeShapeType="1"/>
            </p:cNvSpPr>
            <p:nvPr/>
          </p:nvSpPr>
          <p:spPr bwMode="auto">
            <a:xfrm>
              <a:off x="4391" y="1548"/>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31" name="Line 22">
              <a:extLst>
                <a:ext uri="{FF2B5EF4-FFF2-40B4-BE49-F238E27FC236}">
                  <a16:creationId xmlns:a16="http://schemas.microsoft.com/office/drawing/2014/main" id="{EFE8FE51-3AD2-4745-ADE0-A43C031219CA}"/>
                </a:ext>
              </a:extLst>
            </p:cNvPr>
            <p:cNvSpPr>
              <a:spLocks noChangeShapeType="1"/>
            </p:cNvSpPr>
            <p:nvPr/>
          </p:nvSpPr>
          <p:spPr bwMode="auto">
            <a:xfrm>
              <a:off x="4703" y="1548"/>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32" name="Rectangle 23">
              <a:extLst>
                <a:ext uri="{FF2B5EF4-FFF2-40B4-BE49-F238E27FC236}">
                  <a16:creationId xmlns:a16="http://schemas.microsoft.com/office/drawing/2014/main" id="{FD42180D-C903-D144-9E3E-AD4A52F5CF93}"/>
                </a:ext>
              </a:extLst>
            </p:cNvPr>
            <p:cNvSpPr>
              <a:spLocks noChangeArrowheads="1"/>
            </p:cNvSpPr>
            <p:nvPr/>
          </p:nvSpPr>
          <p:spPr bwMode="auto">
            <a:xfrm>
              <a:off x="4391" y="1548"/>
              <a:ext cx="309"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33" name="Oval 24">
              <a:extLst>
                <a:ext uri="{FF2B5EF4-FFF2-40B4-BE49-F238E27FC236}">
                  <a16:creationId xmlns:a16="http://schemas.microsoft.com/office/drawing/2014/main" id="{F07CE376-92DE-2A4B-8855-4035B688D7D8}"/>
                </a:ext>
              </a:extLst>
            </p:cNvPr>
            <p:cNvSpPr>
              <a:spLocks noChangeArrowheads="1"/>
            </p:cNvSpPr>
            <p:nvPr/>
          </p:nvSpPr>
          <p:spPr bwMode="auto">
            <a:xfrm>
              <a:off x="4394" y="1492"/>
              <a:ext cx="312"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34" name="Oval 25">
              <a:extLst>
                <a:ext uri="{FF2B5EF4-FFF2-40B4-BE49-F238E27FC236}">
                  <a16:creationId xmlns:a16="http://schemas.microsoft.com/office/drawing/2014/main" id="{E4EA7D36-77DD-114A-A537-3E5E6AF3A920}"/>
                </a:ext>
              </a:extLst>
            </p:cNvPr>
            <p:cNvSpPr>
              <a:spLocks noChangeArrowheads="1"/>
            </p:cNvSpPr>
            <p:nvPr/>
          </p:nvSpPr>
          <p:spPr bwMode="auto">
            <a:xfrm>
              <a:off x="4401" y="2246"/>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35" name="Line 26">
              <a:extLst>
                <a:ext uri="{FF2B5EF4-FFF2-40B4-BE49-F238E27FC236}">
                  <a16:creationId xmlns:a16="http://schemas.microsoft.com/office/drawing/2014/main" id="{B4B8F4B2-F24A-4049-A3F6-305EE1D36163}"/>
                </a:ext>
              </a:extLst>
            </p:cNvPr>
            <p:cNvSpPr>
              <a:spLocks noChangeShapeType="1"/>
            </p:cNvSpPr>
            <p:nvPr/>
          </p:nvSpPr>
          <p:spPr bwMode="auto">
            <a:xfrm>
              <a:off x="4401" y="2239"/>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36" name="Line 27">
              <a:extLst>
                <a:ext uri="{FF2B5EF4-FFF2-40B4-BE49-F238E27FC236}">
                  <a16:creationId xmlns:a16="http://schemas.microsoft.com/office/drawing/2014/main" id="{A5D15F50-B753-C442-91B9-889011830AC6}"/>
                </a:ext>
              </a:extLst>
            </p:cNvPr>
            <p:cNvSpPr>
              <a:spLocks noChangeShapeType="1"/>
            </p:cNvSpPr>
            <p:nvPr/>
          </p:nvSpPr>
          <p:spPr bwMode="auto">
            <a:xfrm>
              <a:off x="4714" y="2239"/>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37" name="Rectangle 28">
              <a:extLst>
                <a:ext uri="{FF2B5EF4-FFF2-40B4-BE49-F238E27FC236}">
                  <a16:creationId xmlns:a16="http://schemas.microsoft.com/office/drawing/2014/main" id="{629ABB40-A5DD-844A-ABE9-8F6A1075B333}"/>
                </a:ext>
              </a:extLst>
            </p:cNvPr>
            <p:cNvSpPr>
              <a:spLocks noChangeArrowheads="1"/>
            </p:cNvSpPr>
            <p:nvPr/>
          </p:nvSpPr>
          <p:spPr bwMode="auto">
            <a:xfrm>
              <a:off x="4401" y="2239"/>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38" name="Oval 29">
              <a:extLst>
                <a:ext uri="{FF2B5EF4-FFF2-40B4-BE49-F238E27FC236}">
                  <a16:creationId xmlns:a16="http://schemas.microsoft.com/office/drawing/2014/main" id="{FE70825F-F5BB-2A42-A076-DCF34282568A}"/>
                </a:ext>
              </a:extLst>
            </p:cNvPr>
            <p:cNvSpPr>
              <a:spLocks noChangeArrowheads="1"/>
            </p:cNvSpPr>
            <p:nvPr/>
          </p:nvSpPr>
          <p:spPr bwMode="auto">
            <a:xfrm>
              <a:off x="4398" y="2180"/>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39" name="Oval 30">
              <a:extLst>
                <a:ext uri="{FF2B5EF4-FFF2-40B4-BE49-F238E27FC236}">
                  <a16:creationId xmlns:a16="http://schemas.microsoft.com/office/drawing/2014/main" id="{E5C07A67-14B1-2749-8C45-CCF8A7156D5A}"/>
                </a:ext>
              </a:extLst>
            </p:cNvPr>
            <p:cNvSpPr>
              <a:spLocks noChangeArrowheads="1"/>
            </p:cNvSpPr>
            <p:nvPr/>
          </p:nvSpPr>
          <p:spPr bwMode="auto">
            <a:xfrm>
              <a:off x="4966" y="1905"/>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0" name="Line 31">
              <a:extLst>
                <a:ext uri="{FF2B5EF4-FFF2-40B4-BE49-F238E27FC236}">
                  <a16:creationId xmlns:a16="http://schemas.microsoft.com/office/drawing/2014/main" id="{0542E5EA-1D03-AB4F-9FEC-B3A92BC33B70}"/>
                </a:ext>
              </a:extLst>
            </p:cNvPr>
            <p:cNvSpPr>
              <a:spLocks noChangeShapeType="1"/>
            </p:cNvSpPr>
            <p:nvPr/>
          </p:nvSpPr>
          <p:spPr bwMode="auto">
            <a:xfrm>
              <a:off x="4966" y="1898"/>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1" name="Line 32">
              <a:extLst>
                <a:ext uri="{FF2B5EF4-FFF2-40B4-BE49-F238E27FC236}">
                  <a16:creationId xmlns:a16="http://schemas.microsoft.com/office/drawing/2014/main" id="{5443EC84-61B8-B843-A6E1-5A4F636A64D6}"/>
                </a:ext>
              </a:extLst>
            </p:cNvPr>
            <p:cNvSpPr>
              <a:spLocks noChangeShapeType="1"/>
            </p:cNvSpPr>
            <p:nvPr/>
          </p:nvSpPr>
          <p:spPr bwMode="auto">
            <a:xfrm>
              <a:off x="5279" y="1898"/>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2" name="Rectangle 33">
              <a:extLst>
                <a:ext uri="{FF2B5EF4-FFF2-40B4-BE49-F238E27FC236}">
                  <a16:creationId xmlns:a16="http://schemas.microsoft.com/office/drawing/2014/main" id="{9782BC94-E1A7-5740-A6A1-585BA6B4E039}"/>
                </a:ext>
              </a:extLst>
            </p:cNvPr>
            <p:cNvSpPr>
              <a:spLocks noChangeArrowheads="1"/>
            </p:cNvSpPr>
            <p:nvPr/>
          </p:nvSpPr>
          <p:spPr bwMode="auto">
            <a:xfrm>
              <a:off x="4966" y="1898"/>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3" name="Oval 34">
              <a:extLst>
                <a:ext uri="{FF2B5EF4-FFF2-40B4-BE49-F238E27FC236}">
                  <a16:creationId xmlns:a16="http://schemas.microsoft.com/office/drawing/2014/main" id="{347E1E2B-9AA3-814E-88C5-98C1961995D2}"/>
                </a:ext>
              </a:extLst>
            </p:cNvPr>
            <p:cNvSpPr>
              <a:spLocks noChangeArrowheads="1"/>
            </p:cNvSpPr>
            <p:nvPr/>
          </p:nvSpPr>
          <p:spPr bwMode="auto">
            <a:xfrm>
              <a:off x="4963" y="1839"/>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4" name="Freeform 35">
              <a:extLst>
                <a:ext uri="{FF2B5EF4-FFF2-40B4-BE49-F238E27FC236}">
                  <a16:creationId xmlns:a16="http://schemas.microsoft.com/office/drawing/2014/main" id="{321283E4-4A33-8C40-9132-D98702BFF0D3}"/>
                </a:ext>
              </a:extLst>
            </p:cNvPr>
            <p:cNvSpPr>
              <a:spLocks/>
            </p:cNvSpPr>
            <p:nvPr/>
          </p:nvSpPr>
          <p:spPr bwMode="auto">
            <a:xfrm>
              <a:off x="4557" y="1647"/>
              <a:ext cx="1" cy="522"/>
            </a:xfrm>
            <a:custGeom>
              <a:avLst/>
              <a:gdLst>
                <a:gd name="T0" fmla="*/ 0 w 1"/>
                <a:gd name="T1" fmla="*/ 0 h 522"/>
                <a:gd name="T2" fmla="*/ 0 w 1"/>
                <a:gd name="T3" fmla="*/ 522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5" name="Freeform 36">
              <a:extLst>
                <a:ext uri="{FF2B5EF4-FFF2-40B4-BE49-F238E27FC236}">
                  <a16:creationId xmlns:a16="http://schemas.microsoft.com/office/drawing/2014/main" id="{E75C929F-25A5-CE44-BC4C-F4689510C261}"/>
                </a:ext>
              </a:extLst>
            </p:cNvPr>
            <p:cNvSpPr>
              <a:spLocks/>
            </p:cNvSpPr>
            <p:nvPr/>
          </p:nvSpPr>
          <p:spPr bwMode="auto">
            <a:xfrm>
              <a:off x="3864" y="1653"/>
              <a:ext cx="1" cy="537"/>
            </a:xfrm>
            <a:custGeom>
              <a:avLst/>
              <a:gdLst>
                <a:gd name="T0" fmla="*/ 0 w 1"/>
                <a:gd name="T1" fmla="*/ 0 h 537"/>
                <a:gd name="T2" fmla="*/ 0 w 1"/>
                <a:gd name="T3" fmla="*/ 537 h 537"/>
                <a:gd name="T4" fmla="*/ 0 60000 65536"/>
                <a:gd name="T5" fmla="*/ 0 60000 65536"/>
                <a:gd name="T6" fmla="*/ 0 w 1"/>
                <a:gd name="T7" fmla="*/ 0 h 537"/>
                <a:gd name="T8" fmla="*/ 1 w 1"/>
                <a:gd name="T9" fmla="*/ 537 h 537"/>
              </a:gdLst>
              <a:ahLst/>
              <a:cxnLst>
                <a:cxn ang="T4">
                  <a:pos x="T0" y="T1"/>
                </a:cxn>
                <a:cxn ang="T5">
                  <a:pos x="T2" y="T3"/>
                </a:cxn>
              </a:cxnLst>
              <a:rect l="T6" t="T7" r="T8" b="T9"/>
              <a:pathLst>
                <a:path w="1" h="537">
                  <a:moveTo>
                    <a:pt x="0" y="0"/>
                  </a:moveTo>
                  <a:lnTo>
                    <a:pt x="0" y="537"/>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6" name="Freeform 37">
              <a:extLst>
                <a:ext uri="{FF2B5EF4-FFF2-40B4-BE49-F238E27FC236}">
                  <a16:creationId xmlns:a16="http://schemas.microsoft.com/office/drawing/2014/main" id="{145717E6-3976-BF4C-B776-D1C932E8D60A}"/>
                </a:ext>
              </a:extLst>
            </p:cNvPr>
            <p:cNvSpPr>
              <a:spLocks/>
            </p:cNvSpPr>
            <p:nvPr/>
          </p:nvSpPr>
          <p:spPr bwMode="auto">
            <a:xfrm>
              <a:off x="4029" y="1638"/>
              <a:ext cx="504" cy="600"/>
            </a:xfrm>
            <a:custGeom>
              <a:avLst/>
              <a:gdLst>
                <a:gd name="T0" fmla="*/ 0 w 378"/>
                <a:gd name="T1" fmla="*/ 11993521 h 174"/>
                <a:gd name="T2" fmla="*/ 5035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7" name="Freeform 38">
              <a:extLst>
                <a:ext uri="{FF2B5EF4-FFF2-40B4-BE49-F238E27FC236}">
                  <a16:creationId xmlns:a16="http://schemas.microsoft.com/office/drawing/2014/main" id="{A208B769-70F6-9E4C-960A-A8DFC0ECA40A}"/>
                </a:ext>
              </a:extLst>
            </p:cNvPr>
            <p:cNvSpPr>
              <a:spLocks/>
            </p:cNvSpPr>
            <p:nvPr/>
          </p:nvSpPr>
          <p:spPr bwMode="auto">
            <a:xfrm>
              <a:off x="4716" y="1986"/>
              <a:ext cx="366" cy="270"/>
            </a:xfrm>
            <a:custGeom>
              <a:avLst/>
              <a:gdLst>
                <a:gd name="T0" fmla="*/ 0 w 366"/>
                <a:gd name="T1" fmla="*/ 270 h 270"/>
                <a:gd name="T2" fmla="*/ 36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8" name="Freeform 39">
              <a:extLst>
                <a:ext uri="{FF2B5EF4-FFF2-40B4-BE49-F238E27FC236}">
                  <a16:creationId xmlns:a16="http://schemas.microsoft.com/office/drawing/2014/main" id="{B59A27ED-2064-ED4C-B8FC-0E8B32DB7B8A}"/>
                </a:ext>
              </a:extLst>
            </p:cNvPr>
            <p:cNvSpPr>
              <a:spLocks/>
            </p:cNvSpPr>
            <p:nvPr/>
          </p:nvSpPr>
          <p:spPr bwMode="auto">
            <a:xfrm>
              <a:off x="4035" y="226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9" name="Freeform 40">
              <a:extLst>
                <a:ext uri="{FF2B5EF4-FFF2-40B4-BE49-F238E27FC236}">
                  <a16:creationId xmlns:a16="http://schemas.microsoft.com/office/drawing/2014/main" id="{121316DC-42A4-644A-9197-5C50258A0563}"/>
                </a:ext>
              </a:extLst>
            </p:cNvPr>
            <p:cNvSpPr>
              <a:spLocks/>
            </p:cNvSpPr>
            <p:nvPr/>
          </p:nvSpPr>
          <p:spPr bwMode="auto">
            <a:xfrm>
              <a:off x="3444" y="1944"/>
              <a:ext cx="276" cy="264"/>
            </a:xfrm>
            <a:custGeom>
              <a:avLst/>
              <a:gdLst>
                <a:gd name="T0" fmla="*/ 276 w 276"/>
                <a:gd name="T1" fmla="*/ 264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50" name="Freeform 41">
              <a:extLst>
                <a:ext uri="{FF2B5EF4-FFF2-40B4-BE49-F238E27FC236}">
                  <a16:creationId xmlns:a16="http://schemas.microsoft.com/office/drawing/2014/main" id="{12DEF568-9364-4644-9D5B-A432330238D4}"/>
                </a:ext>
              </a:extLst>
            </p:cNvPr>
            <p:cNvSpPr>
              <a:spLocks/>
            </p:cNvSpPr>
            <p:nvPr/>
          </p:nvSpPr>
          <p:spPr bwMode="auto">
            <a:xfrm>
              <a:off x="4029" y="157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51" name="Freeform 42">
              <a:extLst>
                <a:ext uri="{FF2B5EF4-FFF2-40B4-BE49-F238E27FC236}">
                  <a16:creationId xmlns:a16="http://schemas.microsoft.com/office/drawing/2014/main" id="{DFA2F297-7F20-564C-A937-26867B0AEE3B}"/>
                </a:ext>
              </a:extLst>
            </p:cNvPr>
            <p:cNvSpPr>
              <a:spLocks/>
            </p:cNvSpPr>
            <p:nvPr/>
          </p:nvSpPr>
          <p:spPr bwMode="auto">
            <a:xfrm>
              <a:off x="4704" y="1575"/>
              <a:ext cx="396" cy="267"/>
            </a:xfrm>
            <a:custGeom>
              <a:avLst/>
              <a:gdLst>
                <a:gd name="T0" fmla="*/ 396 w 396"/>
                <a:gd name="T1" fmla="*/ 267 h 267"/>
                <a:gd name="T2" fmla="*/ 0 w 396"/>
                <a:gd name="T3" fmla="*/ 0 h 267"/>
                <a:gd name="T4" fmla="*/ 0 60000 65536"/>
                <a:gd name="T5" fmla="*/ 0 60000 65536"/>
                <a:gd name="T6" fmla="*/ 0 w 396"/>
                <a:gd name="T7" fmla="*/ 0 h 267"/>
                <a:gd name="T8" fmla="*/ 396 w 396"/>
                <a:gd name="T9" fmla="*/ 267 h 267"/>
              </a:gdLst>
              <a:ahLst/>
              <a:cxnLst>
                <a:cxn ang="T4">
                  <a:pos x="T0" y="T1"/>
                </a:cxn>
                <a:cxn ang="T5">
                  <a:pos x="T2" y="T3"/>
                </a:cxn>
              </a:cxnLst>
              <a:rect l="T6" t="T7" r="T8" b="T9"/>
              <a:pathLst>
                <a:path w="396" h="267">
                  <a:moveTo>
                    <a:pt x="396" y="267"/>
                  </a:moveTo>
                  <a:lnTo>
                    <a:pt x="0" y="0"/>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52" name="Freeform 43">
              <a:extLst>
                <a:ext uri="{FF2B5EF4-FFF2-40B4-BE49-F238E27FC236}">
                  <a16:creationId xmlns:a16="http://schemas.microsoft.com/office/drawing/2014/main" id="{62A27136-D795-774F-8FF9-34713D46471F}"/>
                </a:ext>
              </a:extLst>
            </p:cNvPr>
            <p:cNvSpPr>
              <a:spLocks/>
            </p:cNvSpPr>
            <p:nvPr/>
          </p:nvSpPr>
          <p:spPr bwMode="auto">
            <a:xfrm>
              <a:off x="3387" y="1146"/>
              <a:ext cx="1110" cy="645"/>
            </a:xfrm>
            <a:custGeom>
              <a:avLst/>
              <a:gdLst>
                <a:gd name="T0" fmla="*/ 1110 w 1110"/>
                <a:gd name="T1" fmla="*/ 342 h 645"/>
                <a:gd name="T2" fmla="*/ 0 w 1110"/>
                <a:gd name="T3" fmla="*/ 645 h 645"/>
                <a:gd name="T4" fmla="*/ 0 60000 65536"/>
                <a:gd name="T5" fmla="*/ 0 60000 65536"/>
                <a:gd name="T6" fmla="*/ 0 w 1110"/>
                <a:gd name="T7" fmla="*/ 0 h 645"/>
                <a:gd name="T8" fmla="*/ 1110 w 1110"/>
                <a:gd name="T9" fmla="*/ 645 h 645"/>
              </a:gdLst>
              <a:ahLst/>
              <a:cxnLst>
                <a:cxn ang="T4">
                  <a:pos x="T0" y="T1"/>
                </a:cxn>
                <a:cxn ang="T5">
                  <a:pos x="T2" y="T3"/>
                </a:cxn>
              </a:cxnLst>
              <a:rect l="T6" t="T7" r="T8" b="T9"/>
              <a:pathLst>
                <a:path w="1110" h="645">
                  <a:moveTo>
                    <a:pt x="1110" y="342"/>
                  </a:moveTo>
                  <a:cubicBezTo>
                    <a:pt x="1104" y="0"/>
                    <a:pt x="21" y="63"/>
                    <a:pt x="0" y="645"/>
                  </a:cubicBez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653" name="Group 44">
              <a:extLst>
                <a:ext uri="{FF2B5EF4-FFF2-40B4-BE49-F238E27FC236}">
                  <a16:creationId xmlns:a16="http://schemas.microsoft.com/office/drawing/2014/main" id="{C99C2CD4-C4EA-C04D-8AAE-36D8B62990BB}"/>
                </a:ext>
              </a:extLst>
            </p:cNvPr>
            <p:cNvGrpSpPr>
              <a:grpSpLocks/>
            </p:cNvGrpSpPr>
            <p:nvPr/>
          </p:nvGrpSpPr>
          <p:grpSpPr bwMode="auto">
            <a:xfrm>
              <a:off x="3287" y="1744"/>
              <a:ext cx="205" cy="250"/>
              <a:chOff x="2954" y="2425"/>
              <a:chExt cx="208" cy="250"/>
            </a:xfrm>
          </p:grpSpPr>
          <p:sp>
            <p:nvSpPr>
              <p:cNvPr id="679" name="Rectangle 45">
                <a:extLst>
                  <a:ext uri="{FF2B5EF4-FFF2-40B4-BE49-F238E27FC236}">
                    <a16:creationId xmlns:a16="http://schemas.microsoft.com/office/drawing/2014/main" id="{1CABD7F6-8165-8E4A-BE47-7EF07B5564ED}"/>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80" name="Text Box 46">
                <a:extLst>
                  <a:ext uri="{FF2B5EF4-FFF2-40B4-BE49-F238E27FC236}">
                    <a16:creationId xmlns:a16="http://schemas.microsoft.com/office/drawing/2014/main" id="{92427952-B2CD-2346-8330-8A5FCBC2B9F6}"/>
                  </a:ext>
                </a:extLst>
              </p:cNvPr>
              <p:cNvSpPr txBox="1">
                <a:spLocks noChangeArrowheads="1"/>
              </p:cNvSpPr>
              <p:nvPr/>
            </p:nvSpPr>
            <p:spPr bwMode="auto">
              <a:xfrm>
                <a:off x="2954" y="2425"/>
                <a:ext cx="208"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u</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654" name="Group 47">
              <a:extLst>
                <a:ext uri="{FF2B5EF4-FFF2-40B4-BE49-F238E27FC236}">
                  <a16:creationId xmlns:a16="http://schemas.microsoft.com/office/drawing/2014/main" id="{976C96E8-0AD3-E941-A9F5-DF3E1A47DBD2}"/>
                </a:ext>
              </a:extLst>
            </p:cNvPr>
            <p:cNvGrpSpPr>
              <a:grpSpLocks/>
            </p:cNvGrpSpPr>
            <p:nvPr/>
          </p:nvGrpSpPr>
          <p:grpSpPr bwMode="auto">
            <a:xfrm>
              <a:off x="4461" y="2128"/>
              <a:ext cx="196" cy="250"/>
              <a:chOff x="2958" y="2425"/>
              <a:chExt cx="199" cy="250"/>
            </a:xfrm>
          </p:grpSpPr>
          <p:sp>
            <p:nvSpPr>
              <p:cNvPr id="677" name="Rectangle 48">
                <a:extLst>
                  <a:ext uri="{FF2B5EF4-FFF2-40B4-BE49-F238E27FC236}">
                    <a16:creationId xmlns:a16="http://schemas.microsoft.com/office/drawing/2014/main" id="{8916E3C2-1E79-4642-85BC-BCB2EADB203E}"/>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78" name="Text Box 49">
                <a:extLst>
                  <a:ext uri="{FF2B5EF4-FFF2-40B4-BE49-F238E27FC236}">
                    <a16:creationId xmlns:a16="http://schemas.microsoft.com/office/drawing/2014/main" id="{031FB18A-DC18-F847-BA60-BD8DC2013EBD}"/>
                  </a:ext>
                </a:extLst>
              </p:cNvPr>
              <p:cNvSpPr txBox="1">
                <a:spLocks noChangeArrowheads="1"/>
              </p:cNvSpPr>
              <p:nvPr/>
            </p:nvSpPr>
            <p:spPr bwMode="auto">
              <a:xfrm>
                <a:off x="2958" y="2425"/>
                <a:ext cx="199"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y</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655" name="Group 50">
              <a:extLst>
                <a:ext uri="{FF2B5EF4-FFF2-40B4-BE49-F238E27FC236}">
                  <a16:creationId xmlns:a16="http://schemas.microsoft.com/office/drawing/2014/main" id="{15EC6BC8-2051-9B43-8474-12F5179EE95D}"/>
                </a:ext>
              </a:extLst>
            </p:cNvPr>
            <p:cNvGrpSpPr>
              <a:grpSpLocks/>
            </p:cNvGrpSpPr>
            <p:nvPr/>
          </p:nvGrpSpPr>
          <p:grpSpPr bwMode="auto">
            <a:xfrm>
              <a:off x="3772" y="2095"/>
              <a:ext cx="212" cy="288"/>
              <a:chOff x="2951" y="2395"/>
              <a:chExt cx="213" cy="288"/>
            </a:xfrm>
          </p:grpSpPr>
          <p:sp>
            <p:nvSpPr>
              <p:cNvPr id="675" name="Rectangle 51">
                <a:extLst>
                  <a:ext uri="{FF2B5EF4-FFF2-40B4-BE49-F238E27FC236}">
                    <a16:creationId xmlns:a16="http://schemas.microsoft.com/office/drawing/2014/main" id="{1AF33268-294F-4241-927A-6DBA3F2D728D}"/>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76" name="Text Box 52">
                <a:extLst>
                  <a:ext uri="{FF2B5EF4-FFF2-40B4-BE49-F238E27FC236}">
                    <a16:creationId xmlns:a16="http://schemas.microsoft.com/office/drawing/2014/main" id="{8B945CFB-A2BC-1D42-84E4-882BBC95E28F}"/>
                  </a:ext>
                </a:extLst>
              </p:cNvPr>
              <p:cNvSpPr txBox="1">
                <a:spLocks noChangeArrowheads="1"/>
              </p:cNvSpPr>
              <p:nvPr/>
            </p:nvSpPr>
            <p:spPr bwMode="auto">
              <a:xfrm>
                <a:off x="2951" y="2395"/>
                <a:ext cx="213" cy="2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Arial" charset="0"/>
                    <a:ea typeface="ＭＳ Ｐゴシック" charset="0"/>
                  </a:rPr>
                  <a:t>x</a:t>
                </a:r>
              </a:p>
            </p:txBody>
          </p:sp>
        </p:grpSp>
        <p:grpSp>
          <p:nvGrpSpPr>
            <p:cNvPr id="656" name="Group 53">
              <a:extLst>
                <a:ext uri="{FF2B5EF4-FFF2-40B4-BE49-F238E27FC236}">
                  <a16:creationId xmlns:a16="http://schemas.microsoft.com/office/drawing/2014/main" id="{FDD8B679-D777-2E4D-9A1F-C71EC712AEB9}"/>
                </a:ext>
              </a:extLst>
            </p:cNvPr>
            <p:cNvGrpSpPr>
              <a:grpSpLocks/>
            </p:cNvGrpSpPr>
            <p:nvPr/>
          </p:nvGrpSpPr>
          <p:grpSpPr bwMode="auto">
            <a:xfrm>
              <a:off x="4438" y="1438"/>
              <a:ext cx="232" cy="250"/>
              <a:chOff x="2941" y="2425"/>
              <a:chExt cx="235" cy="250"/>
            </a:xfrm>
          </p:grpSpPr>
          <p:sp>
            <p:nvSpPr>
              <p:cNvPr id="673" name="Rectangle 54">
                <a:extLst>
                  <a:ext uri="{FF2B5EF4-FFF2-40B4-BE49-F238E27FC236}">
                    <a16:creationId xmlns:a16="http://schemas.microsoft.com/office/drawing/2014/main" id="{6EA1D1BF-D644-594E-9DC3-6D0351A4B43B}"/>
                  </a:ext>
                </a:extLst>
              </p:cNvPr>
              <p:cNvSpPr>
                <a:spLocks noChangeArrowheads="1"/>
              </p:cNvSpPr>
              <p:nvPr/>
            </p:nvSpPr>
            <p:spPr bwMode="auto">
              <a:xfrm>
                <a:off x="2982" y="2490"/>
                <a:ext cx="146"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74" name="Text Box 55">
                <a:extLst>
                  <a:ext uri="{FF2B5EF4-FFF2-40B4-BE49-F238E27FC236}">
                    <a16:creationId xmlns:a16="http://schemas.microsoft.com/office/drawing/2014/main" id="{8FCBB617-DEFB-9744-B8A4-4E1E68D8A3D0}"/>
                  </a:ext>
                </a:extLst>
              </p:cNvPr>
              <p:cNvSpPr txBox="1">
                <a:spLocks noChangeArrowheads="1"/>
              </p:cNvSpPr>
              <p:nvPr/>
            </p:nvSpPr>
            <p:spPr bwMode="auto">
              <a:xfrm>
                <a:off x="2941" y="2425"/>
                <a:ext cx="235"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w</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657" name="Group 56">
              <a:extLst>
                <a:ext uri="{FF2B5EF4-FFF2-40B4-BE49-F238E27FC236}">
                  <a16:creationId xmlns:a16="http://schemas.microsoft.com/office/drawing/2014/main" id="{28C30620-9B81-5A4E-A97C-60B4E0E32A0C}"/>
                </a:ext>
              </a:extLst>
            </p:cNvPr>
            <p:cNvGrpSpPr>
              <a:grpSpLocks/>
            </p:cNvGrpSpPr>
            <p:nvPr/>
          </p:nvGrpSpPr>
          <p:grpSpPr bwMode="auto">
            <a:xfrm>
              <a:off x="3771" y="1438"/>
              <a:ext cx="196" cy="250"/>
              <a:chOff x="2958" y="2425"/>
              <a:chExt cx="199" cy="250"/>
            </a:xfrm>
          </p:grpSpPr>
          <p:sp>
            <p:nvSpPr>
              <p:cNvPr id="671" name="Rectangle 57">
                <a:extLst>
                  <a:ext uri="{FF2B5EF4-FFF2-40B4-BE49-F238E27FC236}">
                    <a16:creationId xmlns:a16="http://schemas.microsoft.com/office/drawing/2014/main" id="{1A44830E-FAAD-D047-825F-D463DC07C53C}"/>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72" name="Text Box 58">
                <a:extLst>
                  <a:ext uri="{FF2B5EF4-FFF2-40B4-BE49-F238E27FC236}">
                    <a16:creationId xmlns:a16="http://schemas.microsoft.com/office/drawing/2014/main" id="{4A4BE0CE-ED8E-064B-AF09-AA4FC512E02E}"/>
                  </a:ext>
                </a:extLst>
              </p:cNvPr>
              <p:cNvSpPr txBox="1">
                <a:spLocks noChangeArrowheads="1"/>
              </p:cNvSpPr>
              <p:nvPr/>
            </p:nvSpPr>
            <p:spPr bwMode="auto">
              <a:xfrm>
                <a:off x="2958" y="2425"/>
                <a:ext cx="199"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v</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658" name="Group 59">
              <a:extLst>
                <a:ext uri="{FF2B5EF4-FFF2-40B4-BE49-F238E27FC236}">
                  <a16:creationId xmlns:a16="http://schemas.microsoft.com/office/drawing/2014/main" id="{C1F4D6C9-E81E-624A-B436-921840F8DFA8}"/>
                </a:ext>
              </a:extLst>
            </p:cNvPr>
            <p:cNvGrpSpPr>
              <a:grpSpLocks/>
            </p:cNvGrpSpPr>
            <p:nvPr/>
          </p:nvGrpSpPr>
          <p:grpSpPr bwMode="auto">
            <a:xfrm>
              <a:off x="5025" y="1756"/>
              <a:ext cx="212" cy="288"/>
              <a:chOff x="2949" y="2395"/>
              <a:chExt cx="214" cy="288"/>
            </a:xfrm>
          </p:grpSpPr>
          <p:sp>
            <p:nvSpPr>
              <p:cNvPr id="669" name="Rectangle 60">
                <a:extLst>
                  <a:ext uri="{FF2B5EF4-FFF2-40B4-BE49-F238E27FC236}">
                    <a16:creationId xmlns:a16="http://schemas.microsoft.com/office/drawing/2014/main" id="{245262F4-4026-E949-9DCB-BB9B5D9D526B}"/>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70" name="Text Box 61">
                <a:extLst>
                  <a:ext uri="{FF2B5EF4-FFF2-40B4-BE49-F238E27FC236}">
                    <a16:creationId xmlns:a16="http://schemas.microsoft.com/office/drawing/2014/main" id="{AEB3CE28-3923-3C4E-B064-B7F0BA975A57}"/>
                  </a:ext>
                </a:extLst>
              </p:cNvPr>
              <p:cNvSpPr txBox="1">
                <a:spLocks noChangeArrowheads="1"/>
              </p:cNvSpPr>
              <p:nvPr/>
            </p:nvSpPr>
            <p:spPr bwMode="auto">
              <a:xfrm>
                <a:off x="2949" y="2395"/>
                <a:ext cx="214" cy="2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Arial" charset="0"/>
                    <a:ea typeface="ＭＳ Ｐゴシック" charset="0"/>
                  </a:rPr>
                  <a:t>z</a:t>
                </a:r>
              </a:p>
            </p:txBody>
          </p:sp>
        </p:grpSp>
        <p:sp>
          <p:nvSpPr>
            <p:cNvPr id="659" name="Text Box 62">
              <a:extLst>
                <a:ext uri="{FF2B5EF4-FFF2-40B4-BE49-F238E27FC236}">
                  <a16:creationId xmlns:a16="http://schemas.microsoft.com/office/drawing/2014/main" id="{701B1242-762A-7549-8469-E0E6A324702A}"/>
                </a:ext>
              </a:extLst>
            </p:cNvPr>
            <p:cNvSpPr txBox="1">
              <a:spLocks noChangeArrowheads="1"/>
            </p:cNvSpPr>
            <p:nvPr/>
          </p:nvSpPr>
          <p:spPr bwMode="auto">
            <a:xfrm>
              <a:off x="3493" y="1568"/>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60" name="Text Box 63">
              <a:extLst>
                <a:ext uri="{FF2B5EF4-FFF2-40B4-BE49-F238E27FC236}">
                  <a16:creationId xmlns:a16="http://schemas.microsoft.com/office/drawing/2014/main" id="{92C7415C-205B-0141-A835-E28CCFE34A27}"/>
                </a:ext>
              </a:extLst>
            </p:cNvPr>
            <p:cNvSpPr txBox="1">
              <a:spLocks noChangeArrowheads="1"/>
            </p:cNvSpPr>
            <p:nvPr/>
          </p:nvSpPr>
          <p:spPr bwMode="auto">
            <a:xfrm>
              <a:off x="3841" y="1787"/>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61" name="Text Box 64">
              <a:extLst>
                <a:ext uri="{FF2B5EF4-FFF2-40B4-BE49-F238E27FC236}">
                  <a16:creationId xmlns:a16="http://schemas.microsoft.com/office/drawing/2014/main" id="{F0F0E459-A754-BC42-AAB4-E313BB45E849}"/>
                </a:ext>
              </a:extLst>
            </p:cNvPr>
            <p:cNvSpPr txBox="1">
              <a:spLocks noChangeArrowheads="1"/>
            </p:cNvSpPr>
            <p:nvPr/>
          </p:nvSpPr>
          <p:spPr bwMode="auto">
            <a:xfrm>
              <a:off x="3406" y="2000"/>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62" name="Text Box 65">
              <a:extLst>
                <a:ext uri="{FF2B5EF4-FFF2-40B4-BE49-F238E27FC236}">
                  <a16:creationId xmlns:a16="http://schemas.microsoft.com/office/drawing/2014/main" id="{5A0B6924-9D83-BD4A-8CFE-9500663C144B}"/>
                </a:ext>
              </a:extLst>
            </p:cNvPr>
            <p:cNvSpPr txBox="1">
              <a:spLocks noChangeArrowheads="1"/>
            </p:cNvSpPr>
            <p:nvPr/>
          </p:nvSpPr>
          <p:spPr bwMode="auto">
            <a:xfrm>
              <a:off x="4225" y="1880"/>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63" name="Text Box 66">
              <a:extLst>
                <a:ext uri="{FF2B5EF4-FFF2-40B4-BE49-F238E27FC236}">
                  <a16:creationId xmlns:a16="http://schemas.microsoft.com/office/drawing/2014/main" id="{6E3E3D55-9237-C845-9A8D-D340C3E115D1}"/>
                </a:ext>
              </a:extLst>
            </p:cNvPr>
            <p:cNvSpPr txBox="1">
              <a:spLocks noChangeArrowheads="1"/>
            </p:cNvSpPr>
            <p:nvPr/>
          </p:nvSpPr>
          <p:spPr bwMode="auto">
            <a:xfrm>
              <a:off x="4162" y="2234"/>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64" name="Text Box 67">
              <a:extLst>
                <a:ext uri="{FF2B5EF4-FFF2-40B4-BE49-F238E27FC236}">
                  <a16:creationId xmlns:a16="http://schemas.microsoft.com/office/drawing/2014/main" id="{D025C99C-DFC7-0A4F-8AAA-17320A7C5C47}"/>
                </a:ext>
              </a:extLst>
            </p:cNvPr>
            <p:cNvSpPr txBox="1">
              <a:spLocks noChangeArrowheads="1"/>
            </p:cNvSpPr>
            <p:nvPr/>
          </p:nvSpPr>
          <p:spPr bwMode="auto">
            <a:xfrm>
              <a:off x="4522" y="1805"/>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65" name="Text Box 68">
              <a:extLst>
                <a:ext uri="{FF2B5EF4-FFF2-40B4-BE49-F238E27FC236}">
                  <a16:creationId xmlns:a16="http://schemas.microsoft.com/office/drawing/2014/main" id="{30F29813-395E-A44E-BB9F-87C86902AF0B}"/>
                </a:ext>
              </a:extLst>
            </p:cNvPr>
            <p:cNvSpPr txBox="1">
              <a:spLocks noChangeArrowheads="1"/>
            </p:cNvSpPr>
            <p:nvPr/>
          </p:nvSpPr>
          <p:spPr bwMode="auto">
            <a:xfrm>
              <a:off x="4882" y="2069"/>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66" name="Text Box 69">
              <a:extLst>
                <a:ext uri="{FF2B5EF4-FFF2-40B4-BE49-F238E27FC236}">
                  <a16:creationId xmlns:a16="http://schemas.microsoft.com/office/drawing/2014/main" id="{2B974974-7BCD-014C-BD76-E756B6797CED}"/>
                </a:ext>
              </a:extLst>
            </p:cNvPr>
            <p:cNvSpPr txBox="1">
              <a:spLocks noChangeArrowheads="1"/>
            </p:cNvSpPr>
            <p:nvPr/>
          </p:nvSpPr>
          <p:spPr bwMode="auto">
            <a:xfrm>
              <a:off x="4855" y="1532"/>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5</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67" name="Text Box 70">
              <a:extLst>
                <a:ext uri="{FF2B5EF4-FFF2-40B4-BE49-F238E27FC236}">
                  <a16:creationId xmlns:a16="http://schemas.microsoft.com/office/drawing/2014/main" id="{F094EC90-E0AA-CB45-95E4-B52B0E9BC42E}"/>
                </a:ext>
              </a:extLst>
            </p:cNvPr>
            <p:cNvSpPr txBox="1">
              <a:spLocks noChangeArrowheads="1"/>
            </p:cNvSpPr>
            <p:nvPr/>
          </p:nvSpPr>
          <p:spPr bwMode="auto">
            <a:xfrm>
              <a:off x="4120" y="1382"/>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68" name="Text Box 71">
              <a:extLst>
                <a:ext uri="{FF2B5EF4-FFF2-40B4-BE49-F238E27FC236}">
                  <a16:creationId xmlns:a16="http://schemas.microsoft.com/office/drawing/2014/main" id="{CBA2DE5C-9821-9E47-AB4D-09462934E67F}"/>
                </a:ext>
              </a:extLst>
            </p:cNvPr>
            <p:cNvSpPr txBox="1">
              <a:spLocks noChangeArrowheads="1"/>
            </p:cNvSpPr>
            <p:nvPr/>
          </p:nvSpPr>
          <p:spPr bwMode="auto">
            <a:xfrm>
              <a:off x="3769" y="1115"/>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5</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82" name="Text Box 72">
            <a:extLst>
              <a:ext uri="{FF2B5EF4-FFF2-40B4-BE49-F238E27FC236}">
                <a16:creationId xmlns:a16="http://schemas.microsoft.com/office/drawing/2014/main" id="{36F192F0-85DA-A647-A8F9-5CBF1CE818A0}"/>
              </a:ext>
            </a:extLst>
          </p:cNvPr>
          <p:cNvSpPr txBox="1">
            <a:spLocks noChangeArrowheads="1"/>
          </p:cNvSpPr>
          <p:nvPr/>
        </p:nvSpPr>
        <p:spPr bwMode="auto">
          <a:xfrm>
            <a:off x="1411748" y="3898081"/>
            <a:ext cx="2480807" cy="9541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2800" dirty="0">
                <a:latin typeface="+mn-lt"/>
              </a:rPr>
              <a:t>graph: </a:t>
            </a:r>
            <a:r>
              <a:rPr lang="en-US" sz="2800" i="1" dirty="0">
                <a:latin typeface="+mn-lt"/>
              </a:rPr>
              <a:t>G = (N,E)</a:t>
            </a:r>
          </a:p>
          <a:p>
            <a:pPr eaLnBrk="1" hangingPunct="1"/>
            <a:endParaRPr lang="en-US" sz="2800" dirty="0">
              <a:latin typeface="+mn-lt"/>
            </a:endParaRPr>
          </a:p>
        </p:txBody>
      </p:sp>
      <p:sp>
        <p:nvSpPr>
          <p:cNvPr id="2" name="TextBox 1">
            <a:extLst>
              <a:ext uri="{FF2B5EF4-FFF2-40B4-BE49-F238E27FC236}">
                <a16:creationId xmlns:a16="http://schemas.microsoft.com/office/drawing/2014/main" id="{0D50443A-E126-1D4D-BD75-6130D04D9E32}"/>
              </a:ext>
            </a:extLst>
          </p:cNvPr>
          <p:cNvSpPr txBox="1"/>
          <p:nvPr/>
        </p:nvSpPr>
        <p:spPr>
          <a:xfrm>
            <a:off x="5456905" y="1415845"/>
            <a:ext cx="5884606" cy="2677656"/>
          </a:xfrm>
          <a:prstGeom prst="rect">
            <a:avLst/>
          </a:prstGeom>
          <a:noFill/>
        </p:spPr>
        <p:txBody>
          <a:bodyPr wrap="square" rtlCol="0">
            <a:spAutoFit/>
          </a:bodyPr>
          <a:lstStyle/>
          <a:p>
            <a:r>
              <a:rPr lang="en-US" sz="2400" i="1" dirty="0"/>
              <a:t>c</a:t>
            </a:r>
            <a:r>
              <a:rPr lang="en-US" sz="2400" i="1" baseline="-25000" dirty="0"/>
              <a:t>a,b</a:t>
            </a:r>
            <a:r>
              <a:rPr lang="en-US" sz="2400" i="1" dirty="0"/>
              <a:t>: </a:t>
            </a:r>
            <a:r>
              <a:rPr lang="en-US" sz="2400" dirty="0"/>
              <a:t>cost of </a:t>
            </a:r>
            <a:r>
              <a:rPr lang="en-US" sz="2400" i="1" dirty="0">
                <a:solidFill>
                  <a:srgbClr val="0000A8"/>
                </a:solidFill>
              </a:rPr>
              <a:t>direct</a:t>
            </a:r>
            <a:r>
              <a:rPr lang="en-US" sz="2400" dirty="0"/>
              <a:t> link connecting </a:t>
            </a:r>
            <a:r>
              <a:rPr lang="en-US" sz="2400" i="1" dirty="0"/>
              <a:t>a</a:t>
            </a:r>
            <a:r>
              <a:rPr lang="en-US" sz="2400" dirty="0"/>
              <a:t> and </a:t>
            </a:r>
            <a:r>
              <a:rPr lang="en-US" sz="2400" i="1" dirty="0"/>
              <a:t>b</a:t>
            </a:r>
          </a:p>
          <a:p>
            <a:r>
              <a:rPr lang="en-US" sz="2400" dirty="0"/>
              <a:t>             </a:t>
            </a:r>
            <a:r>
              <a:rPr lang="en-US" sz="2400" i="1" dirty="0"/>
              <a:t>e.g., c</a:t>
            </a:r>
            <a:r>
              <a:rPr lang="en-US" sz="2400" i="1" baseline="-25000" dirty="0"/>
              <a:t>w,z </a:t>
            </a:r>
            <a:r>
              <a:rPr lang="en-US" sz="2400" dirty="0"/>
              <a:t>= 5, </a:t>
            </a:r>
            <a:r>
              <a:rPr lang="en-US" sz="2400" i="1" dirty="0"/>
              <a:t>c</a:t>
            </a:r>
            <a:r>
              <a:rPr lang="en-US" sz="2400" i="1" baseline="-25000" dirty="0"/>
              <a:t>u,z </a:t>
            </a:r>
            <a:r>
              <a:rPr lang="en-US" sz="2400" dirty="0"/>
              <a:t>= </a:t>
            </a:r>
            <a:r>
              <a:rPr lang="en-US" sz="2400" dirty="0">
                <a:cs typeface="Arial" charset="0"/>
              </a:rPr>
              <a:t>∞</a:t>
            </a:r>
            <a:endParaRPr lang="en-US" sz="2400" dirty="0"/>
          </a:p>
          <a:p>
            <a:endParaRPr lang="en-US" sz="2400" dirty="0"/>
          </a:p>
          <a:p>
            <a:pPr marL="801688" lvl="1"/>
            <a:r>
              <a:rPr lang="en-US" sz="2400" dirty="0"/>
              <a:t>cost defined by network operator: could always be 1, or inversely related to bandwidth, or inversely related to congestion</a:t>
            </a:r>
          </a:p>
        </p:txBody>
      </p:sp>
      <p:sp>
        <p:nvSpPr>
          <p:cNvPr id="76" name="Text Box 72">
            <a:extLst>
              <a:ext uri="{FF2B5EF4-FFF2-40B4-BE49-F238E27FC236}">
                <a16:creationId xmlns:a16="http://schemas.microsoft.com/office/drawing/2014/main" id="{BFBE2A81-FFD1-7B4E-9584-A27B7DB3EE76}"/>
              </a:ext>
            </a:extLst>
          </p:cNvPr>
          <p:cNvSpPr txBox="1">
            <a:spLocks noChangeArrowheads="1"/>
          </p:cNvSpPr>
          <p:nvPr/>
        </p:nvSpPr>
        <p:spPr bwMode="auto">
          <a:xfrm>
            <a:off x="1638300" y="4537178"/>
            <a:ext cx="5114477" cy="5232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2800" i="1" dirty="0">
                <a:latin typeface="+mn-lt"/>
              </a:rPr>
              <a:t>N: </a:t>
            </a:r>
            <a:r>
              <a:rPr lang="en-US" sz="2800" dirty="0">
                <a:latin typeface="+mn-lt"/>
              </a:rPr>
              <a:t>set of routers = { </a:t>
            </a:r>
            <a:r>
              <a:rPr lang="en-US" sz="2800" i="1" dirty="0">
                <a:latin typeface="+mn-lt"/>
              </a:rPr>
              <a:t>u, v, w, x, y, z </a:t>
            </a:r>
            <a:r>
              <a:rPr lang="en-US" sz="2800" dirty="0">
                <a:latin typeface="+mn-lt"/>
              </a:rPr>
              <a:t>}</a:t>
            </a:r>
          </a:p>
        </p:txBody>
      </p:sp>
      <p:sp>
        <p:nvSpPr>
          <p:cNvPr id="77" name="Text Box 72">
            <a:extLst>
              <a:ext uri="{FF2B5EF4-FFF2-40B4-BE49-F238E27FC236}">
                <a16:creationId xmlns:a16="http://schemas.microsoft.com/office/drawing/2014/main" id="{EE3DED54-15B8-EA4D-AA68-CD285B8DE31C}"/>
              </a:ext>
            </a:extLst>
          </p:cNvPr>
          <p:cNvSpPr txBox="1">
            <a:spLocks noChangeArrowheads="1"/>
          </p:cNvSpPr>
          <p:nvPr/>
        </p:nvSpPr>
        <p:spPr bwMode="auto">
          <a:xfrm>
            <a:off x="1638300" y="5106769"/>
            <a:ext cx="10075963" cy="6463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2800" i="1" dirty="0">
                <a:latin typeface="+mn-lt"/>
              </a:rPr>
              <a:t>E: </a:t>
            </a:r>
            <a:r>
              <a:rPr lang="en-US" sz="2800" dirty="0">
                <a:latin typeface="+mn-lt"/>
              </a:rPr>
              <a:t>set of links =</a:t>
            </a:r>
            <a:r>
              <a:rPr lang="en-US" sz="3200" dirty="0">
                <a:latin typeface="+mn-lt"/>
              </a:rPr>
              <a:t>{</a:t>
            </a:r>
            <a:r>
              <a:rPr lang="en-US" sz="3600" dirty="0">
                <a:latin typeface="+mn-lt"/>
              </a:rPr>
              <a:t> </a:t>
            </a:r>
            <a:r>
              <a:rPr lang="en-US" sz="2800" dirty="0">
                <a:latin typeface="+mn-lt"/>
              </a:rPr>
              <a:t>(</a:t>
            </a:r>
            <a:r>
              <a:rPr lang="en-US" sz="2800" i="1" dirty="0">
                <a:latin typeface="+mn-lt"/>
              </a:rPr>
              <a:t>u,v), (u,x), (v,x), (v,w), (x,w), (x,y), (w,y), (w,z), (y,z</a:t>
            </a:r>
            <a:r>
              <a:rPr lang="en-US" sz="2800" dirty="0">
                <a:latin typeface="+mn-lt"/>
              </a:rPr>
              <a:t>) </a:t>
            </a:r>
            <a:r>
              <a:rPr lang="en-US" sz="3200" dirty="0">
                <a:latin typeface="+mn-lt"/>
              </a:rPr>
              <a:t>}</a:t>
            </a:r>
            <a:endParaRPr lang="en-US" sz="2800" dirty="0">
              <a:latin typeface="+mn-lt"/>
            </a:endParaRPr>
          </a:p>
        </p:txBody>
      </p:sp>
    </p:spTree>
    <p:extLst>
      <p:ext uri="{BB962C8B-B14F-4D97-AF65-F5344CB8AC3E}">
        <p14:creationId xmlns:p14="http://schemas.microsoft.com/office/powerpoint/2010/main" val="144881783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6"/>
                                        </p:tgtEl>
                                        <p:attrNameLst>
                                          <p:attrName>style.visibility</p:attrName>
                                        </p:attrNameLst>
                                      </p:cBhvr>
                                      <p:to>
                                        <p:strVal val="visible"/>
                                      </p:to>
                                    </p:set>
                                    <p:animEffect transition="in" filter="dissolve">
                                      <p:cBhvr>
                                        <p:cTn id="7" dur="500"/>
                                        <p:tgtEl>
                                          <p:spTgt spid="7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7"/>
                                        </p:tgtEl>
                                        <p:attrNameLst>
                                          <p:attrName>style.visibility</p:attrName>
                                        </p:attrNameLst>
                                      </p:cBhvr>
                                      <p:to>
                                        <p:strVal val="visible"/>
                                      </p:to>
                                    </p:set>
                                    <p:animEffect transition="in" filter="dissolve">
                                      <p:cBhvr>
                                        <p:cTn id="12" dur="500"/>
                                        <p:tgtEl>
                                          <p:spTgt spid="7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dissolve">
                                      <p:cBhvr>
                                        <p:cTn id="1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6" grpId="0"/>
      <p:bldP spid="77"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5B27BFF1-5DCE-D642-8EFE-FACB1C97EEE0}"/>
              </a:ext>
            </a:extLst>
          </p:cNvPr>
          <p:cNvSpPr>
            <a:spLocks noGrp="1"/>
          </p:cNvSpPr>
          <p:nvPr>
            <p:ph type="title"/>
          </p:nvPr>
        </p:nvSpPr>
        <p:spPr>
          <a:xfrm>
            <a:off x="838200" y="348585"/>
            <a:ext cx="8320548" cy="894622"/>
          </a:xfrm>
        </p:spPr>
        <p:txBody>
          <a:bodyPr/>
          <a:lstStyle/>
          <a:p>
            <a:r>
              <a:rPr lang="en-US" dirty="0"/>
              <a:t>Routing algorithm classification</a:t>
            </a:r>
          </a:p>
        </p:txBody>
      </p:sp>
      <p:sp>
        <p:nvSpPr>
          <p:cNvPr id="546" name="Slide Number Placeholder 4">
            <a:extLst>
              <a:ext uri="{FF2B5EF4-FFF2-40B4-BE49-F238E27FC236}">
                <a16:creationId xmlns:a16="http://schemas.microsoft.com/office/drawing/2014/main" id="{5DC8F37A-7230-5148-88D9-265AE5AD394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Network Layer: 5-</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cxnSp>
        <p:nvCxnSpPr>
          <p:cNvPr id="4" name="Straight Arrow Connector 3">
            <a:extLst>
              <a:ext uri="{FF2B5EF4-FFF2-40B4-BE49-F238E27FC236}">
                <a16:creationId xmlns:a16="http://schemas.microsoft.com/office/drawing/2014/main" id="{E9732A1C-C52A-0B46-B26E-4DBD9B488928}"/>
              </a:ext>
            </a:extLst>
          </p:cNvPr>
          <p:cNvCxnSpPr/>
          <p:nvPr/>
        </p:nvCxnSpPr>
        <p:spPr>
          <a:xfrm>
            <a:off x="6091084" y="1312606"/>
            <a:ext cx="0" cy="5043948"/>
          </a:xfrm>
          <a:prstGeom prst="straightConnector1">
            <a:avLst/>
          </a:prstGeom>
          <a:ln w="25400">
            <a:solidFill>
              <a:srgbClr val="0000A8"/>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28A2EBE1-BFA0-B248-ACFC-90011EBC34CE}"/>
              </a:ext>
            </a:extLst>
          </p:cNvPr>
          <p:cNvCxnSpPr>
            <a:cxnSpLocks/>
          </p:cNvCxnSpPr>
          <p:nvPr/>
        </p:nvCxnSpPr>
        <p:spPr>
          <a:xfrm flipH="1">
            <a:off x="235974" y="3441290"/>
            <a:ext cx="11665974" cy="0"/>
          </a:xfrm>
          <a:prstGeom prst="straightConnector1">
            <a:avLst/>
          </a:prstGeom>
          <a:ln w="25400">
            <a:solidFill>
              <a:srgbClr val="0000A8"/>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506C293B-8D3D-2544-91D8-2533CD0AF99D}"/>
              </a:ext>
            </a:extLst>
          </p:cNvPr>
          <p:cNvSpPr txBox="1"/>
          <p:nvPr/>
        </p:nvSpPr>
        <p:spPr>
          <a:xfrm>
            <a:off x="4542504" y="6312310"/>
            <a:ext cx="3581237" cy="369332"/>
          </a:xfrm>
          <a:prstGeom prst="rect">
            <a:avLst/>
          </a:prstGeom>
          <a:noFill/>
        </p:spPr>
        <p:txBody>
          <a:bodyPr wrap="none" rtlCol="0">
            <a:spAutoFit/>
          </a:bodyPr>
          <a:lstStyle/>
          <a:p>
            <a:r>
              <a:rPr lang="en-US" i="1" dirty="0"/>
              <a:t>global or decentralized information?</a:t>
            </a:r>
          </a:p>
        </p:txBody>
      </p:sp>
      <p:grpSp>
        <p:nvGrpSpPr>
          <p:cNvPr id="10" name="Group 9">
            <a:extLst>
              <a:ext uri="{FF2B5EF4-FFF2-40B4-BE49-F238E27FC236}">
                <a16:creationId xmlns:a16="http://schemas.microsoft.com/office/drawing/2014/main" id="{F2D47406-80F8-9441-A2E0-BD72AA9E3AE7}"/>
              </a:ext>
            </a:extLst>
          </p:cNvPr>
          <p:cNvGrpSpPr/>
          <p:nvPr/>
        </p:nvGrpSpPr>
        <p:grpSpPr>
          <a:xfrm>
            <a:off x="3996813" y="1474838"/>
            <a:ext cx="4513007" cy="1209368"/>
            <a:chOff x="3996813" y="1474838"/>
            <a:chExt cx="4513007" cy="1209368"/>
          </a:xfrm>
        </p:grpSpPr>
        <p:sp>
          <p:nvSpPr>
            <p:cNvPr id="9" name="Rectangle 8">
              <a:extLst>
                <a:ext uri="{FF2B5EF4-FFF2-40B4-BE49-F238E27FC236}">
                  <a16:creationId xmlns:a16="http://schemas.microsoft.com/office/drawing/2014/main" id="{34F40CFC-1B50-144E-A43A-6F638CE78029}"/>
                </a:ext>
              </a:extLst>
            </p:cNvPr>
            <p:cNvSpPr/>
            <p:nvPr/>
          </p:nvSpPr>
          <p:spPr>
            <a:xfrm>
              <a:off x="5987845" y="1519084"/>
              <a:ext cx="221226" cy="116512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1" name="Rectangle 3">
              <a:extLst>
                <a:ext uri="{FF2B5EF4-FFF2-40B4-BE49-F238E27FC236}">
                  <a16:creationId xmlns:a16="http://schemas.microsoft.com/office/drawing/2014/main" id="{396DD204-2A01-8E4D-BC4B-E0BD86B248A0}"/>
                </a:ext>
              </a:extLst>
            </p:cNvPr>
            <p:cNvSpPr txBox="1">
              <a:spLocks noChangeArrowheads="1"/>
            </p:cNvSpPr>
            <p:nvPr/>
          </p:nvSpPr>
          <p:spPr>
            <a:xfrm>
              <a:off x="3996813" y="1474838"/>
              <a:ext cx="4513007" cy="120936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indent="0">
                <a:spcBef>
                  <a:spcPts val="400"/>
                </a:spcBef>
                <a:buNone/>
              </a:pPr>
              <a:r>
                <a:rPr lang="en-US" dirty="0">
                  <a:solidFill>
                    <a:srgbClr val="C00000"/>
                  </a:solidFill>
                </a:rPr>
                <a:t>global: </a:t>
              </a:r>
              <a:r>
                <a:rPr lang="en-US" sz="2400" dirty="0"/>
                <a:t>all routers have </a:t>
              </a:r>
              <a:r>
                <a:rPr lang="en-US" sz="2400" i="1" dirty="0"/>
                <a:t>complete</a:t>
              </a:r>
              <a:r>
                <a:rPr lang="en-US" sz="2400" dirty="0"/>
                <a:t> topology, link cost info</a:t>
              </a:r>
            </a:p>
            <a:p>
              <a:pPr>
                <a:spcBef>
                  <a:spcPts val="400"/>
                </a:spcBef>
                <a:buFont typeface="Arial" panose="020B0604020202020204" pitchFamily="34" charset="0"/>
                <a:buChar char="•"/>
              </a:pPr>
              <a:r>
                <a:rPr lang="en-US" altLang="ja-JP" sz="2400" dirty="0">
                  <a:solidFill>
                    <a:srgbClr val="000099"/>
                  </a:solidFill>
                </a:rPr>
                <a:t>“link state” </a:t>
              </a:r>
              <a:r>
                <a:rPr lang="en-US" altLang="ja-JP" sz="2400" dirty="0"/>
                <a:t>algorithms</a:t>
              </a:r>
            </a:p>
            <a:p>
              <a:pPr>
                <a:buFont typeface="Wingdings" charset="0"/>
                <a:buNone/>
              </a:pPr>
              <a:endParaRPr lang="en-US" sz="2400" dirty="0">
                <a:solidFill>
                  <a:srgbClr val="000099"/>
                </a:solidFill>
                <a:latin typeface="Gill Sans MT" charset="0"/>
              </a:endParaRPr>
            </a:p>
          </p:txBody>
        </p:sp>
      </p:grpSp>
      <p:grpSp>
        <p:nvGrpSpPr>
          <p:cNvPr id="12" name="Group 11">
            <a:extLst>
              <a:ext uri="{FF2B5EF4-FFF2-40B4-BE49-F238E27FC236}">
                <a16:creationId xmlns:a16="http://schemas.microsoft.com/office/drawing/2014/main" id="{2E6E0791-AA52-904B-8ABE-26FDED6C5706}"/>
              </a:ext>
            </a:extLst>
          </p:cNvPr>
          <p:cNvGrpSpPr/>
          <p:nvPr/>
        </p:nvGrpSpPr>
        <p:grpSpPr>
          <a:xfrm>
            <a:off x="3465869" y="4326195"/>
            <a:ext cx="6179575" cy="2458065"/>
            <a:chOff x="3465869" y="4326195"/>
            <a:chExt cx="6179575" cy="2458065"/>
          </a:xfrm>
        </p:grpSpPr>
        <p:sp>
          <p:nvSpPr>
            <p:cNvPr id="11" name="Rectangle 10">
              <a:extLst>
                <a:ext uri="{FF2B5EF4-FFF2-40B4-BE49-F238E27FC236}">
                  <a16:creationId xmlns:a16="http://schemas.microsoft.com/office/drawing/2014/main" id="{F51E5A78-7BA0-F648-A6EF-E28CE96CE5C2}"/>
                </a:ext>
              </a:extLst>
            </p:cNvPr>
            <p:cNvSpPr/>
            <p:nvPr/>
          </p:nvSpPr>
          <p:spPr>
            <a:xfrm>
              <a:off x="6002594" y="4365523"/>
              <a:ext cx="147483" cy="179930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2" name="Rectangle 3">
              <a:extLst>
                <a:ext uri="{FF2B5EF4-FFF2-40B4-BE49-F238E27FC236}">
                  <a16:creationId xmlns:a16="http://schemas.microsoft.com/office/drawing/2014/main" id="{3400BCC6-9926-3649-91F6-F0B8B87FE1A0}"/>
                </a:ext>
              </a:extLst>
            </p:cNvPr>
            <p:cNvSpPr txBox="1">
              <a:spLocks noChangeArrowheads="1"/>
            </p:cNvSpPr>
            <p:nvPr/>
          </p:nvSpPr>
          <p:spPr>
            <a:xfrm>
              <a:off x="3465869" y="4326195"/>
              <a:ext cx="6179575" cy="245806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indent="0">
                <a:spcBef>
                  <a:spcPts val="400"/>
                </a:spcBef>
                <a:buNone/>
              </a:pPr>
              <a:r>
                <a:rPr lang="en-US" dirty="0">
                  <a:solidFill>
                    <a:srgbClr val="C00000"/>
                  </a:solidFill>
                </a:rPr>
                <a:t>decentralized: </a:t>
              </a:r>
              <a:r>
                <a:rPr lang="en-US" sz="2400" dirty="0"/>
                <a:t>iterative process of computation, exchange of info with neighbors</a:t>
              </a:r>
            </a:p>
            <a:p>
              <a:pPr marL="407988" indent="-233363">
                <a:spcBef>
                  <a:spcPts val="400"/>
                </a:spcBef>
                <a:buClr>
                  <a:srgbClr val="0000A8"/>
                </a:buClr>
                <a:buFont typeface="Arial" panose="020B0604020202020204" pitchFamily="34" charset="0"/>
                <a:buChar char="•"/>
              </a:pPr>
              <a:r>
                <a:rPr lang="en-US" sz="2400" dirty="0"/>
                <a:t>routers initially only know link costs to attached neighbors</a:t>
              </a:r>
            </a:p>
            <a:p>
              <a:pPr marL="407988" indent="-233363">
                <a:spcBef>
                  <a:spcPts val="400"/>
                </a:spcBef>
                <a:buClr>
                  <a:srgbClr val="0000A8"/>
                </a:buClr>
                <a:buFont typeface="Arial" panose="020B0604020202020204" pitchFamily="34" charset="0"/>
                <a:buChar char="•"/>
              </a:pPr>
              <a:r>
                <a:rPr lang="en-US" altLang="ja-JP" sz="2400" dirty="0">
                  <a:solidFill>
                    <a:srgbClr val="000099"/>
                  </a:solidFill>
                </a:rPr>
                <a:t>“distance vector” </a:t>
              </a:r>
              <a:r>
                <a:rPr lang="en-US" altLang="ja-JP" sz="2400" dirty="0"/>
                <a:t>algorithms</a:t>
              </a:r>
              <a:endParaRPr lang="en-US" sz="2400" dirty="0"/>
            </a:p>
          </p:txBody>
        </p:sp>
      </p:grpSp>
      <p:sp>
        <p:nvSpPr>
          <p:cNvPr id="91" name="TextBox 90">
            <a:extLst>
              <a:ext uri="{FF2B5EF4-FFF2-40B4-BE49-F238E27FC236}">
                <a16:creationId xmlns:a16="http://schemas.microsoft.com/office/drawing/2014/main" id="{9CA84E65-C3D2-EE42-B4E7-C5FF4CE4FA7B}"/>
              </a:ext>
            </a:extLst>
          </p:cNvPr>
          <p:cNvSpPr txBox="1"/>
          <p:nvPr/>
        </p:nvSpPr>
        <p:spPr>
          <a:xfrm>
            <a:off x="250724" y="2823539"/>
            <a:ext cx="1253612" cy="923330"/>
          </a:xfrm>
          <a:prstGeom prst="rect">
            <a:avLst/>
          </a:prstGeom>
          <a:noFill/>
        </p:spPr>
        <p:txBody>
          <a:bodyPr wrap="square" rtlCol="0">
            <a:spAutoFit/>
          </a:bodyPr>
          <a:lstStyle/>
          <a:p>
            <a:r>
              <a:rPr lang="en-US" i="1" dirty="0"/>
              <a:t>How </a:t>
            </a:r>
            <a:r>
              <a:rPr lang="en-US" i="1"/>
              <a:t>fast do </a:t>
            </a:r>
            <a:r>
              <a:rPr lang="en-US" i="1" dirty="0"/>
              <a:t>routes change?</a:t>
            </a:r>
          </a:p>
        </p:txBody>
      </p:sp>
      <p:sp>
        <p:nvSpPr>
          <p:cNvPr id="94" name="Rectangle 93">
            <a:extLst>
              <a:ext uri="{FF2B5EF4-FFF2-40B4-BE49-F238E27FC236}">
                <a16:creationId xmlns:a16="http://schemas.microsoft.com/office/drawing/2014/main" id="{4D26FE6B-7647-B846-9799-98FEB9D0A654}"/>
              </a:ext>
            </a:extLst>
          </p:cNvPr>
          <p:cNvSpPr/>
          <p:nvPr/>
        </p:nvSpPr>
        <p:spPr>
          <a:xfrm>
            <a:off x="10171471" y="1184788"/>
            <a:ext cx="176981" cy="10323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7" name="Group 16">
            <a:extLst>
              <a:ext uri="{FF2B5EF4-FFF2-40B4-BE49-F238E27FC236}">
                <a16:creationId xmlns:a16="http://schemas.microsoft.com/office/drawing/2014/main" id="{A4812886-28EC-D241-90C7-5E720368CE84}"/>
              </a:ext>
            </a:extLst>
          </p:cNvPr>
          <p:cNvGrpSpPr/>
          <p:nvPr/>
        </p:nvGrpSpPr>
        <p:grpSpPr>
          <a:xfrm>
            <a:off x="8740391" y="2620951"/>
            <a:ext cx="4916617" cy="2373608"/>
            <a:chOff x="8740391" y="2620951"/>
            <a:chExt cx="4916617" cy="2373608"/>
          </a:xfrm>
        </p:grpSpPr>
        <p:sp>
          <p:nvSpPr>
            <p:cNvPr id="15" name="Rectangle 14">
              <a:extLst>
                <a:ext uri="{FF2B5EF4-FFF2-40B4-BE49-F238E27FC236}">
                  <a16:creationId xmlns:a16="http://schemas.microsoft.com/office/drawing/2014/main" id="{9F87E6BF-15DE-A246-9A08-7C8063E9BE3B}"/>
                </a:ext>
              </a:extLst>
            </p:cNvPr>
            <p:cNvSpPr/>
            <p:nvPr/>
          </p:nvSpPr>
          <p:spPr>
            <a:xfrm>
              <a:off x="8922775" y="3314699"/>
              <a:ext cx="2580968" cy="21016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6" name="Rectangle 4">
              <a:extLst>
                <a:ext uri="{FF2B5EF4-FFF2-40B4-BE49-F238E27FC236}">
                  <a16:creationId xmlns:a16="http://schemas.microsoft.com/office/drawing/2014/main" id="{A5264CD0-EF94-D444-B0AF-8FAAE7055B9A}"/>
                </a:ext>
              </a:extLst>
            </p:cNvPr>
            <p:cNvSpPr txBox="1">
              <a:spLocks noChangeArrowheads="1"/>
            </p:cNvSpPr>
            <p:nvPr/>
          </p:nvSpPr>
          <p:spPr>
            <a:xfrm>
              <a:off x="8740391" y="2620951"/>
              <a:ext cx="4916617" cy="23736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7150" indent="-57150">
                <a:buFont typeface="Wingdings" charset="0"/>
                <a:buNone/>
                <a:defRPr/>
              </a:pPr>
              <a:r>
                <a:rPr lang="en-US" dirty="0">
                  <a:solidFill>
                    <a:srgbClr val="CC0000"/>
                  </a:solidFill>
                </a:rPr>
                <a:t>dynamic</a:t>
              </a:r>
              <a:r>
                <a:rPr lang="en-US" sz="2400" i="1" dirty="0">
                  <a:solidFill>
                    <a:srgbClr val="CC0000"/>
                  </a:solidFill>
                </a:rPr>
                <a:t>: </a:t>
              </a:r>
              <a:r>
                <a:rPr lang="en-US" sz="2400" dirty="0"/>
                <a:t>routes change more quickly</a:t>
              </a:r>
            </a:p>
            <a:p>
              <a:pPr marL="349250" lvl="1" indent="-233363">
                <a:spcBef>
                  <a:spcPts val="400"/>
                </a:spcBef>
                <a:defRPr/>
              </a:pPr>
              <a:r>
                <a:rPr lang="en-US" dirty="0"/>
                <a:t>periodic updates or in response to link cost changes</a:t>
              </a:r>
            </a:p>
          </p:txBody>
        </p:sp>
      </p:grpSp>
      <p:grpSp>
        <p:nvGrpSpPr>
          <p:cNvPr id="16" name="Group 15">
            <a:extLst>
              <a:ext uri="{FF2B5EF4-FFF2-40B4-BE49-F238E27FC236}">
                <a16:creationId xmlns:a16="http://schemas.microsoft.com/office/drawing/2014/main" id="{73C4129E-0B83-3343-863D-606A39998A89}"/>
              </a:ext>
            </a:extLst>
          </p:cNvPr>
          <p:cNvGrpSpPr/>
          <p:nvPr/>
        </p:nvGrpSpPr>
        <p:grpSpPr>
          <a:xfrm>
            <a:off x="1313787" y="3013586"/>
            <a:ext cx="3022237" cy="1209367"/>
            <a:chOff x="1313787" y="3013586"/>
            <a:chExt cx="3022237" cy="1209367"/>
          </a:xfrm>
        </p:grpSpPr>
        <p:sp>
          <p:nvSpPr>
            <p:cNvPr id="98" name="Rectangle 97">
              <a:extLst>
                <a:ext uri="{FF2B5EF4-FFF2-40B4-BE49-F238E27FC236}">
                  <a16:creationId xmlns:a16="http://schemas.microsoft.com/office/drawing/2014/main" id="{D0862584-87FB-1B45-8C6F-1E2A810A4276}"/>
                </a:ext>
              </a:extLst>
            </p:cNvPr>
            <p:cNvSpPr/>
            <p:nvPr/>
          </p:nvSpPr>
          <p:spPr>
            <a:xfrm>
              <a:off x="1465006" y="3314699"/>
              <a:ext cx="2531807" cy="22491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5" name="Rectangle 3">
              <a:extLst>
                <a:ext uri="{FF2B5EF4-FFF2-40B4-BE49-F238E27FC236}">
                  <a16:creationId xmlns:a16="http://schemas.microsoft.com/office/drawing/2014/main" id="{28CA3E4A-EC8F-1F42-89F5-9571CBDD8106}"/>
                </a:ext>
              </a:extLst>
            </p:cNvPr>
            <p:cNvSpPr txBox="1">
              <a:spLocks noChangeArrowheads="1"/>
            </p:cNvSpPr>
            <p:nvPr/>
          </p:nvSpPr>
          <p:spPr>
            <a:xfrm>
              <a:off x="1313787" y="3013586"/>
              <a:ext cx="3022237" cy="120936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indent="0">
                <a:spcBef>
                  <a:spcPts val="400"/>
                </a:spcBef>
                <a:buNone/>
              </a:pPr>
              <a:r>
                <a:rPr lang="en-US" dirty="0">
                  <a:solidFill>
                    <a:srgbClr val="C00000"/>
                  </a:solidFill>
                </a:rPr>
                <a:t>static: </a:t>
              </a:r>
              <a:r>
                <a:rPr lang="en-US" sz="2400" dirty="0"/>
                <a:t>routes change slowly over time</a:t>
              </a:r>
              <a:endParaRPr lang="en-US" sz="2400" dirty="0">
                <a:solidFill>
                  <a:srgbClr val="000099"/>
                </a:solidFill>
                <a:latin typeface="Gill Sans MT" charset="0"/>
              </a:endParaRPr>
            </a:p>
          </p:txBody>
        </p:sp>
      </p:grpSp>
      <p:sp>
        <p:nvSpPr>
          <p:cNvPr id="18" name="Oval 17">
            <a:extLst>
              <a:ext uri="{FF2B5EF4-FFF2-40B4-BE49-F238E27FC236}">
                <a16:creationId xmlns:a16="http://schemas.microsoft.com/office/drawing/2014/main" id="{9509865B-1C67-3041-AB1E-A62EE542E28D}"/>
              </a:ext>
            </a:extLst>
          </p:cNvPr>
          <p:cNvSpPr/>
          <p:nvPr/>
        </p:nvSpPr>
        <p:spPr>
          <a:xfrm>
            <a:off x="4365523" y="2064775"/>
            <a:ext cx="1622322" cy="737419"/>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2" name="Oval 101">
            <a:extLst>
              <a:ext uri="{FF2B5EF4-FFF2-40B4-BE49-F238E27FC236}">
                <a16:creationId xmlns:a16="http://schemas.microsoft.com/office/drawing/2014/main" id="{66F27EF8-DDA8-E744-B654-79FCE215090E}"/>
              </a:ext>
            </a:extLst>
          </p:cNvPr>
          <p:cNvSpPr/>
          <p:nvPr/>
        </p:nvSpPr>
        <p:spPr>
          <a:xfrm>
            <a:off x="3883742" y="5624052"/>
            <a:ext cx="2281083" cy="737419"/>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9222463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dissolv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8"/>
                                        </p:tgtEl>
                                        <p:attrNameLst>
                                          <p:attrName>style.visibility</p:attrName>
                                        </p:attrNameLst>
                                      </p:cBhvr>
                                      <p:to>
                                        <p:strVal val="visible"/>
                                      </p:to>
                                    </p:set>
                                    <p:animEffect transition="in" filter="dissolve">
                                      <p:cBhvr>
                                        <p:cTn id="12" dur="500"/>
                                        <p:tgtEl>
                                          <p:spTgt spid="1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dissolve">
                                      <p:cBhvr>
                                        <p:cTn id="17" dur="500"/>
                                        <p:tgtEl>
                                          <p:spTgt spid="12"/>
                                        </p:tgtEl>
                                      </p:cBhvr>
                                    </p:animEffect>
                                  </p:childTnLst>
                                </p:cTn>
                              </p:par>
                              <p:par>
                                <p:cTn id="18" presetID="9" presetClass="exit" presetSubtype="0" fill="hold" grpId="1" nodeType="withEffect">
                                  <p:stCondLst>
                                    <p:cond delay="0"/>
                                  </p:stCondLst>
                                  <p:childTnLst>
                                    <p:animEffect transition="out" filter="dissolve">
                                      <p:cBhvr>
                                        <p:cTn id="19" dur="500"/>
                                        <p:tgtEl>
                                          <p:spTgt spid="18"/>
                                        </p:tgtEl>
                                      </p:cBhvr>
                                    </p:animEffect>
                                    <p:set>
                                      <p:cBhvr>
                                        <p:cTn id="20" dur="1" fill="hold">
                                          <p:stCondLst>
                                            <p:cond delay="499"/>
                                          </p:stCondLst>
                                        </p:cTn>
                                        <p:tgtEl>
                                          <p:spTgt spid="18"/>
                                        </p:tgtEl>
                                        <p:attrNameLst>
                                          <p:attrName>style.visibility</p:attrName>
                                        </p:attrNameLst>
                                      </p:cBhvr>
                                      <p:to>
                                        <p:strVal val="hidden"/>
                                      </p:to>
                                    </p:se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102"/>
                                        </p:tgtEl>
                                        <p:attrNameLst>
                                          <p:attrName>style.visibility</p:attrName>
                                        </p:attrNameLst>
                                      </p:cBhvr>
                                      <p:to>
                                        <p:strVal val="visible"/>
                                      </p:to>
                                    </p:set>
                                    <p:animEffect transition="in" filter="dissolve">
                                      <p:cBhvr>
                                        <p:cTn id="25" dur="500"/>
                                        <p:tgtEl>
                                          <p:spTgt spid="102"/>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16"/>
                                        </p:tgtEl>
                                        <p:attrNameLst>
                                          <p:attrName>style.visibility</p:attrName>
                                        </p:attrNameLst>
                                      </p:cBhvr>
                                      <p:to>
                                        <p:strVal val="visible"/>
                                      </p:to>
                                    </p:set>
                                    <p:animEffect transition="in" filter="dissolve">
                                      <p:cBhvr>
                                        <p:cTn id="30" dur="500"/>
                                        <p:tgtEl>
                                          <p:spTgt spid="16"/>
                                        </p:tgtEl>
                                      </p:cBhvr>
                                    </p:animEffect>
                                  </p:childTnLst>
                                </p:cTn>
                              </p:par>
                              <p:par>
                                <p:cTn id="31" presetID="9" presetClass="exit" presetSubtype="0" fill="hold" grpId="1" nodeType="withEffect">
                                  <p:stCondLst>
                                    <p:cond delay="0"/>
                                  </p:stCondLst>
                                  <p:childTnLst>
                                    <p:animEffect transition="out" filter="dissolve">
                                      <p:cBhvr>
                                        <p:cTn id="32" dur="500"/>
                                        <p:tgtEl>
                                          <p:spTgt spid="102"/>
                                        </p:tgtEl>
                                      </p:cBhvr>
                                    </p:animEffect>
                                    <p:set>
                                      <p:cBhvr>
                                        <p:cTn id="33" dur="1" fill="hold">
                                          <p:stCondLst>
                                            <p:cond delay="499"/>
                                          </p:stCondLst>
                                        </p:cTn>
                                        <p:tgtEl>
                                          <p:spTgt spid="102"/>
                                        </p:tgtEl>
                                        <p:attrNameLst>
                                          <p:attrName>style.visibility</p:attrName>
                                        </p:attrNameLst>
                                      </p:cBhvr>
                                      <p:to>
                                        <p:strVal val="hidden"/>
                                      </p:to>
                                    </p:se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nodeType="clickEffect">
                                  <p:stCondLst>
                                    <p:cond delay="0"/>
                                  </p:stCondLst>
                                  <p:childTnLst>
                                    <p:set>
                                      <p:cBhvr>
                                        <p:cTn id="37" dur="1" fill="hold">
                                          <p:stCondLst>
                                            <p:cond delay="0"/>
                                          </p:stCondLst>
                                        </p:cTn>
                                        <p:tgtEl>
                                          <p:spTgt spid="17"/>
                                        </p:tgtEl>
                                        <p:attrNameLst>
                                          <p:attrName>style.visibility</p:attrName>
                                        </p:attrNameLst>
                                      </p:cBhvr>
                                      <p:to>
                                        <p:strVal val="visible"/>
                                      </p:to>
                                    </p:set>
                                    <p:animEffect transition="in" filter="dissolve">
                                      <p:cBhvr>
                                        <p:cTn id="38"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8" grpId="1" animBg="1"/>
      <p:bldP spid="102" grpId="0" animBg="1"/>
      <p:bldP spid="102" grpId="1"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“control plane” roadmap</a:t>
            </a:r>
            <a:endParaRPr lang="en-US" sz="4400"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761675" y="4144564"/>
            <a:ext cx="5066531" cy="1937764"/>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9575" indent="-293688">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network management, configuration </a:t>
            </a:r>
          </a:p>
          <a:p>
            <a:pPr marL="685800" lvl="1" indent="-219075">
              <a:buClr>
                <a:schemeClr val="bg1">
                  <a:lumMod val="75000"/>
                </a:schemeClr>
              </a:buClr>
            </a:pPr>
            <a:r>
              <a:rPr lang="en-US" altLang="en-US" sz="2800" dirty="0">
                <a:solidFill>
                  <a:schemeClr val="bg1">
                    <a:lumMod val="75000"/>
                  </a:schemeClr>
                </a:solidFill>
                <a:ea typeface="ＭＳ Ｐゴシック" panose="020B0600070205080204" pitchFamily="34" charset="-128"/>
                <a:cs typeface="ＭＳ Ｐゴシック" panose="020B0600070205080204" pitchFamily="34" charset="-128"/>
              </a:rPr>
              <a:t>SNMP</a:t>
            </a:r>
          </a:p>
          <a:p>
            <a:pPr marL="685800" lvl="1" indent="-219075">
              <a:buClr>
                <a:schemeClr val="bg1">
                  <a:lumMod val="75000"/>
                </a:schemeClr>
              </a:buClr>
            </a:pPr>
            <a:r>
              <a:rPr lang="en-US" altLang="en-US" sz="2800" dirty="0">
                <a:solidFill>
                  <a:schemeClr val="bg1">
                    <a:lumMod val="75000"/>
                  </a:schemeClr>
                </a:solidFill>
                <a:ea typeface="ＭＳ Ｐゴシック" panose="020B0600070205080204" pitchFamily="34" charset="-128"/>
                <a:cs typeface="ＭＳ Ｐゴシック" panose="020B0600070205080204" pitchFamily="34" charset="-128"/>
              </a:rPr>
              <a:t>NETCONF/YANG (NOT COVERED)</a:t>
            </a:r>
          </a:p>
          <a:p>
            <a:pPr lvl="1"/>
            <a:endParaRPr lang="en-US" alt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622456" y="1361615"/>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introduction</a:t>
            </a:r>
          </a:p>
          <a:p>
            <a:pPr marL="285750" indent="-274638">
              <a:spcBef>
                <a:spcPts val="600"/>
              </a:spcBef>
              <a:buClr>
                <a:srgbClr val="0000A8"/>
              </a:buClr>
            </a:pPr>
            <a:r>
              <a:rPr lang="en-US" altLang="en-US" sz="3600" dirty="0">
                <a:ea typeface="ＭＳ Ｐゴシック" panose="020B0600070205080204" pitchFamily="34" charset="-128"/>
                <a:cs typeface="Arial" panose="020B0604020202020204" pitchFamily="34" charset="0"/>
              </a:rPr>
              <a:t>routing protocols</a:t>
            </a:r>
          </a:p>
          <a:p>
            <a:pPr marL="746125" lvl="1" indent="-273050">
              <a:spcBef>
                <a:spcPts val="600"/>
              </a:spcBef>
              <a:buFont typeface="Wingdings" pitchFamily="2" charset="2"/>
              <a:buChar char="§"/>
            </a:pPr>
            <a:r>
              <a:rPr lang="en-US" altLang="en-US" sz="3200" dirty="0">
                <a:solidFill>
                  <a:srgbClr val="C00000"/>
                </a:solidFill>
                <a:ea typeface="ＭＳ Ｐゴシック" panose="020B0600070205080204" pitchFamily="34" charset="-128"/>
                <a:cs typeface="Arial" panose="020B0604020202020204" pitchFamily="34" charset="0"/>
              </a:rPr>
              <a:t>link state</a:t>
            </a:r>
          </a:p>
          <a:p>
            <a:pPr marL="746125" lvl="1" indent="-273050">
              <a:spcBef>
                <a:spcPts val="600"/>
              </a:spcBef>
              <a:buClr>
                <a:schemeClr val="bg1">
                  <a:lumMod val="75000"/>
                </a:schemeClr>
              </a:buClr>
              <a:buFont typeface="Wingdings" pitchFamily="2" charset="2"/>
              <a:buChar cha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distance vector</a:t>
            </a:r>
          </a:p>
          <a:p>
            <a:pPr marL="285750" indent="-285750">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intra-ISP routing: OSPF</a:t>
            </a:r>
          </a:p>
          <a:p>
            <a:pPr marL="285750" indent="-285750">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routing among ISPs: BGP</a:t>
            </a:r>
          </a:p>
          <a:p>
            <a:pPr marL="285750" indent="-285750">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SDN control plane</a:t>
            </a:r>
          </a:p>
          <a:p>
            <a:pPr marL="285750" indent="-285750">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Internet Control Message Protocol </a:t>
            </a:r>
            <a:r>
              <a:rPr lang="en-US" altLang="en-US" sz="3200" dirty="0" smtClean="0">
                <a:solidFill>
                  <a:schemeClr val="bg1">
                    <a:lumMod val="75000"/>
                  </a:schemeClr>
                </a:solidFill>
                <a:ea typeface="ＭＳ Ｐゴシック" panose="020B0600070205080204" pitchFamily="34" charset="-128"/>
                <a:cs typeface="ＭＳ Ｐゴシック" panose="020B0600070205080204" pitchFamily="34" charset="-128"/>
              </a:rPr>
              <a:t>(ICMP)</a:t>
            </a:r>
            <a:endPar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endParaRPr>
          </a:p>
          <a:p>
            <a:pPr marL="466725" indent="-409575">
              <a:spcBef>
                <a:spcPts val="600"/>
              </a:spcBef>
              <a:buNone/>
            </a:pPr>
            <a:endParaRPr lang="en-US" altLang="en-US" sz="3200" dirty="0">
              <a:ea typeface="ＭＳ Ｐゴシック" panose="020B0600070205080204" pitchFamily="34" charset="-128"/>
              <a:cs typeface="Arial" panose="020B0604020202020204" pitchFamily="34" charset="0"/>
            </a:endParaRPr>
          </a:p>
        </p:txBody>
      </p:sp>
      <p:sp>
        <p:nvSpPr>
          <p:cNvPr id="11" name="Slide Number Placeholder 4">
            <a:extLst>
              <a:ext uri="{FF2B5EF4-FFF2-40B4-BE49-F238E27FC236}">
                <a16:creationId xmlns:a16="http://schemas.microsoft.com/office/drawing/2014/main" id="{60E442AF-0FD6-9040-9BFF-CE4BE886AA41}"/>
              </a:ext>
            </a:extLst>
          </p:cNvPr>
          <p:cNvSpPr>
            <a:spLocks noGrp="1"/>
          </p:cNvSpPr>
          <p:nvPr>
            <p:ph type="sldNum" sz="quarter" idx="4"/>
          </p:nvPr>
        </p:nvSpPr>
        <p:spPr>
          <a:xfrm>
            <a:off x="9219616" y="6443089"/>
            <a:ext cx="2743200" cy="365125"/>
          </a:xfrm>
        </p:spPr>
        <p:txBody>
          <a:bodyPr/>
          <a:lstStyle/>
          <a:p>
            <a:r>
              <a:rPr lang="en-US" dirty="0"/>
              <a:t>Network Layer: 5-</a:t>
            </a:r>
            <a:fld id="{C4204591-24BD-A542-B9D5-F8D8A88D2FEE}" type="slidenum">
              <a:rPr lang="en-US" smtClean="0"/>
              <a:pPr/>
              <a:t>13</a:t>
            </a:fld>
            <a:endParaRPr lang="en-US" dirty="0"/>
          </a:p>
        </p:txBody>
      </p:sp>
    </p:spTree>
    <p:extLst>
      <p:ext uri="{BB962C8B-B14F-4D97-AF65-F5344CB8AC3E}">
        <p14:creationId xmlns:p14="http://schemas.microsoft.com/office/powerpoint/2010/main" val="270880000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5B27BFF1-5DCE-D642-8EFE-FACB1C97EEE0}"/>
              </a:ext>
            </a:extLst>
          </p:cNvPr>
          <p:cNvSpPr>
            <a:spLocks noGrp="1"/>
          </p:cNvSpPr>
          <p:nvPr>
            <p:ph type="title"/>
          </p:nvPr>
        </p:nvSpPr>
        <p:spPr>
          <a:xfrm>
            <a:off x="838200" y="348585"/>
            <a:ext cx="9839632" cy="894622"/>
          </a:xfrm>
        </p:spPr>
        <p:txBody>
          <a:bodyPr/>
          <a:lstStyle/>
          <a:p>
            <a:r>
              <a:rPr lang="en-US" b="0" dirty="0">
                <a:latin typeface="+mn-lt"/>
              </a:rPr>
              <a:t>Dijkstra’s link-state routing algorithm</a:t>
            </a:r>
          </a:p>
        </p:txBody>
      </p:sp>
      <p:sp>
        <p:nvSpPr>
          <p:cNvPr id="546" name="Slide Number Placeholder 4">
            <a:extLst>
              <a:ext uri="{FF2B5EF4-FFF2-40B4-BE49-F238E27FC236}">
                <a16:creationId xmlns:a16="http://schemas.microsoft.com/office/drawing/2014/main" id="{5DC8F37A-7230-5148-88D9-265AE5AD394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Network Layer: 5-</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23" name="Rectangle 3">
            <a:extLst>
              <a:ext uri="{FF2B5EF4-FFF2-40B4-BE49-F238E27FC236}">
                <a16:creationId xmlns:a16="http://schemas.microsoft.com/office/drawing/2014/main" id="{AE9CCC8F-9B64-9843-9FF6-322BE507C6B3}"/>
              </a:ext>
            </a:extLst>
          </p:cNvPr>
          <p:cNvSpPr txBox="1">
            <a:spLocks noChangeArrowheads="1"/>
          </p:cNvSpPr>
          <p:nvPr/>
        </p:nvSpPr>
        <p:spPr>
          <a:xfrm>
            <a:off x="750989" y="1541236"/>
            <a:ext cx="5708805" cy="490378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dirty="0">
                <a:solidFill>
                  <a:srgbClr val="0000A8"/>
                </a:solidFill>
              </a:rPr>
              <a:t>centralized: </a:t>
            </a:r>
            <a:r>
              <a:rPr lang="en-US" dirty="0"/>
              <a:t>network topology, link costs known to </a:t>
            </a:r>
            <a:r>
              <a:rPr lang="en-US" i="1" dirty="0"/>
              <a:t>all</a:t>
            </a:r>
            <a:r>
              <a:rPr lang="en-US" dirty="0"/>
              <a:t> nodes</a:t>
            </a:r>
          </a:p>
          <a:p>
            <a:pPr lvl="1"/>
            <a:r>
              <a:rPr lang="en-US" dirty="0"/>
              <a:t>accomplished via “</a:t>
            </a:r>
            <a:r>
              <a:rPr lang="en-US" altLang="ja-JP" dirty="0"/>
              <a:t>link state broadcast” </a:t>
            </a:r>
          </a:p>
          <a:p>
            <a:pPr lvl="1"/>
            <a:r>
              <a:rPr lang="en-US" dirty="0"/>
              <a:t>all nodes have same info</a:t>
            </a:r>
          </a:p>
          <a:p>
            <a:r>
              <a:rPr lang="en-US" dirty="0"/>
              <a:t>computes least cost paths from one node (“</a:t>
            </a:r>
            <a:r>
              <a:rPr lang="en-US" altLang="ja-JP" dirty="0"/>
              <a:t>source”) to all other nodes</a:t>
            </a:r>
          </a:p>
          <a:p>
            <a:pPr lvl="1"/>
            <a:r>
              <a:rPr lang="en-US" dirty="0"/>
              <a:t>gives </a:t>
            </a:r>
            <a:r>
              <a:rPr lang="en-US" i="1" dirty="0">
                <a:solidFill>
                  <a:srgbClr val="000099"/>
                </a:solidFill>
              </a:rPr>
              <a:t>forwarding table</a:t>
            </a:r>
            <a:r>
              <a:rPr lang="en-US" dirty="0"/>
              <a:t> for that node</a:t>
            </a:r>
          </a:p>
          <a:p>
            <a:r>
              <a:rPr lang="en-US" dirty="0">
                <a:solidFill>
                  <a:srgbClr val="0000A8"/>
                </a:solidFill>
              </a:rPr>
              <a:t>iterative: </a:t>
            </a:r>
            <a:r>
              <a:rPr lang="en-US" dirty="0"/>
              <a:t>after </a:t>
            </a:r>
            <a:r>
              <a:rPr lang="en-US" i="1" dirty="0"/>
              <a:t>k</a:t>
            </a:r>
            <a:r>
              <a:rPr lang="en-US" dirty="0"/>
              <a:t> iterations, know least cost path to </a:t>
            </a:r>
            <a:r>
              <a:rPr lang="en-US" i="1" dirty="0"/>
              <a:t>k </a:t>
            </a:r>
            <a:r>
              <a:rPr lang="en-US" dirty="0"/>
              <a:t>destinations</a:t>
            </a:r>
          </a:p>
        </p:txBody>
      </p:sp>
      <p:grpSp>
        <p:nvGrpSpPr>
          <p:cNvPr id="5" name="Group 4">
            <a:extLst>
              <a:ext uri="{FF2B5EF4-FFF2-40B4-BE49-F238E27FC236}">
                <a16:creationId xmlns:a16="http://schemas.microsoft.com/office/drawing/2014/main" id="{87E67AF1-7D2F-A84A-A994-30B5519FB522}"/>
              </a:ext>
            </a:extLst>
          </p:cNvPr>
          <p:cNvGrpSpPr/>
          <p:nvPr/>
        </p:nvGrpSpPr>
        <p:grpSpPr>
          <a:xfrm>
            <a:off x="7315200" y="1524000"/>
            <a:ext cx="4441371" cy="4882184"/>
            <a:chOff x="7315200" y="1524000"/>
            <a:chExt cx="4441371" cy="4882184"/>
          </a:xfrm>
        </p:grpSpPr>
        <p:sp>
          <p:nvSpPr>
            <p:cNvPr id="24" name="Rectangle 4">
              <a:extLst>
                <a:ext uri="{FF2B5EF4-FFF2-40B4-BE49-F238E27FC236}">
                  <a16:creationId xmlns:a16="http://schemas.microsoft.com/office/drawing/2014/main" id="{D11D1E9D-A4E0-2D4D-8EB8-EB3C738C058E}"/>
                </a:ext>
              </a:extLst>
            </p:cNvPr>
            <p:cNvSpPr txBox="1">
              <a:spLocks noChangeArrowheads="1"/>
            </p:cNvSpPr>
            <p:nvPr/>
          </p:nvSpPr>
          <p:spPr>
            <a:xfrm>
              <a:off x="7387774" y="2168014"/>
              <a:ext cx="4310742" cy="423817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indent="-273050">
                <a:lnSpc>
                  <a:spcPct val="85000"/>
                </a:lnSpc>
                <a:spcBef>
                  <a:spcPts val="600"/>
                </a:spcBef>
              </a:pPr>
              <a:r>
                <a:rPr lang="en-US" i="1" dirty="0">
                  <a:solidFill>
                    <a:srgbClr val="000099"/>
                  </a:solidFill>
                </a:rPr>
                <a:t>c</a:t>
              </a:r>
              <a:r>
                <a:rPr lang="en-US" i="1" baseline="-25000" dirty="0">
                  <a:solidFill>
                    <a:srgbClr val="000099"/>
                  </a:solidFill>
                </a:rPr>
                <a:t>x,y</a:t>
              </a:r>
              <a:r>
                <a:rPr lang="en-US" i="1" dirty="0">
                  <a:solidFill>
                    <a:srgbClr val="000099"/>
                  </a:solidFill>
                </a:rPr>
                <a:t>:</a:t>
              </a:r>
              <a:r>
                <a:rPr lang="en-US" sz="2400" i="1" dirty="0"/>
                <a:t> </a:t>
              </a:r>
              <a:r>
                <a:rPr lang="en-US" sz="2400" u="sng" dirty="0"/>
                <a:t>direct</a:t>
              </a:r>
              <a:r>
                <a:rPr lang="en-US" sz="2400" dirty="0"/>
                <a:t> link cost from node </a:t>
              </a:r>
              <a:r>
                <a:rPr lang="en-US" sz="2400" i="1" dirty="0"/>
                <a:t>x</a:t>
              </a:r>
              <a:r>
                <a:rPr lang="en-US" sz="2400" dirty="0"/>
                <a:t> to </a:t>
              </a:r>
              <a:r>
                <a:rPr lang="en-US" sz="2400" i="1" dirty="0"/>
                <a:t>y</a:t>
              </a:r>
              <a:r>
                <a:rPr lang="en-US" sz="2400" dirty="0"/>
                <a:t>;  = ∞ if not direct neighbors</a:t>
              </a:r>
            </a:p>
            <a:p>
              <a:pPr marL="403225" indent="-273050">
                <a:lnSpc>
                  <a:spcPct val="85000"/>
                </a:lnSpc>
                <a:spcBef>
                  <a:spcPts val="600"/>
                </a:spcBef>
              </a:pPr>
              <a:r>
                <a:rPr lang="en-US" i="1" dirty="0">
                  <a:solidFill>
                    <a:srgbClr val="000099"/>
                  </a:solidFill>
                </a:rPr>
                <a:t>D(v):</a:t>
              </a:r>
              <a:r>
                <a:rPr lang="en-US" sz="2400" i="1" dirty="0"/>
                <a:t> current</a:t>
              </a:r>
              <a:r>
                <a:rPr lang="en-US" sz="2400" dirty="0"/>
                <a:t> estimate of cost of least-cost-path from source to destination </a:t>
              </a:r>
              <a:r>
                <a:rPr lang="en-US" sz="2400" i="1" dirty="0"/>
                <a:t>v</a:t>
              </a:r>
            </a:p>
            <a:p>
              <a:pPr marL="403225" indent="-273050">
                <a:lnSpc>
                  <a:spcPct val="85000"/>
                </a:lnSpc>
                <a:spcBef>
                  <a:spcPts val="600"/>
                </a:spcBef>
              </a:pPr>
              <a:r>
                <a:rPr lang="en-US" i="1" dirty="0">
                  <a:solidFill>
                    <a:srgbClr val="000099"/>
                  </a:solidFill>
                </a:rPr>
                <a:t>p(v):</a:t>
              </a:r>
              <a:r>
                <a:rPr lang="en-US" sz="2400" i="1" dirty="0"/>
                <a:t> </a:t>
              </a:r>
              <a:r>
                <a:rPr lang="en-US" sz="2400" dirty="0"/>
                <a:t>predecessor node along path from source to </a:t>
              </a:r>
              <a:r>
                <a:rPr lang="en-US" sz="2400" i="1" dirty="0"/>
                <a:t>v</a:t>
              </a:r>
            </a:p>
            <a:p>
              <a:pPr marL="403225" indent="-273050">
                <a:lnSpc>
                  <a:spcPct val="85000"/>
                </a:lnSpc>
                <a:spcBef>
                  <a:spcPts val="600"/>
                </a:spcBef>
              </a:pPr>
              <a:r>
                <a:rPr lang="en-US" i="1" dirty="0">
                  <a:solidFill>
                    <a:srgbClr val="000099"/>
                  </a:solidFill>
                </a:rPr>
                <a:t>N</a:t>
              </a:r>
              <a:r>
                <a:rPr lang="en-US" i="1" dirty="0">
                  <a:solidFill>
                    <a:srgbClr val="000099"/>
                  </a:solidFill>
                  <a:cs typeface="Arial" charset="0"/>
                </a:rPr>
                <a:t>'</a:t>
              </a:r>
              <a:r>
                <a:rPr lang="en-US" i="1" dirty="0">
                  <a:solidFill>
                    <a:srgbClr val="000099"/>
                  </a:solidFill>
                </a:rPr>
                <a:t>:</a:t>
              </a:r>
              <a:r>
                <a:rPr lang="en-US" sz="2400" i="1" dirty="0"/>
                <a:t> </a:t>
              </a:r>
              <a:r>
                <a:rPr lang="en-US" sz="2400" dirty="0"/>
                <a:t>set of nodes whose least-cost-path </a:t>
              </a:r>
              <a:r>
                <a:rPr lang="en-US" sz="2400" i="1" dirty="0"/>
                <a:t>definitively</a:t>
              </a:r>
              <a:r>
                <a:rPr lang="en-US" sz="2400" dirty="0"/>
                <a:t> known</a:t>
              </a:r>
            </a:p>
            <a:p>
              <a:pPr>
                <a:lnSpc>
                  <a:spcPct val="75000"/>
                </a:lnSpc>
              </a:pPr>
              <a:endParaRPr lang="en-US" dirty="0">
                <a:latin typeface="Gill Sans MT" charset="0"/>
              </a:endParaRPr>
            </a:p>
          </p:txBody>
        </p:sp>
        <p:sp>
          <p:nvSpPr>
            <p:cNvPr id="2" name="Rectangle 1">
              <a:extLst>
                <a:ext uri="{FF2B5EF4-FFF2-40B4-BE49-F238E27FC236}">
                  <a16:creationId xmlns:a16="http://schemas.microsoft.com/office/drawing/2014/main" id="{575BF574-1695-D54B-8932-9F284CCA9BE5}"/>
                </a:ext>
              </a:extLst>
            </p:cNvPr>
            <p:cNvSpPr/>
            <p:nvPr/>
          </p:nvSpPr>
          <p:spPr>
            <a:xfrm>
              <a:off x="7315200" y="1828800"/>
              <a:ext cx="4441371" cy="4339771"/>
            </a:xfrm>
            <a:prstGeom prst="rect">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 name="TextBox 2">
              <a:extLst>
                <a:ext uri="{FF2B5EF4-FFF2-40B4-BE49-F238E27FC236}">
                  <a16:creationId xmlns:a16="http://schemas.microsoft.com/office/drawing/2014/main" id="{C2AE01A3-6135-9744-BC6A-3A4D19D0FA06}"/>
                </a:ext>
              </a:extLst>
            </p:cNvPr>
            <p:cNvSpPr txBox="1"/>
            <p:nvPr/>
          </p:nvSpPr>
          <p:spPr>
            <a:xfrm>
              <a:off x="7823199" y="1524000"/>
              <a:ext cx="1608967" cy="584775"/>
            </a:xfrm>
            <a:prstGeom prst="rect">
              <a:avLst/>
            </a:prstGeom>
            <a:solidFill>
              <a:schemeClr val="bg1"/>
            </a:solidFill>
          </p:spPr>
          <p:txBody>
            <a:bodyPr wrap="none" rtlCol="0">
              <a:spAutoFit/>
            </a:bodyPr>
            <a:lstStyle/>
            <a:p>
              <a:r>
                <a:rPr lang="en-US" sz="3200" dirty="0">
                  <a:solidFill>
                    <a:srgbClr val="C00000"/>
                  </a:solidFill>
                </a:rPr>
                <a:t>notation</a:t>
              </a:r>
            </a:p>
          </p:txBody>
        </p:sp>
      </p:grpSp>
    </p:spTree>
    <p:extLst>
      <p:ext uri="{BB962C8B-B14F-4D97-AF65-F5344CB8AC3E}">
        <p14:creationId xmlns:p14="http://schemas.microsoft.com/office/powerpoint/2010/main" val="14439591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
                                            <p:txEl>
                                              <p:pRg st="0" end="0"/>
                                            </p:txEl>
                                          </p:spTgt>
                                        </p:tgtEl>
                                        <p:attrNameLst>
                                          <p:attrName>style.visibility</p:attrName>
                                        </p:attrNameLst>
                                      </p:cBhvr>
                                      <p:to>
                                        <p:strVal val="visible"/>
                                      </p:to>
                                    </p:set>
                                    <p:animEffect transition="in" filter="dissolve">
                                      <p:cBhvr>
                                        <p:cTn id="7" dur="500"/>
                                        <p:tgtEl>
                                          <p:spTgt spid="23">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3">
                                            <p:txEl>
                                              <p:pRg st="1" end="1"/>
                                            </p:txEl>
                                          </p:spTgt>
                                        </p:tgtEl>
                                        <p:attrNameLst>
                                          <p:attrName>style.visibility</p:attrName>
                                        </p:attrNameLst>
                                      </p:cBhvr>
                                      <p:to>
                                        <p:strVal val="visible"/>
                                      </p:to>
                                    </p:set>
                                    <p:animEffect transition="in" filter="dissolve">
                                      <p:cBhvr>
                                        <p:cTn id="10" dur="500"/>
                                        <p:tgtEl>
                                          <p:spTgt spid="23">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23">
                                            <p:txEl>
                                              <p:pRg st="2" end="2"/>
                                            </p:txEl>
                                          </p:spTgt>
                                        </p:tgtEl>
                                        <p:attrNameLst>
                                          <p:attrName>style.visibility</p:attrName>
                                        </p:attrNameLst>
                                      </p:cBhvr>
                                      <p:to>
                                        <p:strVal val="visible"/>
                                      </p:to>
                                    </p:set>
                                    <p:animEffect transition="in" filter="dissolve">
                                      <p:cBhvr>
                                        <p:cTn id="13" dur="500"/>
                                        <p:tgtEl>
                                          <p:spTgt spid="23">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23">
                                            <p:txEl>
                                              <p:pRg st="3" end="3"/>
                                            </p:txEl>
                                          </p:spTgt>
                                        </p:tgtEl>
                                        <p:attrNameLst>
                                          <p:attrName>style.visibility</p:attrName>
                                        </p:attrNameLst>
                                      </p:cBhvr>
                                      <p:to>
                                        <p:strVal val="visible"/>
                                      </p:to>
                                    </p:set>
                                    <p:animEffect transition="in" filter="dissolve">
                                      <p:cBhvr>
                                        <p:cTn id="18" dur="500"/>
                                        <p:tgtEl>
                                          <p:spTgt spid="23">
                                            <p:txEl>
                                              <p:pRg st="3" end="3"/>
                                            </p:txEl>
                                          </p:spTgt>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23">
                                            <p:txEl>
                                              <p:pRg st="4" end="4"/>
                                            </p:txEl>
                                          </p:spTgt>
                                        </p:tgtEl>
                                        <p:attrNameLst>
                                          <p:attrName>style.visibility</p:attrName>
                                        </p:attrNameLst>
                                      </p:cBhvr>
                                      <p:to>
                                        <p:strVal val="visible"/>
                                      </p:to>
                                    </p:set>
                                    <p:animEffect transition="in" filter="dissolve">
                                      <p:cBhvr>
                                        <p:cTn id="21" dur="500"/>
                                        <p:tgtEl>
                                          <p:spTgt spid="23">
                                            <p:txEl>
                                              <p:pRg st="4" end="4"/>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23">
                                            <p:txEl>
                                              <p:pRg st="5" end="5"/>
                                            </p:txEl>
                                          </p:spTgt>
                                        </p:tgtEl>
                                        <p:attrNameLst>
                                          <p:attrName>style.visibility</p:attrName>
                                        </p:attrNameLst>
                                      </p:cBhvr>
                                      <p:to>
                                        <p:strVal val="visible"/>
                                      </p:to>
                                    </p:set>
                                    <p:animEffect transition="in" filter="dissolve">
                                      <p:cBhvr>
                                        <p:cTn id="26" dur="500"/>
                                        <p:tgtEl>
                                          <p:spTgt spid="23">
                                            <p:txEl>
                                              <p:pRg st="5" end="5"/>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5"/>
                                        </p:tgtEl>
                                        <p:attrNameLst>
                                          <p:attrName>style.visibility</p:attrName>
                                        </p:attrNameLst>
                                      </p:cBhvr>
                                      <p:to>
                                        <p:strVal val="visible"/>
                                      </p:to>
                                    </p:set>
                                    <p:animEffect transition="in" filter="dissolve">
                                      <p:cBhvr>
                                        <p:cTn id="31"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build="p"/>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Group 11">
            <a:extLst>
              <a:ext uri="{FF2B5EF4-FFF2-40B4-BE49-F238E27FC236}">
                <a16:creationId xmlns:a16="http://schemas.microsoft.com/office/drawing/2014/main" id="{7D1BF78F-2764-A548-ABF1-4B1E42A705DA}"/>
              </a:ext>
            </a:extLst>
          </p:cNvPr>
          <p:cNvGrpSpPr/>
          <p:nvPr/>
        </p:nvGrpSpPr>
        <p:grpSpPr>
          <a:xfrm>
            <a:off x="1088571" y="3643090"/>
            <a:ext cx="1669144" cy="2786743"/>
            <a:chOff x="391885" y="3599543"/>
            <a:chExt cx="1669144" cy="2786743"/>
          </a:xfrm>
        </p:grpSpPr>
        <p:sp>
          <p:nvSpPr>
            <p:cNvPr id="4" name="Oval 3">
              <a:extLst>
                <a:ext uri="{FF2B5EF4-FFF2-40B4-BE49-F238E27FC236}">
                  <a16:creationId xmlns:a16="http://schemas.microsoft.com/office/drawing/2014/main" id="{2D7BEC2C-0D8F-4B40-94FB-EBBC0F3C072B}"/>
                </a:ext>
              </a:extLst>
            </p:cNvPr>
            <p:cNvSpPr/>
            <p:nvPr/>
          </p:nvSpPr>
          <p:spPr>
            <a:xfrm>
              <a:off x="391885" y="3599543"/>
              <a:ext cx="1480458" cy="2786743"/>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4">
              <a:extLst>
                <a:ext uri="{FF2B5EF4-FFF2-40B4-BE49-F238E27FC236}">
                  <a16:creationId xmlns:a16="http://schemas.microsoft.com/office/drawing/2014/main" id="{D65DE2F2-C2A0-5A4A-BDC1-ACDB6130E0FD}"/>
                </a:ext>
              </a:extLst>
            </p:cNvPr>
            <p:cNvSpPr/>
            <p:nvPr/>
          </p:nvSpPr>
          <p:spPr>
            <a:xfrm>
              <a:off x="1161143" y="3715658"/>
              <a:ext cx="899886" cy="258354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0" name="Straight Arrow Connector 9">
              <a:extLst>
                <a:ext uri="{FF2B5EF4-FFF2-40B4-BE49-F238E27FC236}">
                  <a16:creationId xmlns:a16="http://schemas.microsoft.com/office/drawing/2014/main" id="{599703E9-6EB8-4942-9B41-791473B66075}"/>
                </a:ext>
              </a:extLst>
            </p:cNvPr>
            <p:cNvCxnSpPr>
              <a:cxnSpLocks/>
            </p:cNvCxnSpPr>
            <p:nvPr/>
          </p:nvCxnSpPr>
          <p:spPr>
            <a:xfrm>
              <a:off x="1377950" y="3679825"/>
              <a:ext cx="144237" cy="107497"/>
            </a:xfrm>
            <a:prstGeom prst="straightConnector1">
              <a:avLst/>
            </a:prstGeom>
            <a:ln w="38100">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sp>
        <p:nvSpPr>
          <p:cNvPr id="6" name="Title 5">
            <a:extLst>
              <a:ext uri="{FF2B5EF4-FFF2-40B4-BE49-F238E27FC236}">
                <a16:creationId xmlns:a16="http://schemas.microsoft.com/office/drawing/2014/main" id="{5B27BFF1-5DCE-D642-8EFE-FACB1C97EEE0}"/>
              </a:ext>
            </a:extLst>
          </p:cNvPr>
          <p:cNvSpPr>
            <a:spLocks noGrp="1"/>
          </p:cNvSpPr>
          <p:nvPr>
            <p:ph type="title"/>
          </p:nvPr>
        </p:nvSpPr>
        <p:spPr>
          <a:xfrm>
            <a:off x="838200" y="348585"/>
            <a:ext cx="9839632" cy="894622"/>
          </a:xfrm>
        </p:spPr>
        <p:txBody>
          <a:bodyPr/>
          <a:lstStyle/>
          <a:p>
            <a:r>
              <a:rPr lang="en-US" b="0" dirty="0">
                <a:latin typeface="+mn-lt"/>
              </a:rPr>
              <a:t>Dijkstra’s link-state routing algorithm</a:t>
            </a:r>
          </a:p>
        </p:txBody>
      </p:sp>
      <p:sp>
        <p:nvSpPr>
          <p:cNvPr id="546" name="Slide Number Placeholder 4">
            <a:extLst>
              <a:ext uri="{FF2B5EF4-FFF2-40B4-BE49-F238E27FC236}">
                <a16:creationId xmlns:a16="http://schemas.microsoft.com/office/drawing/2014/main" id="{5DC8F37A-7230-5148-88D9-265AE5AD394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Network Layer: 5-</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8" name="Text Box 3">
            <a:extLst>
              <a:ext uri="{FF2B5EF4-FFF2-40B4-BE49-F238E27FC236}">
                <a16:creationId xmlns:a16="http://schemas.microsoft.com/office/drawing/2014/main" id="{E360F75D-37CB-A045-9AC4-50629DAD82D8}"/>
              </a:ext>
            </a:extLst>
          </p:cNvPr>
          <p:cNvSpPr txBox="1">
            <a:spLocks noChangeArrowheads="1"/>
          </p:cNvSpPr>
          <p:nvPr/>
        </p:nvSpPr>
        <p:spPr bwMode="auto">
          <a:xfrm>
            <a:off x="2157412" y="1225689"/>
            <a:ext cx="9799235" cy="241912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nSpc>
                <a:spcPct val="90000"/>
              </a:lnSpc>
            </a:pPr>
            <a:r>
              <a:rPr lang="en-US" sz="2000" dirty="0">
                <a:latin typeface="+mn-lt"/>
              </a:rPr>
              <a:t>1  </a:t>
            </a:r>
            <a:r>
              <a:rPr lang="en-US" i="1" dirty="0">
                <a:solidFill>
                  <a:srgbClr val="0000A8"/>
                </a:solidFill>
                <a:latin typeface="+mn-lt"/>
              </a:rPr>
              <a:t>Initialization:</a:t>
            </a:r>
            <a:r>
              <a:rPr lang="en-US" dirty="0">
                <a:solidFill>
                  <a:srgbClr val="0000A8"/>
                </a:solidFill>
                <a:latin typeface="+mn-lt"/>
              </a:rPr>
              <a:t> </a:t>
            </a:r>
          </a:p>
          <a:p>
            <a:pPr>
              <a:lnSpc>
                <a:spcPct val="90000"/>
              </a:lnSpc>
            </a:pPr>
            <a:r>
              <a:rPr lang="en-US" dirty="0">
                <a:latin typeface="+mn-lt"/>
              </a:rPr>
              <a:t>2   </a:t>
            </a:r>
            <a:r>
              <a:rPr lang="en-US" i="1" dirty="0">
                <a:latin typeface="+mn-lt"/>
              </a:rPr>
              <a:t> N</a:t>
            </a:r>
            <a:r>
              <a:rPr lang="en-US" i="1" dirty="0">
                <a:latin typeface="+mn-lt"/>
                <a:cs typeface="Arial" charset="0"/>
              </a:rPr>
              <a:t>'</a:t>
            </a:r>
            <a:r>
              <a:rPr lang="en-US" i="1" dirty="0">
                <a:latin typeface="+mn-lt"/>
              </a:rPr>
              <a:t> </a:t>
            </a:r>
            <a:r>
              <a:rPr lang="en-US" dirty="0">
                <a:latin typeface="+mn-lt"/>
              </a:rPr>
              <a:t>= {</a:t>
            </a:r>
            <a:r>
              <a:rPr lang="en-US" i="1" dirty="0">
                <a:latin typeface="+mn-lt"/>
              </a:rPr>
              <a:t>u</a:t>
            </a:r>
            <a:r>
              <a:rPr lang="en-US" dirty="0">
                <a:latin typeface="+mn-lt"/>
              </a:rPr>
              <a:t>}                               </a:t>
            </a:r>
            <a:r>
              <a:rPr lang="en-US" sz="1600" dirty="0">
                <a:latin typeface="Arial" panose="020B0604020202020204" pitchFamily="34" charset="0"/>
                <a:cs typeface="Arial" panose="020B0604020202020204" pitchFamily="34" charset="0"/>
              </a:rPr>
              <a:t>/* compute </a:t>
            </a:r>
            <a:r>
              <a:rPr lang="en-US" sz="1600" dirty="0"/>
              <a:t>least cost path from u </a:t>
            </a:r>
            <a:r>
              <a:rPr lang="en-US" altLang="ja-JP" sz="1600" dirty="0"/>
              <a:t>to all other nodes */</a:t>
            </a:r>
            <a:endParaRPr lang="en-US" dirty="0">
              <a:latin typeface="+mn-lt"/>
            </a:endParaRPr>
          </a:p>
          <a:p>
            <a:pPr>
              <a:lnSpc>
                <a:spcPct val="90000"/>
              </a:lnSpc>
            </a:pPr>
            <a:r>
              <a:rPr lang="en-US" dirty="0">
                <a:latin typeface="+mn-lt"/>
              </a:rPr>
              <a:t>3    for all nodes </a:t>
            </a:r>
            <a:r>
              <a:rPr lang="en-US" i="1" dirty="0">
                <a:latin typeface="+mn-lt"/>
              </a:rPr>
              <a:t>v</a:t>
            </a:r>
            <a:r>
              <a:rPr lang="en-US" dirty="0">
                <a:latin typeface="+mn-lt"/>
              </a:rPr>
              <a:t> </a:t>
            </a:r>
          </a:p>
          <a:p>
            <a:pPr>
              <a:lnSpc>
                <a:spcPct val="90000"/>
              </a:lnSpc>
            </a:pPr>
            <a:r>
              <a:rPr lang="en-US" dirty="0">
                <a:latin typeface="+mn-lt"/>
              </a:rPr>
              <a:t>4      if </a:t>
            </a:r>
            <a:r>
              <a:rPr lang="en-US" i="1" dirty="0">
                <a:latin typeface="+mn-lt"/>
              </a:rPr>
              <a:t>v</a:t>
            </a:r>
            <a:r>
              <a:rPr lang="en-US" dirty="0">
                <a:latin typeface="+mn-lt"/>
              </a:rPr>
              <a:t> adjacent to </a:t>
            </a:r>
            <a:r>
              <a:rPr lang="en-US" i="1" dirty="0">
                <a:latin typeface="+mn-lt"/>
              </a:rPr>
              <a:t>u</a:t>
            </a:r>
            <a:r>
              <a:rPr lang="en-US" dirty="0">
                <a:latin typeface="+mn-lt"/>
              </a:rPr>
              <a:t>            </a:t>
            </a:r>
            <a:r>
              <a:rPr lang="en-US" sz="1800" dirty="0">
                <a:latin typeface="+mn-lt"/>
              </a:rPr>
              <a:t>/* </a:t>
            </a:r>
            <a:r>
              <a:rPr lang="en-US" sz="1800" i="1" dirty="0">
                <a:latin typeface="+mn-lt"/>
              </a:rPr>
              <a:t>u </a:t>
            </a:r>
            <a:r>
              <a:rPr lang="en-US" sz="1800" dirty="0">
                <a:latin typeface="+mn-lt"/>
              </a:rPr>
              <a:t>initially</a:t>
            </a:r>
            <a:r>
              <a:rPr lang="en-US" sz="1800" i="1" dirty="0">
                <a:latin typeface="+mn-lt"/>
              </a:rPr>
              <a:t> </a:t>
            </a:r>
            <a:r>
              <a:rPr lang="en-US" sz="1800" dirty="0">
                <a:latin typeface="+mn-lt"/>
              </a:rPr>
              <a:t>knows direct-path-cost only to  direct neighbors    */</a:t>
            </a:r>
            <a:endParaRPr lang="en-US" dirty="0">
              <a:latin typeface="+mn-lt"/>
            </a:endParaRPr>
          </a:p>
          <a:p>
            <a:pPr>
              <a:lnSpc>
                <a:spcPct val="90000"/>
              </a:lnSpc>
            </a:pPr>
            <a:r>
              <a:rPr lang="en-US" dirty="0">
                <a:latin typeface="+mn-lt"/>
              </a:rPr>
              <a:t>5          then </a:t>
            </a:r>
            <a:r>
              <a:rPr lang="en-US" i="1" dirty="0">
                <a:latin typeface="+mn-lt"/>
              </a:rPr>
              <a:t>D(v) = c</a:t>
            </a:r>
            <a:r>
              <a:rPr lang="en-US" i="1" baseline="-25000" dirty="0">
                <a:latin typeface="+mn-lt"/>
              </a:rPr>
              <a:t>u,v      </a:t>
            </a:r>
            <a:r>
              <a:rPr lang="en-US" sz="1800" baseline="-25000" dirty="0">
                <a:latin typeface="+mn-lt"/>
              </a:rPr>
              <a:t>             </a:t>
            </a:r>
            <a:r>
              <a:rPr lang="en-US" sz="1800" dirty="0">
                <a:latin typeface="+mn-lt"/>
              </a:rPr>
              <a:t>/* but may not be </a:t>
            </a:r>
            <a:r>
              <a:rPr lang="en-US" sz="1800" i="1" dirty="0">
                <a:latin typeface="+mn-lt"/>
              </a:rPr>
              <a:t>minimum</a:t>
            </a:r>
            <a:r>
              <a:rPr lang="en-US" sz="1800" dirty="0">
                <a:latin typeface="+mn-lt"/>
              </a:rPr>
              <a:t> cost!                                                    */</a:t>
            </a:r>
          </a:p>
          <a:p>
            <a:pPr>
              <a:lnSpc>
                <a:spcPct val="90000"/>
              </a:lnSpc>
            </a:pPr>
            <a:r>
              <a:rPr lang="en-US" dirty="0">
                <a:latin typeface="+mn-lt"/>
              </a:rPr>
              <a:t>6      else </a:t>
            </a:r>
            <a:r>
              <a:rPr lang="en-US" i="1" dirty="0">
                <a:latin typeface="+mn-lt"/>
              </a:rPr>
              <a:t>D(v) </a:t>
            </a:r>
            <a:r>
              <a:rPr lang="en-US" dirty="0">
                <a:latin typeface="+mn-lt"/>
              </a:rPr>
              <a:t>= </a:t>
            </a:r>
            <a:r>
              <a:rPr lang="en-US" dirty="0">
                <a:latin typeface="+mn-lt"/>
                <a:cs typeface="Arial" charset="0"/>
              </a:rPr>
              <a:t>∞</a:t>
            </a:r>
            <a:r>
              <a:rPr lang="en-US" dirty="0">
                <a:latin typeface="+mn-lt"/>
              </a:rPr>
              <a:t> </a:t>
            </a:r>
          </a:p>
          <a:p>
            <a:pPr>
              <a:lnSpc>
                <a:spcPct val="90000"/>
              </a:lnSpc>
            </a:pPr>
            <a:r>
              <a:rPr lang="en-US" dirty="0">
                <a:latin typeface="+mn-lt"/>
              </a:rPr>
              <a:t>7 </a:t>
            </a:r>
          </a:p>
        </p:txBody>
      </p:sp>
      <p:sp>
        <p:nvSpPr>
          <p:cNvPr id="16" name="Text Box 3">
            <a:extLst>
              <a:ext uri="{FF2B5EF4-FFF2-40B4-BE49-F238E27FC236}">
                <a16:creationId xmlns:a16="http://schemas.microsoft.com/office/drawing/2014/main" id="{E6A5B365-6E84-8F48-A98B-CE54B371702B}"/>
              </a:ext>
            </a:extLst>
          </p:cNvPr>
          <p:cNvSpPr txBox="1">
            <a:spLocks noChangeArrowheads="1"/>
          </p:cNvSpPr>
          <p:nvPr/>
        </p:nvSpPr>
        <p:spPr bwMode="auto">
          <a:xfrm>
            <a:off x="2179184" y="3194942"/>
            <a:ext cx="3075073" cy="34163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endParaRPr lang="en-US" dirty="0">
              <a:latin typeface="+mn-lt"/>
            </a:endParaRPr>
          </a:p>
          <a:p>
            <a:r>
              <a:rPr lang="en-US" dirty="0">
                <a:solidFill>
                  <a:srgbClr val="0000A8"/>
                </a:solidFill>
                <a:latin typeface="+mn-lt"/>
              </a:rPr>
              <a:t>8   </a:t>
            </a:r>
            <a:r>
              <a:rPr lang="en-US" i="1" dirty="0">
                <a:solidFill>
                  <a:srgbClr val="0000A8"/>
                </a:solidFill>
                <a:latin typeface="+mn-lt"/>
              </a:rPr>
              <a:t>Loop </a:t>
            </a:r>
            <a:endParaRPr lang="en-US" dirty="0">
              <a:solidFill>
                <a:srgbClr val="0000A8"/>
              </a:solidFill>
              <a:latin typeface="+mn-lt"/>
            </a:endParaRPr>
          </a:p>
          <a:p>
            <a:r>
              <a:rPr lang="en-US" dirty="0">
                <a:latin typeface="+mn-lt"/>
              </a:rPr>
              <a:t>9     </a:t>
            </a:r>
          </a:p>
          <a:p>
            <a:r>
              <a:rPr lang="en-US" dirty="0">
                <a:latin typeface="+mn-lt"/>
              </a:rPr>
              <a:t>10    </a:t>
            </a:r>
          </a:p>
          <a:p>
            <a:r>
              <a:rPr lang="en-US" dirty="0">
                <a:latin typeface="+mn-lt"/>
              </a:rPr>
              <a:t>11</a:t>
            </a:r>
          </a:p>
          <a:p>
            <a:r>
              <a:rPr lang="en-US" dirty="0">
                <a:latin typeface="+mn-lt"/>
              </a:rPr>
              <a:t>12</a:t>
            </a:r>
            <a:endParaRPr lang="en-US" b="1" dirty="0">
              <a:solidFill>
                <a:srgbClr val="CC0000"/>
              </a:solidFill>
              <a:latin typeface="+mn-lt"/>
            </a:endParaRPr>
          </a:p>
          <a:p>
            <a:r>
              <a:rPr lang="en-US" dirty="0">
                <a:latin typeface="+mn-lt"/>
              </a:rPr>
              <a:t>13</a:t>
            </a:r>
          </a:p>
          <a:p>
            <a:r>
              <a:rPr lang="en-US" dirty="0">
                <a:latin typeface="+mn-lt"/>
              </a:rPr>
              <a:t>14</a:t>
            </a:r>
          </a:p>
          <a:p>
            <a:r>
              <a:rPr lang="en-US" b="1" dirty="0">
                <a:solidFill>
                  <a:srgbClr val="0000A8"/>
                </a:solidFill>
                <a:latin typeface="+mn-lt"/>
              </a:rPr>
              <a:t>15  </a:t>
            </a:r>
            <a:r>
              <a:rPr lang="en-US" i="1" dirty="0">
                <a:solidFill>
                  <a:srgbClr val="0000A8"/>
                </a:solidFill>
                <a:latin typeface="+mn-lt"/>
              </a:rPr>
              <a:t>until all nodes in N</a:t>
            </a:r>
            <a:r>
              <a:rPr lang="en-US" i="1" dirty="0">
                <a:solidFill>
                  <a:srgbClr val="0000A8"/>
                </a:solidFill>
                <a:latin typeface="+mn-lt"/>
                <a:cs typeface="Arial" charset="0"/>
              </a:rPr>
              <a:t>'</a:t>
            </a:r>
            <a:r>
              <a:rPr lang="en-US" dirty="0">
                <a:solidFill>
                  <a:srgbClr val="0000A8"/>
                </a:solidFill>
                <a:latin typeface="+mn-lt"/>
              </a:rPr>
              <a:t> </a:t>
            </a:r>
          </a:p>
        </p:txBody>
      </p:sp>
      <p:sp>
        <p:nvSpPr>
          <p:cNvPr id="17" name="Text Box 3">
            <a:extLst>
              <a:ext uri="{FF2B5EF4-FFF2-40B4-BE49-F238E27FC236}">
                <a16:creationId xmlns:a16="http://schemas.microsoft.com/office/drawing/2014/main" id="{C3FDD5E0-11CC-FC44-8118-718358E5438B}"/>
              </a:ext>
            </a:extLst>
          </p:cNvPr>
          <p:cNvSpPr txBox="1">
            <a:spLocks noChangeArrowheads="1"/>
          </p:cNvSpPr>
          <p:nvPr/>
        </p:nvSpPr>
        <p:spPr bwMode="auto">
          <a:xfrm>
            <a:off x="2767012" y="3546934"/>
            <a:ext cx="7463582" cy="26571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endParaRPr lang="en-US" dirty="0">
              <a:latin typeface="+mn-lt"/>
            </a:endParaRPr>
          </a:p>
          <a:p>
            <a:r>
              <a:rPr lang="en-US" dirty="0">
                <a:latin typeface="+mn-lt"/>
              </a:rPr>
              <a:t>find </a:t>
            </a:r>
            <a:r>
              <a:rPr lang="en-US" i="1" dirty="0">
                <a:latin typeface="+mn-lt"/>
              </a:rPr>
              <a:t>w</a:t>
            </a:r>
            <a:r>
              <a:rPr lang="en-US" dirty="0">
                <a:latin typeface="+mn-lt"/>
              </a:rPr>
              <a:t> not in </a:t>
            </a:r>
            <a:r>
              <a:rPr lang="en-US" i="1" dirty="0">
                <a:latin typeface="+mn-lt"/>
              </a:rPr>
              <a:t>N</a:t>
            </a:r>
            <a:r>
              <a:rPr lang="en-US" i="1" dirty="0">
                <a:latin typeface="+mn-lt"/>
                <a:cs typeface="Arial" charset="0"/>
              </a:rPr>
              <a:t>'</a:t>
            </a:r>
            <a:r>
              <a:rPr lang="en-US" i="1" dirty="0">
                <a:latin typeface="+mn-lt"/>
              </a:rPr>
              <a:t> </a:t>
            </a:r>
            <a:r>
              <a:rPr lang="en-US" dirty="0">
                <a:latin typeface="+mn-lt"/>
              </a:rPr>
              <a:t>such that </a:t>
            </a:r>
            <a:r>
              <a:rPr lang="en-US" i="1" dirty="0">
                <a:latin typeface="+mn-lt"/>
              </a:rPr>
              <a:t>D(w) </a:t>
            </a:r>
            <a:r>
              <a:rPr lang="en-US" dirty="0">
                <a:latin typeface="+mn-lt"/>
              </a:rPr>
              <a:t>is a minimum </a:t>
            </a:r>
          </a:p>
          <a:p>
            <a:r>
              <a:rPr lang="en-US" dirty="0">
                <a:latin typeface="+mn-lt"/>
              </a:rPr>
              <a:t>add </a:t>
            </a:r>
            <a:r>
              <a:rPr lang="en-US" i="1" dirty="0">
                <a:latin typeface="+mn-lt"/>
              </a:rPr>
              <a:t>w</a:t>
            </a:r>
            <a:r>
              <a:rPr lang="en-US" dirty="0">
                <a:latin typeface="+mn-lt"/>
              </a:rPr>
              <a:t> to </a:t>
            </a:r>
            <a:r>
              <a:rPr lang="en-US" i="1" dirty="0">
                <a:latin typeface="+mn-lt"/>
              </a:rPr>
              <a:t>N</a:t>
            </a:r>
            <a:r>
              <a:rPr lang="en-US" i="1" dirty="0">
                <a:latin typeface="+mn-lt"/>
                <a:cs typeface="Arial" charset="0"/>
              </a:rPr>
              <a:t>'</a:t>
            </a:r>
            <a:r>
              <a:rPr lang="en-US" i="1" dirty="0">
                <a:latin typeface="+mn-lt"/>
              </a:rPr>
              <a:t> </a:t>
            </a:r>
          </a:p>
          <a:p>
            <a:r>
              <a:rPr lang="en-US" dirty="0">
                <a:latin typeface="+mn-lt"/>
              </a:rPr>
              <a:t>update </a:t>
            </a:r>
            <a:r>
              <a:rPr lang="en-US" i="1" dirty="0">
                <a:latin typeface="+mn-lt"/>
              </a:rPr>
              <a:t>D(v) </a:t>
            </a:r>
            <a:r>
              <a:rPr lang="en-US" dirty="0">
                <a:latin typeface="+mn-lt"/>
              </a:rPr>
              <a:t>for all</a:t>
            </a:r>
            <a:r>
              <a:rPr lang="en-US" i="1" dirty="0">
                <a:latin typeface="+mn-lt"/>
              </a:rPr>
              <a:t> v </a:t>
            </a:r>
            <a:r>
              <a:rPr lang="en-US" dirty="0">
                <a:latin typeface="+mn-lt"/>
              </a:rPr>
              <a:t>adjacent to </a:t>
            </a:r>
            <a:r>
              <a:rPr lang="en-US" i="1" dirty="0">
                <a:latin typeface="+mn-lt"/>
              </a:rPr>
              <a:t>w</a:t>
            </a:r>
            <a:r>
              <a:rPr lang="en-US" dirty="0">
                <a:latin typeface="+mn-lt"/>
              </a:rPr>
              <a:t> and not in </a:t>
            </a:r>
            <a:r>
              <a:rPr lang="en-US" i="1" dirty="0">
                <a:latin typeface="+mn-lt"/>
              </a:rPr>
              <a:t>N</a:t>
            </a:r>
            <a:r>
              <a:rPr lang="en-US" i="1" dirty="0">
                <a:latin typeface="+mn-lt"/>
                <a:cs typeface="Arial" charset="0"/>
              </a:rPr>
              <a:t>'</a:t>
            </a:r>
            <a:r>
              <a:rPr lang="en-US" i="1" dirty="0">
                <a:latin typeface="+mn-lt"/>
              </a:rPr>
              <a:t> </a:t>
            </a:r>
            <a:r>
              <a:rPr lang="en-US" dirty="0">
                <a:latin typeface="+mn-lt"/>
              </a:rPr>
              <a:t>: </a:t>
            </a:r>
          </a:p>
          <a:p>
            <a:r>
              <a:rPr lang="en-US" b="1" i="1" dirty="0">
                <a:solidFill>
                  <a:srgbClr val="CC0000"/>
                </a:solidFill>
                <a:latin typeface="+mn-lt"/>
              </a:rPr>
              <a:t>     D(v) = </a:t>
            </a:r>
            <a:r>
              <a:rPr lang="en-US" b="1" dirty="0">
                <a:solidFill>
                  <a:srgbClr val="CC0000"/>
                </a:solidFill>
                <a:latin typeface="+mn-lt"/>
              </a:rPr>
              <a:t>min</a:t>
            </a:r>
            <a:r>
              <a:rPr lang="en-US" b="1" i="1" dirty="0">
                <a:solidFill>
                  <a:srgbClr val="CC0000"/>
                </a:solidFill>
                <a:latin typeface="+mn-lt"/>
              </a:rPr>
              <a:t> </a:t>
            </a:r>
            <a:r>
              <a:rPr lang="en-US" b="1" dirty="0">
                <a:solidFill>
                  <a:srgbClr val="CC0000"/>
                </a:solidFill>
                <a:latin typeface="+mn-lt"/>
              </a:rPr>
              <a:t>( </a:t>
            </a:r>
            <a:r>
              <a:rPr lang="en-US" b="1" i="1" dirty="0">
                <a:solidFill>
                  <a:srgbClr val="CC0000"/>
                </a:solidFill>
                <a:latin typeface="+mn-lt"/>
              </a:rPr>
              <a:t>D(v),  D(w) + c</a:t>
            </a:r>
            <a:r>
              <a:rPr lang="en-US" b="1" i="1" baseline="-25000" dirty="0">
                <a:solidFill>
                  <a:srgbClr val="CC0000"/>
                </a:solidFill>
                <a:latin typeface="+mn-lt"/>
              </a:rPr>
              <a:t>w,v  </a:t>
            </a:r>
            <a:r>
              <a:rPr lang="en-US" b="1" dirty="0">
                <a:solidFill>
                  <a:srgbClr val="CC0000"/>
                </a:solidFill>
                <a:latin typeface="+mn-lt"/>
              </a:rPr>
              <a:t>)</a:t>
            </a:r>
            <a:r>
              <a:rPr lang="en-US" b="1" i="1" dirty="0">
                <a:solidFill>
                  <a:srgbClr val="CC0000"/>
                </a:solidFill>
                <a:latin typeface="+mn-lt"/>
              </a:rPr>
              <a:t> </a:t>
            </a:r>
          </a:p>
          <a:p>
            <a:pPr>
              <a:spcBef>
                <a:spcPts val="400"/>
              </a:spcBef>
            </a:pPr>
            <a:r>
              <a:rPr lang="en-US" sz="2000" dirty="0">
                <a:latin typeface="+mn-lt"/>
              </a:rPr>
              <a:t>/* new least-path-cost to </a:t>
            </a:r>
            <a:r>
              <a:rPr lang="en-US" sz="2000" i="1" dirty="0">
                <a:latin typeface="+mn-lt"/>
              </a:rPr>
              <a:t>v </a:t>
            </a:r>
            <a:r>
              <a:rPr lang="en-US" sz="2000" dirty="0">
                <a:latin typeface="+mn-lt"/>
              </a:rPr>
              <a:t>is either old least-cost-path to</a:t>
            </a:r>
            <a:r>
              <a:rPr lang="en-US" sz="2000" i="1" dirty="0">
                <a:latin typeface="+mn-lt"/>
              </a:rPr>
              <a:t> v </a:t>
            </a:r>
            <a:r>
              <a:rPr lang="en-US" sz="2000" dirty="0">
                <a:latin typeface="+mn-lt"/>
              </a:rPr>
              <a:t>or known </a:t>
            </a:r>
          </a:p>
          <a:p>
            <a:pPr>
              <a:spcBef>
                <a:spcPts val="400"/>
              </a:spcBef>
            </a:pPr>
            <a:r>
              <a:rPr lang="en-US" sz="2000" dirty="0">
                <a:latin typeface="+mn-lt"/>
              </a:rPr>
              <a:t>least-cost-path to </a:t>
            </a:r>
            <a:r>
              <a:rPr lang="en-US" sz="2000" i="1" dirty="0">
                <a:latin typeface="+mn-lt"/>
              </a:rPr>
              <a:t>w</a:t>
            </a:r>
            <a:r>
              <a:rPr lang="en-US" sz="2000" dirty="0">
                <a:latin typeface="+mn-lt"/>
              </a:rPr>
              <a:t> plus direct-cost from </a:t>
            </a:r>
            <a:r>
              <a:rPr lang="en-US" sz="2000" i="1" dirty="0">
                <a:latin typeface="+mn-lt"/>
              </a:rPr>
              <a:t>w</a:t>
            </a:r>
            <a:r>
              <a:rPr lang="en-US" sz="2000" dirty="0">
                <a:latin typeface="+mn-lt"/>
              </a:rPr>
              <a:t> to </a:t>
            </a:r>
            <a:r>
              <a:rPr lang="en-US" sz="2000" i="1" dirty="0">
                <a:latin typeface="+mn-lt"/>
              </a:rPr>
              <a:t>v</a:t>
            </a:r>
            <a:r>
              <a:rPr lang="en-US" sz="2000" dirty="0">
                <a:latin typeface="+mn-lt"/>
              </a:rPr>
              <a:t> */ </a:t>
            </a:r>
          </a:p>
        </p:txBody>
      </p:sp>
    </p:spTree>
    <p:extLst>
      <p:ext uri="{BB962C8B-B14F-4D97-AF65-F5344CB8AC3E}">
        <p14:creationId xmlns:p14="http://schemas.microsoft.com/office/powerpoint/2010/main" val="21782187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dissolve">
                                      <p:cBhvr>
                                        <p:cTn id="12" dur="500"/>
                                        <p:tgtEl>
                                          <p:spTgt spid="16"/>
                                        </p:tgtEl>
                                      </p:cBhvr>
                                    </p:animEffect>
                                  </p:childTnLst>
                                </p:cTn>
                              </p:par>
                            </p:childTnLst>
                          </p:cTn>
                        </p:par>
                        <p:par>
                          <p:cTn id="13" fill="hold">
                            <p:stCondLst>
                              <p:cond delay="500"/>
                            </p:stCondLst>
                            <p:childTnLst>
                              <p:par>
                                <p:cTn id="14" presetID="9" presetClass="entr" presetSubtype="0" fill="hold" nodeType="after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dissolve">
                                      <p:cBhvr>
                                        <p:cTn id="16" dur="500"/>
                                        <p:tgtEl>
                                          <p:spTgt spid="12"/>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17"/>
                                        </p:tgtEl>
                                        <p:attrNameLst>
                                          <p:attrName>style.visibility</p:attrName>
                                        </p:attrNameLst>
                                      </p:cBhvr>
                                      <p:to>
                                        <p:strVal val="visible"/>
                                      </p:to>
                                    </p:set>
                                    <p:animEffect transition="in" filter="dissolve">
                                      <p:cBhvr>
                                        <p:cTn id="21"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6" grpId="0"/>
      <p:bldP spid="17"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2" name="Group 51">
            <a:extLst>
              <a:ext uri="{FF2B5EF4-FFF2-40B4-BE49-F238E27FC236}">
                <a16:creationId xmlns:a16="http://schemas.microsoft.com/office/drawing/2014/main" id="{3DC340D0-8A95-8143-AD57-B872A9C6CD43}"/>
              </a:ext>
            </a:extLst>
          </p:cNvPr>
          <p:cNvGrpSpPr/>
          <p:nvPr/>
        </p:nvGrpSpPr>
        <p:grpSpPr>
          <a:xfrm>
            <a:off x="5701792" y="4279392"/>
            <a:ext cx="918006" cy="1764574"/>
            <a:chOff x="4618299" y="5972536"/>
            <a:chExt cx="2734563" cy="1944547"/>
          </a:xfrm>
        </p:grpSpPr>
        <p:sp>
          <p:nvSpPr>
            <p:cNvPr id="46" name="Rectangle 45">
              <a:extLst>
                <a:ext uri="{FF2B5EF4-FFF2-40B4-BE49-F238E27FC236}">
                  <a16:creationId xmlns:a16="http://schemas.microsoft.com/office/drawing/2014/main" id="{C27F7A7B-99F0-6C4B-B48D-B877DEAB2FD6}"/>
                </a:ext>
              </a:extLst>
            </p:cNvPr>
            <p:cNvSpPr/>
            <p:nvPr/>
          </p:nvSpPr>
          <p:spPr>
            <a:xfrm>
              <a:off x="4618299" y="5972536"/>
              <a:ext cx="2511706" cy="1944547"/>
            </a:xfrm>
            <a:prstGeom prst="rect">
              <a:avLst/>
            </a:prstGeom>
            <a:noFill/>
            <a:ln w="2540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6" name="Rectangle 565">
              <a:extLst>
                <a:ext uri="{FF2B5EF4-FFF2-40B4-BE49-F238E27FC236}">
                  <a16:creationId xmlns:a16="http://schemas.microsoft.com/office/drawing/2014/main" id="{01376935-088F-E14B-99BC-C62CE0D1A8D3}"/>
                </a:ext>
              </a:extLst>
            </p:cNvPr>
            <p:cNvSpPr/>
            <p:nvPr/>
          </p:nvSpPr>
          <p:spPr>
            <a:xfrm>
              <a:off x="6852056" y="6129160"/>
              <a:ext cx="500806" cy="167457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67" name="Straight Arrow Connector 566">
              <a:extLst>
                <a:ext uri="{FF2B5EF4-FFF2-40B4-BE49-F238E27FC236}">
                  <a16:creationId xmlns:a16="http://schemas.microsoft.com/office/drawing/2014/main" id="{EE536074-780C-B94B-BB7B-5519ED0B8ED5}"/>
                </a:ext>
              </a:extLst>
            </p:cNvPr>
            <p:cNvCxnSpPr>
              <a:cxnSpLocks/>
            </p:cNvCxnSpPr>
            <p:nvPr/>
          </p:nvCxnSpPr>
          <p:spPr>
            <a:xfrm>
              <a:off x="7131754" y="6015734"/>
              <a:ext cx="0" cy="235302"/>
            </a:xfrm>
            <a:prstGeom prst="straightConnector1">
              <a:avLst/>
            </a:prstGeom>
            <a:ln w="25400">
              <a:solidFill>
                <a:srgbClr val="0000A8"/>
              </a:solidFill>
              <a:tailEnd type="triangle"/>
            </a:ln>
          </p:spPr>
          <p:style>
            <a:lnRef idx="1">
              <a:schemeClr val="accent1"/>
            </a:lnRef>
            <a:fillRef idx="0">
              <a:schemeClr val="accent1"/>
            </a:fillRef>
            <a:effectRef idx="0">
              <a:schemeClr val="accent1"/>
            </a:effectRef>
            <a:fontRef idx="minor">
              <a:schemeClr val="tx1"/>
            </a:fontRef>
          </p:style>
        </p:cxnSp>
      </p:grpSp>
      <p:sp>
        <p:nvSpPr>
          <p:cNvPr id="6" name="Title 5">
            <a:extLst>
              <a:ext uri="{FF2B5EF4-FFF2-40B4-BE49-F238E27FC236}">
                <a16:creationId xmlns:a16="http://schemas.microsoft.com/office/drawing/2014/main" id="{5B27BFF1-5DCE-D642-8EFE-FACB1C97EEE0}"/>
              </a:ext>
            </a:extLst>
          </p:cNvPr>
          <p:cNvSpPr>
            <a:spLocks noGrp="1"/>
          </p:cNvSpPr>
          <p:nvPr>
            <p:ph type="title"/>
          </p:nvPr>
        </p:nvSpPr>
        <p:spPr>
          <a:xfrm>
            <a:off x="838199" y="354060"/>
            <a:ext cx="11179629" cy="894622"/>
          </a:xfrm>
        </p:spPr>
        <p:txBody>
          <a:bodyPr/>
          <a:lstStyle/>
          <a:p>
            <a:r>
              <a:rPr lang="en-US" b="0" dirty="0">
                <a:latin typeface="+mn-lt"/>
              </a:rPr>
              <a:t>Dijkstra’s algorithm: an example</a:t>
            </a:r>
          </a:p>
        </p:txBody>
      </p:sp>
      <p:sp>
        <p:nvSpPr>
          <p:cNvPr id="546" name="Slide Number Placeholder 4">
            <a:extLst>
              <a:ext uri="{FF2B5EF4-FFF2-40B4-BE49-F238E27FC236}">
                <a16:creationId xmlns:a16="http://schemas.microsoft.com/office/drawing/2014/main" id="{5DC8F37A-7230-5148-88D9-265AE5AD394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Network Layer: 5-</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246" name="Text Box 3">
            <a:extLst>
              <a:ext uri="{FF2B5EF4-FFF2-40B4-BE49-F238E27FC236}">
                <a16:creationId xmlns:a16="http://schemas.microsoft.com/office/drawing/2014/main" id="{B903AE0C-4346-CF44-9481-037FB37A3981}"/>
              </a:ext>
            </a:extLst>
          </p:cNvPr>
          <p:cNvSpPr txBox="1">
            <a:spLocks noChangeArrowheads="1"/>
          </p:cNvSpPr>
          <p:nvPr/>
        </p:nvSpPr>
        <p:spPr bwMode="auto">
          <a:xfrm>
            <a:off x="1397181" y="1647825"/>
            <a:ext cx="706437" cy="22256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Step</a:t>
            </a:r>
          </a:p>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0</a:t>
            </a:r>
          </a:p>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1</a:t>
            </a:r>
          </a:p>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2</a:t>
            </a:r>
          </a:p>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3</a:t>
            </a:r>
          </a:p>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4</a:t>
            </a:r>
          </a:p>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5</a:t>
            </a:r>
          </a:p>
        </p:txBody>
      </p:sp>
      <p:sp>
        <p:nvSpPr>
          <p:cNvPr id="247" name="Text Box 4">
            <a:extLst>
              <a:ext uri="{FF2B5EF4-FFF2-40B4-BE49-F238E27FC236}">
                <a16:creationId xmlns:a16="http://schemas.microsoft.com/office/drawing/2014/main" id="{940B6AB4-2B9C-424D-9073-90B490CA145F}"/>
              </a:ext>
            </a:extLst>
          </p:cNvPr>
          <p:cNvSpPr txBox="1">
            <a:spLocks noChangeArrowheads="1"/>
          </p:cNvSpPr>
          <p:nvPr/>
        </p:nvSpPr>
        <p:spPr bwMode="auto">
          <a:xfrm>
            <a:off x="3007285" y="1657350"/>
            <a:ext cx="420308"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N</a:t>
            </a:r>
            <a:r>
              <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a:t>
            </a:r>
          </a:p>
        </p:txBody>
      </p:sp>
      <p:sp>
        <p:nvSpPr>
          <p:cNvPr id="248" name="Text Box 5">
            <a:extLst>
              <a:ext uri="{FF2B5EF4-FFF2-40B4-BE49-F238E27FC236}">
                <a16:creationId xmlns:a16="http://schemas.microsoft.com/office/drawing/2014/main" id="{BFC5A1B4-9A1A-8748-B5FA-043233C160A8}"/>
              </a:ext>
            </a:extLst>
          </p:cNvPr>
          <p:cNvSpPr txBox="1">
            <a:spLocks noChangeArrowheads="1"/>
          </p:cNvSpPr>
          <p:nvPr/>
        </p:nvSpPr>
        <p:spPr bwMode="auto">
          <a:xfrm>
            <a:off x="3932260" y="1626727"/>
            <a:ext cx="1180130"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D(v),p(v)</a:t>
            </a:r>
          </a:p>
        </p:txBody>
      </p:sp>
      <p:sp>
        <p:nvSpPr>
          <p:cNvPr id="250" name="Text Box 7">
            <a:extLst>
              <a:ext uri="{FF2B5EF4-FFF2-40B4-BE49-F238E27FC236}">
                <a16:creationId xmlns:a16="http://schemas.microsoft.com/office/drawing/2014/main" id="{134AE2AD-F4F6-A646-BCC7-1F2E0A23EDC2}"/>
              </a:ext>
            </a:extLst>
          </p:cNvPr>
          <p:cNvSpPr txBox="1">
            <a:spLocks noChangeArrowheads="1"/>
          </p:cNvSpPr>
          <p:nvPr/>
        </p:nvSpPr>
        <p:spPr bwMode="auto">
          <a:xfrm>
            <a:off x="6534634" y="1626726"/>
            <a:ext cx="1180131"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D(x),p(x)</a:t>
            </a:r>
          </a:p>
        </p:txBody>
      </p:sp>
      <p:sp>
        <p:nvSpPr>
          <p:cNvPr id="251" name="Text Box 8">
            <a:extLst>
              <a:ext uri="{FF2B5EF4-FFF2-40B4-BE49-F238E27FC236}">
                <a16:creationId xmlns:a16="http://schemas.microsoft.com/office/drawing/2014/main" id="{A27983AD-A090-0449-BF43-DC6600055B40}"/>
              </a:ext>
            </a:extLst>
          </p:cNvPr>
          <p:cNvSpPr txBox="1">
            <a:spLocks noChangeArrowheads="1"/>
          </p:cNvSpPr>
          <p:nvPr/>
        </p:nvSpPr>
        <p:spPr bwMode="auto">
          <a:xfrm>
            <a:off x="7856559" y="1638300"/>
            <a:ext cx="1180131"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D(y),p(y)</a:t>
            </a:r>
          </a:p>
        </p:txBody>
      </p:sp>
      <p:sp>
        <p:nvSpPr>
          <p:cNvPr id="252" name="Text Box 9">
            <a:extLst>
              <a:ext uri="{FF2B5EF4-FFF2-40B4-BE49-F238E27FC236}">
                <a16:creationId xmlns:a16="http://schemas.microsoft.com/office/drawing/2014/main" id="{297C2219-5295-1C4F-BC52-FD72360100DB}"/>
              </a:ext>
            </a:extLst>
          </p:cNvPr>
          <p:cNvSpPr txBox="1">
            <a:spLocks noChangeArrowheads="1"/>
          </p:cNvSpPr>
          <p:nvPr/>
        </p:nvSpPr>
        <p:spPr bwMode="auto">
          <a:xfrm>
            <a:off x="9163535" y="1638300"/>
            <a:ext cx="1180130"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D(z),p(z)</a:t>
            </a:r>
          </a:p>
        </p:txBody>
      </p:sp>
      <p:sp>
        <p:nvSpPr>
          <p:cNvPr id="253" name="Line 10">
            <a:extLst>
              <a:ext uri="{FF2B5EF4-FFF2-40B4-BE49-F238E27FC236}">
                <a16:creationId xmlns:a16="http://schemas.microsoft.com/office/drawing/2014/main" id="{D9A0E014-3E4B-AA48-86C7-6D4E4AE592F4}"/>
              </a:ext>
            </a:extLst>
          </p:cNvPr>
          <p:cNvSpPr>
            <a:spLocks noChangeShapeType="1"/>
          </p:cNvSpPr>
          <p:nvPr/>
        </p:nvSpPr>
        <p:spPr bwMode="auto">
          <a:xfrm>
            <a:off x="1519418" y="1998662"/>
            <a:ext cx="8505825" cy="9525"/>
          </a:xfrm>
          <a:prstGeom prst="line">
            <a:avLst/>
          </a:prstGeom>
          <a:noFill/>
          <a:ln w="28575">
            <a:solidFill>
              <a:srgbClr val="3333CC"/>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259" name="Group 16">
            <a:extLst>
              <a:ext uri="{FF2B5EF4-FFF2-40B4-BE49-F238E27FC236}">
                <a16:creationId xmlns:a16="http://schemas.microsoft.com/office/drawing/2014/main" id="{F6D427A6-9405-2D4E-BC72-78E69E64A628}"/>
              </a:ext>
            </a:extLst>
          </p:cNvPr>
          <p:cNvGrpSpPr>
            <a:grpSpLocks/>
          </p:cNvGrpSpPr>
          <p:nvPr/>
        </p:nvGrpSpPr>
        <p:grpSpPr bwMode="auto">
          <a:xfrm>
            <a:off x="1528762" y="4132366"/>
            <a:ext cx="3571875" cy="2236788"/>
            <a:chOff x="3162" y="1071"/>
            <a:chExt cx="2250" cy="1409"/>
          </a:xfrm>
        </p:grpSpPr>
        <p:sp>
          <p:nvSpPr>
            <p:cNvPr id="260" name="Freeform 17">
              <a:extLst>
                <a:ext uri="{FF2B5EF4-FFF2-40B4-BE49-F238E27FC236}">
                  <a16:creationId xmlns:a16="http://schemas.microsoft.com/office/drawing/2014/main" id="{B59803F6-669E-C147-9AA7-07A510F23C39}"/>
                </a:ext>
              </a:extLst>
            </p:cNvPr>
            <p:cNvSpPr>
              <a:spLocks/>
            </p:cNvSpPr>
            <p:nvPr/>
          </p:nvSpPr>
          <p:spPr bwMode="auto">
            <a:xfrm>
              <a:off x="3162" y="1071"/>
              <a:ext cx="2250" cy="1409"/>
            </a:xfrm>
            <a:custGeom>
              <a:avLst/>
              <a:gdLst>
                <a:gd name="T0" fmla="*/ 0 w 2250"/>
                <a:gd name="T1" fmla="*/ 624 h 1409"/>
                <a:gd name="T2" fmla="*/ 219 w 2250"/>
                <a:gd name="T3" fmla="*/ 321 h 1409"/>
                <a:gd name="T4" fmla="*/ 529 w 2250"/>
                <a:gd name="T5" fmla="*/ 35 h 1409"/>
                <a:gd name="T6" fmla="*/ 1551 w 2250"/>
                <a:gd name="T7" fmla="*/ 111 h 1409"/>
                <a:gd name="T8" fmla="*/ 1968 w 2250"/>
                <a:gd name="T9" fmla="*/ 483 h 1409"/>
                <a:gd name="T10" fmla="*/ 2199 w 2250"/>
                <a:gd name="T11" fmla="*/ 906 h 1409"/>
                <a:gd name="T12" fmla="*/ 1659 w 2250"/>
                <a:gd name="T13" fmla="*/ 1314 h 1409"/>
                <a:gd name="T14" fmla="*/ 993 w 2250"/>
                <a:gd name="T15" fmla="*/ 1386 h 1409"/>
                <a:gd name="T16" fmla="*/ 465 w 2250"/>
                <a:gd name="T17" fmla="*/ 1356 h 1409"/>
                <a:gd name="T18" fmla="*/ 102 w 2250"/>
                <a:gd name="T19" fmla="*/ 1068 h 1409"/>
                <a:gd name="T20" fmla="*/ 0 w 2250"/>
                <a:gd name="T21" fmla="*/ 624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CE0FA"/>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61" name="Freeform 18">
              <a:extLst>
                <a:ext uri="{FF2B5EF4-FFF2-40B4-BE49-F238E27FC236}">
                  <a16:creationId xmlns:a16="http://schemas.microsoft.com/office/drawing/2014/main" id="{4CE8143F-BB5D-1548-A2D1-0B3C05E2D172}"/>
                </a:ext>
              </a:extLst>
            </p:cNvPr>
            <p:cNvSpPr>
              <a:spLocks/>
            </p:cNvSpPr>
            <p:nvPr/>
          </p:nvSpPr>
          <p:spPr bwMode="auto">
            <a:xfrm>
              <a:off x="3498" y="1620"/>
              <a:ext cx="342" cy="186"/>
            </a:xfrm>
            <a:custGeom>
              <a:avLst/>
              <a:gdLst>
                <a:gd name="T0" fmla="*/ 0 w 342"/>
                <a:gd name="T1" fmla="*/ 186 h 186"/>
                <a:gd name="T2" fmla="*/ 34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62" name="Oval 19">
              <a:extLst>
                <a:ext uri="{FF2B5EF4-FFF2-40B4-BE49-F238E27FC236}">
                  <a16:creationId xmlns:a16="http://schemas.microsoft.com/office/drawing/2014/main" id="{CB2328B2-500E-0643-881F-169F140BD4A3}"/>
                </a:ext>
              </a:extLst>
            </p:cNvPr>
            <p:cNvSpPr>
              <a:spLocks noChangeArrowheads="1"/>
            </p:cNvSpPr>
            <p:nvPr/>
          </p:nvSpPr>
          <p:spPr bwMode="auto">
            <a:xfrm>
              <a:off x="3238" y="1862"/>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63" name="Line 20">
              <a:extLst>
                <a:ext uri="{FF2B5EF4-FFF2-40B4-BE49-F238E27FC236}">
                  <a16:creationId xmlns:a16="http://schemas.microsoft.com/office/drawing/2014/main" id="{EC0FDC3E-2336-EF44-B445-144049FF3B49}"/>
                </a:ext>
              </a:extLst>
            </p:cNvPr>
            <p:cNvSpPr>
              <a:spLocks noChangeShapeType="1"/>
            </p:cNvSpPr>
            <p:nvPr/>
          </p:nvSpPr>
          <p:spPr bwMode="auto">
            <a:xfrm>
              <a:off x="3238" y="1855"/>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64" name="Line 21">
              <a:extLst>
                <a:ext uri="{FF2B5EF4-FFF2-40B4-BE49-F238E27FC236}">
                  <a16:creationId xmlns:a16="http://schemas.microsoft.com/office/drawing/2014/main" id="{07B5F04F-0C18-CE48-93A1-4B267BBE4FAF}"/>
                </a:ext>
              </a:extLst>
            </p:cNvPr>
            <p:cNvSpPr>
              <a:spLocks noChangeShapeType="1"/>
            </p:cNvSpPr>
            <p:nvPr/>
          </p:nvSpPr>
          <p:spPr bwMode="auto">
            <a:xfrm>
              <a:off x="3551" y="1855"/>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65" name="Rectangle 22">
              <a:extLst>
                <a:ext uri="{FF2B5EF4-FFF2-40B4-BE49-F238E27FC236}">
                  <a16:creationId xmlns:a16="http://schemas.microsoft.com/office/drawing/2014/main" id="{0C43506A-1E78-F54A-910F-D37EBC1EF67F}"/>
                </a:ext>
              </a:extLst>
            </p:cNvPr>
            <p:cNvSpPr>
              <a:spLocks noChangeArrowheads="1"/>
            </p:cNvSpPr>
            <p:nvPr/>
          </p:nvSpPr>
          <p:spPr bwMode="auto">
            <a:xfrm>
              <a:off x="3238" y="1855"/>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66" name="Oval 23">
              <a:extLst>
                <a:ext uri="{FF2B5EF4-FFF2-40B4-BE49-F238E27FC236}">
                  <a16:creationId xmlns:a16="http://schemas.microsoft.com/office/drawing/2014/main" id="{27A71FF2-F42F-2844-AC5E-37F186F80F5F}"/>
                </a:ext>
              </a:extLst>
            </p:cNvPr>
            <p:cNvSpPr>
              <a:spLocks noChangeArrowheads="1"/>
            </p:cNvSpPr>
            <p:nvPr/>
          </p:nvSpPr>
          <p:spPr bwMode="auto">
            <a:xfrm>
              <a:off x="3235" y="1796"/>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67" name="Oval 24">
              <a:extLst>
                <a:ext uri="{FF2B5EF4-FFF2-40B4-BE49-F238E27FC236}">
                  <a16:creationId xmlns:a16="http://schemas.microsoft.com/office/drawing/2014/main" id="{9C47D8B7-EC1D-C743-87B3-403B84D4AD21}"/>
                </a:ext>
              </a:extLst>
            </p:cNvPr>
            <p:cNvSpPr>
              <a:spLocks noChangeArrowheads="1"/>
            </p:cNvSpPr>
            <p:nvPr/>
          </p:nvSpPr>
          <p:spPr bwMode="auto">
            <a:xfrm>
              <a:off x="3712" y="2249"/>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68" name="Line 25">
              <a:extLst>
                <a:ext uri="{FF2B5EF4-FFF2-40B4-BE49-F238E27FC236}">
                  <a16:creationId xmlns:a16="http://schemas.microsoft.com/office/drawing/2014/main" id="{BEC31F1C-3B0C-3040-AD04-6FCA0D057A34}"/>
                </a:ext>
              </a:extLst>
            </p:cNvPr>
            <p:cNvSpPr>
              <a:spLocks noChangeShapeType="1"/>
            </p:cNvSpPr>
            <p:nvPr/>
          </p:nvSpPr>
          <p:spPr bwMode="auto">
            <a:xfrm>
              <a:off x="3712" y="2242"/>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69" name="Line 26">
              <a:extLst>
                <a:ext uri="{FF2B5EF4-FFF2-40B4-BE49-F238E27FC236}">
                  <a16:creationId xmlns:a16="http://schemas.microsoft.com/office/drawing/2014/main" id="{56212EB3-C962-DA44-8730-7936B2191ABD}"/>
                </a:ext>
              </a:extLst>
            </p:cNvPr>
            <p:cNvSpPr>
              <a:spLocks noChangeShapeType="1"/>
            </p:cNvSpPr>
            <p:nvPr/>
          </p:nvSpPr>
          <p:spPr bwMode="auto">
            <a:xfrm>
              <a:off x="4025" y="2242"/>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70" name="Rectangle 27">
              <a:extLst>
                <a:ext uri="{FF2B5EF4-FFF2-40B4-BE49-F238E27FC236}">
                  <a16:creationId xmlns:a16="http://schemas.microsoft.com/office/drawing/2014/main" id="{70DA0FF6-1A2B-FA4D-8CF4-CF4512C72289}"/>
                </a:ext>
              </a:extLst>
            </p:cNvPr>
            <p:cNvSpPr>
              <a:spLocks noChangeArrowheads="1"/>
            </p:cNvSpPr>
            <p:nvPr/>
          </p:nvSpPr>
          <p:spPr bwMode="auto">
            <a:xfrm>
              <a:off x="3712" y="2242"/>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71" name="Oval 28">
              <a:extLst>
                <a:ext uri="{FF2B5EF4-FFF2-40B4-BE49-F238E27FC236}">
                  <a16:creationId xmlns:a16="http://schemas.microsoft.com/office/drawing/2014/main" id="{91BA553D-89DC-1440-84C3-F0FFE0B7EE06}"/>
                </a:ext>
              </a:extLst>
            </p:cNvPr>
            <p:cNvSpPr>
              <a:spLocks noChangeArrowheads="1"/>
            </p:cNvSpPr>
            <p:nvPr/>
          </p:nvSpPr>
          <p:spPr bwMode="auto">
            <a:xfrm>
              <a:off x="3709" y="2183"/>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72" name="Oval 29">
              <a:extLst>
                <a:ext uri="{FF2B5EF4-FFF2-40B4-BE49-F238E27FC236}">
                  <a16:creationId xmlns:a16="http://schemas.microsoft.com/office/drawing/2014/main" id="{5F155988-DD8E-7949-85F9-F8B730D85581}"/>
                </a:ext>
              </a:extLst>
            </p:cNvPr>
            <p:cNvSpPr>
              <a:spLocks noChangeArrowheads="1"/>
            </p:cNvSpPr>
            <p:nvPr/>
          </p:nvSpPr>
          <p:spPr bwMode="auto">
            <a:xfrm>
              <a:off x="3708" y="1559"/>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73" name="Line 30">
              <a:extLst>
                <a:ext uri="{FF2B5EF4-FFF2-40B4-BE49-F238E27FC236}">
                  <a16:creationId xmlns:a16="http://schemas.microsoft.com/office/drawing/2014/main" id="{007AA526-21E2-1449-A457-DC487F6259BF}"/>
                </a:ext>
              </a:extLst>
            </p:cNvPr>
            <p:cNvSpPr>
              <a:spLocks noChangeShapeType="1"/>
            </p:cNvSpPr>
            <p:nvPr/>
          </p:nvSpPr>
          <p:spPr bwMode="auto">
            <a:xfrm>
              <a:off x="3708" y="1552"/>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74" name="Line 31">
              <a:extLst>
                <a:ext uri="{FF2B5EF4-FFF2-40B4-BE49-F238E27FC236}">
                  <a16:creationId xmlns:a16="http://schemas.microsoft.com/office/drawing/2014/main" id="{A7D6DEE1-2254-2340-92B2-4425F8E4149C}"/>
                </a:ext>
              </a:extLst>
            </p:cNvPr>
            <p:cNvSpPr>
              <a:spLocks noChangeShapeType="1"/>
            </p:cNvSpPr>
            <p:nvPr/>
          </p:nvSpPr>
          <p:spPr bwMode="auto">
            <a:xfrm>
              <a:off x="4021" y="1552"/>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75" name="Rectangle 32">
              <a:extLst>
                <a:ext uri="{FF2B5EF4-FFF2-40B4-BE49-F238E27FC236}">
                  <a16:creationId xmlns:a16="http://schemas.microsoft.com/office/drawing/2014/main" id="{CD0F76A8-F2F6-A040-A641-8C6DD2B4D0BA}"/>
                </a:ext>
              </a:extLst>
            </p:cNvPr>
            <p:cNvSpPr>
              <a:spLocks noChangeArrowheads="1"/>
            </p:cNvSpPr>
            <p:nvPr/>
          </p:nvSpPr>
          <p:spPr bwMode="auto">
            <a:xfrm>
              <a:off x="3708" y="1552"/>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9" name="Oval 33">
              <a:extLst>
                <a:ext uri="{FF2B5EF4-FFF2-40B4-BE49-F238E27FC236}">
                  <a16:creationId xmlns:a16="http://schemas.microsoft.com/office/drawing/2014/main" id="{021DFE64-FE6B-AF4B-A487-798FD40EE4E9}"/>
                </a:ext>
              </a:extLst>
            </p:cNvPr>
            <p:cNvSpPr>
              <a:spLocks noChangeArrowheads="1"/>
            </p:cNvSpPr>
            <p:nvPr/>
          </p:nvSpPr>
          <p:spPr bwMode="auto">
            <a:xfrm>
              <a:off x="3705" y="1493"/>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05" name="Oval 34">
              <a:extLst>
                <a:ext uri="{FF2B5EF4-FFF2-40B4-BE49-F238E27FC236}">
                  <a16:creationId xmlns:a16="http://schemas.microsoft.com/office/drawing/2014/main" id="{D7221543-9DA7-9C4F-BF64-841725D580D9}"/>
                </a:ext>
              </a:extLst>
            </p:cNvPr>
            <p:cNvSpPr>
              <a:spLocks noChangeArrowheads="1"/>
            </p:cNvSpPr>
            <p:nvPr/>
          </p:nvSpPr>
          <p:spPr bwMode="auto">
            <a:xfrm>
              <a:off x="4391" y="1555"/>
              <a:ext cx="312"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06" name="Line 35">
              <a:extLst>
                <a:ext uri="{FF2B5EF4-FFF2-40B4-BE49-F238E27FC236}">
                  <a16:creationId xmlns:a16="http://schemas.microsoft.com/office/drawing/2014/main" id="{3AA9DB23-022C-B843-ACB1-9CD5A8D48918}"/>
                </a:ext>
              </a:extLst>
            </p:cNvPr>
            <p:cNvSpPr>
              <a:spLocks noChangeShapeType="1"/>
            </p:cNvSpPr>
            <p:nvPr/>
          </p:nvSpPr>
          <p:spPr bwMode="auto">
            <a:xfrm>
              <a:off x="4391" y="1548"/>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07" name="Line 36">
              <a:extLst>
                <a:ext uri="{FF2B5EF4-FFF2-40B4-BE49-F238E27FC236}">
                  <a16:creationId xmlns:a16="http://schemas.microsoft.com/office/drawing/2014/main" id="{AAE6AF87-B018-8A44-81E6-B8267ADC39E9}"/>
                </a:ext>
              </a:extLst>
            </p:cNvPr>
            <p:cNvSpPr>
              <a:spLocks noChangeShapeType="1"/>
            </p:cNvSpPr>
            <p:nvPr/>
          </p:nvSpPr>
          <p:spPr bwMode="auto">
            <a:xfrm>
              <a:off x="4703" y="1548"/>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08" name="Rectangle 37">
              <a:extLst>
                <a:ext uri="{FF2B5EF4-FFF2-40B4-BE49-F238E27FC236}">
                  <a16:creationId xmlns:a16="http://schemas.microsoft.com/office/drawing/2014/main" id="{E486C5EC-F3AE-514D-8BFC-C15DDC7BC42F}"/>
                </a:ext>
              </a:extLst>
            </p:cNvPr>
            <p:cNvSpPr>
              <a:spLocks noChangeArrowheads="1"/>
            </p:cNvSpPr>
            <p:nvPr/>
          </p:nvSpPr>
          <p:spPr bwMode="auto">
            <a:xfrm>
              <a:off x="4391" y="1548"/>
              <a:ext cx="309"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3" name="Oval 38">
              <a:extLst>
                <a:ext uri="{FF2B5EF4-FFF2-40B4-BE49-F238E27FC236}">
                  <a16:creationId xmlns:a16="http://schemas.microsoft.com/office/drawing/2014/main" id="{D570042E-655B-9244-B2DE-DD6B84D18E36}"/>
                </a:ext>
              </a:extLst>
            </p:cNvPr>
            <p:cNvSpPr>
              <a:spLocks noChangeArrowheads="1"/>
            </p:cNvSpPr>
            <p:nvPr/>
          </p:nvSpPr>
          <p:spPr bwMode="auto">
            <a:xfrm>
              <a:off x="4394" y="1492"/>
              <a:ext cx="312"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4" name="Oval 39">
              <a:extLst>
                <a:ext uri="{FF2B5EF4-FFF2-40B4-BE49-F238E27FC236}">
                  <a16:creationId xmlns:a16="http://schemas.microsoft.com/office/drawing/2014/main" id="{209FDC48-A133-7C43-A4F4-AEC33B2394DC}"/>
                </a:ext>
              </a:extLst>
            </p:cNvPr>
            <p:cNvSpPr>
              <a:spLocks noChangeArrowheads="1"/>
            </p:cNvSpPr>
            <p:nvPr/>
          </p:nvSpPr>
          <p:spPr bwMode="auto">
            <a:xfrm>
              <a:off x="4401" y="2246"/>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5" name="Line 40">
              <a:extLst>
                <a:ext uri="{FF2B5EF4-FFF2-40B4-BE49-F238E27FC236}">
                  <a16:creationId xmlns:a16="http://schemas.microsoft.com/office/drawing/2014/main" id="{6C737D5E-249D-704B-8624-06BC6AF83FC8}"/>
                </a:ext>
              </a:extLst>
            </p:cNvPr>
            <p:cNvSpPr>
              <a:spLocks noChangeShapeType="1"/>
            </p:cNvSpPr>
            <p:nvPr/>
          </p:nvSpPr>
          <p:spPr bwMode="auto">
            <a:xfrm>
              <a:off x="4401" y="2239"/>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6" name="Line 41">
              <a:extLst>
                <a:ext uri="{FF2B5EF4-FFF2-40B4-BE49-F238E27FC236}">
                  <a16:creationId xmlns:a16="http://schemas.microsoft.com/office/drawing/2014/main" id="{2BB65E91-5543-2A4A-83D1-AF4BD2A561BA}"/>
                </a:ext>
              </a:extLst>
            </p:cNvPr>
            <p:cNvSpPr>
              <a:spLocks noChangeShapeType="1"/>
            </p:cNvSpPr>
            <p:nvPr/>
          </p:nvSpPr>
          <p:spPr bwMode="auto">
            <a:xfrm>
              <a:off x="4714" y="2239"/>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7" name="Rectangle 42">
              <a:extLst>
                <a:ext uri="{FF2B5EF4-FFF2-40B4-BE49-F238E27FC236}">
                  <a16:creationId xmlns:a16="http://schemas.microsoft.com/office/drawing/2014/main" id="{31754303-C1B0-564A-BC8B-D1994E2260A3}"/>
                </a:ext>
              </a:extLst>
            </p:cNvPr>
            <p:cNvSpPr>
              <a:spLocks noChangeArrowheads="1"/>
            </p:cNvSpPr>
            <p:nvPr/>
          </p:nvSpPr>
          <p:spPr bwMode="auto">
            <a:xfrm>
              <a:off x="4401" y="2239"/>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8" name="Oval 43">
              <a:extLst>
                <a:ext uri="{FF2B5EF4-FFF2-40B4-BE49-F238E27FC236}">
                  <a16:creationId xmlns:a16="http://schemas.microsoft.com/office/drawing/2014/main" id="{5EBC6ED3-D791-D849-8DF4-6EEC31DF9218}"/>
                </a:ext>
              </a:extLst>
            </p:cNvPr>
            <p:cNvSpPr>
              <a:spLocks noChangeArrowheads="1"/>
            </p:cNvSpPr>
            <p:nvPr/>
          </p:nvSpPr>
          <p:spPr bwMode="auto">
            <a:xfrm>
              <a:off x="4398" y="2180"/>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9" name="Oval 44">
              <a:extLst>
                <a:ext uri="{FF2B5EF4-FFF2-40B4-BE49-F238E27FC236}">
                  <a16:creationId xmlns:a16="http://schemas.microsoft.com/office/drawing/2014/main" id="{69D4B18F-1B3D-AA47-B609-E5E0116A4B8C}"/>
                </a:ext>
              </a:extLst>
            </p:cNvPr>
            <p:cNvSpPr>
              <a:spLocks noChangeArrowheads="1"/>
            </p:cNvSpPr>
            <p:nvPr/>
          </p:nvSpPr>
          <p:spPr bwMode="auto">
            <a:xfrm>
              <a:off x="4966" y="1905"/>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3" name="Line 45">
              <a:extLst>
                <a:ext uri="{FF2B5EF4-FFF2-40B4-BE49-F238E27FC236}">
                  <a16:creationId xmlns:a16="http://schemas.microsoft.com/office/drawing/2014/main" id="{6B623BCC-754E-AD43-A91B-5BE9046197D9}"/>
                </a:ext>
              </a:extLst>
            </p:cNvPr>
            <p:cNvSpPr>
              <a:spLocks noChangeShapeType="1"/>
            </p:cNvSpPr>
            <p:nvPr/>
          </p:nvSpPr>
          <p:spPr bwMode="auto">
            <a:xfrm>
              <a:off x="4966" y="1898"/>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5" name="Line 46">
              <a:extLst>
                <a:ext uri="{FF2B5EF4-FFF2-40B4-BE49-F238E27FC236}">
                  <a16:creationId xmlns:a16="http://schemas.microsoft.com/office/drawing/2014/main" id="{70C54C4E-9E9A-CB4F-9BAD-759F10AB73D6}"/>
                </a:ext>
              </a:extLst>
            </p:cNvPr>
            <p:cNvSpPr>
              <a:spLocks noChangeShapeType="1"/>
            </p:cNvSpPr>
            <p:nvPr/>
          </p:nvSpPr>
          <p:spPr bwMode="auto">
            <a:xfrm>
              <a:off x="5279" y="1898"/>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7" name="Rectangle 47">
              <a:extLst>
                <a:ext uri="{FF2B5EF4-FFF2-40B4-BE49-F238E27FC236}">
                  <a16:creationId xmlns:a16="http://schemas.microsoft.com/office/drawing/2014/main" id="{48B02502-224F-614A-AF74-CA45B87B4FC2}"/>
                </a:ext>
              </a:extLst>
            </p:cNvPr>
            <p:cNvSpPr>
              <a:spLocks noChangeArrowheads="1"/>
            </p:cNvSpPr>
            <p:nvPr/>
          </p:nvSpPr>
          <p:spPr bwMode="auto">
            <a:xfrm>
              <a:off x="4966" y="1898"/>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2" name="Oval 48">
              <a:extLst>
                <a:ext uri="{FF2B5EF4-FFF2-40B4-BE49-F238E27FC236}">
                  <a16:creationId xmlns:a16="http://schemas.microsoft.com/office/drawing/2014/main" id="{1CBE76C4-29B1-DF47-8C80-E056EC01FEE0}"/>
                </a:ext>
              </a:extLst>
            </p:cNvPr>
            <p:cNvSpPr>
              <a:spLocks noChangeArrowheads="1"/>
            </p:cNvSpPr>
            <p:nvPr/>
          </p:nvSpPr>
          <p:spPr bwMode="auto">
            <a:xfrm>
              <a:off x="4963" y="1839"/>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3" name="Freeform 49">
              <a:extLst>
                <a:ext uri="{FF2B5EF4-FFF2-40B4-BE49-F238E27FC236}">
                  <a16:creationId xmlns:a16="http://schemas.microsoft.com/office/drawing/2014/main" id="{F7C58F3A-0B59-CE40-8968-EFD5B03D593E}"/>
                </a:ext>
              </a:extLst>
            </p:cNvPr>
            <p:cNvSpPr>
              <a:spLocks/>
            </p:cNvSpPr>
            <p:nvPr/>
          </p:nvSpPr>
          <p:spPr bwMode="auto">
            <a:xfrm>
              <a:off x="4557" y="1647"/>
              <a:ext cx="1" cy="522"/>
            </a:xfrm>
            <a:custGeom>
              <a:avLst/>
              <a:gdLst>
                <a:gd name="T0" fmla="*/ 0 w 1"/>
                <a:gd name="T1" fmla="*/ 0 h 522"/>
                <a:gd name="T2" fmla="*/ 0 w 1"/>
                <a:gd name="T3" fmla="*/ 522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8" name="Freeform 50">
              <a:extLst>
                <a:ext uri="{FF2B5EF4-FFF2-40B4-BE49-F238E27FC236}">
                  <a16:creationId xmlns:a16="http://schemas.microsoft.com/office/drawing/2014/main" id="{5CA0B20D-583A-724F-8F77-3D2EE0DD0137}"/>
                </a:ext>
              </a:extLst>
            </p:cNvPr>
            <p:cNvSpPr>
              <a:spLocks/>
            </p:cNvSpPr>
            <p:nvPr/>
          </p:nvSpPr>
          <p:spPr bwMode="auto">
            <a:xfrm>
              <a:off x="3864" y="1653"/>
              <a:ext cx="1" cy="537"/>
            </a:xfrm>
            <a:custGeom>
              <a:avLst/>
              <a:gdLst>
                <a:gd name="T0" fmla="*/ 0 w 1"/>
                <a:gd name="T1" fmla="*/ 0 h 537"/>
                <a:gd name="T2" fmla="*/ 0 w 1"/>
                <a:gd name="T3" fmla="*/ 537 h 537"/>
                <a:gd name="T4" fmla="*/ 0 60000 65536"/>
                <a:gd name="T5" fmla="*/ 0 60000 65536"/>
                <a:gd name="T6" fmla="*/ 0 w 1"/>
                <a:gd name="T7" fmla="*/ 0 h 537"/>
                <a:gd name="T8" fmla="*/ 1 w 1"/>
                <a:gd name="T9" fmla="*/ 537 h 537"/>
              </a:gdLst>
              <a:ahLst/>
              <a:cxnLst>
                <a:cxn ang="T4">
                  <a:pos x="T0" y="T1"/>
                </a:cxn>
                <a:cxn ang="T5">
                  <a:pos x="T2" y="T3"/>
                </a:cxn>
              </a:cxnLst>
              <a:rect l="T6" t="T7" r="T8" b="T9"/>
              <a:pathLst>
                <a:path w="1" h="537">
                  <a:moveTo>
                    <a:pt x="0" y="0"/>
                  </a:moveTo>
                  <a:lnTo>
                    <a:pt x="0" y="537"/>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3" name="Freeform 51">
              <a:extLst>
                <a:ext uri="{FF2B5EF4-FFF2-40B4-BE49-F238E27FC236}">
                  <a16:creationId xmlns:a16="http://schemas.microsoft.com/office/drawing/2014/main" id="{F9705D5A-4067-4E46-97EF-A4A7592F8062}"/>
                </a:ext>
              </a:extLst>
            </p:cNvPr>
            <p:cNvSpPr>
              <a:spLocks/>
            </p:cNvSpPr>
            <p:nvPr/>
          </p:nvSpPr>
          <p:spPr bwMode="auto">
            <a:xfrm>
              <a:off x="4029" y="1638"/>
              <a:ext cx="504" cy="600"/>
            </a:xfrm>
            <a:custGeom>
              <a:avLst/>
              <a:gdLst>
                <a:gd name="T0" fmla="*/ 0 w 378"/>
                <a:gd name="T1" fmla="*/ 11993521 h 174"/>
                <a:gd name="T2" fmla="*/ 5035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4" name="Freeform 52">
              <a:extLst>
                <a:ext uri="{FF2B5EF4-FFF2-40B4-BE49-F238E27FC236}">
                  <a16:creationId xmlns:a16="http://schemas.microsoft.com/office/drawing/2014/main" id="{22C3BA86-2C31-C244-BCC8-F79B83E99BAE}"/>
                </a:ext>
              </a:extLst>
            </p:cNvPr>
            <p:cNvSpPr>
              <a:spLocks/>
            </p:cNvSpPr>
            <p:nvPr/>
          </p:nvSpPr>
          <p:spPr bwMode="auto">
            <a:xfrm>
              <a:off x="4716" y="1986"/>
              <a:ext cx="366" cy="270"/>
            </a:xfrm>
            <a:custGeom>
              <a:avLst/>
              <a:gdLst>
                <a:gd name="T0" fmla="*/ 0 w 366"/>
                <a:gd name="T1" fmla="*/ 270 h 270"/>
                <a:gd name="T2" fmla="*/ 36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5" name="Freeform 53">
              <a:extLst>
                <a:ext uri="{FF2B5EF4-FFF2-40B4-BE49-F238E27FC236}">
                  <a16:creationId xmlns:a16="http://schemas.microsoft.com/office/drawing/2014/main" id="{36BA8254-18D7-D841-8B10-CF1677FF4B4C}"/>
                </a:ext>
              </a:extLst>
            </p:cNvPr>
            <p:cNvSpPr>
              <a:spLocks/>
            </p:cNvSpPr>
            <p:nvPr/>
          </p:nvSpPr>
          <p:spPr bwMode="auto">
            <a:xfrm>
              <a:off x="4035" y="226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6" name="Freeform 54">
              <a:extLst>
                <a:ext uri="{FF2B5EF4-FFF2-40B4-BE49-F238E27FC236}">
                  <a16:creationId xmlns:a16="http://schemas.microsoft.com/office/drawing/2014/main" id="{FDD9D6F7-B6B7-8C4F-B4CD-8A42B44DA874}"/>
                </a:ext>
              </a:extLst>
            </p:cNvPr>
            <p:cNvSpPr>
              <a:spLocks/>
            </p:cNvSpPr>
            <p:nvPr/>
          </p:nvSpPr>
          <p:spPr bwMode="auto">
            <a:xfrm>
              <a:off x="3444" y="1944"/>
              <a:ext cx="276" cy="264"/>
            </a:xfrm>
            <a:custGeom>
              <a:avLst/>
              <a:gdLst>
                <a:gd name="T0" fmla="*/ 276 w 276"/>
                <a:gd name="T1" fmla="*/ 264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7" name="Freeform 55">
              <a:extLst>
                <a:ext uri="{FF2B5EF4-FFF2-40B4-BE49-F238E27FC236}">
                  <a16:creationId xmlns:a16="http://schemas.microsoft.com/office/drawing/2014/main" id="{0EEE8685-1A2C-124B-AEBC-CE60F95275A6}"/>
                </a:ext>
              </a:extLst>
            </p:cNvPr>
            <p:cNvSpPr>
              <a:spLocks/>
            </p:cNvSpPr>
            <p:nvPr/>
          </p:nvSpPr>
          <p:spPr bwMode="auto">
            <a:xfrm>
              <a:off x="4029" y="157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8" name="Freeform 56">
              <a:extLst>
                <a:ext uri="{FF2B5EF4-FFF2-40B4-BE49-F238E27FC236}">
                  <a16:creationId xmlns:a16="http://schemas.microsoft.com/office/drawing/2014/main" id="{CDFCCD1A-99F5-3248-A9D4-80A4A3508E86}"/>
                </a:ext>
              </a:extLst>
            </p:cNvPr>
            <p:cNvSpPr>
              <a:spLocks/>
            </p:cNvSpPr>
            <p:nvPr/>
          </p:nvSpPr>
          <p:spPr bwMode="auto">
            <a:xfrm>
              <a:off x="4704" y="1575"/>
              <a:ext cx="396" cy="267"/>
            </a:xfrm>
            <a:custGeom>
              <a:avLst/>
              <a:gdLst>
                <a:gd name="T0" fmla="*/ 396 w 396"/>
                <a:gd name="T1" fmla="*/ 267 h 267"/>
                <a:gd name="T2" fmla="*/ 0 w 396"/>
                <a:gd name="T3" fmla="*/ 0 h 267"/>
                <a:gd name="T4" fmla="*/ 0 60000 65536"/>
                <a:gd name="T5" fmla="*/ 0 60000 65536"/>
                <a:gd name="T6" fmla="*/ 0 w 396"/>
                <a:gd name="T7" fmla="*/ 0 h 267"/>
                <a:gd name="T8" fmla="*/ 396 w 396"/>
                <a:gd name="T9" fmla="*/ 267 h 267"/>
              </a:gdLst>
              <a:ahLst/>
              <a:cxnLst>
                <a:cxn ang="T4">
                  <a:pos x="T0" y="T1"/>
                </a:cxn>
                <a:cxn ang="T5">
                  <a:pos x="T2" y="T3"/>
                </a:cxn>
              </a:cxnLst>
              <a:rect l="T6" t="T7" r="T8" b="T9"/>
              <a:pathLst>
                <a:path w="396" h="267">
                  <a:moveTo>
                    <a:pt x="396" y="267"/>
                  </a:moveTo>
                  <a:lnTo>
                    <a:pt x="0" y="0"/>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9" name="Freeform 57">
              <a:extLst>
                <a:ext uri="{FF2B5EF4-FFF2-40B4-BE49-F238E27FC236}">
                  <a16:creationId xmlns:a16="http://schemas.microsoft.com/office/drawing/2014/main" id="{8158BEB1-D7DD-304F-93D8-B63A3B9F79D7}"/>
                </a:ext>
              </a:extLst>
            </p:cNvPr>
            <p:cNvSpPr>
              <a:spLocks/>
            </p:cNvSpPr>
            <p:nvPr/>
          </p:nvSpPr>
          <p:spPr bwMode="auto">
            <a:xfrm>
              <a:off x="3387" y="1146"/>
              <a:ext cx="1110" cy="645"/>
            </a:xfrm>
            <a:custGeom>
              <a:avLst/>
              <a:gdLst>
                <a:gd name="T0" fmla="*/ 1110 w 1110"/>
                <a:gd name="T1" fmla="*/ 342 h 645"/>
                <a:gd name="T2" fmla="*/ 0 w 1110"/>
                <a:gd name="T3" fmla="*/ 645 h 645"/>
                <a:gd name="T4" fmla="*/ 0 60000 65536"/>
                <a:gd name="T5" fmla="*/ 0 60000 65536"/>
                <a:gd name="T6" fmla="*/ 0 w 1110"/>
                <a:gd name="T7" fmla="*/ 0 h 645"/>
                <a:gd name="T8" fmla="*/ 1110 w 1110"/>
                <a:gd name="T9" fmla="*/ 645 h 645"/>
              </a:gdLst>
              <a:ahLst/>
              <a:cxnLst>
                <a:cxn ang="T4">
                  <a:pos x="T0" y="T1"/>
                </a:cxn>
                <a:cxn ang="T5">
                  <a:pos x="T2" y="T3"/>
                </a:cxn>
              </a:cxnLst>
              <a:rect l="T6" t="T7" r="T8" b="T9"/>
              <a:pathLst>
                <a:path w="1110" h="645">
                  <a:moveTo>
                    <a:pt x="1110" y="342"/>
                  </a:moveTo>
                  <a:cubicBezTo>
                    <a:pt x="1104" y="0"/>
                    <a:pt x="21" y="63"/>
                    <a:pt x="0" y="645"/>
                  </a:cubicBez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450" name="Group 58">
              <a:extLst>
                <a:ext uri="{FF2B5EF4-FFF2-40B4-BE49-F238E27FC236}">
                  <a16:creationId xmlns:a16="http://schemas.microsoft.com/office/drawing/2014/main" id="{5708D0AB-39B8-5F4D-964A-583102F20F6D}"/>
                </a:ext>
              </a:extLst>
            </p:cNvPr>
            <p:cNvGrpSpPr>
              <a:grpSpLocks/>
            </p:cNvGrpSpPr>
            <p:nvPr/>
          </p:nvGrpSpPr>
          <p:grpSpPr bwMode="auto">
            <a:xfrm>
              <a:off x="3287" y="1744"/>
              <a:ext cx="205" cy="250"/>
              <a:chOff x="2954" y="2425"/>
              <a:chExt cx="208" cy="250"/>
            </a:xfrm>
          </p:grpSpPr>
          <p:sp>
            <p:nvSpPr>
              <p:cNvPr id="476" name="Rectangle 59">
                <a:extLst>
                  <a:ext uri="{FF2B5EF4-FFF2-40B4-BE49-F238E27FC236}">
                    <a16:creationId xmlns:a16="http://schemas.microsoft.com/office/drawing/2014/main" id="{698B8676-76A7-4C47-8D65-7AD44E1F849C}"/>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7" name="Text Box 60">
                <a:extLst>
                  <a:ext uri="{FF2B5EF4-FFF2-40B4-BE49-F238E27FC236}">
                    <a16:creationId xmlns:a16="http://schemas.microsoft.com/office/drawing/2014/main" id="{5163CA4B-303D-0E4C-B36C-0EB9193499CB}"/>
                  </a:ext>
                </a:extLst>
              </p:cNvPr>
              <p:cNvSpPr txBox="1">
                <a:spLocks noChangeArrowheads="1"/>
              </p:cNvSpPr>
              <p:nvPr/>
            </p:nvSpPr>
            <p:spPr bwMode="auto">
              <a:xfrm>
                <a:off x="2954" y="2425"/>
                <a:ext cx="208"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u</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51" name="Group 61">
              <a:extLst>
                <a:ext uri="{FF2B5EF4-FFF2-40B4-BE49-F238E27FC236}">
                  <a16:creationId xmlns:a16="http://schemas.microsoft.com/office/drawing/2014/main" id="{22504589-6EDA-CD46-9F6D-B4E53859C7BB}"/>
                </a:ext>
              </a:extLst>
            </p:cNvPr>
            <p:cNvGrpSpPr>
              <a:grpSpLocks/>
            </p:cNvGrpSpPr>
            <p:nvPr/>
          </p:nvGrpSpPr>
          <p:grpSpPr bwMode="auto">
            <a:xfrm>
              <a:off x="4461" y="2128"/>
              <a:ext cx="196" cy="250"/>
              <a:chOff x="2958" y="2425"/>
              <a:chExt cx="199" cy="250"/>
            </a:xfrm>
          </p:grpSpPr>
          <p:sp>
            <p:nvSpPr>
              <p:cNvPr id="474" name="Rectangle 62">
                <a:extLst>
                  <a:ext uri="{FF2B5EF4-FFF2-40B4-BE49-F238E27FC236}">
                    <a16:creationId xmlns:a16="http://schemas.microsoft.com/office/drawing/2014/main" id="{B5EB60BB-0E5E-C14B-B24B-878829D35E80}"/>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5" name="Text Box 63">
                <a:extLst>
                  <a:ext uri="{FF2B5EF4-FFF2-40B4-BE49-F238E27FC236}">
                    <a16:creationId xmlns:a16="http://schemas.microsoft.com/office/drawing/2014/main" id="{AC01CA65-68FA-E340-BE13-4C47DBA310D1}"/>
                  </a:ext>
                </a:extLst>
              </p:cNvPr>
              <p:cNvSpPr txBox="1">
                <a:spLocks noChangeArrowheads="1"/>
              </p:cNvSpPr>
              <p:nvPr/>
            </p:nvSpPr>
            <p:spPr bwMode="auto">
              <a:xfrm>
                <a:off x="2958" y="2425"/>
                <a:ext cx="199"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y</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52" name="Group 64">
              <a:extLst>
                <a:ext uri="{FF2B5EF4-FFF2-40B4-BE49-F238E27FC236}">
                  <a16:creationId xmlns:a16="http://schemas.microsoft.com/office/drawing/2014/main" id="{7E66326C-FC5C-CB48-9635-4D30ECB15D8D}"/>
                </a:ext>
              </a:extLst>
            </p:cNvPr>
            <p:cNvGrpSpPr>
              <a:grpSpLocks/>
            </p:cNvGrpSpPr>
            <p:nvPr/>
          </p:nvGrpSpPr>
          <p:grpSpPr bwMode="auto">
            <a:xfrm>
              <a:off x="3772" y="2095"/>
              <a:ext cx="212" cy="288"/>
              <a:chOff x="2951" y="2395"/>
              <a:chExt cx="213" cy="288"/>
            </a:xfrm>
          </p:grpSpPr>
          <p:sp>
            <p:nvSpPr>
              <p:cNvPr id="472" name="Rectangle 65">
                <a:extLst>
                  <a:ext uri="{FF2B5EF4-FFF2-40B4-BE49-F238E27FC236}">
                    <a16:creationId xmlns:a16="http://schemas.microsoft.com/office/drawing/2014/main" id="{6BF35853-D616-6B43-8985-14AABE1F7525}"/>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3" name="Text Box 66">
                <a:extLst>
                  <a:ext uri="{FF2B5EF4-FFF2-40B4-BE49-F238E27FC236}">
                    <a16:creationId xmlns:a16="http://schemas.microsoft.com/office/drawing/2014/main" id="{3282D7A0-A2E9-7F4B-A22E-01546569C593}"/>
                  </a:ext>
                </a:extLst>
              </p:cNvPr>
              <p:cNvSpPr txBox="1">
                <a:spLocks noChangeArrowheads="1"/>
              </p:cNvSpPr>
              <p:nvPr/>
            </p:nvSpPr>
            <p:spPr bwMode="auto">
              <a:xfrm>
                <a:off x="2951" y="2395"/>
                <a:ext cx="213" cy="2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Arial" charset="0"/>
                    <a:ea typeface="ＭＳ Ｐゴシック" charset="0"/>
                  </a:rPr>
                  <a:t>x</a:t>
                </a:r>
              </a:p>
            </p:txBody>
          </p:sp>
        </p:grpSp>
        <p:grpSp>
          <p:nvGrpSpPr>
            <p:cNvPr id="453" name="Group 67">
              <a:extLst>
                <a:ext uri="{FF2B5EF4-FFF2-40B4-BE49-F238E27FC236}">
                  <a16:creationId xmlns:a16="http://schemas.microsoft.com/office/drawing/2014/main" id="{3104BBAE-4F76-E649-85DB-F84D22362B81}"/>
                </a:ext>
              </a:extLst>
            </p:cNvPr>
            <p:cNvGrpSpPr>
              <a:grpSpLocks/>
            </p:cNvGrpSpPr>
            <p:nvPr/>
          </p:nvGrpSpPr>
          <p:grpSpPr bwMode="auto">
            <a:xfrm>
              <a:off x="4438" y="1438"/>
              <a:ext cx="232" cy="250"/>
              <a:chOff x="2941" y="2425"/>
              <a:chExt cx="235" cy="250"/>
            </a:xfrm>
          </p:grpSpPr>
          <p:sp>
            <p:nvSpPr>
              <p:cNvPr id="470" name="Rectangle 68">
                <a:extLst>
                  <a:ext uri="{FF2B5EF4-FFF2-40B4-BE49-F238E27FC236}">
                    <a16:creationId xmlns:a16="http://schemas.microsoft.com/office/drawing/2014/main" id="{0CEE42FC-526E-AB47-8798-637A6484857F}"/>
                  </a:ext>
                </a:extLst>
              </p:cNvPr>
              <p:cNvSpPr>
                <a:spLocks noChangeArrowheads="1"/>
              </p:cNvSpPr>
              <p:nvPr/>
            </p:nvSpPr>
            <p:spPr bwMode="auto">
              <a:xfrm>
                <a:off x="2982" y="2490"/>
                <a:ext cx="146"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1" name="Text Box 69">
                <a:extLst>
                  <a:ext uri="{FF2B5EF4-FFF2-40B4-BE49-F238E27FC236}">
                    <a16:creationId xmlns:a16="http://schemas.microsoft.com/office/drawing/2014/main" id="{BD20AA39-4C83-B348-A22B-DC09D5E67986}"/>
                  </a:ext>
                </a:extLst>
              </p:cNvPr>
              <p:cNvSpPr txBox="1">
                <a:spLocks noChangeArrowheads="1"/>
              </p:cNvSpPr>
              <p:nvPr/>
            </p:nvSpPr>
            <p:spPr bwMode="auto">
              <a:xfrm>
                <a:off x="2941" y="2425"/>
                <a:ext cx="235"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w</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54" name="Group 70">
              <a:extLst>
                <a:ext uri="{FF2B5EF4-FFF2-40B4-BE49-F238E27FC236}">
                  <a16:creationId xmlns:a16="http://schemas.microsoft.com/office/drawing/2014/main" id="{76A8AB1F-2271-4C40-97FF-558125D0E3D2}"/>
                </a:ext>
              </a:extLst>
            </p:cNvPr>
            <p:cNvGrpSpPr>
              <a:grpSpLocks/>
            </p:cNvGrpSpPr>
            <p:nvPr/>
          </p:nvGrpSpPr>
          <p:grpSpPr bwMode="auto">
            <a:xfrm>
              <a:off x="3771" y="1438"/>
              <a:ext cx="196" cy="250"/>
              <a:chOff x="2958" y="2425"/>
              <a:chExt cx="199" cy="250"/>
            </a:xfrm>
          </p:grpSpPr>
          <p:sp>
            <p:nvSpPr>
              <p:cNvPr id="468" name="Rectangle 71">
                <a:extLst>
                  <a:ext uri="{FF2B5EF4-FFF2-40B4-BE49-F238E27FC236}">
                    <a16:creationId xmlns:a16="http://schemas.microsoft.com/office/drawing/2014/main" id="{8A1243C8-B070-1144-AFC1-660A0D476384}"/>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9" name="Text Box 72">
                <a:extLst>
                  <a:ext uri="{FF2B5EF4-FFF2-40B4-BE49-F238E27FC236}">
                    <a16:creationId xmlns:a16="http://schemas.microsoft.com/office/drawing/2014/main" id="{0A633A5D-CB9F-9D4A-9828-FA8DAB76D822}"/>
                  </a:ext>
                </a:extLst>
              </p:cNvPr>
              <p:cNvSpPr txBox="1">
                <a:spLocks noChangeArrowheads="1"/>
              </p:cNvSpPr>
              <p:nvPr/>
            </p:nvSpPr>
            <p:spPr bwMode="auto">
              <a:xfrm>
                <a:off x="2958" y="2425"/>
                <a:ext cx="199"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v</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55" name="Group 73">
              <a:extLst>
                <a:ext uri="{FF2B5EF4-FFF2-40B4-BE49-F238E27FC236}">
                  <a16:creationId xmlns:a16="http://schemas.microsoft.com/office/drawing/2014/main" id="{1F39B98B-5A5F-9A45-8998-1BA51D5362D8}"/>
                </a:ext>
              </a:extLst>
            </p:cNvPr>
            <p:cNvGrpSpPr>
              <a:grpSpLocks/>
            </p:cNvGrpSpPr>
            <p:nvPr/>
          </p:nvGrpSpPr>
          <p:grpSpPr bwMode="auto">
            <a:xfrm>
              <a:off x="5025" y="1756"/>
              <a:ext cx="212" cy="288"/>
              <a:chOff x="2949" y="2395"/>
              <a:chExt cx="214" cy="288"/>
            </a:xfrm>
          </p:grpSpPr>
          <p:sp>
            <p:nvSpPr>
              <p:cNvPr id="466" name="Rectangle 74">
                <a:extLst>
                  <a:ext uri="{FF2B5EF4-FFF2-40B4-BE49-F238E27FC236}">
                    <a16:creationId xmlns:a16="http://schemas.microsoft.com/office/drawing/2014/main" id="{6D133BDC-CBD5-E04A-956A-CB070C46E616}"/>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7" name="Text Box 75">
                <a:extLst>
                  <a:ext uri="{FF2B5EF4-FFF2-40B4-BE49-F238E27FC236}">
                    <a16:creationId xmlns:a16="http://schemas.microsoft.com/office/drawing/2014/main" id="{E22274D1-6BF0-6F4F-AA7F-923617C44471}"/>
                  </a:ext>
                </a:extLst>
              </p:cNvPr>
              <p:cNvSpPr txBox="1">
                <a:spLocks noChangeArrowheads="1"/>
              </p:cNvSpPr>
              <p:nvPr/>
            </p:nvSpPr>
            <p:spPr bwMode="auto">
              <a:xfrm>
                <a:off x="2949" y="2395"/>
                <a:ext cx="214" cy="2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Arial" charset="0"/>
                    <a:ea typeface="ＭＳ Ｐゴシック" charset="0"/>
                  </a:rPr>
                  <a:t>z</a:t>
                </a:r>
              </a:p>
            </p:txBody>
          </p:sp>
        </p:grpSp>
        <p:sp>
          <p:nvSpPr>
            <p:cNvPr id="456" name="Text Box 76">
              <a:extLst>
                <a:ext uri="{FF2B5EF4-FFF2-40B4-BE49-F238E27FC236}">
                  <a16:creationId xmlns:a16="http://schemas.microsoft.com/office/drawing/2014/main" id="{E87F994C-88BC-7843-84FF-C20876A28AD3}"/>
                </a:ext>
              </a:extLst>
            </p:cNvPr>
            <p:cNvSpPr txBox="1">
              <a:spLocks noChangeArrowheads="1"/>
            </p:cNvSpPr>
            <p:nvPr/>
          </p:nvSpPr>
          <p:spPr bwMode="auto">
            <a:xfrm>
              <a:off x="3493" y="1568"/>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7" name="Text Box 77">
              <a:extLst>
                <a:ext uri="{FF2B5EF4-FFF2-40B4-BE49-F238E27FC236}">
                  <a16:creationId xmlns:a16="http://schemas.microsoft.com/office/drawing/2014/main" id="{D6E661FA-C756-184B-8F8C-454F6D2F20C6}"/>
                </a:ext>
              </a:extLst>
            </p:cNvPr>
            <p:cNvSpPr txBox="1">
              <a:spLocks noChangeArrowheads="1"/>
            </p:cNvSpPr>
            <p:nvPr/>
          </p:nvSpPr>
          <p:spPr bwMode="auto">
            <a:xfrm>
              <a:off x="3841" y="1787"/>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8" name="Text Box 78">
              <a:extLst>
                <a:ext uri="{FF2B5EF4-FFF2-40B4-BE49-F238E27FC236}">
                  <a16:creationId xmlns:a16="http://schemas.microsoft.com/office/drawing/2014/main" id="{7AAD1753-0153-BE49-9A5A-86A6144677D4}"/>
                </a:ext>
              </a:extLst>
            </p:cNvPr>
            <p:cNvSpPr txBox="1">
              <a:spLocks noChangeArrowheads="1"/>
            </p:cNvSpPr>
            <p:nvPr/>
          </p:nvSpPr>
          <p:spPr bwMode="auto">
            <a:xfrm>
              <a:off x="3406" y="2000"/>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9" name="Text Box 79">
              <a:extLst>
                <a:ext uri="{FF2B5EF4-FFF2-40B4-BE49-F238E27FC236}">
                  <a16:creationId xmlns:a16="http://schemas.microsoft.com/office/drawing/2014/main" id="{CE9F4FB6-1319-824C-8EE6-E829F9B81392}"/>
                </a:ext>
              </a:extLst>
            </p:cNvPr>
            <p:cNvSpPr txBox="1">
              <a:spLocks noChangeArrowheads="1"/>
            </p:cNvSpPr>
            <p:nvPr/>
          </p:nvSpPr>
          <p:spPr bwMode="auto">
            <a:xfrm>
              <a:off x="4225" y="1880"/>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0" name="Text Box 80">
              <a:extLst>
                <a:ext uri="{FF2B5EF4-FFF2-40B4-BE49-F238E27FC236}">
                  <a16:creationId xmlns:a16="http://schemas.microsoft.com/office/drawing/2014/main" id="{C479D34B-E495-6941-B1B8-7C27A07FA48D}"/>
                </a:ext>
              </a:extLst>
            </p:cNvPr>
            <p:cNvSpPr txBox="1">
              <a:spLocks noChangeArrowheads="1"/>
            </p:cNvSpPr>
            <p:nvPr/>
          </p:nvSpPr>
          <p:spPr bwMode="auto">
            <a:xfrm>
              <a:off x="4162" y="2234"/>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1" name="Text Box 81">
              <a:extLst>
                <a:ext uri="{FF2B5EF4-FFF2-40B4-BE49-F238E27FC236}">
                  <a16:creationId xmlns:a16="http://schemas.microsoft.com/office/drawing/2014/main" id="{651E935E-97A1-694E-90ED-DA0D52808F61}"/>
                </a:ext>
              </a:extLst>
            </p:cNvPr>
            <p:cNvSpPr txBox="1">
              <a:spLocks noChangeArrowheads="1"/>
            </p:cNvSpPr>
            <p:nvPr/>
          </p:nvSpPr>
          <p:spPr bwMode="auto">
            <a:xfrm>
              <a:off x="4522" y="1805"/>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2" name="Text Box 82">
              <a:extLst>
                <a:ext uri="{FF2B5EF4-FFF2-40B4-BE49-F238E27FC236}">
                  <a16:creationId xmlns:a16="http://schemas.microsoft.com/office/drawing/2014/main" id="{BCE34168-89E8-CA4E-B734-D7785C5D44A4}"/>
                </a:ext>
              </a:extLst>
            </p:cNvPr>
            <p:cNvSpPr txBox="1">
              <a:spLocks noChangeArrowheads="1"/>
            </p:cNvSpPr>
            <p:nvPr/>
          </p:nvSpPr>
          <p:spPr bwMode="auto">
            <a:xfrm>
              <a:off x="4882" y="2069"/>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3" name="Text Box 83">
              <a:extLst>
                <a:ext uri="{FF2B5EF4-FFF2-40B4-BE49-F238E27FC236}">
                  <a16:creationId xmlns:a16="http://schemas.microsoft.com/office/drawing/2014/main" id="{E61D1248-702D-AA4E-A62B-3B6DB8874302}"/>
                </a:ext>
              </a:extLst>
            </p:cNvPr>
            <p:cNvSpPr txBox="1">
              <a:spLocks noChangeArrowheads="1"/>
            </p:cNvSpPr>
            <p:nvPr/>
          </p:nvSpPr>
          <p:spPr bwMode="auto">
            <a:xfrm>
              <a:off x="4855" y="1532"/>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5</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4" name="Text Box 84">
              <a:extLst>
                <a:ext uri="{FF2B5EF4-FFF2-40B4-BE49-F238E27FC236}">
                  <a16:creationId xmlns:a16="http://schemas.microsoft.com/office/drawing/2014/main" id="{8E7448E7-B23E-9A4A-947C-66285C7E1020}"/>
                </a:ext>
              </a:extLst>
            </p:cNvPr>
            <p:cNvSpPr txBox="1">
              <a:spLocks noChangeArrowheads="1"/>
            </p:cNvSpPr>
            <p:nvPr/>
          </p:nvSpPr>
          <p:spPr bwMode="auto">
            <a:xfrm>
              <a:off x="4120" y="1382"/>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5" name="Text Box 85">
              <a:extLst>
                <a:ext uri="{FF2B5EF4-FFF2-40B4-BE49-F238E27FC236}">
                  <a16:creationId xmlns:a16="http://schemas.microsoft.com/office/drawing/2014/main" id="{EFA31E11-E078-ED44-8DB8-4912DC480664}"/>
                </a:ext>
              </a:extLst>
            </p:cNvPr>
            <p:cNvSpPr txBox="1">
              <a:spLocks noChangeArrowheads="1"/>
            </p:cNvSpPr>
            <p:nvPr/>
          </p:nvSpPr>
          <p:spPr bwMode="auto">
            <a:xfrm>
              <a:off x="3769" y="1115"/>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5</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90" name="Text Box 9">
            <a:extLst>
              <a:ext uri="{FF2B5EF4-FFF2-40B4-BE49-F238E27FC236}">
                <a16:creationId xmlns:a16="http://schemas.microsoft.com/office/drawing/2014/main" id="{7264032F-FC16-7043-941E-B120E8ED9940}"/>
              </a:ext>
            </a:extLst>
          </p:cNvPr>
          <p:cNvSpPr txBox="1">
            <a:spLocks noChangeArrowheads="1"/>
          </p:cNvSpPr>
          <p:nvPr/>
        </p:nvSpPr>
        <p:spPr bwMode="auto">
          <a:xfrm>
            <a:off x="9490547" y="3198952"/>
            <a:ext cx="526105"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4,y</a:t>
            </a:r>
          </a:p>
        </p:txBody>
      </p:sp>
      <p:sp>
        <p:nvSpPr>
          <p:cNvPr id="495" name="Text Box 6">
            <a:extLst>
              <a:ext uri="{FF2B5EF4-FFF2-40B4-BE49-F238E27FC236}">
                <a16:creationId xmlns:a16="http://schemas.microsoft.com/office/drawing/2014/main" id="{A24F37E4-4175-D247-9C29-BC40A27B53F0}"/>
              </a:ext>
            </a:extLst>
          </p:cNvPr>
          <p:cNvSpPr txBox="1">
            <a:spLocks noChangeArrowheads="1"/>
          </p:cNvSpPr>
          <p:nvPr/>
        </p:nvSpPr>
        <p:spPr bwMode="auto">
          <a:xfrm>
            <a:off x="5169952" y="1633417"/>
            <a:ext cx="1295546"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D(w),p(w)</a:t>
            </a:r>
          </a:p>
        </p:txBody>
      </p:sp>
      <p:sp>
        <p:nvSpPr>
          <p:cNvPr id="498" name="Text Box 6">
            <a:extLst>
              <a:ext uri="{FF2B5EF4-FFF2-40B4-BE49-F238E27FC236}">
                <a16:creationId xmlns:a16="http://schemas.microsoft.com/office/drawing/2014/main" id="{64BB3F8B-CE19-1C41-B2C9-B564AF1B5BB5}"/>
              </a:ext>
            </a:extLst>
          </p:cNvPr>
          <p:cNvSpPr txBox="1">
            <a:spLocks noChangeArrowheads="1"/>
          </p:cNvSpPr>
          <p:nvPr/>
        </p:nvSpPr>
        <p:spPr bwMode="auto">
          <a:xfrm>
            <a:off x="13837414" y="2958717"/>
            <a:ext cx="1284288" cy="16160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D(w),p(w)</a:t>
            </a:r>
          </a:p>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5,u</a:t>
            </a:r>
          </a:p>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4,x</a:t>
            </a:r>
          </a:p>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3,y</a:t>
            </a:r>
          </a:p>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3,y</a:t>
            </a:r>
          </a:p>
        </p:txBody>
      </p:sp>
      <p:grpSp>
        <p:nvGrpSpPr>
          <p:cNvPr id="36" name="Group 35">
            <a:extLst>
              <a:ext uri="{FF2B5EF4-FFF2-40B4-BE49-F238E27FC236}">
                <a16:creationId xmlns:a16="http://schemas.microsoft.com/office/drawing/2014/main" id="{71973CA4-9B72-A545-BA9F-40D90EB8CE03}"/>
              </a:ext>
            </a:extLst>
          </p:cNvPr>
          <p:cNvGrpSpPr/>
          <p:nvPr/>
        </p:nvGrpSpPr>
        <p:grpSpPr>
          <a:xfrm>
            <a:off x="5554672" y="2866120"/>
            <a:ext cx="4461980" cy="406922"/>
            <a:chOff x="5554672" y="2866120"/>
            <a:chExt cx="4461980" cy="406922"/>
          </a:xfrm>
        </p:grpSpPr>
        <p:sp>
          <p:nvSpPr>
            <p:cNvPr id="489" name="Text Box 9">
              <a:extLst>
                <a:ext uri="{FF2B5EF4-FFF2-40B4-BE49-F238E27FC236}">
                  <a16:creationId xmlns:a16="http://schemas.microsoft.com/office/drawing/2014/main" id="{AF5565C2-0153-3D44-85CB-BBD065682DF3}"/>
                </a:ext>
              </a:extLst>
            </p:cNvPr>
            <p:cNvSpPr txBox="1">
              <a:spLocks noChangeArrowheads="1"/>
            </p:cNvSpPr>
            <p:nvPr/>
          </p:nvSpPr>
          <p:spPr bwMode="auto">
            <a:xfrm>
              <a:off x="9490547" y="2872932"/>
              <a:ext cx="526105"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4,y</a:t>
              </a:r>
            </a:p>
          </p:txBody>
        </p:sp>
        <p:sp>
          <p:nvSpPr>
            <p:cNvPr id="499" name="Text Box 6">
              <a:extLst>
                <a:ext uri="{FF2B5EF4-FFF2-40B4-BE49-F238E27FC236}">
                  <a16:creationId xmlns:a16="http://schemas.microsoft.com/office/drawing/2014/main" id="{B7834F0D-0E0E-F04D-A076-86B8692EFB59}"/>
                </a:ext>
              </a:extLst>
            </p:cNvPr>
            <p:cNvSpPr txBox="1">
              <a:spLocks noChangeArrowheads="1"/>
            </p:cNvSpPr>
            <p:nvPr/>
          </p:nvSpPr>
          <p:spPr bwMode="auto">
            <a:xfrm>
              <a:off x="5554672" y="2866120"/>
              <a:ext cx="526106"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3,y</a:t>
              </a:r>
            </a:p>
          </p:txBody>
        </p:sp>
      </p:grpSp>
      <p:grpSp>
        <p:nvGrpSpPr>
          <p:cNvPr id="5" name="Group 4">
            <a:extLst>
              <a:ext uri="{FF2B5EF4-FFF2-40B4-BE49-F238E27FC236}">
                <a16:creationId xmlns:a16="http://schemas.microsoft.com/office/drawing/2014/main" id="{83A2ED86-B66C-0F49-818B-087416791E66}"/>
              </a:ext>
            </a:extLst>
          </p:cNvPr>
          <p:cNvGrpSpPr/>
          <p:nvPr/>
        </p:nvGrpSpPr>
        <p:grpSpPr>
          <a:xfrm>
            <a:off x="4263633" y="1951300"/>
            <a:ext cx="5679281" cy="401555"/>
            <a:chOff x="4263633" y="1951300"/>
            <a:chExt cx="5679281" cy="401555"/>
          </a:xfrm>
        </p:grpSpPr>
        <p:sp>
          <p:nvSpPr>
            <p:cNvPr id="249" name="Text Box 6">
              <a:extLst>
                <a:ext uri="{FF2B5EF4-FFF2-40B4-BE49-F238E27FC236}">
                  <a16:creationId xmlns:a16="http://schemas.microsoft.com/office/drawing/2014/main" id="{CD4FA9CE-7149-A440-83C1-21E98C3A6B6D}"/>
                </a:ext>
              </a:extLst>
            </p:cNvPr>
            <p:cNvSpPr txBox="1">
              <a:spLocks noChangeArrowheads="1"/>
            </p:cNvSpPr>
            <p:nvPr/>
          </p:nvSpPr>
          <p:spPr bwMode="auto">
            <a:xfrm>
              <a:off x="5570608" y="1951300"/>
              <a:ext cx="540533"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5,u</a:t>
              </a:r>
            </a:p>
          </p:txBody>
        </p:sp>
        <p:sp>
          <p:nvSpPr>
            <p:cNvPr id="483" name="Text Box 9">
              <a:extLst>
                <a:ext uri="{FF2B5EF4-FFF2-40B4-BE49-F238E27FC236}">
                  <a16:creationId xmlns:a16="http://schemas.microsoft.com/office/drawing/2014/main" id="{451C47E2-E094-7147-A23C-5212BC8FB56C}"/>
                </a:ext>
              </a:extLst>
            </p:cNvPr>
            <p:cNvSpPr txBox="1">
              <a:spLocks noChangeArrowheads="1"/>
            </p:cNvSpPr>
            <p:nvPr/>
          </p:nvSpPr>
          <p:spPr bwMode="auto">
            <a:xfrm>
              <a:off x="9564285" y="1975894"/>
              <a:ext cx="378629"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charset="0"/>
                  <a:ea typeface="ＭＳ Ｐゴシック" charset="0"/>
                </a:rPr>
                <a:t>∞</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3" name="Text Box 9">
              <a:extLst>
                <a:ext uri="{FF2B5EF4-FFF2-40B4-BE49-F238E27FC236}">
                  <a16:creationId xmlns:a16="http://schemas.microsoft.com/office/drawing/2014/main" id="{77161A6C-F59E-E646-A81F-7F211BDD0048}"/>
                </a:ext>
              </a:extLst>
            </p:cNvPr>
            <p:cNvSpPr txBox="1">
              <a:spLocks noChangeArrowheads="1"/>
            </p:cNvSpPr>
            <p:nvPr/>
          </p:nvSpPr>
          <p:spPr bwMode="auto">
            <a:xfrm>
              <a:off x="8268885" y="1974450"/>
              <a:ext cx="378629"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charset="0"/>
                  <a:ea typeface="ＭＳ Ｐゴシック" charset="0"/>
                </a:rPr>
                <a:t>∞</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4" name="Text Box 7">
              <a:extLst>
                <a:ext uri="{FF2B5EF4-FFF2-40B4-BE49-F238E27FC236}">
                  <a16:creationId xmlns:a16="http://schemas.microsoft.com/office/drawing/2014/main" id="{052BF5DE-999E-0047-B15A-B0A0D539AFA6}"/>
                </a:ext>
              </a:extLst>
            </p:cNvPr>
            <p:cNvSpPr txBox="1">
              <a:spLocks noChangeArrowheads="1"/>
            </p:cNvSpPr>
            <p:nvPr/>
          </p:nvSpPr>
          <p:spPr bwMode="auto">
            <a:xfrm>
              <a:off x="6866008" y="1951300"/>
              <a:ext cx="540533"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1,u</a:t>
              </a:r>
            </a:p>
          </p:txBody>
        </p:sp>
        <p:sp>
          <p:nvSpPr>
            <p:cNvPr id="500" name="Text Box 5">
              <a:extLst>
                <a:ext uri="{FF2B5EF4-FFF2-40B4-BE49-F238E27FC236}">
                  <a16:creationId xmlns:a16="http://schemas.microsoft.com/office/drawing/2014/main" id="{39318546-EB10-7141-A532-7477C3F9247F}"/>
                </a:ext>
              </a:extLst>
            </p:cNvPr>
            <p:cNvSpPr txBox="1">
              <a:spLocks noChangeArrowheads="1"/>
            </p:cNvSpPr>
            <p:nvPr/>
          </p:nvSpPr>
          <p:spPr bwMode="auto">
            <a:xfrm>
              <a:off x="4263633" y="1952745"/>
              <a:ext cx="540533"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2,u</a:t>
              </a:r>
            </a:p>
          </p:txBody>
        </p:sp>
      </p:grpSp>
      <p:grpSp>
        <p:nvGrpSpPr>
          <p:cNvPr id="34" name="Group 33">
            <a:extLst>
              <a:ext uri="{FF2B5EF4-FFF2-40B4-BE49-F238E27FC236}">
                <a16:creationId xmlns:a16="http://schemas.microsoft.com/office/drawing/2014/main" id="{B5E6F247-A516-EB44-B218-3523C7F15256}"/>
              </a:ext>
            </a:extLst>
          </p:cNvPr>
          <p:cNvGrpSpPr/>
          <p:nvPr/>
        </p:nvGrpSpPr>
        <p:grpSpPr>
          <a:xfrm>
            <a:off x="4263633" y="2255616"/>
            <a:ext cx="5679281" cy="416447"/>
            <a:chOff x="4263633" y="2255616"/>
            <a:chExt cx="5679281" cy="416447"/>
          </a:xfrm>
        </p:grpSpPr>
        <p:sp>
          <p:nvSpPr>
            <p:cNvPr id="487" name="Text Box 9">
              <a:extLst>
                <a:ext uri="{FF2B5EF4-FFF2-40B4-BE49-F238E27FC236}">
                  <a16:creationId xmlns:a16="http://schemas.microsoft.com/office/drawing/2014/main" id="{6DD8D8CE-3DDC-DF48-BBFB-EBDD1F22125C}"/>
                </a:ext>
              </a:extLst>
            </p:cNvPr>
            <p:cNvSpPr txBox="1">
              <a:spLocks noChangeArrowheads="1"/>
            </p:cNvSpPr>
            <p:nvPr/>
          </p:nvSpPr>
          <p:spPr bwMode="auto">
            <a:xfrm>
              <a:off x="9564285" y="2301914"/>
              <a:ext cx="378629"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charset="0"/>
                  <a:ea typeface="ＭＳ Ｐゴシック" charset="0"/>
                </a:rPr>
                <a:t>∞</a:t>
              </a: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2" name="Text Box 8">
              <a:extLst>
                <a:ext uri="{FF2B5EF4-FFF2-40B4-BE49-F238E27FC236}">
                  <a16:creationId xmlns:a16="http://schemas.microsoft.com/office/drawing/2014/main" id="{9DBF3B61-BEF7-8A40-AF7C-22BFA4A5F837}"/>
                </a:ext>
              </a:extLst>
            </p:cNvPr>
            <p:cNvSpPr txBox="1">
              <a:spLocks noChangeArrowheads="1"/>
            </p:cNvSpPr>
            <p:nvPr/>
          </p:nvSpPr>
          <p:spPr bwMode="auto">
            <a:xfrm>
              <a:off x="8206722" y="2260378"/>
              <a:ext cx="526106"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2,x</a:t>
              </a:r>
            </a:p>
          </p:txBody>
        </p:sp>
        <p:sp>
          <p:nvSpPr>
            <p:cNvPr id="496" name="Text Box 6">
              <a:extLst>
                <a:ext uri="{FF2B5EF4-FFF2-40B4-BE49-F238E27FC236}">
                  <a16:creationId xmlns:a16="http://schemas.microsoft.com/office/drawing/2014/main" id="{F4E69EDF-A458-174E-A9A1-51CA8C7BCF62}"/>
                </a:ext>
              </a:extLst>
            </p:cNvPr>
            <p:cNvSpPr txBox="1">
              <a:spLocks noChangeArrowheads="1"/>
            </p:cNvSpPr>
            <p:nvPr/>
          </p:nvSpPr>
          <p:spPr bwMode="auto">
            <a:xfrm>
              <a:off x="5566247" y="2271953"/>
              <a:ext cx="526105"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4,x</a:t>
              </a:r>
            </a:p>
          </p:txBody>
        </p:sp>
        <p:sp>
          <p:nvSpPr>
            <p:cNvPr id="501" name="Text Box 5">
              <a:extLst>
                <a:ext uri="{FF2B5EF4-FFF2-40B4-BE49-F238E27FC236}">
                  <a16:creationId xmlns:a16="http://schemas.microsoft.com/office/drawing/2014/main" id="{3ACD38CB-FB5D-F74D-8F1B-D1ED7765296E}"/>
                </a:ext>
              </a:extLst>
            </p:cNvPr>
            <p:cNvSpPr txBox="1">
              <a:spLocks noChangeArrowheads="1"/>
            </p:cNvSpPr>
            <p:nvPr/>
          </p:nvSpPr>
          <p:spPr bwMode="auto">
            <a:xfrm>
              <a:off x="4263633" y="2255616"/>
              <a:ext cx="540533"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2,u</a:t>
              </a:r>
            </a:p>
          </p:txBody>
        </p:sp>
      </p:grpSp>
      <p:grpSp>
        <p:nvGrpSpPr>
          <p:cNvPr id="35" name="Group 34">
            <a:extLst>
              <a:ext uri="{FF2B5EF4-FFF2-40B4-BE49-F238E27FC236}">
                <a16:creationId xmlns:a16="http://schemas.microsoft.com/office/drawing/2014/main" id="{3D9389ED-B03B-214C-ADF2-72A54A5A4AFE}"/>
              </a:ext>
            </a:extLst>
          </p:cNvPr>
          <p:cNvGrpSpPr/>
          <p:nvPr/>
        </p:nvGrpSpPr>
        <p:grpSpPr>
          <a:xfrm>
            <a:off x="4263633" y="2546912"/>
            <a:ext cx="5753019" cy="428022"/>
            <a:chOff x="4263633" y="2546912"/>
            <a:chExt cx="5753019" cy="428022"/>
          </a:xfrm>
        </p:grpSpPr>
        <p:sp>
          <p:nvSpPr>
            <p:cNvPr id="488" name="Text Box 9">
              <a:extLst>
                <a:ext uri="{FF2B5EF4-FFF2-40B4-BE49-F238E27FC236}">
                  <a16:creationId xmlns:a16="http://schemas.microsoft.com/office/drawing/2014/main" id="{A038CE8D-1564-2D4D-A52D-5FACBB86FE37}"/>
                </a:ext>
              </a:extLst>
            </p:cNvPr>
            <p:cNvSpPr txBox="1">
              <a:spLocks noChangeArrowheads="1"/>
            </p:cNvSpPr>
            <p:nvPr/>
          </p:nvSpPr>
          <p:spPr bwMode="auto">
            <a:xfrm>
              <a:off x="9490547" y="2546912"/>
              <a:ext cx="526105"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4,y</a:t>
              </a:r>
            </a:p>
          </p:txBody>
        </p:sp>
        <p:sp>
          <p:nvSpPr>
            <p:cNvPr id="497" name="Text Box 6">
              <a:extLst>
                <a:ext uri="{FF2B5EF4-FFF2-40B4-BE49-F238E27FC236}">
                  <a16:creationId xmlns:a16="http://schemas.microsoft.com/office/drawing/2014/main" id="{A382A71E-E492-4443-89C5-C12D644FE79C}"/>
                </a:ext>
              </a:extLst>
            </p:cNvPr>
            <p:cNvSpPr txBox="1">
              <a:spLocks noChangeArrowheads="1"/>
            </p:cNvSpPr>
            <p:nvPr/>
          </p:nvSpPr>
          <p:spPr bwMode="auto">
            <a:xfrm>
              <a:off x="5566247" y="2574824"/>
              <a:ext cx="526106"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3,y</a:t>
              </a:r>
            </a:p>
          </p:txBody>
        </p:sp>
        <p:sp>
          <p:nvSpPr>
            <p:cNvPr id="502" name="Text Box 5">
              <a:extLst>
                <a:ext uri="{FF2B5EF4-FFF2-40B4-BE49-F238E27FC236}">
                  <a16:creationId xmlns:a16="http://schemas.microsoft.com/office/drawing/2014/main" id="{C9B2A270-7336-FE45-A405-3057D86CB194}"/>
                </a:ext>
              </a:extLst>
            </p:cNvPr>
            <p:cNvSpPr txBox="1">
              <a:spLocks noChangeArrowheads="1"/>
            </p:cNvSpPr>
            <p:nvPr/>
          </p:nvSpPr>
          <p:spPr bwMode="auto">
            <a:xfrm>
              <a:off x="4263633" y="2558487"/>
              <a:ext cx="540533"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2,u</a:t>
              </a:r>
            </a:p>
          </p:txBody>
        </p:sp>
      </p:grpSp>
      <p:sp>
        <p:nvSpPr>
          <p:cNvPr id="503" name="Text Box 4">
            <a:extLst>
              <a:ext uri="{FF2B5EF4-FFF2-40B4-BE49-F238E27FC236}">
                <a16:creationId xmlns:a16="http://schemas.microsoft.com/office/drawing/2014/main" id="{E994D46E-7D0F-9843-807C-ABB0D4B5FA66}"/>
              </a:ext>
            </a:extLst>
          </p:cNvPr>
          <p:cNvSpPr txBox="1">
            <a:spLocks noChangeArrowheads="1"/>
          </p:cNvSpPr>
          <p:nvPr/>
        </p:nvSpPr>
        <p:spPr bwMode="auto">
          <a:xfrm>
            <a:off x="2380129" y="3488080"/>
            <a:ext cx="1026243"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uxyvwz</a:t>
            </a:r>
          </a:p>
        </p:txBody>
      </p:sp>
      <p:sp>
        <p:nvSpPr>
          <p:cNvPr id="504" name="Text Box 4">
            <a:extLst>
              <a:ext uri="{FF2B5EF4-FFF2-40B4-BE49-F238E27FC236}">
                <a16:creationId xmlns:a16="http://schemas.microsoft.com/office/drawing/2014/main" id="{0A3ED467-D430-4A47-866D-6A5E75B0C40B}"/>
              </a:ext>
            </a:extLst>
          </p:cNvPr>
          <p:cNvSpPr txBox="1">
            <a:spLocks noChangeArrowheads="1"/>
          </p:cNvSpPr>
          <p:nvPr/>
        </p:nvSpPr>
        <p:spPr bwMode="auto">
          <a:xfrm>
            <a:off x="2521874" y="3178926"/>
            <a:ext cx="898003"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uxyvw</a:t>
            </a:r>
          </a:p>
        </p:txBody>
      </p:sp>
      <p:sp>
        <p:nvSpPr>
          <p:cNvPr id="505" name="Text Box 4">
            <a:extLst>
              <a:ext uri="{FF2B5EF4-FFF2-40B4-BE49-F238E27FC236}">
                <a16:creationId xmlns:a16="http://schemas.microsoft.com/office/drawing/2014/main" id="{DBDC054B-9144-E046-848B-AA4FB410A4FE}"/>
              </a:ext>
            </a:extLst>
          </p:cNvPr>
          <p:cNvSpPr txBox="1">
            <a:spLocks noChangeArrowheads="1"/>
          </p:cNvSpPr>
          <p:nvPr/>
        </p:nvSpPr>
        <p:spPr bwMode="auto">
          <a:xfrm>
            <a:off x="2698178" y="2856764"/>
            <a:ext cx="712054"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uxyv</a:t>
            </a:r>
          </a:p>
        </p:txBody>
      </p:sp>
      <p:sp>
        <p:nvSpPr>
          <p:cNvPr id="506" name="Text Box 4">
            <a:extLst>
              <a:ext uri="{FF2B5EF4-FFF2-40B4-BE49-F238E27FC236}">
                <a16:creationId xmlns:a16="http://schemas.microsoft.com/office/drawing/2014/main" id="{BBFEB9F8-55C5-9340-9F0D-07D6265CDD30}"/>
              </a:ext>
            </a:extLst>
          </p:cNvPr>
          <p:cNvSpPr txBox="1">
            <a:spLocks noChangeArrowheads="1"/>
          </p:cNvSpPr>
          <p:nvPr/>
        </p:nvSpPr>
        <p:spPr bwMode="auto">
          <a:xfrm>
            <a:off x="2816771" y="2546463"/>
            <a:ext cx="583814"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uxy</a:t>
            </a:r>
          </a:p>
        </p:txBody>
      </p:sp>
      <p:sp>
        <p:nvSpPr>
          <p:cNvPr id="507" name="Text Box 4">
            <a:extLst>
              <a:ext uri="{FF2B5EF4-FFF2-40B4-BE49-F238E27FC236}">
                <a16:creationId xmlns:a16="http://schemas.microsoft.com/office/drawing/2014/main" id="{2AA27EEE-C105-4546-92C9-79D7A34AE083}"/>
              </a:ext>
            </a:extLst>
          </p:cNvPr>
          <p:cNvSpPr txBox="1">
            <a:spLocks noChangeArrowheads="1"/>
          </p:cNvSpPr>
          <p:nvPr/>
        </p:nvSpPr>
        <p:spPr bwMode="auto">
          <a:xfrm>
            <a:off x="2958516" y="2241520"/>
            <a:ext cx="455574"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ux</a:t>
            </a:r>
          </a:p>
        </p:txBody>
      </p:sp>
      <p:sp>
        <p:nvSpPr>
          <p:cNvPr id="508" name="Text Box 4">
            <a:extLst>
              <a:ext uri="{FF2B5EF4-FFF2-40B4-BE49-F238E27FC236}">
                <a16:creationId xmlns:a16="http://schemas.microsoft.com/office/drawing/2014/main" id="{46A6DAE9-5634-E343-888C-DBD504BE17BD}"/>
              </a:ext>
            </a:extLst>
          </p:cNvPr>
          <p:cNvSpPr txBox="1">
            <a:spLocks noChangeArrowheads="1"/>
          </p:cNvSpPr>
          <p:nvPr/>
        </p:nvSpPr>
        <p:spPr bwMode="auto">
          <a:xfrm>
            <a:off x="3082181" y="1941646"/>
            <a:ext cx="327334"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u</a:t>
            </a:r>
          </a:p>
        </p:txBody>
      </p:sp>
      <p:cxnSp>
        <p:nvCxnSpPr>
          <p:cNvPr id="3" name="Straight Connector 2">
            <a:extLst>
              <a:ext uri="{FF2B5EF4-FFF2-40B4-BE49-F238E27FC236}">
                <a16:creationId xmlns:a16="http://schemas.microsoft.com/office/drawing/2014/main" id="{155C6A08-435F-074A-8CB5-94B5718AAF55}"/>
              </a:ext>
            </a:extLst>
          </p:cNvPr>
          <p:cNvCxnSpPr/>
          <p:nvPr/>
        </p:nvCxnSpPr>
        <p:spPr>
          <a:xfrm>
            <a:off x="1706097" y="2303362"/>
            <a:ext cx="8229600" cy="0"/>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09" name="Straight Connector 508">
            <a:extLst>
              <a:ext uri="{FF2B5EF4-FFF2-40B4-BE49-F238E27FC236}">
                <a16:creationId xmlns:a16="http://schemas.microsoft.com/office/drawing/2014/main" id="{A3B06771-707C-C549-B117-3063EC3738D7}"/>
              </a:ext>
            </a:extLst>
          </p:cNvPr>
          <p:cNvCxnSpPr/>
          <p:nvPr/>
        </p:nvCxnSpPr>
        <p:spPr>
          <a:xfrm>
            <a:off x="1714983" y="2606233"/>
            <a:ext cx="8229600" cy="0"/>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10" name="Straight Connector 509">
            <a:extLst>
              <a:ext uri="{FF2B5EF4-FFF2-40B4-BE49-F238E27FC236}">
                <a16:creationId xmlns:a16="http://schemas.microsoft.com/office/drawing/2014/main" id="{1D62FDB7-4F58-C84F-A936-529AACBF81D5}"/>
              </a:ext>
            </a:extLst>
          </p:cNvPr>
          <p:cNvCxnSpPr/>
          <p:nvPr/>
        </p:nvCxnSpPr>
        <p:spPr>
          <a:xfrm>
            <a:off x="1719251" y="2913722"/>
            <a:ext cx="8229600" cy="0"/>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11" name="Straight Connector 510">
            <a:extLst>
              <a:ext uri="{FF2B5EF4-FFF2-40B4-BE49-F238E27FC236}">
                <a16:creationId xmlns:a16="http://schemas.microsoft.com/office/drawing/2014/main" id="{F671747E-F7E7-174E-B66B-4158AC0C73AC}"/>
              </a:ext>
            </a:extLst>
          </p:cNvPr>
          <p:cNvCxnSpPr/>
          <p:nvPr/>
        </p:nvCxnSpPr>
        <p:spPr>
          <a:xfrm>
            <a:off x="1718901" y="3225829"/>
            <a:ext cx="8229600" cy="0"/>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14" name="Straight Connector 513">
            <a:extLst>
              <a:ext uri="{FF2B5EF4-FFF2-40B4-BE49-F238E27FC236}">
                <a16:creationId xmlns:a16="http://schemas.microsoft.com/office/drawing/2014/main" id="{A48E9275-8476-9244-A5FE-18548D30A1B6}"/>
              </a:ext>
            </a:extLst>
          </p:cNvPr>
          <p:cNvCxnSpPr/>
          <p:nvPr/>
        </p:nvCxnSpPr>
        <p:spPr>
          <a:xfrm>
            <a:off x="1727787" y="3565644"/>
            <a:ext cx="8229600" cy="0"/>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D587C637-11FC-0A49-8C82-7AF7D38C6CD6}"/>
              </a:ext>
            </a:extLst>
          </p:cNvPr>
          <p:cNvSpPr txBox="1"/>
          <p:nvPr/>
        </p:nvSpPr>
        <p:spPr>
          <a:xfrm>
            <a:off x="4409954" y="1342663"/>
            <a:ext cx="300082" cy="400110"/>
          </a:xfrm>
          <a:prstGeom prst="rect">
            <a:avLst/>
          </a:prstGeom>
          <a:noFill/>
        </p:spPr>
        <p:txBody>
          <a:bodyPr wrap="none" rtlCol="0">
            <a:spAutoFit/>
          </a:bodyPr>
          <a:lstStyle/>
          <a:p>
            <a:r>
              <a:rPr lang="en-US" sz="2000" dirty="0">
                <a:solidFill>
                  <a:srgbClr val="FF0000"/>
                </a:solidFill>
              </a:rPr>
              <a:t>v</a:t>
            </a:r>
          </a:p>
        </p:txBody>
      </p:sp>
      <p:sp>
        <p:nvSpPr>
          <p:cNvPr id="521" name="TextBox 520">
            <a:extLst>
              <a:ext uri="{FF2B5EF4-FFF2-40B4-BE49-F238E27FC236}">
                <a16:creationId xmlns:a16="http://schemas.microsoft.com/office/drawing/2014/main" id="{4C80ECA4-7464-CB40-8CC6-A7EDC7E7964C}"/>
              </a:ext>
            </a:extLst>
          </p:cNvPr>
          <p:cNvSpPr txBox="1"/>
          <p:nvPr/>
        </p:nvSpPr>
        <p:spPr>
          <a:xfrm>
            <a:off x="5685099" y="1337058"/>
            <a:ext cx="367408" cy="400110"/>
          </a:xfrm>
          <a:prstGeom prst="rect">
            <a:avLst/>
          </a:prstGeom>
          <a:noFill/>
        </p:spPr>
        <p:txBody>
          <a:bodyPr wrap="none" rtlCol="0">
            <a:spAutoFit/>
          </a:bodyPr>
          <a:lstStyle/>
          <a:p>
            <a:r>
              <a:rPr lang="en-US" sz="2000" dirty="0">
                <a:solidFill>
                  <a:srgbClr val="FF0000"/>
                </a:solidFill>
              </a:rPr>
              <a:t>w</a:t>
            </a:r>
          </a:p>
        </p:txBody>
      </p:sp>
      <p:sp>
        <p:nvSpPr>
          <p:cNvPr id="522" name="TextBox 521">
            <a:extLst>
              <a:ext uri="{FF2B5EF4-FFF2-40B4-BE49-F238E27FC236}">
                <a16:creationId xmlns:a16="http://schemas.microsoft.com/office/drawing/2014/main" id="{1052726D-C214-914F-AE65-3CE2B48F9FD7}"/>
              </a:ext>
            </a:extLst>
          </p:cNvPr>
          <p:cNvSpPr txBox="1"/>
          <p:nvPr/>
        </p:nvSpPr>
        <p:spPr>
          <a:xfrm>
            <a:off x="6994969" y="1331453"/>
            <a:ext cx="300082" cy="400110"/>
          </a:xfrm>
          <a:prstGeom prst="rect">
            <a:avLst/>
          </a:prstGeom>
          <a:noFill/>
        </p:spPr>
        <p:txBody>
          <a:bodyPr wrap="none" rtlCol="0">
            <a:spAutoFit/>
          </a:bodyPr>
          <a:lstStyle/>
          <a:p>
            <a:r>
              <a:rPr lang="en-US" sz="2000" dirty="0">
                <a:solidFill>
                  <a:srgbClr val="FF0000"/>
                </a:solidFill>
              </a:rPr>
              <a:t>x</a:t>
            </a:r>
          </a:p>
        </p:txBody>
      </p:sp>
      <p:sp>
        <p:nvSpPr>
          <p:cNvPr id="523" name="TextBox 522">
            <a:extLst>
              <a:ext uri="{FF2B5EF4-FFF2-40B4-BE49-F238E27FC236}">
                <a16:creationId xmlns:a16="http://schemas.microsoft.com/office/drawing/2014/main" id="{5B04DCE1-2FE2-A84B-8E64-4C946D2739CC}"/>
              </a:ext>
            </a:extLst>
          </p:cNvPr>
          <p:cNvSpPr txBox="1"/>
          <p:nvPr/>
        </p:nvSpPr>
        <p:spPr>
          <a:xfrm>
            <a:off x="8327989" y="1337423"/>
            <a:ext cx="300082" cy="400110"/>
          </a:xfrm>
          <a:prstGeom prst="rect">
            <a:avLst/>
          </a:prstGeom>
          <a:noFill/>
        </p:spPr>
        <p:txBody>
          <a:bodyPr wrap="none" rtlCol="0">
            <a:spAutoFit/>
          </a:bodyPr>
          <a:lstStyle/>
          <a:p>
            <a:r>
              <a:rPr lang="en-US" sz="2000" dirty="0">
                <a:solidFill>
                  <a:srgbClr val="FF0000"/>
                </a:solidFill>
              </a:rPr>
              <a:t>y</a:t>
            </a:r>
          </a:p>
        </p:txBody>
      </p:sp>
      <p:sp>
        <p:nvSpPr>
          <p:cNvPr id="524" name="TextBox 523">
            <a:extLst>
              <a:ext uri="{FF2B5EF4-FFF2-40B4-BE49-F238E27FC236}">
                <a16:creationId xmlns:a16="http://schemas.microsoft.com/office/drawing/2014/main" id="{9A4E2888-3BE6-BB46-8B3E-D324D269A9FF}"/>
              </a:ext>
            </a:extLst>
          </p:cNvPr>
          <p:cNvSpPr txBox="1"/>
          <p:nvPr/>
        </p:nvSpPr>
        <p:spPr>
          <a:xfrm>
            <a:off x="9591559" y="1354968"/>
            <a:ext cx="285656" cy="400110"/>
          </a:xfrm>
          <a:prstGeom prst="rect">
            <a:avLst/>
          </a:prstGeom>
          <a:noFill/>
        </p:spPr>
        <p:txBody>
          <a:bodyPr wrap="none" rtlCol="0">
            <a:spAutoFit/>
          </a:bodyPr>
          <a:lstStyle/>
          <a:p>
            <a:r>
              <a:rPr lang="en-US" sz="2000" dirty="0">
                <a:solidFill>
                  <a:srgbClr val="FF0000"/>
                </a:solidFill>
              </a:rPr>
              <a:t>z</a:t>
            </a:r>
          </a:p>
        </p:txBody>
      </p:sp>
      <p:grpSp>
        <p:nvGrpSpPr>
          <p:cNvPr id="17" name="Group 16">
            <a:extLst>
              <a:ext uri="{FF2B5EF4-FFF2-40B4-BE49-F238E27FC236}">
                <a16:creationId xmlns:a16="http://schemas.microsoft.com/office/drawing/2014/main" id="{80C9846B-B76F-EC46-B3DD-08ED42B2D986}"/>
              </a:ext>
            </a:extLst>
          </p:cNvPr>
          <p:cNvGrpSpPr/>
          <p:nvPr/>
        </p:nvGrpSpPr>
        <p:grpSpPr>
          <a:xfrm>
            <a:off x="3119488" y="1398905"/>
            <a:ext cx="4326893" cy="1233760"/>
            <a:chOff x="3104054" y="1398906"/>
            <a:chExt cx="4326893" cy="1233760"/>
          </a:xfrm>
        </p:grpSpPr>
        <p:grpSp>
          <p:nvGrpSpPr>
            <p:cNvPr id="516" name="Group 515">
              <a:extLst>
                <a:ext uri="{FF2B5EF4-FFF2-40B4-BE49-F238E27FC236}">
                  <a16:creationId xmlns:a16="http://schemas.microsoft.com/office/drawing/2014/main" id="{E48D8571-6045-3E40-9668-A4DCC2FFD7ED}"/>
                </a:ext>
              </a:extLst>
            </p:cNvPr>
            <p:cNvGrpSpPr/>
            <p:nvPr/>
          </p:nvGrpSpPr>
          <p:grpSpPr>
            <a:xfrm>
              <a:off x="3104054" y="1398906"/>
              <a:ext cx="4196366" cy="1233760"/>
              <a:chOff x="239710" y="526192"/>
              <a:chExt cx="4196366" cy="1233760"/>
            </a:xfrm>
          </p:grpSpPr>
          <p:sp>
            <p:nvSpPr>
              <p:cNvPr id="517" name="Oval 516">
                <a:extLst>
                  <a:ext uri="{FF2B5EF4-FFF2-40B4-BE49-F238E27FC236}">
                    <a16:creationId xmlns:a16="http://schemas.microsoft.com/office/drawing/2014/main" id="{68A21CC6-2268-6A4F-86A7-EE2A64DDB546}"/>
                  </a:ext>
                </a:extLst>
              </p:cNvPr>
              <p:cNvSpPr/>
              <p:nvPr/>
            </p:nvSpPr>
            <p:spPr>
              <a:xfrm>
                <a:off x="4120980" y="526192"/>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18" name="Straight Arrow Connector 517">
                <a:extLst>
                  <a:ext uri="{FF2B5EF4-FFF2-40B4-BE49-F238E27FC236}">
                    <a16:creationId xmlns:a16="http://schemas.microsoft.com/office/drawing/2014/main" id="{0C2832E9-BE63-D54F-9A07-797BB768C48C}"/>
                  </a:ext>
                </a:extLst>
              </p:cNvPr>
              <p:cNvCxnSpPr>
                <a:cxnSpLocks/>
                <a:stCxn id="517" idx="4"/>
                <a:endCxn id="520" idx="6"/>
              </p:cNvCxnSpPr>
              <p:nvPr/>
            </p:nvCxnSpPr>
            <p:spPr>
              <a:xfrm flipH="1">
                <a:off x="541927" y="821724"/>
                <a:ext cx="3736601" cy="790462"/>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520" name="Oval 519">
                <a:extLst>
                  <a:ext uri="{FF2B5EF4-FFF2-40B4-BE49-F238E27FC236}">
                    <a16:creationId xmlns:a16="http://schemas.microsoft.com/office/drawing/2014/main" id="{17653CE0-07E1-464B-8144-C45075F66FA4}"/>
                  </a:ext>
                </a:extLst>
              </p:cNvPr>
              <p:cNvSpPr/>
              <p:nvPr/>
            </p:nvSpPr>
            <p:spPr>
              <a:xfrm>
                <a:off x="239710" y="1464420"/>
                <a:ext cx="302217"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25" name="Oval 114">
              <a:extLst>
                <a:ext uri="{FF2B5EF4-FFF2-40B4-BE49-F238E27FC236}">
                  <a16:creationId xmlns:a16="http://schemas.microsoft.com/office/drawing/2014/main" id="{C682F2F6-CA7A-944A-9033-FDDB0D769442}"/>
                </a:ext>
              </a:extLst>
            </p:cNvPr>
            <p:cNvSpPr>
              <a:spLocks noChangeArrowheads="1"/>
            </p:cNvSpPr>
            <p:nvPr/>
          </p:nvSpPr>
          <p:spPr bwMode="auto">
            <a:xfrm>
              <a:off x="6828095" y="2025569"/>
              <a:ext cx="602852" cy="301972"/>
            </a:xfrm>
            <a:prstGeom prst="ellipse">
              <a:avLst/>
            </a:prstGeom>
            <a:noFill/>
            <a:ln w="1905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0" fontAlgn="base" hangingPunct="0">
                <a:spcBef>
                  <a:spcPct val="0"/>
                </a:spcBef>
                <a:spcAft>
                  <a:spcPct val="0"/>
                </a:spcAft>
              </a:pPr>
              <a:endParaRPr lang="en-US" sz="2000" dirty="0">
                <a:solidFill>
                  <a:srgbClr val="000000"/>
                </a:solidFill>
                <a:latin typeface="Comic Sans MS" charset="0"/>
                <a:ea typeface="ＭＳ Ｐゴシック" charset="0"/>
              </a:endParaRPr>
            </a:p>
          </p:txBody>
        </p:sp>
        <p:cxnSp>
          <p:nvCxnSpPr>
            <p:cNvPr id="13" name="Straight Arrow Connector 12">
              <a:extLst>
                <a:ext uri="{FF2B5EF4-FFF2-40B4-BE49-F238E27FC236}">
                  <a16:creationId xmlns:a16="http://schemas.microsoft.com/office/drawing/2014/main" id="{BE661659-5D13-8544-B931-6BD6A0036B25}"/>
                </a:ext>
              </a:extLst>
            </p:cNvPr>
            <p:cNvCxnSpPr>
              <a:cxnSpLocks/>
              <a:stCxn id="525" idx="0"/>
            </p:cNvCxnSpPr>
            <p:nvPr/>
          </p:nvCxnSpPr>
          <p:spPr>
            <a:xfrm flipV="1">
              <a:off x="7129521" y="1638301"/>
              <a:ext cx="484" cy="387268"/>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30" name="Group 529">
            <a:extLst>
              <a:ext uri="{FF2B5EF4-FFF2-40B4-BE49-F238E27FC236}">
                <a16:creationId xmlns:a16="http://schemas.microsoft.com/office/drawing/2014/main" id="{E156D929-7F75-B740-BEE1-71E12F7E0BCF}"/>
              </a:ext>
            </a:extLst>
          </p:cNvPr>
          <p:cNvGrpSpPr/>
          <p:nvPr/>
        </p:nvGrpSpPr>
        <p:grpSpPr>
          <a:xfrm>
            <a:off x="3117557" y="1389255"/>
            <a:ext cx="5681132" cy="1534706"/>
            <a:chOff x="1772965" y="1097960"/>
            <a:chExt cx="5681132" cy="1534706"/>
          </a:xfrm>
        </p:grpSpPr>
        <p:grpSp>
          <p:nvGrpSpPr>
            <p:cNvPr id="531" name="Group 530">
              <a:extLst>
                <a:ext uri="{FF2B5EF4-FFF2-40B4-BE49-F238E27FC236}">
                  <a16:creationId xmlns:a16="http://schemas.microsoft.com/office/drawing/2014/main" id="{405B06F4-42C4-874B-8775-68CE587789F1}"/>
                </a:ext>
              </a:extLst>
            </p:cNvPr>
            <p:cNvGrpSpPr/>
            <p:nvPr/>
          </p:nvGrpSpPr>
          <p:grpSpPr>
            <a:xfrm>
              <a:off x="1772965" y="1097960"/>
              <a:ext cx="5539030" cy="1534706"/>
              <a:chOff x="-1091379" y="225246"/>
              <a:chExt cx="5539030" cy="1534706"/>
            </a:xfrm>
          </p:grpSpPr>
          <p:sp>
            <p:nvSpPr>
              <p:cNvPr id="534" name="Oval 533">
                <a:extLst>
                  <a:ext uri="{FF2B5EF4-FFF2-40B4-BE49-F238E27FC236}">
                    <a16:creationId xmlns:a16="http://schemas.microsoft.com/office/drawing/2014/main" id="{6413A5FF-0871-0C46-8A58-9D04A8AADA7E}"/>
                  </a:ext>
                </a:extLst>
              </p:cNvPr>
              <p:cNvSpPr/>
              <p:nvPr/>
            </p:nvSpPr>
            <p:spPr>
              <a:xfrm>
                <a:off x="4132555" y="225246"/>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35" name="Straight Arrow Connector 534">
                <a:extLst>
                  <a:ext uri="{FF2B5EF4-FFF2-40B4-BE49-F238E27FC236}">
                    <a16:creationId xmlns:a16="http://schemas.microsoft.com/office/drawing/2014/main" id="{4BBE828C-BFCA-9E42-9A8E-855E80AB79F7}"/>
                  </a:ext>
                </a:extLst>
              </p:cNvPr>
              <p:cNvCxnSpPr>
                <a:cxnSpLocks/>
                <a:stCxn id="534" idx="4"/>
                <a:endCxn id="536" idx="6"/>
              </p:cNvCxnSpPr>
              <p:nvPr/>
            </p:nvCxnSpPr>
            <p:spPr>
              <a:xfrm flipH="1">
                <a:off x="-789162" y="520778"/>
                <a:ext cx="5079265" cy="1091408"/>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536" name="Oval 535">
                <a:extLst>
                  <a:ext uri="{FF2B5EF4-FFF2-40B4-BE49-F238E27FC236}">
                    <a16:creationId xmlns:a16="http://schemas.microsoft.com/office/drawing/2014/main" id="{29408050-96BC-544E-9C63-1E100FDDF6A2}"/>
                  </a:ext>
                </a:extLst>
              </p:cNvPr>
              <p:cNvSpPr/>
              <p:nvPr/>
            </p:nvSpPr>
            <p:spPr>
              <a:xfrm>
                <a:off x="-1091379" y="1464420"/>
                <a:ext cx="302217"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32" name="Oval 114">
              <a:extLst>
                <a:ext uri="{FF2B5EF4-FFF2-40B4-BE49-F238E27FC236}">
                  <a16:creationId xmlns:a16="http://schemas.microsoft.com/office/drawing/2014/main" id="{685FCE3A-E651-194B-82B8-7C5CF12FA788}"/>
                </a:ext>
              </a:extLst>
            </p:cNvPr>
            <p:cNvSpPr>
              <a:spLocks noChangeArrowheads="1"/>
            </p:cNvSpPr>
            <p:nvPr/>
          </p:nvSpPr>
          <p:spPr bwMode="auto">
            <a:xfrm>
              <a:off x="6851245" y="2025569"/>
              <a:ext cx="602852" cy="301972"/>
            </a:xfrm>
            <a:prstGeom prst="ellipse">
              <a:avLst/>
            </a:prstGeom>
            <a:noFill/>
            <a:ln w="1905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0" fontAlgn="base" hangingPunct="0">
                <a:spcBef>
                  <a:spcPct val="0"/>
                </a:spcBef>
                <a:spcAft>
                  <a:spcPct val="0"/>
                </a:spcAft>
              </a:pPr>
              <a:endParaRPr lang="en-US" sz="2000" dirty="0">
                <a:solidFill>
                  <a:srgbClr val="000000"/>
                </a:solidFill>
                <a:latin typeface="Comic Sans MS" charset="0"/>
                <a:ea typeface="ＭＳ Ｐゴシック" charset="0"/>
              </a:endParaRPr>
            </a:p>
          </p:txBody>
        </p:sp>
        <p:cxnSp>
          <p:nvCxnSpPr>
            <p:cNvPr id="533" name="Straight Arrow Connector 532">
              <a:extLst>
                <a:ext uri="{FF2B5EF4-FFF2-40B4-BE49-F238E27FC236}">
                  <a16:creationId xmlns:a16="http://schemas.microsoft.com/office/drawing/2014/main" id="{017D4077-E857-0E47-AE8D-9DAEDC889967}"/>
                </a:ext>
              </a:extLst>
            </p:cNvPr>
            <p:cNvCxnSpPr>
              <a:cxnSpLocks/>
              <a:stCxn id="532" idx="0"/>
              <a:endCxn id="534" idx="4"/>
            </p:cNvCxnSpPr>
            <p:nvPr/>
          </p:nvCxnSpPr>
          <p:spPr>
            <a:xfrm flipV="1">
              <a:off x="7152671" y="1393492"/>
              <a:ext cx="1776" cy="632077"/>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37" name="Group 536">
            <a:extLst>
              <a:ext uri="{FF2B5EF4-FFF2-40B4-BE49-F238E27FC236}">
                <a16:creationId xmlns:a16="http://schemas.microsoft.com/office/drawing/2014/main" id="{911D6D48-B41E-C748-8CC0-00A6299B0AAA}"/>
              </a:ext>
            </a:extLst>
          </p:cNvPr>
          <p:cNvGrpSpPr/>
          <p:nvPr/>
        </p:nvGrpSpPr>
        <p:grpSpPr>
          <a:xfrm>
            <a:off x="3109189" y="1412217"/>
            <a:ext cx="1746239" cy="1817119"/>
            <a:chOff x="5709634" y="1003247"/>
            <a:chExt cx="1746239" cy="1817119"/>
          </a:xfrm>
        </p:grpSpPr>
        <p:grpSp>
          <p:nvGrpSpPr>
            <p:cNvPr id="538" name="Group 537">
              <a:extLst>
                <a:ext uri="{FF2B5EF4-FFF2-40B4-BE49-F238E27FC236}">
                  <a16:creationId xmlns:a16="http://schemas.microsoft.com/office/drawing/2014/main" id="{476B669B-D835-7546-8C5D-745C28DBA626}"/>
                </a:ext>
              </a:extLst>
            </p:cNvPr>
            <p:cNvGrpSpPr/>
            <p:nvPr/>
          </p:nvGrpSpPr>
          <p:grpSpPr>
            <a:xfrm>
              <a:off x="5709634" y="1003247"/>
              <a:ext cx="1602361" cy="1817119"/>
              <a:chOff x="2845290" y="130533"/>
              <a:chExt cx="1602361" cy="1817119"/>
            </a:xfrm>
          </p:grpSpPr>
          <p:sp>
            <p:nvSpPr>
              <p:cNvPr id="541" name="Oval 540">
                <a:extLst>
                  <a:ext uri="{FF2B5EF4-FFF2-40B4-BE49-F238E27FC236}">
                    <a16:creationId xmlns:a16="http://schemas.microsoft.com/office/drawing/2014/main" id="{5000BC0A-ACF3-A743-B038-FE3A215C971F}"/>
                  </a:ext>
                </a:extLst>
              </p:cNvPr>
              <p:cNvSpPr/>
              <p:nvPr/>
            </p:nvSpPr>
            <p:spPr>
              <a:xfrm>
                <a:off x="4132555" y="130533"/>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42" name="Straight Arrow Connector 541">
                <a:extLst>
                  <a:ext uri="{FF2B5EF4-FFF2-40B4-BE49-F238E27FC236}">
                    <a16:creationId xmlns:a16="http://schemas.microsoft.com/office/drawing/2014/main" id="{AF172589-3BBB-8C42-AF91-ED4A3B8F251F}"/>
                  </a:ext>
                </a:extLst>
              </p:cNvPr>
              <p:cNvCxnSpPr>
                <a:cxnSpLocks/>
                <a:stCxn id="541" idx="4"/>
                <a:endCxn id="543" idx="6"/>
              </p:cNvCxnSpPr>
              <p:nvPr/>
            </p:nvCxnSpPr>
            <p:spPr>
              <a:xfrm flipH="1">
                <a:off x="3147507" y="426065"/>
                <a:ext cx="1142596" cy="1373821"/>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543" name="Oval 542">
                <a:extLst>
                  <a:ext uri="{FF2B5EF4-FFF2-40B4-BE49-F238E27FC236}">
                    <a16:creationId xmlns:a16="http://schemas.microsoft.com/office/drawing/2014/main" id="{983583A7-CF39-514C-B2F9-EC8A8919C008}"/>
                  </a:ext>
                </a:extLst>
              </p:cNvPr>
              <p:cNvSpPr/>
              <p:nvPr/>
            </p:nvSpPr>
            <p:spPr>
              <a:xfrm>
                <a:off x="2845290" y="1652120"/>
                <a:ext cx="302217"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39" name="Oval 114">
              <a:extLst>
                <a:ext uri="{FF2B5EF4-FFF2-40B4-BE49-F238E27FC236}">
                  <a16:creationId xmlns:a16="http://schemas.microsoft.com/office/drawing/2014/main" id="{88D76B70-8DB1-1F44-AC98-B4B908DE7566}"/>
                </a:ext>
              </a:extLst>
            </p:cNvPr>
            <p:cNvSpPr>
              <a:spLocks noChangeArrowheads="1"/>
            </p:cNvSpPr>
            <p:nvPr/>
          </p:nvSpPr>
          <p:spPr bwMode="auto">
            <a:xfrm>
              <a:off x="6853021" y="2199189"/>
              <a:ext cx="602852" cy="301972"/>
            </a:xfrm>
            <a:prstGeom prst="ellipse">
              <a:avLst/>
            </a:prstGeom>
            <a:noFill/>
            <a:ln w="1905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0" fontAlgn="base" hangingPunct="0">
                <a:spcBef>
                  <a:spcPct val="0"/>
                </a:spcBef>
                <a:spcAft>
                  <a:spcPct val="0"/>
                </a:spcAft>
              </a:pPr>
              <a:endParaRPr lang="en-US" sz="2000" dirty="0">
                <a:solidFill>
                  <a:srgbClr val="000000"/>
                </a:solidFill>
                <a:latin typeface="Comic Sans MS" charset="0"/>
                <a:ea typeface="ＭＳ Ｐゴシック" charset="0"/>
              </a:endParaRPr>
            </a:p>
          </p:txBody>
        </p:sp>
        <p:cxnSp>
          <p:nvCxnSpPr>
            <p:cNvPr id="540" name="Straight Arrow Connector 539">
              <a:extLst>
                <a:ext uri="{FF2B5EF4-FFF2-40B4-BE49-F238E27FC236}">
                  <a16:creationId xmlns:a16="http://schemas.microsoft.com/office/drawing/2014/main" id="{01FD8F8E-8376-A54A-8760-9722F14602E4}"/>
                </a:ext>
              </a:extLst>
            </p:cNvPr>
            <p:cNvCxnSpPr>
              <a:cxnSpLocks/>
              <a:stCxn id="539" idx="0"/>
              <a:endCxn id="541" idx="4"/>
            </p:cNvCxnSpPr>
            <p:nvPr/>
          </p:nvCxnSpPr>
          <p:spPr>
            <a:xfrm flipV="1">
              <a:off x="7154447" y="1298779"/>
              <a:ext cx="0" cy="900410"/>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44" name="Group 543">
            <a:extLst>
              <a:ext uri="{FF2B5EF4-FFF2-40B4-BE49-F238E27FC236}">
                <a16:creationId xmlns:a16="http://schemas.microsoft.com/office/drawing/2014/main" id="{E03EF3CA-2D9B-664C-A155-84446468FB79}"/>
              </a:ext>
            </a:extLst>
          </p:cNvPr>
          <p:cNvGrpSpPr/>
          <p:nvPr/>
        </p:nvGrpSpPr>
        <p:grpSpPr>
          <a:xfrm>
            <a:off x="3082834" y="1400642"/>
            <a:ext cx="3065254" cy="2136777"/>
            <a:chOff x="4423568" y="495889"/>
            <a:chExt cx="3065254" cy="2136777"/>
          </a:xfrm>
        </p:grpSpPr>
        <p:grpSp>
          <p:nvGrpSpPr>
            <p:cNvPr id="545" name="Group 544">
              <a:extLst>
                <a:ext uri="{FF2B5EF4-FFF2-40B4-BE49-F238E27FC236}">
                  <a16:creationId xmlns:a16="http://schemas.microsoft.com/office/drawing/2014/main" id="{9E0A8781-B42F-7A49-819E-17E215845ED5}"/>
                </a:ext>
              </a:extLst>
            </p:cNvPr>
            <p:cNvGrpSpPr/>
            <p:nvPr/>
          </p:nvGrpSpPr>
          <p:grpSpPr>
            <a:xfrm>
              <a:off x="4423568" y="495889"/>
              <a:ext cx="2923151" cy="2136777"/>
              <a:chOff x="1559224" y="-376825"/>
              <a:chExt cx="2923151" cy="2136777"/>
            </a:xfrm>
          </p:grpSpPr>
          <p:sp>
            <p:nvSpPr>
              <p:cNvPr id="549" name="Oval 548">
                <a:extLst>
                  <a:ext uri="{FF2B5EF4-FFF2-40B4-BE49-F238E27FC236}">
                    <a16:creationId xmlns:a16="http://schemas.microsoft.com/office/drawing/2014/main" id="{D753C51A-4350-514E-8575-255BE71968EF}"/>
                  </a:ext>
                </a:extLst>
              </p:cNvPr>
              <p:cNvSpPr/>
              <p:nvPr/>
            </p:nvSpPr>
            <p:spPr>
              <a:xfrm>
                <a:off x="4167279" y="-376825"/>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50" name="Straight Arrow Connector 549">
                <a:extLst>
                  <a:ext uri="{FF2B5EF4-FFF2-40B4-BE49-F238E27FC236}">
                    <a16:creationId xmlns:a16="http://schemas.microsoft.com/office/drawing/2014/main" id="{52E7D202-00E1-0940-872A-88DE48D25A31}"/>
                  </a:ext>
                </a:extLst>
              </p:cNvPr>
              <p:cNvCxnSpPr>
                <a:cxnSpLocks/>
                <a:stCxn id="549" idx="4"/>
                <a:endCxn id="551" idx="6"/>
              </p:cNvCxnSpPr>
              <p:nvPr/>
            </p:nvCxnSpPr>
            <p:spPr>
              <a:xfrm flipH="1">
                <a:off x="1861441" y="-81293"/>
                <a:ext cx="2463386" cy="1693479"/>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551" name="Oval 550">
                <a:extLst>
                  <a:ext uri="{FF2B5EF4-FFF2-40B4-BE49-F238E27FC236}">
                    <a16:creationId xmlns:a16="http://schemas.microsoft.com/office/drawing/2014/main" id="{0C65CD2E-F916-7F44-8015-E772F7A08327}"/>
                  </a:ext>
                </a:extLst>
              </p:cNvPr>
              <p:cNvSpPr/>
              <p:nvPr/>
            </p:nvSpPr>
            <p:spPr>
              <a:xfrm>
                <a:off x="1559224" y="1464420"/>
                <a:ext cx="302217"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47" name="Oval 114">
              <a:extLst>
                <a:ext uri="{FF2B5EF4-FFF2-40B4-BE49-F238E27FC236}">
                  <a16:creationId xmlns:a16="http://schemas.microsoft.com/office/drawing/2014/main" id="{C71CC878-55D7-AD4F-B3B1-13953C4E6D8A}"/>
                </a:ext>
              </a:extLst>
            </p:cNvPr>
            <p:cNvSpPr>
              <a:spLocks noChangeArrowheads="1"/>
            </p:cNvSpPr>
            <p:nvPr/>
          </p:nvSpPr>
          <p:spPr bwMode="auto">
            <a:xfrm>
              <a:off x="6885970" y="2025569"/>
              <a:ext cx="602852" cy="301972"/>
            </a:xfrm>
            <a:prstGeom prst="ellipse">
              <a:avLst/>
            </a:prstGeom>
            <a:noFill/>
            <a:ln w="1905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0" fontAlgn="base" hangingPunct="0">
                <a:spcBef>
                  <a:spcPct val="0"/>
                </a:spcBef>
                <a:spcAft>
                  <a:spcPct val="0"/>
                </a:spcAft>
              </a:pPr>
              <a:endParaRPr lang="en-US" sz="2000" dirty="0">
                <a:solidFill>
                  <a:srgbClr val="000000"/>
                </a:solidFill>
                <a:latin typeface="Comic Sans MS" charset="0"/>
                <a:ea typeface="ＭＳ Ｐゴシック" charset="0"/>
              </a:endParaRPr>
            </a:p>
          </p:txBody>
        </p:sp>
        <p:cxnSp>
          <p:nvCxnSpPr>
            <p:cNvPr id="548" name="Straight Arrow Connector 547">
              <a:extLst>
                <a:ext uri="{FF2B5EF4-FFF2-40B4-BE49-F238E27FC236}">
                  <a16:creationId xmlns:a16="http://schemas.microsoft.com/office/drawing/2014/main" id="{7B56A3C2-EAE1-8E49-9661-485FF1A1FAA4}"/>
                </a:ext>
              </a:extLst>
            </p:cNvPr>
            <p:cNvCxnSpPr>
              <a:cxnSpLocks/>
              <a:stCxn id="547" idx="0"/>
              <a:endCxn id="549" idx="4"/>
            </p:cNvCxnSpPr>
            <p:nvPr/>
          </p:nvCxnSpPr>
          <p:spPr>
            <a:xfrm flipV="1">
              <a:off x="7187396" y="791421"/>
              <a:ext cx="1775" cy="1234148"/>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52" name="Group 551">
            <a:extLst>
              <a:ext uri="{FF2B5EF4-FFF2-40B4-BE49-F238E27FC236}">
                <a16:creationId xmlns:a16="http://schemas.microsoft.com/office/drawing/2014/main" id="{837723A6-32DA-4C49-8E78-4111930D0945}"/>
              </a:ext>
            </a:extLst>
          </p:cNvPr>
          <p:cNvGrpSpPr/>
          <p:nvPr/>
        </p:nvGrpSpPr>
        <p:grpSpPr>
          <a:xfrm>
            <a:off x="3084763" y="1437297"/>
            <a:ext cx="6956123" cy="2426144"/>
            <a:chOff x="534474" y="495889"/>
            <a:chExt cx="6956123" cy="2426144"/>
          </a:xfrm>
        </p:grpSpPr>
        <p:grpSp>
          <p:nvGrpSpPr>
            <p:cNvPr id="553" name="Group 552">
              <a:extLst>
                <a:ext uri="{FF2B5EF4-FFF2-40B4-BE49-F238E27FC236}">
                  <a16:creationId xmlns:a16="http://schemas.microsoft.com/office/drawing/2014/main" id="{D4AF9FEB-87B8-2440-BFF7-2388513CCB4D}"/>
                </a:ext>
              </a:extLst>
            </p:cNvPr>
            <p:cNvGrpSpPr/>
            <p:nvPr/>
          </p:nvGrpSpPr>
          <p:grpSpPr>
            <a:xfrm>
              <a:off x="534474" y="495889"/>
              <a:ext cx="6812245" cy="2426144"/>
              <a:chOff x="-2329870" y="-376825"/>
              <a:chExt cx="6812245" cy="2426144"/>
            </a:xfrm>
          </p:grpSpPr>
          <p:sp>
            <p:nvSpPr>
              <p:cNvPr id="556" name="Oval 555">
                <a:extLst>
                  <a:ext uri="{FF2B5EF4-FFF2-40B4-BE49-F238E27FC236}">
                    <a16:creationId xmlns:a16="http://schemas.microsoft.com/office/drawing/2014/main" id="{E833C45F-B922-8B4F-A541-13D5EDF3D166}"/>
                  </a:ext>
                </a:extLst>
              </p:cNvPr>
              <p:cNvSpPr/>
              <p:nvPr/>
            </p:nvSpPr>
            <p:spPr>
              <a:xfrm>
                <a:off x="4167279" y="-376825"/>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57" name="Straight Arrow Connector 556">
                <a:extLst>
                  <a:ext uri="{FF2B5EF4-FFF2-40B4-BE49-F238E27FC236}">
                    <a16:creationId xmlns:a16="http://schemas.microsoft.com/office/drawing/2014/main" id="{BAC38F32-13CD-8D49-B140-20E9CE2B7D81}"/>
                  </a:ext>
                </a:extLst>
              </p:cNvPr>
              <p:cNvCxnSpPr>
                <a:cxnSpLocks/>
                <a:stCxn id="556" idx="4"/>
                <a:endCxn id="558" idx="6"/>
              </p:cNvCxnSpPr>
              <p:nvPr/>
            </p:nvCxnSpPr>
            <p:spPr>
              <a:xfrm flipH="1">
                <a:off x="-2027653" y="-81293"/>
                <a:ext cx="6352480" cy="1982846"/>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558" name="Oval 557">
                <a:extLst>
                  <a:ext uri="{FF2B5EF4-FFF2-40B4-BE49-F238E27FC236}">
                    <a16:creationId xmlns:a16="http://schemas.microsoft.com/office/drawing/2014/main" id="{5A968801-B5C0-774E-9189-C0C84CCD1C5E}"/>
                  </a:ext>
                </a:extLst>
              </p:cNvPr>
              <p:cNvSpPr/>
              <p:nvPr/>
            </p:nvSpPr>
            <p:spPr>
              <a:xfrm>
                <a:off x="-2329870" y="1753787"/>
                <a:ext cx="302217"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54" name="Oval 114">
              <a:extLst>
                <a:ext uri="{FF2B5EF4-FFF2-40B4-BE49-F238E27FC236}">
                  <a16:creationId xmlns:a16="http://schemas.microsoft.com/office/drawing/2014/main" id="{2DD21A52-3AB5-1146-AA26-D2C240D0B0AF}"/>
                </a:ext>
              </a:extLst>
            </p:cNvPr>
            <p:cNvSpPr>
              <a:spLocks noChangeArrowheads="1"/>
            </p:cNvSpPr>
            <p:nvPr/>
          </p:nvSpPr>
          <p:spPr bwMode="auto">
            <a:xfrm>
              <a:off x="6887745" y="2326511"/>
              <a:ext cx="602852" cy="301972"/>
            </a:xfrm>
            <a:prstGeom prst="ellipse">
              <a:avLst/>
            </a:prstGeom>
            <a:noFill/>
            <a:ln w="1905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0" fontAlgn="base" hangingPunct="0">
                <a:spcBef>
                  <a:spcPct val="0"/>
                </a:spcBef>
                <a:spcAft>
                  <a:spcPct val="0"/>
                </a:spcAft>
              </a:pPr>
              <a:endParaRPr lang="en-US" sz="2000" dirty="0">
                <a:solidFill>
                  <a:srgbClr val="000000"/>
                </a:solidFill>
                <a:latin typeface="Comic Sans MS" charset="0"/>
                <a:ea typeface="ＭＳ Ｐゴシック" charset="0"/>
              </a:endParaRPr>
            </a:p>
          </p:txBody>
        </p:sp>
        <p:cxnSp>
          <p:nvCxnSpPr>
            <p:cNvPr id="555" name="Straight Arrow Connector 554">
              <a:extLst>
                <a:ext uri="{FF2B5EF4-FFF2-40B4-BE49-F238E27FC236}">
                  <a16:creationId xmlns:a16="http://schemas.microsoft.com/office/drawing/2014/main" id="{31B6FC9B-38BD-A74B-95DB-48A86BA94800}"/>
                </a:ext>
              </a:extLst>
            </p:cNvPr>
            <p:cNvCxnSpPr>
              <a:cxnSpLocks/>
              <a:stCxn id="554" idx="0"/>
              <a:endCxn id="556" idx="4"/>
            </p:cNvCxnSpPr>
            <p:nvPr/>
          </p:nvCxnSpPr>
          <p:spPr>
            <a:xfrm flipV="1">
              <a:off x="7189171" y="791421"/>
              <a:ext cx="0" cy="1535090"/>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cxnSp>
        <p:nvCxnSpPr>
          <p:cNvPr id="38" name="Straight Arrow Connector 37">
            <a:extLst>
              <a:ext uri="{FF2B5EF4-FFF2-40B4-BE49-F238E27FC236}">
                <a16:creationId xmlns:a16="http://schemas.microsoft.com/office/drawing/2014/main" id="{112457CF-2890-E146-8628-638AC5577656}"/>
              </a:ext>
            </a:extLst>
          </p:cNvPr>
          <p:cNvCxnSpPr>
            <a:cxnSpLocks/>
            <a:endCxn id="271" idx="2"/>
          </p:cNvCxnSpPr>
          <p:nvPr/>
        </p:nvCxnSpPr>
        <p:spPr>
          <a:xfrm>
            <a:off x="1957653" y="5544274"/>
            <a:ext cx="439472" cy="428799"/>
          </a:xfrm>
          <a:prstGeom prst="straightConnector1">
            <a:avLst/>
          </a:prstGeom>
          <a:ln w="317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59" name="Straight Arrow Connector 558">
            <a:extLst>
              <a:ext uri="{FF2B5EF4-FFF2-40B4-BE49-F238E27FC236}">
                <a16:creationId xmlns:a16="http://schemas.microsoft.com/office/drawing/2014/main" id="{491C301B-8A6E-4845-BF28-577AD894F891}"/>
              </a:ext>
            </a:extLst>
          </p:cNvPr>
          <p:cNvCxnSpPr>
            <a:cxnSpLocks/>
            <a:endCxn id="414" idx="2"/>
          </p:cNvCxnSpPr>
          <p:nvPr/>
        </p:nvCxnSpPr>
        <p:spPr>
          <a:xfrm>
            <a:off x="2908706" y="6055489"/>
            <a:ext cx="586969" cy="6484"/>
          </a:xfrm>
          <a:prstGeom prst="straightConnector1">
            <a:avLst/>
          </a:prstGeom>
          <a:ln w="317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60" name="Straight Arrow Connector 559">
            <a:extLst>
              <a:ext uri="{FF2B5EF4-FFF2-40B4-BE49-F238E27FC236}">
                <a16:creationId xmlns:a16="http://schemas.microsoft.com/office/drawing/2014/main" id="{3C9D1B43-9124-3142-843B-DC7A58F1456E}"/>
              </a:ext>
            </a:extLst>
          </p:cNvPr>
          <p:cNvCxnSpPr>
            <a:cxnSpLocks/>
            <a:stCxn id="266" idx="7"/>
          </p:cNvCxnSpPr>
          <p:nvPr/>
        </p:nvCxnSpPr>
        <p:spPr>
          <a:xfrm flipV="1">
            <a:off x="2068770" y="5023414"/>
            <a:ext cx="502342" cy="281976"/>
          </a:xfrm>
          <a:prstGeom prst="straightConnector1">
            <a:avLst/>
          </a:prstGeom>
          <a:ln w="317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61" name="Straight Arrow Connector 560">
            <a:extLst>
              <a:ext uri="{FF2B5EF4-FFF2-40B4-BE49-F238E27FC236}">
                <a16:creationId xmlns:a16="http://schemas.microsoft.com/office/drawing/2014/main" id="{8A7B92A4-0E80-6D4D-87F2-803D33EFB3E5}"/>
              </a:ext>
            </a:extLst>
          </p:cNvPr>
          <p:cNvCxnSpPr>
            <a:cxnSpLocks/>
          </p:cNvCxnSpPr>
          <p:nvPr/>
        </p:nvCxnSpPr>
        <p:spPr>
          <a:xfrm flipV="1">
            <a:off x="3744012" y="4988689"/>
            <a:ext cx="0" cy="883534"/>
          </a:xfrm>
          <a:prstGeom prst="straightConnector1">
            <a:avLst/>
          </a:prstGeom>
          <a:ln w="317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62" name="Straight Arrow Connector 561">
            <a:extLst>
              <a:ext uri="{FF2B5EF4-FFF2-40B4-BE49-F238E27FC236}">
                <a16:creationId xmlns:a16="http://schemas.microsoft.com/office/drawing/2014/main" id="{368CBA46-10A4-6B43-8244-BF448DB2A1AB}"/>
              </a:ext>
            </a:extLst>
          </p:cNvPr>
          <p:cNvCxnSpPr>
            <a:cxnSpLocks/>
          </p:cNvCxnSpPr>
          <p:nvPr/>
        </p:nvCxnSpPr>
        <p:spPr>
          <a:xfrm flipV="1">
            <a:off x="4007312" y="5577069"/>
            <a:ext cx="606730" cy="448060"/>
          </a:xfrm>
          <a:prstGeom prst="straightConnector1">
            <a:avLst/>
          </a:prstGeom>
          <a:ln w="317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563" name="Text Box 3">
            <a:extLst>
              <a:ext uri="{FF2B5EF4-FFF2-40B4-BE49-F238E27FC236}">
                <a16:creationId xmlns:a16="http://schemas.microsoft.com/office/drawing/2014/main" id="{26DB9EA5-AEE6-8446-BB60-338C393AB3A4}"/>
              </a:ext>
            </a:extLst>
          </p:cNvPr>
          <p:cNvSpPr txBox="1">
            <a:spLocks noChangeArrowheads="1"/>
          </p:cNvSpPr>
          <p:nvPr/>
        </p:nvSpPr>
        <p:spPr bwMode="auto">
          <a:xfrm>
            <a:off x="5894442" y="4463262"/>
            <a:ext cx="5770234" cy="14465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2200" dirty="0">
                <a:latin typeface="+mn-lt"/>
              </a:rPr>
              <a:t>find </a:t>
            </a:r>
            <a:r>
              <a:rPr lang="en-US" sz="2200" i="1" dirty="0">
                <a:latin typeface="+mn-lt"/>
              </a:rPr>
              <a:t>a</a:t>
            </a:r>
            <a:r>
              <a:rPr lang="en-US" sz="2200" dirty="0">
                <a:latin typeface="+mn-lt"/>
              </a:rPr>
              <a:t> not in </a:t>
            </a:r>
            <a:r>
              <a:rPr lang="en-US" sz="2200" i="1" dirty="0">
                <a:latin typeface="+mn-lt"/>
              </a:rPr>
              <a:t>N</a:t>
            </a:r>
            <a:r>
              <a:rPr lang="en-US" sz="2200" i="1" dirty="0">
                <a:latin typeface="+mn-lt"/>
                <a:cs typeface="Arial" charset="0"/>
              </a:rPr>
              <a:t>'</a:t>
            </a:r>
            <a:r>
              <a:rPr lang="en-US" sz="2200" i="1" dirty="0">
                <a:latin typeface="+mn-lt"/>
              </a:rPr>
              <a:t> </a:t>
            </a:r>
            <a:r>
              <a:rPr lang="en-US" sz="2200" dirty="0">
                <a:latin typeface="+mn-lt"/>
              </a:rPr>
              <a:t>such that </a:t>
            </a:r>
            <a:r>
              <a:rPr lang="en-US" sz="2200" i="1" dirty="0">
                <a:latin typeface="+mn-lt"/>
              </a:rPr>
              <a:t>D(a) </a:t>
            </a:r>
            <a:r>
              <a:rPr lang="en-US" sz="2200" dirty="0">
                <a:latin typeface="+mn-lt"/>
              </a:rPr>
              <a:t>is a minimum </a:t>
            </a:r>
          </a:p>
          <a:p>
            <a:r>
              <a:rPr lang="en-US" sz="2200" dirty="0">
                <a:latin typeface="+mn-lt"/>
              </a:rPr>
              <a:t>add </a:t>
            </a:r>
            <a:r>
              <a:rPr lang="en-US" sz="2200" i="1" dirty="0">
                <a:latin typeface="+mn-lt"/>
              </a:rPr>
              <a:t>a</a:t>
            </a:r>
            <a:r>
              <a:rPr lang="en-US" sz="2200" dirty="0">
                <a:latin typeface="+mn-lt"/>
              </a:rPr>
              <a:t> to </a:t>
            </a:r>
            <a:r>
              <a:rPr lang="en-US" sz="2200" i="1" dirty="0">
                <a:latin typeface="+mn-lt"/>
              </a:rPr>
              <a:t>N</a:t>
            </a:r>
            <a:r>
              <a:rPr lang="en-US" sz="2200" i="1" dirty="0">
                <a:latin typeface="+mn-lt"/>
                <a:cs typeface="Arial" charset="0"/>
              </a:rPr>
              <a:t>'</a:t>
            </a:r>
            <a:r>
              <a:rPr lang="en-US" sz="2200" i="1" dirty="0">
                <a:latin typeface="+mn-lt"/>
              </a:rPr>
              <a:t> </a:t>
            </a:r>
          </a:p>
          <a:p>
            <a:r>
              <a:rPr lang="en-US" sz="2200" dirty="0">
                <a:latin typeface="+mn-lt"/>
              </a:rPr>
              <a:t>update </a:t>
            </a:r>
            <a:r>
              <a:rPr lang="en-US" sz="2200" i="1" dirty="0">
                <a:latin typeface="+mn-lt"/>
              </a:rPr>
              <a:t>D(b) </a:t>
            </a:r>
            <a:r>
              <a:rPr lang="en-US" sz="2200" dirty="0">
                <a:latin typeface="+mn-lt"/>
              </a:rPr>
              <a:t>for all </a:t>
            </a:r>
            <a:r>
              <a:rPr lang="en-US" sz="2200" i="1" dirty="0">
                <a:latin typeface="+mn-lt"/>
              </a:rPr>
              <a:t>b</a:t>
            </a:r>
            <a:r>
              <a:rPr lang="en-US" sz="2200" dirty="0">
                <a:latin typeface="+mn-lt"/>
              </a:rPr>
              <a:t> adjacent to </a:t>
            </a:r>
            <a:r>
              <a:rPr lang="en-US" sz="2200" i="1" dirty="0">
                <a:latin typeface="+mn-lt"/>
              </a:rPr>
              <a:t>a</a:t>
            </a:r>
            <a:r>
              <a:rPr lang="en-US" sz="2200" dirty="0">
                <a:latin typeface="+mn-lt"/>
              </a:rPr>
              <a:t> and not in </a:t>
            </a:r>
            <a:r>
              <a:rPr lang="en-US" sz="2200" i="1" dirty="0">
                <a:latin typeface="+mn-lt"/>
              </a:rPr>
              <a:t>N</a:t>
            </a:r>
            <a:r>
              <a:rPr lang="en-US" sz="2200" i="1" dirty="0">
                <a:latin typeface="+mn-lt"/>
                <a:cs typeface="Arial" charset="0"/>
              </a:rPr>
              <a:t>'</a:t>
            </a:r>
            <a:r>
              <a:rPr lang="en-US" sz="2200" i="1" dirty="0">
                <a:latin typeface="+mn-lt"/>
              </a:rPr>
              <a:t> </a:t>
            </a:r>
            <a:r>
              <a:rPr lang="en-US" sz="2200" dirty="0">
                <a:latin typeface="+mn-lt"/>
              </a:rPr>
              <a:t>: </a:t>
            </a:r>
          </a:p>
          <a:p>
            <a:r>
              <a:rPr lang="en-US" sz="2200" b="1" i="1" dirty="0">
                <a:solidFill>
                  <a:srgbClr val="CC0000"/>
                </a:solidFill>
                <a:latin typeface="+mn-lt"/>
              </a:rPr>
              <a:t>     D(b) = </a:t>
            </a:r>
            <a:r>
              <a:rPr lang="en-US" sz="2200" b="1" dirty="0">
                <a:solidFill>
                  <a:srgbClr val="CC0000"/>
                </a:solidFill>
                <a:latin typeface="+mn-lt"/>
              </a:rPr>
              <a:t>min</a:t>
            </a:r>
            <a:r>
              <a:rPr lang="en-US" sz="2200" b="1" i="1" dirty="0">
                <a:solidFill>
                  <a:srgbClr val="CC0000"/>
                </a:solidFill>
                <a:latin typeface="+mn-lt"/>
              </a:rPr>
              <a:t> ( D(b), D(a) + c</a:t>
            </a:r>
            <a:r>
              <a:rPr lang="en-US" sz="2200" b="1" i="1" baseline="-25000" dirty="0">
                <a:solidFill>
                  <a:srgbClr val="CC0000"/>
                </a:solidFill>
                <a:latin typeface="+mn-lt"/>
              </a:rPr>
              <a:t>a,b </a:t>
            </a:r>
            <a:r>
              <a:rPr lang="en-US" sz="2200" b="1" i="1" dirty="0">
                <a:solidFill>
                  <a:srgbClr val="CC0000"/>
                </a:solidFill>
                <a:latin typeface="+mn-lt"/>
              </a:rPr>
              <a:t>) </a:t>
            </a:r>
          </a:p>
        </p:txBody>
      </p:sp>
      <p:sp>
        <p:nvSpPr>
          <p:cNvPr id="53" name="Rectangle 52">
            <a:extLst>
              <a:ext uri="{FF2B5EF4-FFF2-40B4-BE49-F238E27FC236}">
                <a16:creationId xmlns:a16="http://schemas.microsoft.com/office/drawing/2014/main" id="{AE2B11F0-0B2B-E548-A572-A488F5822281}"/>
              </a:ext>
            </a:extLst>
          </p:cNvPr>
          <p:cNvSpPr/>
          <p:nvPr/>
        </p:nvSpPr>
        <p:spPr>
          <a:xfrm>
            <a:off x="5606004" y="3868305"/>
            <a:ext cx="6721033" cy="341632"/>
          </a:xfrm>
          <a:prstGeom prst="rect">
            <a:avLst/>
          </a:prstGeom>
        </p:spPr>
        <p:txBody>
          <a:bodyPr wrap="square">
            <a:spAutoFit/>
          </a:bodyPr>
          <a:lstStyle/>
          <a:p>
            <a:pPr>
              <a:lnSpc>
                <a:spcPct val="90000"/>
              </a:lnSpc>
            </a:pPr>
            <a:r>
              <a:rPr lang="en-US" dirty="0"/>
              <a:t>Initialization (step 0): For all a: if </a:t>
            </a:r>
            <a:r>
              <a:rPr lang="en-US" i="1" dirty="0"/>
              <a:t>a</a:t>
            </a:r>
            <a:r>
              <a:rPr lang="en-US" dirty="0"/>
              <a:t> adjacent to then </a:t>
            </a:r>
            <a:r>
              <a:rPr lang="en-US" i="1" dirty="0"/>
              <a:t>D(a) = c</a:t>
            </a:r>
            <a:r>
              <a:rPr lang="en-US" i="1" baseline="-25000" dirty="0"/>
              <a:t>u,a </a:t>
            </a:r>
            <a:endParaRPr lang="en-US" baseline="-25000" dirty="0"/>
          </a:p>
        </p:txBody>
      </p:sp>
    </p:spTree>
    <p:extLst>
      <p:ext uri="{BB962C8B-B14F-4D97-AF65-F5344CB8AC3E}">
        <p14:creationId xmlns:p14="http://schemas.microsoft.com/office/powerpoint/2010/main" val="186597043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10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7"/>
                                        </p:tgtEl>
                                        <p:attrNameLst>
                                          <p:attrName>style.visibility</p:attrName>
                                        </p:attrNameLst>
                                      </p:cBhvr>
                                      <p:to>
                                        <p:strVal val="visible"/>
                                      </p:to>
                                    </p:set>
                                    <p:animEffect transition="in" filter="dissolve">
                                      <p:cBhvr>
                                        <p:cTn id="12" dur="1000"/>
                                        <p:tgtEl>
                                          <p:spTgt spid="17"/>
                                        </p:tgtEl>
                                      </p:cBhvr>
                                    </p:animEffect>
                                  </p:childTnLst>
                                </p:cTn>
                              </p:par>
                            </p:childTnLst>
                          </p:cTn>
                        </p:par>
                        <p:par>
                          <p:cTn id="13" fill="hold">
                            <p:stCondLst>
                              <p:cond delay="1000"/>
                            </p:stCondLst>
                            <p:childTnLst>
                              <p:par>
                                <p:cTn id="14" presetID="9" presetClass="entr" presetSubtype="0" fill="hold" grpId="0" nodeType="afterEffect">
                                  <p:stCondLst>
                                    <p:cond delay="0"/>
                                  </p:stCondLst>
                                  <p:childTnLst>
                                    <p:set>
                                      <p:cBhvr>
                                        <p:cTn id="15" dur="1" fill="hold">
                                          <p:stCondLst>
                                            <p:cond delay="0"/>
                                          </p:stCondLst>
                                        </p:cTn>
                                        <p:tgtEl>
                                          <p:spTgt spid="507"/>
                                        </p:tgtEl>
                                        <p:attrNameLst>
                                          <p:attrName>style.visibility</p:attrName>
                                        </p:attrNameLst>
                                      </p:cBhvr>
                                      <p:to>
                                        <p:strVal val="visible"/>
                                      </p:to>
                                    </p:set>
                                    <p:animEffect transition="in" filter="dissolve">
                                      <p:cBhvr>
                                        <p:cTn id="16" dur="500"/>
                                        <p:tgtEl>
                                          <p:spTgt spid="507"/>
                                        </p:tgtEl>
                                      </p:cBhvr>
                                    </p:animEffect>
                                  </p:childTnLst>
                                </p:cTn>
                              </p:par>
                              <p:par>
                                <p:cTn id="17" presetID="9" presetClass="exit" presetSubtype="0" fill="hold" grpId="0" nodeType="withEffect">
                                  <p:stCondLst>
                                    <p:cond delay="0"/>
                                  </p:stCondLst>
                                  <p:childTnLst>
                                    <p:animEffect transition="out" filter="dissolve">
                                      <p:cBhvr>
                                        <p:cTn id="18" dur="500"/>
                                        <p:tgtEl>
                                          <p:spTgt spid="53"/>
                                        </p:tgtEl>
                                      </p:cBhvr>
                                    </p:animEffect>
                                    <p:set>
                                      <p:cBhvr>
                                        <p:cTn id="19" dur="1" fill="hold">
                                          <p:stCondLst>
                                            <p:cond delay="499"/>
                                          </p:stCondLst>
                                        </p:cTn>
                                        <p:tgtEl>
                                          <p:spTgt spid="53"/>
                                        </p:tgtEl>
                                        <p:attrNameLst>
                                          <p:attrName>style.visibility</p:attrName>
                                        </p:attrNameLst>
                                      </p:cBhvr>
                                      <p:to>
                                        <p:strVal val="hidden"/>
                                      </p:to>
                                    </p:se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nodeType="clickEffect">
                                  <p:stCondLst>
                                    <p:cond delay="0"/>
                                  </p:stCondLst>
                                  <p:childTnLst>
                                    <p:set>
                                      <p:cBhvr>
                                        <p:cTn id="23" dur="1" fill="hold">
                                          <p:stCondLst>
                                            <p:cond delay="0"/>
                                          </p:stCondLst>
                                        </p:cTn>
                                        <p:tgtEl>
                                          <p:spTgt spid="38"/>
                                        </p:tgtEl>
                                        <p:attrNameLst>
                                          <p:attrName>style.visibility</p:attrName>
                                        </p:attrNameLst>
                                      </p:cBhvr>
                                      <p:to>
                                        <p:strVal val="visible"/>
                                      </p:to>
                                    </p:set>
                                    <p:animEffect transition="in" filter="dissolve">
                                      <p:cBhvr>
                                        <p:cTn id="24" dur="500"/>
                                        <p:tgtEl>
                                          <p:spTgt spid="38"/>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xit" presetSubtype="0" fill="hold" nodeType="clickEffect">
                                  <p:stCondLst>
                                    <p:cond delay="0"/>
                                  </p:stCondLst>
                                  <p:childTnLst>
                                    <p:animEffect transition="out" filter="dissolve">
                                      <p:cBhvr>
                                        <p:cTn id="28" dur="500"/>
                                        <p:tgtEl>
                                          <p:spTgt spid="17"/>
                                        </p:tgtEl>
                                      </p:cBhvr>
                                    </p:animEffect>
                                    <p:set>
                                      <p:cBhvr>
                                        <p:cTn id="29" dur="1" fill="hold">
                                          <p:stCondLst>
                                            <p:cond delay="499"/>
                                          </p:stCondLst>
                                        </p:cTn>
                                        <p:tgtEl>
                                          <p:spTgt spid="17"/>
                                        </p:tgtEl>
                                        <p:attrNameLst>
                                          <p:attrName>style.visibility</p:attrName>
                                        </p:attrNameLst>
                                      </p:cBhvr>
                                      <p:to>
                                        <p:strVal val="hidden"/>
                                      </p:to>
                                    </p:set>
                                  </p:child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34"/>
                                        </p:tgtEl>
                                        <p:attrNameLst>
                                          <p:attrName>style.visibility</p:attrName>
                                        </p:attrNameLst>
                                      </p:cBhvr>
                                      <p:to>
                                        <p:strVal val="visible"/>
                                      </p:to>
                                    </p:set>
                                    <p:animEffect transition="in" filter="wipe(left)">
                                      <p:cBhvr>
                                        <p:cTn id="34" dur="1000"/>
                                        <p:tgtEl>
                                          <p:spTgt spid="34"/>
                                        </p:tgtEl>
                                      </p:cBhvr>
                                    </p:animEffect>
                                  </p:childTnLst>
                                </p:cTn>
                              </p:par>
                            </p:childTnLst>
                          </p:cTn>
                        </p:par>
                      </p:childTnLst>
                    </p:cTn>
                  </p:par>
                  <p:par>
                    <p:cTn id="35" fill="hold">
                      <p:stCondLst>
                        <p:cond delay="indefinite"/>
                      </p:stCondLst>
                      <p:childTnLst>
                        <p:par>
                          <p:cTn id="36" fill="hold">
                            <p:stCondLst>
                              <p:cond delay="0"/>
                            </p:stCondLst>
                            <p:childTnLst>
                              <p:par>
                                <p:cTn id="37" presetID="9" presetClass="entr" presetSubtype="0" fill="hold" nodeType="clickEffect">
                                  <p:stCondLst>
                                    <p:cond delay="0"/>
                                  </p:stCondLst>
                                  <p:childTnLst>
                                    <p:set>
                                      <p:cBhvr>
                                        <p:cTn id="38" dur="1" fill="hold">
                                          <p:stCondLst>
                                            <p:cond delay="0"/>
                                          </p:stCondLst>
                                        </p:cTn>
                                        <p:tgtEl>
                                          <p:spTgt spid="530"/>
                                        </p:tgtEl>
                                        <p:attrNameLst>
                                          <p:attrName>style.visibility</p:attrName>
                                        </p:attrNameLst>
                                      </p:cBhvr>
                                      <p:to>
                                        <p:strVal val="visible"/>
                                      </p:to>
                                    </p:set>
                                    <p:animEffect transition="in" filter="dissolve">
                                      <p:cBhvr>
                                        <p:cTn id="39" dur="1000"/>
                                        <p:tgtEl>
                                          <p:spTgt spid="530"/>
                                        </p:tgtEl>
                                      </p:cBhvr>
                                    </p:animEffect>
                                  </p:childTnLst>
                                </p:cTn>
                              </p:par>
                            </p:childTnLst>
                          </p:cTn>
                        </p:par>
                        <p:par>
                          <p:cTn id="40" fill="hold">
                            <p:stCondLst>
                              <p:cond delay="1000"/>
                            </p:stCondLst>
                            <p:childTnLst>
                              <p:par>
                                <p:cTn id="41" presetID="9" presetClass="entr" presetSubtype="0" fill="hold" grpId="0" nodeType="afterEffect">
                                  <p:stCondLst>
                                    <p:cond delay="0"/>
                                  </p:stCondLst>
                                  <p:childTnLst>
                                    <p:set>
                                      <p:cBhvr>
                                        <p:cTn id="42" dur="1" fill="hold">
                                          <p:stCondLst>
                                            <p:cond delay="0"/>
                                          </p:stCondLst>
                                        </p:cTn>
                                        <p:tgtEl>
                                          <p:spTgt spid="506"/>
                                        </p:tgtEl>
                                        <p:attrNameLst>
                                          <p:attrName>style.visibility</p:attrName>
                                        </p:attrNameLst>
                                      </p:cBhvr>
                                      <p:to>
                                        <p:strVal val="visible"/>
                                      </p:to>
                                    </p:set>
                                    <p:animEffect transition="in" filter="dissolve">
                                      <p:cBhvr>
                                        <p:cTn id="43" dur="500"/>
                                        <p:tgtEl>
                                          <p:spTgt spid="506"/>
                                        </p:tgtEl>
                                      </p:cBhvr>
                                    </p:animEffect>
                                  </p:childTnLst>
                                </p:cTn>
                              </p:par>
                            </p:childTnLst>
                          </p:cTn>
                        </p:par>
                      </p:childTnLst>
                    </p:cTn>
                  </p:par>
                  <p:par>
                    <p:cTn id="44" fill="hold">
                      <p:stCondLst>
                        <p:cond delay="indefinite"/>
                      </p:stCondLst>
                      <p:childTnLst>
                        <p:par>
                          <p:cTn id="45" fill="hold">
                            <p:stCondLst>
                              <p:cond delay="0"/>
                            </p:stCondLst>
                            <p:childTnLst>
                              <p:par>
                                <p:cTn id="46" presetID="9" presetClass="entr" presetSubtype="0" fill="hold" nodeType="clickEffect">
                                  <p:stCondLst>
                                    <p:cond delay="0"/>
                                  </p:stCondLst>
                                  <p:childTnLst>
                                    <p:set>
                                      <p:cBhvr>
                                        <p:cTn id="47" dur="1" fill="hold">
                                          <p:stCondLst>
                                            <p:cond delay="0"/>
                                          </p:stCondLst>
                                        </p:cTn>
                                        <p:tgtEl>
                                          <p:spTgt spid="559"/>
                                        </p:tgtEl>
                                        <p:attrNameLst>
                                          <p:attrName>style.visibility</p:attrName>
                                        </p:attrNameLst>
                                      </p:cBhvr>
                                      <p:to>
                                        <p:strVal val="visible"/>
                                      </p:to>
                                    </p:set>
                                    <p:animEffect transition="in" filter="dissolve">
                                      <p:cBhvr>
                                        <p:cTn id="48" dur="500"/>
                                        <p:tgtEl>
                                          <p:spTgt spid="559"/>
                                        </p:tgtEl>
                                      </p:cBhvr>
                                    </p:animEffect>
                                  </p:childTnLst>
                                </p:cTn>
                              </p:par>
                            </p:childTnLst>
                          </p:cTn>
                        </p:par>
                      </p:childTnLst>
                    </p:cTn>
                  </p:par>
                  <p:par>
                    <p:cTn id="49" fill="hold">
                      <p:stCondLst>
                        <p:cond delay="indefinite"/>
                      </p:stCondLst>
                      <p:childTnLst>
                        <p:par>
                          <p:cTn id="50" fill="hold">
                            <p:stCondLst>
                              <p:cond delay="0"/>
                            </p:stCondLst>
                            <p:childTnLst>
                              <p:par>
                                <p:cTn id="51" presetID="9" presetClass="exit" presetSubtype="0" fill="hold" nodeType="clickEffect">
                                  <p:stCondLst>
                                    <p:cond delay="0"/>
                                  </p:stCondLst>
                                  <p:childTnLst>
                                    <p:animEffect transition="out" filter="dissolve">
                                      <p:cBhvr>
                                        <p:cTn id="52" dur="500"/>
                                        <p:tgtEl>
                                          <p:spTgt spid="530"/>
                                        </p:tgtEl>
                                      </p:cBhvr>
                                    </p:animEffect>
                                    <p:set>
                                      <p:cBhvr>
                                        <p:cTn id="53" dur="1" fill="hold">
                                          <p:stCondLst>
                                            <p:cond delay="499"/>
                                          </p:stCondLst>
                                        </p:cTn>
                                        <p:tgtEl>
                                          <p:spTgt spid="530"/>
                                        </p:tgtEl>
                                        <p:attrNameLst>
                                          <p:attrName>style.visibility</p:attrName>
                                        </p:attrNameLst>
                                      </p:cBhvr>
                                      <p:to>
                                        <p:strVal val="hidden"/>
                                      </p:to>
                                    </p:set>
                                  </p:childTnLst>
                                </p:cTn>
                              </p:par>
                            </p:childTnLst>
                          </p:cTn>
                        </p:par>
                      </p:childTnLst>
                    </p:cTn>
                  </p:par>
                  <p:par>
                    <p:cTn id="54" fill="hold">
                      <p:stCondLst>
                        <p:cond delay="indefinite"/>
                      </p:stCondLst>
                      <p:childTnLst>
                        <p:par>
                          <p:cTn id="55" fill="hold">
                            <p:stCondLst>
                              <p:cond delay="0"/>
                            </p:stCondLst>
                            <p:childTnLst>
                              <p:par>
                                <p:cTn id="56" presetID="22" presetClass="entr" presetSubtype="8" fill="hold" nodeType="clickEffect">
                                  <p:stCondLst>
                                    <p:cond delay="0"/>
                                  </p:stCondLst>
                                  <p:childTnLst>
                                    <p:set>
                                      <p:cBhvr>
                                        <p:cTn id="57" dur="1" fill="hold">
                                          <p:stCondLst>
                                            <p:cond delay="0"/>
                                          </p:stCondLst>
                                        </p:cTn>
                                        <p:tgtEl>
                                          <p:spTgt spid="35"/>
                                        </p:tgtEl>
                                        <p:attrNameLst>
                                          <p:attrName>style.visibility</p:attrName>
                                        </p:attrNameLst>
                                      </p:cBhvr>
                                      <p:to>
                                        <p:strVal val="visible"/>
                                      </p:to>
                                    </p:set>
                                    <p:animEffect transition="in" filter="wipe(left)">
                                      <p:cBhvr>
                                        <p:cTn id="58" dur="1000"/>
                                        <p:tgtEl>
                                          <p:spTgt spid="35"/>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nodeType="clickEffect">
                                  <p:stCondLst>
                                    <p:cond delay="0"/>
                                  </p:stCondLst>
                                  <p:childTnLst>
                                    <p:set>
                                      <p:cBhvr>
                                        <p:cTn id="62" dur="1" fill="hold">
                                          <p:stCondLst>
                                            <p:cond delay="0"/>
                                          </p:stCondLst>
                                        </p:cTn>
                                        <p:tgtEl>
                                          <p:spTgt spid="537"/>
                                        </p:tgtEl>
                                        <p:attrNameLst>
                                          <p:attrName>style.visibility</p:attrName>
                                        </p:attrNameLst>
                                      </p:cBhvr>
                                      <p:to>
                                        <p:strVal val="visible"/>
                                      </p:to>
                                    </p:set>
                                    <p:animEffect transition="in" filter="dissolve">
                                      <p:cBhvr>
                                        <p:cTn id="63" dur="1000"/>
                                        <p:tgtEl>
                                          <p:spTgt spid="537"/>
                                        </p:tgtEl>
                                      </p:cBhvr>
                                    </p:animEffect>
                                  </p:childTnLst>
                                </p:cTn>
                              </p:par>
                            </p:childTnLst>
                          </p:cTn>
                        </p:par>
                        <p:par>
                          <p:cTn id="64" fill="hold">
                            <p:stCondLst>
                              <p:cond delay="1000"/>
                            </p:stCondLst>
                            <p:childTnLst>
                              <p:par>
                                <p:cTn id="65" presetID="9" presetClass="entr" presetSubtype="0" fill="hold" grpId="0" nodeType="afterEffect">
                                  <p:stCondLst>
                                    <p:cond delay="0"/>
                                  </p:stCondLst>
                                  <p:childTnLst>
                                    <p:set>
                                      <p:cBhvr>
                                        <p:cTn id="66" dur="1" fill="hold">
                                          <p:stCondLst>
                                            <p:cond delay="0"/>
                                          </p:stCondLst>
                                        </p:cTn>
                                        <p:tgtEl>
                                          <p:spTgt spid="505"/>
                                        </p:tgtEl>
                                        <p:attrNameLst>
                                          <p:attrName>style.visibility</p:attrName>
                                        </p:attrNameLst>
                                      </p:cBhvr>
                                      <p:to>
                                        <p:strVal val="visible"/>
                                      </p:to>
                                    </p:set>
                                    <p:animEffect transition="in" filter="dissolve">
                                      <p:cBhvr>
                                        <p:cTn id="67" dur="500"/>
                                        <p:tgtEl>
                                          <p:spTgt spid="505"/>
                                        </p:tgtEl>
                                      </p:cBhvr>
                                    </p:animEffect>
                                  </p:childTnLst>
                                </p:cTn>
                              </p:par>
                            </p:childTnLst>
                          </p:cTn>
                        </p:par>
                      </p:childTnLst>
                    </p:cTn>
                  </p:par>
                  <p:par>
                    <p:cTn id="68" fill="hold">
                      <p:stCondLst>
                        <p:cond delay="indefinite"/>
                      </p:stCondLst>
                      <p:childTnLst>
                        <p:par>
                          <p:cTn id="69" fill="hold">
                            <p:stCondLst>
                              <p:cond delay="0"/>
                            </p:stCondLst>
                            <p:childTnLst>
                              <p:par>
                                <p:cTn id="70" presetID="9" presetClass="entr" presetSubtype="0" fill="hold" nodeType="clickEffect">
                                  <p:stCondLst>
                                    <p:cond delay="0"/>
                                  </p:stCondLst>
                                  <p:childTnLst>
                                    <p:set>
                                      <p:cBhvr>
                                        <p:cTn id="71" dur="1" fill="hold">
                                          <p:stCondLst>
                                            <p:cond delay="0"/>
                                          </p:stCondLst>
                                        </p:cTn>
                                        <p:tgtEl>
                                          <p:spTgt spid="560"/>
                                        </p:tgtEl>
                                        <p:attrNameLst>
                                          <p:attrName>style.visibility</p:attrName>
                                        </p:attrNameLst>
                                      </p:cBhvr>
                                      <p:to>
                                        <p:strVal val="visible"/>
                                      </p:to>
                                    </p:set>
                                    <p:animEffect transition="in" filter="dissolve">
                                      <p:cBhvr>
                                        <p:cTn id="72" dur="500"/>
                                        <p:tgtEl>
                                          <p:spTgt spid="560"/>
                                        </p:tgtEl>
                                      </p:cBhvr>
                                    </p:animEffect>
                                  </p:childTnLst>
                                </p:cTn>
                              </p:par>
                            </p:childTnLst>
                          </p:cTn>
                        </p:par>
                      </p:childTnLst>
                    </p:cTn>
                  </p:par>
                  <p:par>
                    <p:cTn id="73" fill="hold">
                      <p:stCondLst>
                        <p:cond delay="indefinite"/>
                      </p:stCondLst>
                      <p:childTnLst>
                        <p:par>
                          <p:cTn id="74" fill="hold">
                            <p:stCondLst>
                              <p:cond delay="0"/>
                            </p:stCondLst>
                            <p:childTnLst>
                              <p:par>
                                <p:cTn id="75" presetID="9" presetClass="exit" presetSubtype="0" fill="hold" nodeType="clickEffect">
                                  <p:stCondLst>
                                    <p:cond delay="0"/>
                                  </p:stCondLst>
                                  <p:childTnLst>
                                    <p:animEffect transition="out" filter="dissolve">
                                      <p:cBhvr>
                                        <p:cTn id="76" dur="500"/>
                                        <p:tgtEl>
                                          <p:spTgt spid="537"/>
                                        </p:tgtEl>
                                      </p:cBhvr>
                                    </p:animEffect>
                                    <p:set>
                                      <p:cBhvr>
                                        <p:cTn id="77" dur="1" fill="hold">
                                          <p:stCondLst>
                                            <p:cond delay="499"/>
                                          </p:stCondLst>
                                        </p:cTn>
                                        <p:tgtEl>
                                          <p:spTgt spid="537"/>
                                        </p:tgtEl>
                                        <p:attrNameLst>
                                          <p:attrName>style.visibility</p:attrName>
                                        </p:attrNameLst>
                                      </p:cBhvr>
                                      <p:to>
                                        <p:strVal val="hidden"/>
                                      </p:to>
                                    </p:set>
                                  </p:childTnLst>
                                </p:cTn>
                              </p:par>
                            </p:childTnLst>
                          </p:cTn>
                        </p:par>
                      </p:childTnLst>
                    </p:cTn>
                  </p:par>
                  <p:par>
                    <p:cTn id="78" fill="hold">
                      <p:stCondLst>
                        <p:cond delay="indefinite"/>
                      </p:stCondLst>
                      <p:childTnLst>
                        <p:par>
                          <p:cTn id="79" fill="hold">
                            <p:stCondLst>
                              <p:cond delay="0"/>
                            </p:stCondLst>
                            <p:childTnLst>
                              <p:par>
                                <p:cTn id="80" presetID="22" presetClass="entr" presetSubtype="8" fill="hold" nodeType="clickEffect">
                                  <p:stCondLst>
                                    <p:cond delay="0"/>
                                  </p:stCondLst>
                                  <p:childTnLst>
                                    <p:set>
                                      <p:cBhvr>
                                        <p:cTn id="81" dur="1" fill="hold">
                                          <p:stCondLst>
                                            <p:cond delay="0"/>
                                          </p:stCondLst>
                                        </p:cTn>
                                        <p:tgtEl>
                                          <p:spTgt spid="36"/>
                                        </p:tgtEl>
                                        <p:attrNameLst>
                                          <p:attrName>style.visibility</p:attrName>
                                        </p:attrNameLst>
                                      </p:cBhvr>
                                      <p:to>
                                        <p:strVal val="visible"/>
                                      </p:to>
                                    </p:set>
                                    <p:animEffect transition="in" filter="wipe(left)">
                                      <p:cBhvr>
                                        <p:cTn id="82" dur="1000"/>
                                        <p:tgtEl>
                                          <p:spTgt spid="36"/>
                                        </p:tgtEl>
                                      </p:cBhvr>
                                    </p:animEffect>
                                  </p:childTnLst>
                                </p:cTn>
                              </p:par>
                            </p:childTnLst>
                          </p:cTn>
                        </p:par>
                      </p:childTnLst>
                    </p:cTn>
                  </p:par>
                  <p:par>
                    <p:cTn id="83" fill="hold">
                      <p:stCondLst>
                        <p:cond delay="indefinite"/>
                      </p:stCondLst>
                      <p:childTnLst>
                        <p:par>
                          <p:cTn id="84" fill="hold">
                            <p:stCondLst>
                              <p:cond delay="0"/>
                            </p:stCondLst>
                            <p:childTnLst>
                              <p:par>
                                <p:cTn id="85" presetID="9" presetClass="entr" presetSubtype="0" fill="hold" nodeType="clickEffect">
                                  <p:stCondLst>
                                    <p:cond delay="0"/>
                                  </p:stCondLst>
                                  <p:childTnLst>
                                    <p:set>
                                      <p:cBhvr>
                                        <p:cTn id="86" dur="1" fill="hold">
                                          <p:stCondLst>
                                            <p:cond delay="0"/>
                                          </p:stCondLst>
                                        </p:cTn>
                                        <p:tgtEl>
                                          <p:spTgt spid="544"/>
                                        </p:tgtEl>
                                        <p:attrNameLst>
                                          <p:attrName>style.visibility</p:attrName>
                                        </p:attrNameLst>
                                      </p:cBhvr>
                                      <p:to>
                                        <p:strVal val="visible"/>
                                      </p:to>
                                    </p:set>
                                    <p:animEffect transition="in" filter="dissolve">
                                      <p:cBhvr>
                                        <p:cTn id="87" dur="1000"/>
                                        <p:tgtEl>
                                          <p:spTgt spid="544"/>
                                        </p:tgtEl>
                                      </p:cBhvr>
                                    </p:animEffect>
                                  </p:childTnLst>
                                </p:cTn>
                              </p:par>
                            </p:childTnLst>
                          </p:cTn>
                        </p:par>
                        <p:par>
                          <p:cTn id="88" fill="hold">
                            <p:stCondLst>
                              <p:cond delay="1000"/>
                            </p:stCondLst>
                            <p:childTnLst>
                              <p:par>
                                <p:cTn id="89" presetID="9" presetClass="entr" presetSubtype="0" fill="hold" grpId="0" nodeType="afterEffect">
                                  <p:stCondLst>
                                    <p:cond delay="0"/>
                                  </p:stCondLst>
                                  <p:childTnLst>
                                    <p:set>
                                      <p:cBhvr>
                                        <p:cTn id="90" dur="1" fill="hold">
                                          <p:stCondLst>
                                            <p:cond delay="0"/>
                                          </p:stCondLst>
                                        </p:cTn>
                                        <p:tgtEl>
                                          <p:spTgt spid="504"/>
                                        </p:tgtEl>
                                        <p:attrNameLst>
                                          <p:attrName>style.visibility</p:attrName>
                                        </p:attrNameLst>
                                      </p:cBhvr>
                                      <p:to>
                                        <p:strVal val="visible"/>
                                      </p:to>
                                    </p:set>
                                    <p:animEffect transition="in" filter="dissolve">
                                      <p:cBhvr>
                                        <p:cTn id="91" dur="500"/>
                                        <p:tgtEl>
                                          <p:spTgt spid="504"/>
                                        </p:tgtEl>
                                      </p:cBhvr>
                                    </p:animEffect>
                                  </p:childTnLst>
                                </p:cTn>
                              </p:par>
                            </p:childTnLst>
                          </p:cTn>
                        </p:par>
                      </p:childTnLst>
                    </p:cTn>
                  </p:par>
                  <p:par>
                    <p:cTn id="92" fill="hold">
                      <p:stCondLst>
                        <p:cond delay="indefinite"/>
                      </p:stCondLst>
                      <p:childTnLst>
                        <p:par>
                          <p:cTn id="93" fill="hold">
                            <p:stCondLst>
                              <p:cond delay="0"/>
                            </p:stCondLst>
                            <p:childTnLst>
                              <p:par>
                                <p:cTn id="94" presetID="9" presetClass="entr" presetSubtype="0" fill="hold" nodeType="clickEffect">
                                  <p:stCondLst>
                                    <p:cond delay="0"/>
                                  </p:stCondLst>
                                  <p:childTnLst>
                                    <p:set>
                                      <p:cBhvr>
                                        <p:cTn id="95" dur="1" fill="hold">
                                          <p:stCondLst>
                                            <p:cond delay="0"/>
                                          </p:stCondLst>
                                        </p:cTn>
                                        <p:tgtEl>
                                          <p:spTgt spid="561"/>
                                        </p:tgtEl>
                                        <p:attrNameLst>
                                          <p:attrName>style.visibility</p:attrName>
                                        </p:attrNameLst>
                                      </p:cBhvr>
                                      <p:to>
                                        <p:strVal val="visible"/>
                                      </p:to>
                                    </p:set>
                                    <p:animEffect transition="in" filter="dissolve">
                                      <p:cBhvr>
                                        <p:cTn id="96" dur="500"/>
                                        <p:tgtEl>
                                          <p:spTgt spid="561"/>
                                        </p:tgtEl>
                                      </p:cBhvr>
                                    </p:animEffect>
                                  </p:childTnLst>
                                </p:cTn>
                              </p:par>
                            </p:childTnLst>
                          </p:cTn>
                        </p:par>
                      </p:childTnLst>
                    </p:cTn>
                  </p:par>
                  <p:par>
                    <p:cTn id="97" fill="hold">
                      <p:stCondLst>
                        <p:cond delay="indefinite"/>
                      </p:stCondLst>
                      <p:childTnLst>
                        <p:par>
                          <p:cTn id="98" fill="hold">
                            <p:stCondLst>
                              <p:cond delay="0"/>
                            </p:stCondLst>
                            <p:childTnLst>
                              <p:par>
                                <p:cTn id="99" presetID="9" presetClass="exit" presetSubtype="0" fill="hold" nodeType="clickEffect">
                                  <p:stCondLst>
                                    <p:cond delay="0"/>
                                  </p:stCondLst>
                                  <p:childTnLst>
                                    <p:animEffect transition="out" filter="dissolve">
                                      <p:cBhvr>
                                        <p:cTn id="100" dur="500"/>
                                        <p:tgtEl>
                                          <p:spTgt spid="544"/>
                                        </p:tgtEl>
                                      </p:cBhvr>
                                    </p:animEffect>
                                    <p:set>
                                      <p:cBhvr>
                                        <p:cTn id="101" dur="1" fill="hold">
                                          <p:stCondLst>
                                            <p:cond delay="499"/>
                                          </p:stCondLst>
                                        </p:cTn>
                                        <p:tgtEl>
                                          <p:spTgt spid="544"/>
                                        </p:tgtEl>
                                        <p:attrNameLst>
                                          <p:attrName>style.visibility</p:attrName>
                                        </p:attrNameLst>
                                      </p:cBhvr>
                                      <p:to>
                                        <p:strVal val="hidden"/>
                                      </p:to>
                                    </p:set>
                                  </p:childTnLst>
                                </p:cTn>
                              </p:par>
                            </p:childTnLst>
                          </p:cTn>
                        </p:par>
                      </p:childTnLst>
                    </p:cTn>
                  </p:par>
                  <p:par>
                    <p:cTn id="102" fill="hold">
                      <p:stCondLst>
                        <p:cond delay="indefinite"/>
                      </p:stCondLst>
                      <p:childTnLst>
                        <p:par>
                          <p:cTn id="103" fill="hold">
                            <p:stCondLst>
                              <p:cond delay="0"/>
                            </p:stCondLst>
                            <p:childTnLst>
                              <p:par>
                                <p:cTn id="104" presetID="9" presetClass="entr" presetSubtype="0" fill="hold" grpId="0" nodeType="clickEffect">
                                  <p:stCondLst>
                                    <p:cond delay="0"/>
                                  </p:stCondLst>
                                  <p:childTnLst>
                                    <p:set>
                                      <p:cBhvr>
                                        <p:cTn id="105" dur="1" fill="hold">
                                          <p:stCondLst>
                                            <p:cond delay="0"/>
                                          </p:stCondLst>
                                        </p:cTn>
                                        <p:tgtEl>
                                          <p:spTgt spid="490"/>
                                        </p:tgtEl>
                                        <p:attrNameLst>
                                          <p:attrName>style.visibility</p:attrName>
                                        </p:attrNameLst>
                                      </p:cBhvr>
                                      <p:to>
                                        <p:strVal val="visible"/>
                                      </p:to>
                                    </p:set>
                                    <p:animEffect transition="in" filter="dissolve">
                                      <p:cBhvr>
                                        <p:cTn id="106" dur="1000"/>
                                        <p:tgtEl>
                                          <p:spTgt spid="490"/>
                                        </p:tgtEl>
                                      </p:cBhvr>
                                    </p:animEffect>
                                  </p:childTnLst>
                                </p:cTn>
                              </p:par>
                            </p:childTnLst>
                          </p:cTn>
                        </p:par>
                      </p:childTnLst>
                    </p:cTn>
                  </p:par>
                  <p:par>
                    <p:cTn id="107" fill="hold">
                      <p:stCondLst>
                        <p:cond delay="indefinite"/>
                      </p:stCondLst>
                      <p:childTnLst>
                        <p:par>
                          <p:cTn id="108" fill="hold">
                            <p:stCondLst>
                              <p:cond delay="0"/>
                            </p:stCondLst>
                            <p:childTnLst>
                              <p:par>
                                <p:cTn id="109" presetID="9" presetClass="entr" presetSubtype="0" fill="hold" nodeType="clickEffect">
                                  <p:stCondLst>
                                    <p:cond delay="0"/>
                                  </p:stCondLst>
                                  <p:childTnLst>
                                    <p:set>
                                      <p:cBhvr>
                                        <p:cTn id="110" dur="1" fill="hold">
                                          <p:stCondLst>
                                            <p:cond delay="0"/>
                                          </p:stCondLst>
                                        </p:cTn>
                                        <p:tgtEl>
                                          <p:spTgt spid="552"/>
                                        </p:tgtEl>
                                        <p:attrNameLst>
                                          <p:attrName>style.visibility</p:attrName>
                                        </p:attrNameLst>
                                      </p:cBhvr>
                                      <p:to>
                                        <p:strVal val="visible"/>
                                      </p:to>
                                    </p:set>
                                    <p:animEffect transition="in" filter="dissolve">
                                      <p:cBhvr>
                                        <p:cTn id="111" dur="1000"/>
                                        <p:tgtEl>
                                          <p:spTgt spid="552"/>
                                        </p:tgtEl>
                                      </p:cBhvr>
                                    </p:animEffect>
                                  </p:childTnLst>
                                </p:cTn>
                              </p:par>
                            </p:childTnLst>
                          </p:cTn>
                        </p:par>
                        <p:par>
                          <p:cTn id="112" fill="hold">
                            <p:stCondLst>
                              <p:cond delay="1000"/>
                            </p:stCondLst>
                            <p:childTnLst>
                              <p:par>
                                <p:cTn id="113" presetID="9" presetClass="entr" presetSubtype="0" fill="hold" grpId="0" nodeType="afterEffect">
                                  <p:stCondLst>
                                    <p:cond delay="0"/>
                                  </p:stCondLst>
                                  <p:childTnLst>
                                    <p:set>
                                      <p:cBhvr>
                                        <p:cTn id="114" dur="1" fill="hold">
                                          <p:stCondLst>
                                            <p:cond delay="0"/>
                                          </p:stCondLst>
                                        </p:cTn>
                                        <p:tgtEl>
                                          <p:spTgt spid="503"/>
                                        </p:tgtEl>
                                        <p:attrNameLst>
                                          <p:attrName>style.visibility</p:attrName>
                                        </p:attrNameLst>
                                      </p:cBhvr>
                                      <p:to>
                                        <p:strVal val="visible"/>
                                      </p:to>
                                    </p:set>
                                    <p:animEffect transition="in" filter="dissolve">
                                      <p:cBhvr>
                                        <p:cTn id="115" dur="500"/>
                                        <p:tgtEl>
                                          <p:spTgt spid="503"/>
                                        </p:tgtEl>
                                      </p:cBhvr>
                                    </p:animEffect>
                                  </p:childTnLst>
                                </p:cTn>
                              </p:par>
                            </p:childTnLst>
                          </p:cTn>
                        </p:par>
                      </p:childTnLst>
                    </p:cTn>
                  </p:par>
                  <p:par>
                    <p:cTn id="116" fill="hold">
                      <p:stCondLst>
                        <p:cond delay="indefinite"/>
                      </p:stCondLst>
                      <p:childTnLst>
                        <p:par>
                          <p:cTn id="117" fill="hold">
                            <p:stCondLst>
                              <p:cond delay="0"/>
                            </p:stCondLst>
                            <p:childTnLst>
                              <p:par>
                                <p:cTn id="118" presetID="9" presetClass="entr" presetSubtype="0" fill="hold" nodeType="clickEffect">
                                  <p:stCondLst>
                                    <p:cond delay="0"/>
                                  </p:stCondLst>
                                  <p:childTnLst>
                                    <p:set>
                                      <p:cBhvr>
                                        <p:cTn id="119" dur="1" fill="hold">
                                          <p:stCondLst>
                                            <p:cond delay="0"/>
                                          </p:stCondLst>
                                        </p:cTn>
                                        <p:tgtEl>
                                          <p:spTgt spid="562"/>
                                        </p:tgtEl>
                                        <p:attrNameLst>
                                          <p:attrName>style.visibility</p:attrName>
                                        </p:attrNameLst>
                                      </p:cBhvr>
                                      <p:to>
                                        <p:strVal val="visible"/>
                                      </p:to>
                                    </p:set>
                                    <p:animEffect transition="in" filter="dissolve">
                                      <p:cBhvr>
                                        <p:cTn id="120" dur="500"/>
                                        <p:tgtEl>
                                          <p:spTgt spid="5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0" grpId="0"/>
      <p:bldP spid="503" grpId="0"/>
      <p:bldP spid="504" grpId="0"/>
      <p:bldP spid="505" grpId="0"/>
      <p:bldP spid="506" grpId="0"/>
      <p:bldP spid="507" grpId="0"/>
      <p:bldP spid="53"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5B27BFF1-5DCE-D642-8EFE-FACB1C97EEE0}"/>
              </a:ext>
            </a:extLst>
          </p:cNvPr>
          <p:cNvSpPr>
            <a:spLocks noGrp="1"/>
          </p:cNvSpPr>
          <p:nvPr>
            <p:ph type="title"/>
          </p:nvPr>
        </p:nvSpPr>
        <p:spPr>
          <a:xfrm>
            <a:off x="838199" y="354060"/>
            <a:ext cx="11179629" cy="894622"/>
          </a:xfrm>
        </p:spPr>
        <p:txBody>
          <a:bodyPr/>
          <a:lstStyle/>
          <a:p>
            <a:r>
              <a:rPr lang="en-US" b="0" dirty="0">
                <a:latin typeface="+mn-lt"/>
              </a:rPr>
              <a:t>Dijkstra’s algorithm: an example</a:t>
            </a:r>
          </a:p>
        </p:txBody>
      </p:sp>
      <p:sp>
        <p:nvSpPr>
          <p:cNvPr id="546" name="Slide Number Placeholder 4">
            <a:extLst>
              <a:ext uri="{FF2B5EF4-FFF2-40B4-BE49-F238E27FC236}">
                <a16:creationId xmlns:a16="http://schemas.microsoft.com/office/drawing/2014/main" id="{5DC8F37A-7230-5148-88D9-265AE5AD394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Network Layer: 5-</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259" name="Group 16">
            <a:extLst>
              <a:ext uri="{FF2B5EF4-FFF2-40B4-BE49-F238E27FC236}">
                <a16:creationId xmlns:a16="http://schemas.microsoft.com/office/drawing/2014/main" id="{F6D427A6-9405-2D4E-BC72-78E69E64A628}"/>
              </a:ext>
            </a:extLst>
          </p:cNvPr>
          <p:cNvGrpSpPr>
            <a:grpSpLocks/>
          </p:cNvGrpSpPr>
          <p:nvPr/>
        </p:nvGrpSpPr>
        <p:grpSpPr bwMode="auto">
          <a:xfrm>
            <a:off x="4237238" y="1377591"/>
            <a:ext cx="3571875" cy="2236788"/>
            <a:chOff x="3162" y="1071"/>
            <a:chExt cx="2250" cy="1409"/>
          </a:xfrm>
        </p:grpSpPr>
        <p:sp>
          <p:nvSpPr>
            <p:cNvPr id="260" name="Freeform 17">
              <a:extLst>
                <a:ext uri="{FF2B5EF4-FFF2-40B4-BE49-F238E27FC236}">
                  <a16:creationId xmlns:a16="http://schemas.microsoft.com/office/drawing/2014/main" id="{B59803F6-669E-C147-9AA7-07A510F23C39}"/>
                </a:ext>
              </a:extLst>
            </p:cNvPr>
            <p:cNvSpPr>
              <a:spLocks/>
            </p:cNvSpPr>
            <p:nvPr/>
          </p:nvSpPr>
          <p:spPr bwMode="auto">
            <a:xfrm>
              <a:off x="3162" y="1071"/>
              <a:ext cx="2250" cy="1409"/>
            </a:xfrm>
            <a:custGeom>
              <a:avLst/>
              <a:gdLst>
                <a:gd name="T0" fmla="*/ 0 w 2250"/>
                <a:gd name="T1" fmla="*/ 624 h 1409"/>
                <a:gd name="T2" fmla="*/ 219 w 2250"/>
                <a:gd name="T3" fmla="*/ 321 h 1409"/>
                <a:gd name="T4" fmla="*/ 529 w 2250"/>
                <a:gd name="T5" fmla="*/ 35 h 1409"/>
                <a:gd name="T6" fmla="*/ 1551 w 2250"/>
                <a:gd name="T7" fmla="*/ 111 h 1409"/>
                <a:gd name="T8" fmla="*/ 1968 w 2250"/>
                <a:gd name="T9" fmla="*/ 483 h 1409"/>
                <a:gd name="T10" fmla="*/ 2199 w 2250"/>
                <a:gd name="T11" fmla="*/ 906 h 1409"/>
                <a:gd name="T12" fmla="*/ 1659 w 2250"/>
                <a:gd name="T13" fmla="*/ 1314 h 1409"/>
                <a:gd name="T14" fmla="*/ 993 w 2250"/>
                <a:gd name="T15" fmla="*/ 1386 h 1409"/>
                <a:gd name="T16" fmla="*/ 465 w 2250"/>
                <a:gd name="T17" fmla="*/ 1356 h 1409"/>
                <a:gd name="T18" fmla="*/ 102 w 2250"/>
                <a:gd name="T19" fmla="*/ 1068 h 1409"/>
                <a:gd name="T20" fmla="*/ 0 w 2250"/>
                <a:gd name="T21" fmla="*/ 624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CE0FA"/>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61" name="Freeform 18">
              <a:extLst>
                <a:ext uri="{FF2B5EF4-FFF2-40B4-BE49-F238E27FC236}">
                  <a16:creationId xmlns:a16="http://schemas.microsoft.com/office/drawing/2014/main" id="{4CE8143F-BB5D-1548-A2D1-0B3C05E2D172}"/>
                </a:ext>
              </a:extLst>
            </p:cNvPr>
            <p:cNvSpPr>
              <a:spLocks/>
            </p:cNvSpPr>
            <p:nvPr/>
          </p:nvSpPr>
          <p:spPr bwMode="auto">
            <a:xfrm>
              <a:off x="3498" y="1620"/>
              <a:ext cx="342" cy="186"/>
            </a:xfrm>
            <a:custGeom>
              <a:avLst/>
              <a:gdLst>
                <a:gd name="T0" fmla="*/ 0 w 342"/>
                <a:gd name="T1" fmla="*/ 186 h 186"/>
                <a:gd name="T2" fmla="*/ 34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62" name="Oval 19">
              <a:extLst>
                <a:ext uri="{FF2B5EF4-FFF2-40B4-BE49-F238E27FC236}">
                  <a16:creationId xmlns:a16="http://schemas.microsoft.com/office/drawing/2014/main" id="{CB2328B2-500E-0643-881F-169F140BD4A3}"/>
                </a:ext>
              </a:extLst>
            </p:cNvPr>
            <p:cNvSpPr>
              <a:spLocks noChangeArrowheads="1"/>
            </p:cNvSpPr>
            <p:nvPr/>
          </p:nvSpPr>
          <p:spPr bwMode="auto">
            <a:xfrm>
              <a:off x="3238" y="1862"/>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63" name="Line 20">
              <a:extLst>
                <a:ext uri="{FF2B5EF4-FFF2-40B4-BE49-F238E27FC236}">
                  <a16:creationId xmlns:a16="http://schemas.microsoft.com/office/drawing/2014/main" id="{EC0FDC3E-2336-EF44-B445-144049FF3B49}"/>
                </a:ext>
              </a:extLst>
            </p:cNvPr>
            <p:cNvSpPr>
              <a:spLocks noChangeShapeType="1"/>
            </p:cNvSpPr>
            <p:nvPr/>
          </p:nvSpPr>
          <p:spPr bwMode="auto">
            <a:xfrm>
              <a:off x="3238" y="1855"/>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64" name="Line 21">
              <a:extLst>
                <a:ext uri="{FF2B5EF4-FFF2-40B4-BE49-F238E27FC236}">
                  <a16:creationId xmlns:a16="http://schemas.microsoft.com/office/drawing/2014/main" id="{07B5F04F-0C18-CE48-93A1-4B267BBE4FAF}"/>
                </a:ext>
              </a:extLst>
            </p:cNvPr>
            <p:cNvSpPr>
              <a:spLocks noChangeShapeType="1"/>
            </p:cNvSpPr>
            <p:nvPr/>
          </p:nvSpPr>
          <p:spPr bwMode="auto">
            <a:xfrm>
              <a:off x="3551" y="1855"/>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65" name="Rectangle 22">
              <a:extLst>
                <a:ext uri="{FF2B5EF4-FFF2-40B4-BE49-F238E27FC236}">
                  <a16:creationId xmlns:a16="http://schemas.microsoft.com/office/drawing/2014/main" id="{0C43506A-1E78-F54A-910F-D37EBC1EF67F}"/>
                </a:ext>
              </a:extLst>
            </p:cNvPr>
            <p:cNvSpPr>
              <a:spLocks noChangeArrowheads="1"/>
            </p:cNvSpPr>
            <p:nvPr/>
          </p:nvSpPr>
          <p:spPr bwMode="auto">
            <a:xfrm>
              <a:off x="3238" y="1855"/>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66" name="Oval 23">
              <a:extLst>
                <a:ext uri="{FF2B5EF4-FFF2-40B4-BE49-F238E27FC236}">
                  <a16:creationId xmlns:a16="http://schemas.microsoft.com/office/drawing/2014/main" id="{27A71FF2-F42F-2844-AC5E-37F186F80F5F}"/>
                </a:ext>
              </a:extLst>
            </p:cNvPr>
            <p:cNvSpPr>
              <a:spLocks noChangeArrowheads="1"/>
            </p:cNvSpPr>
            <p:nvPr/>
          </p:nvSpPr>
          <p:spPr bwMode="auto">
            <a:xfrm>
              <a:off x="3235" y="1796"/>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67" name="Oval 24">
              <a:extLst>
                <a:ext uri="{FF2B5EF4-FFF2-40B4-BE49-F238E27FC236}">
                  <a16:creationId xmlns:a16="http://schemas.microsoft.com/office/drawing/2014/main" id="{9C47D8B7-EC1D-C743-87B3-403B84D4AD21}"/>
                </a:ext>
              </a:extLst>
            </p:cNvPr>
            <p:cNvSpPr>
              <a:spLocks noChangeArrowheads="1"/>
            </p:cNvSpPr>
            <p:nvPr/>
          </p:nvSpPr>
          <p:spPr bwMode="auto">
            <a:xfrm>
              <a:off x="3712" y="2249"/>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68" name="Line 25">
              <a:extLst>
                <a:ext uri="{FF2B5EF4-FFF2-40B4-BE49-F238E27FC236}">
                  <a16:creationId xmlns:a16="http://schemas.microsoft.com/office/drawing/2014/main" id="{BEC31F1C-3B0C-3040-AD04-6FCA0D057A34}"/>
                </a:ext>
              </a:extLst>
            </p:cNvPr>
            <p:cNvSpPr>
              <a:spLocks noChangeShapeType="1"/>
            </p:cNvSpPr>
            <p:nvPr/>
          </p:nvSpPr>
          <p:spPr bwMode="auto">
            <a:xfrm>
              <a:off x="3712" y="2242"/>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69" name="Line 26">
              <a:extLst>
                <a:ext uri="{FF2B5EF4-FFF2-40B4-BE49-F238E27FC236}">
                  <a16:creationId xmlns:a16="http://schemas.microsoft.com/office/drawing/2014/main" id="{56212EB3-C962-DA44-8730-7936B2191ABD}"/>
                </a:ext>
              </a:extLst>
            </p:cNvPr>
            <p:cNvSpPr>
              <a:spLocks noChangeShapeType="1"/>
            </p:cNvSpPr>
            <p:nvPr/>
          </p:nvSpPr>
          <p:spPr bwMode="auto">
            <a:xfrm>
              <a:off x="4025" y="2242"/>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70" name="Rectangle 27">
              <a:extLst>
                <a:ext uri="{FF2B5EF4-FFF2-40B4-BE49-F238E27FC236}">
                  <a16:creationId xmlns:a16="http://schemas.microsoft.com/office/drawing/2014/main" id="{70DA0FF6-1A2B-FA4D-8CF4-CF4512C72289}"/>
                </a:ext>
              </a:extLst>
            </p:cNvPr>
            <p:cNvSpPr>
              <a:spLocks noChangeArrowheads="1"/>
            </p:cNvSpPr>
            <p:nvPr/>
          </p:nvSpPr>
          <p:spPr bwMode="auto">
            <a:xfrm>
              <a:off x="3712" y="2242"/>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71" name="Oval 28">
              <a:extLst>
                <a:ext uri="{FF2B5EF4-FFF2-40B4-BE49-F238E27FC236}">
                  <a16:creationId xmlns:a16="http://schemas.microsoft.com/office/drawing/2014/main" id="{91BA553D-89DC-1440-84C3-F0FFE0B7EE06}"/>
                </a:ext>
              </a:extLst>
            </p:cNvPr>
            <p:cNvSpPr>
              <a:spLocks noChangeArrowheads="1"/>
            </p:cNvSpPr>
            <p:nvPr/>
          </p:nvSpPr>
          <p:spPr bwMode="auto">
            <a:xfrm>
              <a:off x="3709" y="2183"/>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72" name="Oval 29">
              <a:extLst>
                <a:ext uri="{FF2B5EF4-FFF2-40B4-BE49-F238E27FC236}">
                  <a16:creationId xmlns:a16="http://schemas.microsoft.com/office/drawing/2014/main" id="{5F155988-DD8E-7949-85F9-F8B730D85581}"/>
                </a:ext>
              </a:extLst>
            </p:cNvPr>
            <p:cNvSpPr>
              <a:spLocks noChangeArrowheads="1"/>
            </p:cNvSpPr>
            <p:nvPr/>
          </p:nvSpPr>
          <p:spPr bwMode="auto">
            <a:xfrm>
              <a:off x="3708" y="1559"/>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73" name="Line 30">
              <a:extLst>
                <a:ext uri="{FF2B5EF4-FFF2-40B4-BE49-F238E27FC236}">
                  <a16:creationId xmlns:a16="http://schemas.microsoft.com/office/drawing/2014/main" id="{007AA526-21E2-1449-A457-DC487F6259BF}"/>
                </a:ext>
              </a:extLst>
            </p:cNvPr>
            <p:cNvSpPr>
              <a:spLocks noChangeShapeType="1"/>
            </p:cNvSpPr>
            <p:nvPr/>
          </p:nvSpPr>
          <p:spPr bwMode="auto">
            <a:xfrm>
              <a:off x="3708" y="1552"/>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74" name="Line 31">
              <a:extLst>
                <a:ext uri="{FF2B5EF4-FFF2-40B4-BE49-F238E27FC236}">
                  <a16:creationId xmlns:a16="http://schemas.microsoft.com/office/drawing/2014/main" id="{A7D6DEE1-2254-2340-92B2-4425F8E4149C}"/>
                </a:ext>
              </a:extLst>
            </p:cNvPr>
            <p:cNvSpPr>
              <a:spLocks noChangeShapeType="1"/>
            </p:cNvSpPr>
            <p:nvPr/>
          </p:nvSpPr>
          <p:spPr bwMode="auto">
            <a:xfrm>
              <a:off x="4021" y="1552"/>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75" name="Rectangle 32">
              <a:extLst>
                <a:ext uri="{FF2B5EF4-FFF2-40B4-BE49-F238E27FC236}">
                  <a16:creationId xmlns:a16="http://schemas.microsoft.com/office/drawing/2014/main" id="{CD0F76A8-F2F6-A040-A641-8C6DD2B4D0BA}"/>
                </a:ext>
              </a:extLst>
            </p:cNvPr>
            <p:cNvSpPr>
              <a:spLocks noChangeArrowheads="1"/>
            </p:cNvSpPr>
            <p:nvPr/>
          </p:nvSpPr>
          <p:spPr bwMode="auto">
            <a:xfrm>
              <a:off x="3708" y="1552"/>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9" name="Oval 33">
              <a:extLst>
                <a:ext uri="{FF2B5EF4-FFF2-40B4-BE49-F238E27FC236}">
                  <a16:creationId xmlns:a16="http://schemas.microsoft.com/office/drawing/2014/main" id="{021DFE64-FE6B-AF4B-A487-798FD40EE4E9}"/>
                </a:ext>
              </a:extLst>
            </p:cNvPr>
            <p:cNvSpPr>
              <a:spLocks noChangeArrowheads="1"/>
            </p:cNvSpPr>
            <p:nvPr/>
          </p:nvSpPr>
          <p:spPr bwMode="auto">
            <a:xfrm>
              <a:off x="3705" y="1493"/>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05" name="Oval 34">
              <a:extLst>
                <a:ext uri="{FF2B5EF4-FFF2-40B4-BE49-F238E27FC236}">
                  <a16:creationId xmlns:a16="http://schemas.microsoft.com/office/drawing/2014/main" id="{D7221543-9DA7-9C4F-BF64-841725D580D9}"/>
                </a:ext>
              </a:extLst>
            </p:cNvPr>
            <p:cNvSpPr>
              <a:spLocks noChangeArrowheads="1"/>
            </p:cNvSpPr>
            <p:nvPr/>
          </p:nvSpPr>
          <p:spPr bwMode="auto">
            <a:xfrm>
              <a:off x="4391" y="1555"/>
              <a:ext cx="312"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06" name="Line 35">
              <a:extLst>
                <a:ext uri="{FF2B5EF4-FFF2-40B4-BE49-F238E27FC236}">
                  <a16:creationId xmlns:a16="http://schemas.microsoft.com/office/drawing/2014/main" id="{3AA9DB23-022C-B843-ACB1-9CD5A8D48918}"/>
                </a:ext>
              </a:extLst>
            </p:cNvPr>
            <p:cNvSpPr>
              <a:spLocks noChangeShapeType="1"/>
            </p:cNvSpPr>
            <p:nvPr/>
          </p:nvSpPr>
          <p:spPr bwMode="auto">
            <a:xfrm>
              <a:off x="4391" y="1548"/>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07" name="Line 36">
              <a:extLst>
                <a:ext uri="{FF2B5EF4-FFF2-40B4-BE49-F238E27FC236}">
                  <a16:creationId xmlns:a16="http://schemas.microsoft.com/office/drawing/2014/main" id="{AAE6AF87-B018-8A44-81E6-B8267ADC39E9}"/>
                </a:ext>
              </a:extLst>
            </p:cNvPr>
            <p:cNvSpPr>
              <a:spLocks noChangeShapeType="1"/>
            </p:cNvSpPr>
            <p:nvPr/>
          </p:nvSpPr>
          <p:spPr bwMode="auto">
            <a:xfrm>
              <a:off x="4703" y="1548"/>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08" name="Rectangle 37">
              <a:extLst>
                <a:ext uri="{FF2B5EF4-FFF2-40B4-BE49-F238E27FC236}">
                  <a16:creationId xmlns:a16="http://schemas.microsoft.com/office/drawing/2014/main" id="{E486C5EC-F3AE-514D-8BFC-C15DDC7BC42F}"/>
                </a:ext>
              </a:extLst>
            </p:cNvPr>
            <p:cNvSpPr>
              <a:spLocks noChangeArrowheads="1"/>
            </p:cNvSpPr>
            <p:nvPr/>
          </p:nvSpPr>
          <p:spPr bwMode="auto">
            <a:xfrm>
              <a:off x="4391" y="1548"/>
              <a:ext cx="309"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3" name="Oval 38">
              <a:extLst>
                <a:ext uri="{FF2B5EF4-FFF2-40B4-BE49-F238E27FC236}">
                  <a16:creationId xmlns:a16="http://schemas.microsoft.com/office/drawing/2014/main" id="{D570042E-655B-9244-B2DE-DD6B84D18E36}"/>
                </a:ext>
              </a:extLst>
            </p:cNvPr>
            <p:cNvSpPr>
              <a:spLocks noChangeArrowheads="1"/>
            </p:cNvSpPr>
            <p:nvPr/>
          </p:nvSpPr>
          <p:spPr bwMode="auto">
            <a:xfrm>
              <a:off x="4394" y="1492"/>
              <a:ext cx="312"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4" name="Oval 39">
              <a:extLst>
                <a:ext uri="{FF2B5EF4-FFF2-40B4-BE49-F238E27FC236}">
                  <a16:creationId xmlns:a16="http://schemas.microsoft.com/office/drawing/2014/main" id="{209FDC48-A133-7C43-A4F4-AEC33B2394DC}"/>
                </a:ext>
              </a:extLst>
            </p:cNvPr>
            <p:cNvSpPr>
              <a:spLocks noChangeArrowheads="1"/>
            </p:cNvSpPr>
            <p:nvPr/>
          </p:nvSpPr>
          <p:spPr bwMode="auto">
            <a:xfrm>
              <a:off x="4401" y="2246"/>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5" name="Line 40">
              <a:extLst>
                <a:ext uri="{FF2B5EF4-FFF2-40B4-BE49-F238E27FC236}">
                  <a16:creationId xmlns:a16="http://schemas.microsoft.com/office/drawing/2014/main" id="{6C737D5E-249D-704B-8624-06BC6AF83FC8}"/>
                </a:ext>
              </a:extLst>
            </p:cNvPr>
            <p:cNvSpPr>
              <a:spLocks noChangeShapeType="1"/>
            </p:cNvSpPr>
            <p:nvPr/>
          </p:nvSpPr>
          <p:spPr bwMode="auto">
            <a:xfrm>
              <a:off x="4401" y="2239"/>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6" name="Line 41">
              <a:extLst>
                <a:ext uri="{FF2B5EF4-FFF2-40B4-BE49-F238E27FC236}">
                  <a16:creationId xmlns:a16="http://schemas.microsoft.com/office/drawing/2014/main" id="{2BB65E91-5543-2A4A-83D1-AF4BD2A561BA}"/>
                </a:ext>
              </a:extLst>
            </p:cNvPr>
            <p:cNvSpPr>
              <a:spLocks noChangeShapeType="1"/>
            </p:cNvSpPr>
            <p:nvPr/>
          </p:nvSpPr>
          <p:spPr bwMode="auto">
            <a:xfrm>
              <a:off x="4714" y="2239"/>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7" name="Rectangle 42">
              <a:extLst>
                <a:ext uri="{FF2B5EF4-FFF2-40B4-BE49-F238E27FC236}">
                  <a16:creationId xmlns:a16="http://schemas.microsoft.com/office/drawing/2014/main" id="{31754303-C1B0-564A-BC8B-D1994E2260A3}"/>
                </a:ext>
              </a:extLst>
            </p:cNvPr>
            <p:cNvSpPr>
              <a:spLocks noChangeArrowheads="1"/>
            </p:cNvSpPr>
            <p:nvPr/>
          </p:nvSpPr>
          <p:spPr bwMode="auto">
            <a:xfrm>
              <a:off x="4401" y="2239"/>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8" name="Oval 43">
              <a:extLst>
                <a:ext uri="{FF2B5EF4-FFF2-40B4-BE49-F238E27FC236}">
                  <a16:creationId xmlns:a16="http://schemas.microsoft.com/office/drawing/2014/main" id="{5EBC6ED3-D791-D849-8DF4-6EEC31DF9218}"/>
                </a:ext>
              </a:extLst>
            </p:cNvPr>
            <p:cNvSpPr>
              <a:spLocks noChangeArrowheads="1"/>
            </p:cNvSpPr>
            <p:nvPr/>
          </p:nvSpPr>
          <p:spPr bwMode="auto">
            <a:xfrm>
              <a:off x="4398" y="2180"/>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9" name="Oval 44">
              <a:extLst>
                <a:ext uri="{FF2B5EF4-FFF2-40B4-BE49-F238E27FC236}">
                  <a16:creationId xmlns:a16="http://schemas.microsoft.com/office/drawing/2014/main" id="{69D4B18F-1B3D-AA47-B609-E5E0116A4B8C}"/>
                </a:ext>
              </a:extLst>
            </p:cNvPr>
            <p:cNvSpPr>
              <a:spLocks noChangeArrowheads="1"/>
            </p:cNvSpPr>
            <p:nvPr/>
          </p:nvSpPr>
          <p:spPr bwMode="auto">
            <a:xfrm>
              <a:off x="4966" y="1905"/>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3" name="Line 45">
              <a:extLst>
                <a:ext uri="{FF2B5EF4-FFF2-40B4-BE49-F238E27FC236}">
                  <a16:creationId xmlns:a16="http://schemas.microsoft.com/office/drawing/2014/main" id="{6B623BCC-754E-AD43-A91B-5BE9046197D9}"/>
                </a:ext>
              </a:extLst>
            </p:cNvPr>
            <p:cNvSpPr>
              <a:spLocks noChangeShapeType="1"/>
            </p:cNvSpPr>
            <p:nvPr/>
          </p:nvSpPr>
          <p:spPr bwMode="auto">
            <a:xfrm>
              <a:off x="4966" y="1898"/>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5" name="Line 46">
              <a:extLst>
                <a:ext uri="{FF2B5EF4-FFF2-40B4-BE49-F238E27FC236}">
                  <a16:creationId xmlns:a16="http://schemas.microsoft.com/office/drawing/2014/main" id="{70C54C4E-9E9A-CB4F-9BAD-759F10AB73D6}"/>
                </a:ext>
              </a:extLst>
            </p:cNvPr>
            <p:cNvSpPr>
              <a:spLocks noChangeShapeType="1"/>
            </p:cNvSpPr>
            <p:nvPr/>
          </p:nvSpPr>
          <p:spPr bwMode="auto">
            <a:xfrm>
              <a:off x="5279" y="1898"/>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7" name="Rectangle 47">
              <a:extLst>
                <a:ext uri="{FF2B5EF4-FFF2-40B4-BE49-F238E27FC236}">
                  <a16:creationId xmlns:a16="http://schemas.microsoft.com/office/drawing/2014/main" id="{48B02502-224F-614A-AF74-CA45B87B4FC2}"/>
                </a:ext>
              </a:extLst>
            </p:cNvPr>
            <p:cNvSpPr>
              <a:spLocks noChangeArrowheads="1"/>
            </p:cNvSpPr>
            <p:nvPr/>
          </p:nvSpPr>
          <p:spPr bwMode="auto">
            <a:xfrm>
              <a:off x="4966" y="1898"/>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2" name="Oval 48">
              <a:extLst>
                <a:ext uri="{FF2B5EF4-FFF2-40B4-BE49-F238E27FC236}">
                  <a16:creationId xmlns:a16="http://schemas.microsoft.com/office/drawing/2014/main" id="{1CBE76C4-29B1-DF47-8C80-E056EC01FEE0}"/>
                </a:ext>
              </a:extLst>
            </p:cNvPr>
            <p:cNvSpPr>
              <a:spLocks noChangeArrowheads="1"/>
            </p:cNvSpPr>
            <p:nvPr/>
          </p:nvSpPr>
          <p:spPr bwMode="auto">
            <a:xfrm>
              <a:off x="4963" y="1839"/>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3" name="Freeform 49">
              <a:extLst>
                <a:ext uri="{FF2B5EF4-FFF2-40B4-BE49-F238E27FC236}">
                  <a16:creationId xmlns:a16="http://schemas.microsoft.com/office/drawing/2014/main" id="{F7C58F3A-0B59-CE40-8968-EFD5B03D593E}"/>
                </a:ext>
              </a:extLst>
            </p:cNvPr>
            <p:cNvSpPr>
              <a:spLocks/>
            </p:cNvSpPr>
            <p:nvPr/>
          </p:nvSpPr>
          <p:spPr bwMode="auto">
            <a:xfrm>
              <a:off x="4557" y="1647"/>
              <a:ext cx="1" cy="522"/>
            </a:xfrm>
            <a:custGeom>
              <a:avLst/>
              <a:gdLst>
                <a:gd name="T0" fmla="*/ 0 w 1"/>
                <a:gd name="T1" fmla="*/ 0 h 522"/>
                <a:gd name="T2" fmla="*/ 0 w 1"/>
                <a:gd name="T3" fmla="*/ 522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8" name="Freeform 50">
              <a:extLst>
                <a:ext uri="{FF2B5EF4-FFF2-40B4-BE49-F238E27FC236}">
                  <a16:creationId xmlns:a16="http://schemas.microsoft.com/office/drawing/2014/main" id="{5CA0B20D-583A-724F-8F77-3D2EE0DD0137}"/>
                </a:ext>
              </a:extLst>
            </p:cNvPr>
            <p:cNvSpPr>
              <a:spLocks/>
            </p:cNvSpPr>
            <p:nvPr/>
          </p:nvSpPr>
          <p:spPr bwMode="auto">
            <a:xfrm>
              <a:off x="3864" y="1653"/>
              <a:ext cx="1" cy="537"/>
            </a:xfrm>
            <a:custGeom>
              <a:avLst/>
              <a:gdLst>
                <a:gd name="T0" fmla="*/ 0 w 1"/>
                <a:gd name="T1" fmla="*/ 0 h 537"/>
                <a:gd name="T2" fmla="*/ 0 w 1"/>
                <a:gd name="T3" fmla="*/ 537 h 537"/>
                <a:gd name="T4" fmla="*/ 0 60000 65536"/>
                <a:gd name="T5" fmla="*/ 0 60000 65536"/>
                <a:gd name="T6" fmla="*/ 0 w 1"/>
                <a:gd name="T7" fmla="*/ 0 h 537"/>
                <a:gd name="T8" fmla="*/ 1 w 1"/>
                <a:gd name="T9" fmla="*/ 537 h 537"/>
              </a:gdLst>
              <a:ahLst/>
              <a:cxnLst>
                <a:cxn ang="T4">
                  <a:pos x="T0" y="T1"/>
                </a:cxn>
                <a:cxn ang="T5">
                  <a:pos x="T2" y="T3"/>
                </a:cxn>
              </a:cxnLst>
              <a:rect l="T6" t="T7" r="T8" b="T9"/>
              <a:pathLst>
                <a:path w="1" h="537">
                  <a:moveTo>
                    <a:pt x="0" y="0"/>
                  </a:moveTo>
                  <a:lnTo>
                    <a:pt x="0" y="537"/>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3" name="Freeform 51">
              <a:extLst>
                <a:ext uri="{FF2B5EF4-FFF2-40B4-BE49-F238E27FC236}">
                  <a16:creationId xmlns:a16="http://schemas.microsoft.com/office/drawing/2014/main" id="{F9705D5A-4067-4E46-97EF-A4A7592F8062}"/>
                </a:ext>
              </a:extLst>
            </p:cNvPr>
            <p:cNvSpPr>
              <a:spLocks/>
            </p:cNvSpPr>
            <p:nvPr/>
          </p:nvSpPr>
          <p:spPr bwMode="auto">
            <a:xfrm>
              <a:off x="4029" y="1638"/>
              <a:ext cx="504" cy="600"/>
            </a:xfrm>
            <a:custGeom>
              <a:avLst/>
              <a:gdLst>
                <a:gd name="T0" fmla="*/ 0 w 378"/>
                <a:gd name="T1" fmla="*/ 11993521 h 174"/>
                <a:gd name="T2" fmla="*/ 5035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4" name="Freeform 52">
              <a:extLst>
                <a:ext uri="{FF2B5EF4-FFF2-40B4-BE49-F238E27FC236}">
                  <a16:creationId xmlns:a16="http://schemas.microsoft.com/office/drawing/2014/main" id="{22C3BA86-2C31-C244-BCC8-F79B83E99BAE}"/>
                </a:ext>
              </a:extLst>
            </p:cNvPr>
            <p:cNvSpPr>
              <a:spLocks/>
            </p:cNvSpPr>
            <p:nvPr/>
          </p:nvSpPr>
          <p:spPr bwMode="auto">
            <a:xfrm>
              <a:off x="4716" y="1986"/>
              <a:ext cx="366" cy="270"/>
            </a:xfrm>
            <a:custGeom>
              <a:avLst/>
              <a:gdLst>
                <a:gd name="T0" fmla="*/ 0 w 366"/>
                <a:gd name="T1" fmla="*/ 270 h 270"/>
                <a:gd name="T2" fmla="*/ 36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5" name="Freeform 53">
              <a:extLst>
                <a:ext uri="{FF2B5EF4-FFF2-40B4-BE49-F238E27FC236}">
                  <a16:creationId xmlns:a16="http://schemas.microsoft.com/office/drawing/2014/main" id="{36BA8254-18D7-D841-8B10-CF1677FF4B4C}"/>
                </a:ext>
              </a:extLst>
            </p:cNvPr>
            <p:cNvSpPr>
              <a:spLocks/>
            </p:cNvSpPr>
            <p:nvPr/>
          </p:nvSpPr>
          <p:spPr bwMode="auto">
            <a:xfrm>
              <a:off x="4035" y="226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6" name="Freeform 54">
              <a:extLst>
                <a:ext uri="{FF2B5EF4-FFF2-40B4-BE49-F238E27FC236}">
                  <a16:creationId xmlns:a16="http://schemas.microsoft.com/office/drawing/2014/main" id="{FDD9D6F7-B6B7-8C4F-B4CD-8A42B44DA874}"/>
                </a:ext>
              </a:extLst>
            </p:cNvPr>
            <p:cNvSpPr>
              <a:spLocks/>
            </p:cNvSpPr>
            <p:nvPr/>
          </p:nvSpPr>
          <p:spPr bwMode="auto">
            <a:xfrm>
              <a:off x="3444" y="1944"/>
              <a:ext cx="276" cy="264"/>
            </a:xfrm>
            <a:custGeom>
              <a:avLst/>
              <a:gdLst>
                <a:gd name="T0" fmla="*/ 276 w 276"/>
                <a:gd name="T1" fmla="*/ 264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7" name="Freeform 55">
              <a:extLst>
                <a:ext uri="{FF2B5EF4-FFF2-40B4-BE49-F238E27FC236}">
                  <a16:creationId xmlns:a16="http://schemas.microsoft.com/office/drawing/2014/main" id="{0EEE8685-1A2C-124B-AEBC-CE60F95275A6}"/>
                </a:ext>
              </a:extLst>
            </p:cNvPr>
            <p:cNvSpPr>
              <a:spLocks/>
            </p:cNvSpPr>
            <p:nvPr/>
          </p:nvSpPr>
          <p:spPr bwMode="auto">
            <a:xfrm>
              <a:off x="4029" y="157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8" name="Freeform 56">
              <a:extLst>
                <a:ext uri="{FF2B5EF4-FFF2-40B4-BE49-F238E27FC236}">
                  <a16:creationId xmlns:a16="http://schemas.microsoft.com/office/drawing/2014/main" id="{CDFCCD1A-99F5-3248-A9D4-80A4A3508E86}"/>
                </a:ext>
              </a:extLst>
            </p:cNvPr>
            <p:cNvSpPr>
              <a:spLocks/>
            </p:cNvSpPr>
            <p:nvPr/>
          </p:nvSpPr>
          <p:spPr bwMode="auto">
            <a:xfrm>
              <a:off x="4704" y="1575"/>
              <a:ext cx="396" cy="267"/>
            </a:xfrm>
            <a:custGeom>
              <a:avLst/>
              <a:gdLst>
                <a:gd name="T0" fmla="*/ 396 w 396"/>
                <a:gd name="T1" fmla="*/ 267 h 267"/>
                <a:gd name="T2" fmla="*/ 0 w 396"/>
                <a:gd name="T3" fmla="*/ 0 h 267"/>
                <a:gd name="T4" fmla="*/ 0 60000 65536"/>
                <a:gd name="T5" fmla="*/ 0 60000 65536"/>
                <a:gd name="T6" fmla="*/ 0 w 396"/>
                <a:gd name="T7" fmla="*/ 0 h 267"/>
                <a:gd name="T8" fmla="*/ 396 w 396"/>
                <a:gd name="T9" fmla="*/ 267 h 267"/>
              </a:gdLst>
              <a:ahLst/>
              <a:cxnLst>
                <a:cxn ang="T4">
                  <a:pos x="T0" y="T1"/>
                </a:cxn>
                <a:cxn ang="T5">
                  <a:pos x="T2" y="T3"/>
                </a:cxn>
              </a:cxnLst>
              <a:rect l="T6" t="T7" r="T8" b="T9"/>
              <a:pathLst>
                <a:path w="396" h="267">
                  <a:moveTo>
                    <a:pt x="396" y="267"/>
                  </a:moveTo>
                  <a:lnTo>
                    <a:pt x="0" y="0"/>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9" name="Freeform 57">
              <a:extLst>
                <a:ext uri="{FF2B5EF4-FFF2-40B4-BE49-F238E27FC236}">
                  <a16:creationId xmlns:a16="http://schemas.microsoft.com/office/drawing/2014/main" id="{8158BEB1-D7DD-304F-93D8-B63A3B9F79D7}"/>
                </a:ext>
              </a:extLst>
            </p:cNvPr>
            <p:cNvSpPr>
              <a:spLocks/>
            </p:cNvSpPr>
            <p:nvPr/>
          </p:nvSpPr>
          <p:spPr bwMode="auto">
            <a:xfrm>
              <a:off x="3387" y="1146"/>
              <a:ext cx="1110" cy="645"/>
            </a:xfrm>
            <a:custGeom>
              <a:avLst/>
              <a:gdLst>
                <a:gd name="T0" fmla="*/ 1110 w 1110"/>
                <a:gd name="T1" fmla="*/ 342 h 645"/>
                <a:gd name="T2" fmla="*/ 0 w 1110"/>
                <a:gd name="T3" fmla="*/ 645 h 645"/>
                <a:gd name="T4" fmla="*/ 0 60000 65536"/>
                <a:gd name="T5" fmla="*/ 0 60000 65536"/>
                <a:gd name="T6" fmla="*/ 0 w 1110"/>
                <a:gd name="T7" fmla="*/ 0 h 645"/>
                <a:gd name="T8" fmla="*/ 1110 w 1110"/>
                <a:gd name="T9" fmla="*/ 645 h 645"/>
              </a:gdLst>
              <a:ahLst/>
              <a:cxnLst>
                <a:cxn ang="T4">
                  <a:pos x="T0" y="T1"/>
                </a:cxn>
                <a:cxn ang="T5">
                  <a:pos x="T2" y="T3"/>
                </a:cxn>
              </a:cxnLst>
              <a:rect l="T6" t="T7" r="T8" b="T9"/>
              <a:pathLst>
                <a:path w="1110" h="645">
                  <a:moveTo>
                    <a:pt x="1110" y="342"/>
                  </a:moveTo>
                  <a:cubicBezTo>
                    <a:pt x="1104" y="0"/>
                    <a:pt x="21" y="63"/>
                    <a:pt x="0" y="645"/>
                  </a:cubicBez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450" name="Group 58">
              <a:extLst>
                <a:ext uri="{FF2B5EF4-FFF2-40B4-BE49-F238E27FC236}">
                  <a16:creationId xmlns:a16="http://schemas.microsoft.com/office/drawing/2014/main" id="{5708D0AB-39B8-5F4D-964A-583102F20F6D}"/>
                </a:ext>
              </a:extLst>
            </p:cNvPr>
            <p:cNvGrpSpPr>
              <a:grpSpLocks/>
            </p:cNvGrpSpPr>
            <p:nvPr/>
          </p:nvGrpSpPr>
          <p:grpSpPr bwMode="auto">
            <a:xfrm>
              <a:off x="3287" y="1744"/>
              <a:ext cx="205" cy="250"/>
              <a:chOff x="2954" y="2425"/>
              <a:chExt cx="208" cy="250"/>
            </a:xfrm>
          </p:grpSpPr>
          <p:sp>
            <p:nvSpPr>
              <p:cNvPr id="476" name="Rectangle 59">
                <a:extLst>
                  <a:ext uri="{FF2B5EF4-FFF2-40B4-BE49-F238E27FC236}">
                    <a16:creationId xmlns:a16="http://schemas.microsoft.com/office/drawing/2014/main" id="{698B8676-76A7-4C47-8D65-7AD44E1F849C}"/>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7" name="Text Box 60">
                <a:extLst>
                  <a:ext uri="{FF2B5EF4-FFF2-40B4-BE49-F238E27FC236}">
                    <a16:creationId xmlns:a16="http://schemas.microsoft.com/office/drawing/2014/main" id="{5163CA4B-303D-0E4C-B36C-0EB9193499CB}"/>
                  </a:ext>
                </a:extLst>
              </p:cNvPr>
              <p:cNvSpPr txBox="1">
                <a:spLocks noChangeArrowheads="1"/>
              </p:cNvSpPr>
              <p:nvPr/>
            </p:nvSpPr>
            <p:spPr bwMode="auto">
              <a:xfrm>
                <a:off x="2954" y="2425"/>
                <a:ext cx="208"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u</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51" name="Group 61">
              <a:extLst>
                <a:ext uri="{FF2B5EF4-FFF2-40B4-BE49-F238E27FC236}">
                  <a16:creationId xmlns:a16="http://schemas.microsoft.com/office/drawing/2014/main" id="{22504589-6EDA-CD46-9F6D-B4E53859C7BB}"/>
                </a:ext>
              </a:extLst>
            </p:cNvPr>
            <p:cNvGrpSpPr>
              <a:grpSpLocks/>
            </p:cNvGrpSpPr>
            <p:nvPr/>
          </p:nvGrpSpPr>
          <p:grpSpPr bwMode="auto">
            <a:xfrm>
              <a:off x="4461" y="2128"/>
              <a:ext cx="196" cy="250"/>
              <a:chOff x="2958" y="2425"/>
              <a:chExt cx="199" cy="250"/>
            </a:xfrm>
          </p:grpSpPr>
          <p:sp>
            <p:nvSpPr>
              <p:cNvPr id="474" name="Rectangle 62">
                <a:extLst>
                  <a:ext uri="{FF2B5EF4-FFF2-40B4-BE49-F238E27FC236}">
                    <a16:creationId xmlns:a16="http://schemas.microsoft.com/office/drawing/2014/main" id="{B5EB60BB-0E5E-C14B-B24B-878829D35E80}"/>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5" name="Text Box 63">
                <a:extLst>
                  <a:ext uri="{FF2B5EF4-FFF2-40B4-BE49-F238E27FC236}">
                    <a16:creationId xmlns:a16="http://schemas.microsoft.com/office/drawing/2014/main" id="{AC01CA65-68FA-E340-BE13-4C47DBA310D1}"/>
                  </a:ext>
                </a:extLst>
              </p:cNvPr>
              <p:cNvSpPr txBox="1">
                <a:spLocks noChangeArrowheads="1"/>
              </p:cNvSpPr>
              <p:nvPr/>
            </p:nvSpPr>
            <p:spPr bwMode="auto">
              <a:xfrm>
                <a:off x="2958" y="2425"/>
                <a:ext cx="199"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y</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52" name="Group 64">
              <a:extLst>
                <a:ext uri="{FF2B5EF4-FFF2-40B4-BE49-F238E27FC236}">
                  <a16:creationId xmlns:a16="http://schemas.microsoft.com/office/drawing/2014/main" id="{7E66326C-FC5C-CB48-9635-4D30ECB15D8D}"/>
                </a:ext>
              </a:extLst>
            </p:cNvPr>
            <p:cNvGrpSpPr>
              <a:grpSpLocks/>
            </p:cNvGrpSpPr>
            <p:nvPr/>
          </p:nvGrpSpPr>
          <p:grpSpPr bwMode="auto">
            <a:xfrm>
              <a:off x="3772" y="2095"/>
              <a:ext cx="212" cy="288"/>
              <a:chOff x="2951" y="2395"/>
              <a:chExt cx="213" cy="288"/>
            </a:xfrm>
          </p:grpSpPr>
          <p:sp>
            <p:nvSpPr>
              <p:cNvPr id="472" name="Rectangle 65">
                <a:extLst>
                  <a:ext uri="{FF2B5EF4-FFF2-40B4-BE49-F238E27FC236}">
                    <a16:creationId xmlns:a16="http://schemas.microsoft.com/office/drawing/2014/main" id="{6BF35853-D616-6B43-8985-14AABE1F7525}"/>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3" name="Text Box 66">
                <a:extLst>
                  <a:ext uri="{FF2B5EF4-FFF2-40B4-BE49-F238E27FC236}">
                    <a16:creationId xmlns:a16="http://schemas.microsoft.com/office/drawing/2014/main" id="{3282D7A0-A2E9-7F4B-A22E-01546569C593}"/>
                  </a:ext>
                </a:extLst>
              </p:cNvPr>
              <p:cNvSpPr txBox="1">
                <a:spLocks noChangeArrowheads="1"/>
              </p:cNvSpPr>
              <p:nvPr/>
            </p:nvSpPr>
            <p:spPr bwMode="auto">
              <a:xfrm>
                <a:off x="2951" y="2395"/>
                <a:ext cx="213" cy="2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Arial" charset="0"/>
                    <a:ea typeface="ＭＳ Ｐゴシック" charset="0"/>
                  </a:rPr>
                  <a:t>x</a:t>
                </a:r>
              </a:p>
            </p:txBody>
          </p:sp>
        </p:grpSp>
        <p:grpSp>
          <p:nvGrpSpPr>
            <p:cNvPr id="453" name="Group 67">
              <a:extLst>
                <a:ext uri="{FF2B5EF4-FFF2-40B4-BE49-F238E27FC236}">
                  <a16:creationId xmlns:a16="http://schemas.microsoft.com/office/drawing/2014/main" id="{3104BBAE-4F76-E649-85DB-F84D22362B81}"/>
                </a:ext>
              </a:extLst>
            </p:cNvPr>
            <p:cNvGrpSpPr>
              <a:grpSpLocks/>
            </p:cNvGrpSpPr>
            <p:nvPr/>
          </p:nvGrpSpPr>
          <p:grpSpPr bwMode="auto">
            <a:xfrm>
              <a:off x="4438" y="1438"/>
              <a:ext cx="232" cy="250"/>
              <a:chOff x="2941" y="2425"/>
              <a:chExt cx="235" cy="250"/>
            </a:xfrm>
          </p:grpSpPr>
          <p:sp>
            <p:nvSpPr>
              <p:cNvPr id="470" name="Rectangle 68">
                <a:extLst>
                  <a:ext uri="{FF2B5EF4-FFF2-40B4-BE49-F238E27FC236}">
                    <a16:creationId xmlns:a16="http://schemas.microsoft.com/office/drawing/2014/main" id="{0CEE42FC-526E-AB47-8798-637A6484857F}"/>
                  </a:ext>
                </a:extLst>
              </p:cNvPr>
              <p:cNvSpPr>
                <a:spLocks noChangeArrowheads="1"/>
              </p:cNvSpPr>
              <p:nvPr/>
            </p:nvSpPr>
            <p:spPr bwMode="auto">
              <a:xfrm>
                <a:off x="2982" y="2490"/>
                <a:ext cx="146"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1" name="Text Box 69">
                <a:extLst>
                  <a:ext uri="{FF2B5EF4-FFF2-40B4-BE49-F238E27FC236}">
                    <a16:creationId xmlns:a16="http://schemas.microsoft.com/office/drawing/2014/main" id="{BD20AA39-4C83-B348-A22B-DC09D5E67986}"/>
                  </a:ext>
                </a:extLst>
              </p:cNvPr>
              <p:cNvSpPr txBox="1">
                <a:spLocks noChangeArrowheads="1"/>
              </p:cNvSpPr>
              <p:nvPr/>
            </p:nvSpPr>
            <p:spPr bwMode="auto">
              <a:xfrm>
                <a:off x="2941" y="2425"/>
                <a:ext cx="235"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w</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54" name="Group 70">
              <a:extLst>
                <a:ext uri="{FF2B5EF4-FFF2-40B4-BE49-F238E27FC236}">
                  <a16:creationId xmlns:a16="http://schemas.microsoft.com/office/drawing/2014/main" id="{76A8AB1F-2271-4C40-97FF-558125D0E3D2}"/>
                </a:ext>
              </a:extLst>
            </p:cNvPr>
            <p:cNvGrpSpPr>
              <a:grpSpLocks/>
            </p:cNvGrpSpPr>
            <p:nvPr/>
          </p:nvGrpSpPr>
          <p:grpSpPr bwMode="auto">
            <a:xfrm>
              <a:off x="3771" y="1438"/>
              <a:ext cx="196" cy="250"/>
              <a:chOff x="2958" y="2425"/>
              <a:chExt cx="199" cy="250"/>
            </a:xfrm>
          </p:grpSpPr>
          <p:sp>
            <p:nvSpPr>
              <p:cNvPr id="468" name="Rectangle 71">
                <a:extLst>
                  <a:ext uri="{FF2B5EF4-FFF2-40B4-BE49-F238E27FC236}">
                    <a16:creationId xmlns:a16="http://schemas.microsoft.com/office/drawing/2014/main" id="{8A1243C8-B070-1144-AFC1-660A0D476384}"/>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9" name="Text Box 72">
                <a:extLst>
                  <a:ext uri="{FF2B5EF4-FFF2-40B4-BE49-F238E27FC236}">
                    <a16:creationId xmlns:a16="http://schemas.microsoft.com/office/drawing/2014/main" id="{0A633A5D-CB9F-9D4A-9828-FA8DAB76D822}"/>
                  </a:ext>
                </a:extLst>
              </p:cNvPr>
              <p:cNvSpPr txBox="1">
                <a:spLocks noChangeArrowheads="1"/>
              </p:cNvSpPr>
              <p:nvPr/>
            </p:nvSpPr>
            <p:spPr bwMode="auto">
              <a:xfrm>
                <a:off x="2958" y="2425"/>
                <a:ext cx="199"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v</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55" name="Group 73">
              <a:extLst>
                <a:ext uri="{FF2B5EF4-FFF2-40B4-BE49-F238E27FC236}">
                  <a16:creationId xmlns:a16="http://schemas.microsoft.com/office/drawing/2014/main" id="{1F39B98B-5A5F-9A45-8998-1BA51D5362D8}"/>
                </a:ext>
              </a:extLst>
            </p:cNvPr>
            <p:cNvGrpSpPr>
              <a:grpSpLocks/>
            </p:cNvGrpSpPr>
            <p:nvPr/>
          </p:nvGrpSpPr>
          <p:grpSpPr bwMode="auto">
            <a:xfrm>
              <a:off x="5025" y="1756"/>
              <a:ext cx="212" cy="288"/>
              <a:chOff x="2949" y="2395"/>
              <a:chExt cx="214" cy="288"/>
            </a:xfrm>
          </p:grpSpPr>
          <p:sp>
            <p:nvSpPr>
              <p:cNvPr id="466" name="Rectangle 74">
                <a:extLst>
                  <a:ext uri="{FF2B5EF4-FFF2-40B4-BE49-F238E27FC236}">
                    <a16:creationId xmlns:a16="http://schemas.microsoft.com/office/drawing/2014/main" id="{6D133BDC-CBD5-E04A-956A-CB070C46E616}"/>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7" name="Text Box 75">
                <a:extLst>
                  <a:ext uri="{FF2B5EF4-FFF2-40B4-BE49-F238E27FC236}">
                    <a16:creationId xmlns:a16="http://schemas.microsoft.com/office/drawing/2014/main" id="{E22274D1-6BF0-6F4F-AA7F-923617C44471}"/>
                  </a:ext>
                </a:extLst>
              </p:cNvPr>
              <p:cNvSpPr txBox="1">
                <a:spLocks noChangeArrowheads="1"/>
              </p:cNvSpPr>
              <p:nvPr/>
            </p:nvSpPr>
            <p:spPr bwMode="auto">
              <a:xfrm>
                <a:off x="2949" y="2395"/>
                <a:ext cx="214" cy="2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Arial" charset="0"/>
                    <a:ea typeface="ＭＳ Ｐゴシック" charset="0"/>
                  </a:rPr>
                  <a:t>z</a:t>
                </a:r>
              </a:p>
            </p:txBody>
          </p:sp>
        </p:grpSp>
        <p:sp>
          <p:nvSpPr>
            <p:cNvPr id="456" name="Text Box 76">
              <a:extLst>
                <a:ext uri="{FF2B5EF4-FFF2-40B4-BE49-F238E27FC236}">
                  <a16:creationId xmlns:a16="http://schemas.microsoft.com/office/drawing/2014/main" id="{E87F994C-88BC-7843-84FF-C20876A28AD3}"/>
                </a:ext>
              </a:extLst>
            </p:cNvPr>
            <p:cNvSpPr txBox="1">
              <a:spLocks noChangeArrowheads="1"/>
            </p:cNvSpPr>
            <p:nvPr/>
          </p:nvSpPr>
          <p:spPr bwMode="auto">
            <a:xfrm>
              <a:off x="3493" y="1568"/>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7" name="Text Box 77">
              <a:extLst>
                <a:ext uri="{FF2B5EF4-FFF2-40B4-BE49-F238E27FC236}">
                  <a16:creationId xmlns:a16="http://schemas.microsoft.com/office/drawing/2014/main" id="{D6E661FA-C756-184B-8F8C-454F6D2F20C6}"/>
                </a:ext>
              </a:extLst>
            </p:cNvPr>
            <p:cNvSpPr txBox="1">
              <a:spLocks noChangeArrowheads="1"/>
            </p:cNvSpPr>
            <p:nvPr/>
          </p:nvSpPr>
          <p:spPr bwMode="auto">
            <a:xfrm>
              <a:off x="3841" y="1787"/>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8" name="Text Box 78">
              <a:extLst>
                <a:ext uri="{FF2B5EF4-FFF2-40B4-BE49-F238E27FC236}">
                  <a16:creationId xmlns:a16="http://schemas.microsoft.com/office/drawing/2014/main" id="{7AAD1753-0153-BE49-9A5A-86A6144677D4}"/>
                </a:ext>
              </a:extLst>
            </p:cNvPr>
            <p:cNvSpPr txBox="1">
              <a:spLocks noChangeArrowheads="1"/>
            </p:cNvSpPr>
            <p:nvPr/>
          </p:nvSpPr>
          <p:spPr bwMode="auto">
            <a:xfrm>
              <a:off x="3406" y="2000"/>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9" name="Text Box 79">
              <a:extLst>
                <a:ext uri="{FF2B5EF4-FFF2-40B4-BE49-F238E27FC236}">
                  <a16:creationId xmlns:a16="http://schemas.microsoft.com/office/drawing/2014/main" id="{CE9F4FB6-1319-824C-8EE6-E829F9B81392}"/>
                </a:ext>
              </a:extLst>
            </p:cNvPr>
            <p:cNvSpPr txBox="1">
              <a:spLocks noChangeArrowheads="1"/>
            </p:cNvSpPr>
            <p:nvPr/>
          </p:nvSpPr>
          <p:spPr bwMode="auto">
            <a:xfrm>
              <a:off x="4225" y="1880"/>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0" name="Text Box 80">
              <a:extLst>
                <a:ext uri="{FF2B5EF4-FFF2-40B4-BE49-F238E27FC236}">
                  <a16:creationId xmlns:a16="http://schemas.microsoft.com/office/drawing/2014/main" id="{C479D34B-E495-6941-B1B8-7C27A07FA48D}"/>
                </a:ext>
              </a:extLst>
            </p:cNvPr>
            <p:cNvSpPr txBox="1">
              <a:spLocks noChangeArrowheads="1"/>
            </p:cNvSpPr>
            <p:nvPr/>
          </p:nvSpPr>
          <p:spPr bwMode="auto">
            <a:xfrm>
              <a:off x="4162" y="2234"/>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1" name="Text Box 81">
              <a:extLst>
                <a:ext uri="{FF2B5EF4-FFF2-40B4-BE49-F238E27FC236}">
                  <a16:creationId xmlns:a16="http://schemas.microsoft.com/office/drawing/2014/main" id="{651E935E-97A1-694E-90ED-DA0D52808F61}"/>
                </a:ext>
              </a:extLst>
            </p:cNvPr>
            <p:cNvSpPr txBox="1">
              <a:spLocks noChangeArrowheads="1"/>
            </p:cNvSpPr>
            <p:nvPr/>
          </p:nvSpPr>
          <p:spPr bwMode="auto">
            <a:xfrm>
              <a:off x="4522" y="1805"/>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2" name="Text Box 82">
              <a:extLst>
                <a:ext uri="{FF2B5EF4-FFF2-40B4-BE49-F238E27FC236}">
                  <a16:creationId xmlns:a16="http://schemas.microsoft.com/office/drawing/2014/main" id="{BCE34168-89E8-CA4E-B734-D7785C5D44A4}"/>
                </a:ext>
              </a:extLst>
            </p:cNvPr>
            <p:cNvSpPr txBox="1">
              <a:spLocks noChangeArrowheads="1"/>
            </p:cNvSpPr>
            <p:nvPr/>
          </p:nvSpPr>
          <p:spPr bwMode="auto">
            <a:xfrm>
              <a:off x="4882" y="2069"/>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3" name="Text Box 83">
              <a:extLst>
                <a:ext uri="{FF2B5EF4-FFF2-40B4-BE49-F238E27FC236}">
                  <a16:creationId xmlns:a16="http://schemas.microsoft.com/office/drawing/2014/main" id="{E61D1248-702D-AA4E-A62B-3B6DB8874302}"/>
                </a:ext>
              </a:extLst>
            </p:cNvPr>
            <p:cNvSpPr txBox="1">
              <a:spLocks noChangeArrowheads="1"/>
            </p:cNvSpPr>
            <p:nvPr/>
          </p:nvSpPr>
          <p:spPr bwMode="auto">
            <a:xfrm>
              <a:off x="4855" y="1532"/>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5</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4" name="Text Box 84">
              <a:extLst>
                <a:ext uri="{FF2B5EF4-FFF2-40B4-BE49-F238E27FC236}">
                  <a16:creationId xmlns:a16="http://schemas.microsoft.com/office/drawing/2014/main" id="{8E7448E7-B23E-9A4A-947C-66285C7E1020}"/>
                </a:ext>
              </a:extLst>
            </p:cNvPr>
            <p:cNvSpPr txBox="1">
              <a:spLocks noChangeArrowheads="1"/>
            </p:cNvSpPr>
            <p:nvPr/>
          </p:nvSpPr>
          <p:spPr bwMode="auto">
            <a:xfrm>
              <a:off x="4120" y="1382"/>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5" name="Text Box 85">
              <a:extLst>
                <a:ext uri="{FF2B5EF4-FFF2-40B4-BE49-F238E27FC236}">
                  <a16:creationId xmlns:a16="http://schemas.microsoft.com/office/drawing/2014/main" id="{EFA31E11-E078-ED44-8DB8-4912DC480664}"/>
                </a:ext>
              </a:extLst>
            </p:cNvPr>
            <p:cNvSpPr txBox="1">
              <a:spLocks noChangeArrowheads="1"/>
            </p:cNvSpPr>
            <p:nvPr/>
          </p:nvSpPr>
          <p:spPr bwMode="auto">
            <a:xfrm>
              <a:off x="3769" y="1115"/>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5</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cxnSp>
        <p:nvCxnSpPr>
          <p:cNvPr id="38" name="Straight Arrow Connector 37">
            <a:extLst>
              <a:ext uri="{FF2B5EF4-FFF2-40B4-BE49-F238E27FC236}">
                <a16:creationId xmlns:a16="http://schemas.microsoft.com/office/drawing/2014/main" id="{112457CF-2890-E146-8628-638AC5577656}"/>
              </a:ext>
            </a:extLst>
          </p:cNvPr>
          <p:cNvCxnSpPr>
            <a:cxnSpLocks/>
            <a:endCxn id="271" idx="2"/>
          </p:cNvCxnSpPr>
          <p:nvPr/>
        </p:nvCxnSpPr>
        <p:spPr>
          <a:xfrm>
            <a:off x="4666129" y="2789499"/>
            <a:ext cx="439472" cy="428799"/>
          </a:xfrm>
          <a:prstGeom prst="straightConnector1">
            <a:avLst/>
          </a:prstGeom>
          <a:ln w="317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59" name="Straight Arrow Connector 558">
            <a:extLst>
              <a:ext uri="{FF2B5EF4-FFF2-40B4-BE49-F238E27FC236}">
                <a16:creationId xmlns:a16="http://schemas.microsoft.com/office/drawing/2014/main" id="{491C301B-8A6E-4845-BF28-577AD894F891}"/>
              </a:ext>
            </a:extLst>
          </p:cNvPr>
          <p:cNvCxnSpPr>
            <a:cxnSpLocks/>
            <a:endCxn id="414" idx="2"/>
          </p:cNvCxnSpPr>
          <p:nvPr/>
        </p:nvCxnSpPr>
        <p:spPr>
          <a:xfrm>
            <a:off x="5617182" y="3300714"/>
            <a:ext cx="586969" cy="6484"/>
          </a:xfrm>
          <a:prstGeom prst="straightConnector1">
            <a:avLst/>
          </a:prstGeom>
          <a:ln w="317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60" name="Straight Arrow Connector 559">
            <a:extLst>
              <a:ext uri="{FF2B5EF4-FFF2-40B4-BE49-F238E27FC236}">
                <a16:creationId xmlns:a16="http://schemas.microsoft.com/office/drawing/2014/main" id="{3C9D1B43-9124-3142-843B-DC7A58F1456E}"/>
              </a:ext>
            </a:extLst>
          </p:cNvPr>
          <p:cNvCxnSpPr>
            <a:cxnSpLocks/>
            <a:stCxn id="266" idx="7"/>
          </p:cNvCxnSpPr>
          <p:nvPr/>
        </p:nvCxnSpPr>
        <p:spPr>
          <a:xfrm flipV="1">
            <a:off x="4777246" y="2268639"/>
            <a:ext cx="502342" cy="281976"/>
          </a:xfrm>
          <a:prstGeom prst="straightConnector1">
            <a:avLst/>
          </a:prstGeom>
          <a:ln w="317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61" name="Straight Arrow Connector 560">
            <a:extLst>
              <a:ext uri="{FF2B5EF4-FFF2-40B4-BE49-F238E27FC236}">
                <a16:creationId xmlns:a16="http://schemas.microsoft.com/office/drawing/2014/main" id="{8A7B92A4-0E80-6D4D-87F2-803D33EFB3E5}"/>
              </a:ext>
            </a:extLst>
          </p:cNvPr>
          <p:cNvCxnSpPr>
            <a:cxnSpLocks/>
          </p:cNvCxnSpPr>
          <p:nvPr/>
        </p:nvCxnSpPr>
        <p:spPr>
          <a:xfrm flipV="1">
            <a:off x="6452488" y="2233914"/>
            <a:ext cx="0" cy="883534"/>
          </a:xfrm>
          <a:prstGeom prst="straightConnector1">
            <a:avLst/>
          </a:prstGeom>
          <a:ln w="317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62" name="Straight Arrow Connector 561">
            <a:extLst>
              <a:ext uri="{FF2B5EF4-FFF2-40B4-BE49-F238E27FC236}">
                <a16:creationId xmlns:a16="http://schemas.microsoft.com/office/drawing/2014/main" id="{368CBA46-10A4-6B43-8244-BF448DB2A1AB}"/>
              </a:ext>
            </a:extLst>
          </p:cNvPr>
          <p:cNvCxnSpPr>
            <a:cxnSpLocks/>
          </p:cNvCxnSpPr>
          <p:nvPr/>
        </p:nvCxnSpPr>
        <p:spPr>
          <a:xfrm flipV="1">
            <a:off x="6715788" y="2822294"/>
            <a:ext cx="606730" cy="448060"/>
          </a:xfrm>
          <a:prstGeom prst="straightConnector1">
            <a:avLst/>
          </a:prstGeom>
          <a:ln w="3175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nvGrpSpPr>
          <p:cNvPr id="234" name="Group 3">
            <a:extLst>
              <a:ext uri="{FF2B5EF4-FFF2-40B4-BE49-F238E27FC236}">
                <a16:creationId xmlns:a16="http://schemas.microsoft.com/office/drawing/2014/main" id="{CAD83B90-6A61-424F-807D-7507674811C5}"/>
              </a:ext>
            </a:extLst>
          </p:cNvPr>
          <p:cNvGrpSpPr>
            <a:grpSpLocks/>
          </p:cNvGrpSpPr>
          <p:nvPr/>
        </p:nvGrpSpPr>
        <p:grpSpPr bwMode="auto">
          <a:xfrm>
            <a:off x="1182356" y="4594769"/>
            <a:ext cx="3244850" cy="1500187"/>
            <a:chOff x="1385" y="1283"/>
            <a:chExt cx="2044" cy="945"/>
          </a:xfrm>
        </p:grpSpPr>
        <p:sp>
          <p:nvSpPr>
            <p:cNvPr id="235" name="Freeform 4">
              <a:extLst>
                <a:ext uri="{FF2B5EF4-FFF2-40B4-BE49-F238E27FC236}">
                  <a16:creationId xmlns:a16="http://schemas.microsoft.com/office/drawing/2014/main" id="{D55BBFC2-7A7F-8B48-AC36-5E367A0102A7}"/>
                </a:ext>
              </a:extLst>
            </p:cNvPr>
            <p:cNvSpPr>
              <a:spLocks/>
            </p:cNvSpPr>
            <p:nvPr/>
          </p:nvSpPr>
          <p:spPr bwMode="auto">
            <a:xfrm>
              <a:off x="1648" y="1465"/>
              <a:ext cx="342" cy="186"/>
            </a:xfrm>
            <a:custGeom>
              <a:avLst/>
              <a:gdLst>
                <a:gd name="T0" fmla="*/ 0 w 342"/>
                <a:gd name="T1" fmla="*/ 186 h 186"/>
                <a:gd name="T2" fmla="*/ 34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6" name="Oval 5">
              <a:extLst>
                <a:ext uri="{FF2B5EF4-FFF2-40B4-BE49-F238E27FC236}">
                  <a16:creationId xmlns:a16="http://schemas.microsoft.com/office/drawing/2014/main" id="{D1E533AD-8D87-7A4B-8A7E-E763008FB4BF}"/>
                </a:ext>
              </a:extLst>
            </p:cNvPr>
            <p:cNvSpPr>
              <a:spLocks noChangeArrowheads="1"/>
            </p:cNvSpPr>
            <p:nvPr/>
          </p:nvSpPr>
          <p:spPr bwMode="auto">
            <a:xfrm>
              <a:off x="1388" y="1707"/>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7" name="Line 6">
              <a:extLst>
                <a:ext uri="{FF2B5EF4-FFF2-40B4-BE49-F238E27FC236}">
                  <a16:creationId xmlns:a16="http://schemas.microsoft.com/office/drawing/2014/main" id="{8393A25C-8E73-3945-96CC-27CA319F0D65}"/>
                </a:ext>
              </a:extLst>
            </p:cNvPr>
            <p:cNvSpPr>
              <a:spLocks noChangeShapeType="1"/>
            </p:cNvSpPr>
            <p:nvPr/>
          </p:nvSpPr>
          <p:spPr bwMode="auto">
            <a:xfrm>
              <a:off x="1388" y="1700"/>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8" name="Line 7">
              <a:extLst>
                <a:ext uri="{FF2B5EF4-FFF2-40B4-BE49-F238E27FC236}">
                  <a16:creationId xmlns:a16="http://schemas.microsoft.com/office/drawing/2014/main" id="{00CB3848-99BB-D84B-AFA1-D2A40790588A}"/>
                </a:ext>
              </a:extLst>
            </p:cNvPr>
            <p:cNvSpPr>
              <a:spLocks noChangeShapeType="1"/>
            </p:cNvSpPr>
            <p:nvPr/>
          </p:nvSpPr>
          <p:spPr bwMode="auto">
            <a:xfrm>
              <a:off x="1701" y="1700"/>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9" name="Rectangle 8">
              <a:extLst>
                <a:ext uri="{FF2B5EF4-FFF2-40B4-BE49-F238E27FC236}">
                  <a16:creationId xmlns:a16="http://schemas.microsoft.com/office/drawing/2014/main" id="{D86D7FD3-F350-4745-AAE8-4DC4DEC2289F}"/>
                </a:ext>
              </a:extLst>
            </p:cNvPr>
            <p:cNvSpPr>
              <a:spLocks noChangeArrowheads="1"/>
            </p:cNvSpPr>
            <p:nvPr/>
          </p:nvSpPr>
          <p:spPr bwMode="auto">
            <a:xfrm>
              <a:off x="1388" y="1700"/>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0" name="Oval 9">
              <a:extLst>
                <a:ext uri="{FF2B5EF4-FFF2-40B4-BE49-F238E27FC236}">
                  <a16:creationId xmlns:a16="http://schemas.microsoft.com/office/drawing/2014/main" id="{9A82BFE7-2A38-894C-A32D-46DEDFCA2D5B}"/>
                </a:ext>
              </a:extLst>
            </p:cNvPr>
            <p:cNvSpPr>
              <a:spLocks noChangeArrowheads="1"/>
            </p:cNvSpPr>
            <p:nvPr/>
          </p:nvSpPr>
          <p:spPr bwMode="auto">
            <a:xfrm>
              <a:off x="1385" y="1641"/>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1" name="Oval 10">
              <a:extLst>
                <a:ext uri="{FF2B5EF4-FFF2-40B4-BE49-F238E27FC236}">
                  <a16:creationId xmlns:a16="http://schemas.microsoft.com/office/drawing/2014/main" id="{AA854307-5377-8A41-9AEB-75CD5A873A85}"/>
                </a:ext>
              </a:extLst>
            </p:cNvPr>
            <p:cNvSpPr>
              <a:spLocks noChangeArrowheads="1"/>
            </p:cNvSpPr>
            <p:nvPr/>
          </p:nvSpPr>
          <p:spPr bwMode="auto">
            <a:xfrm>
              <a:off x="1862" y="2094"/>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2" name="Line 11">
              <a:extLst>
                <a:ext uri="{FF2B5EF4-FFF2-40B4-BE49-F238E27FC236}">
                  <a16:creationId xmlns:a16="http://schemas.microsoft.com/office/drawing/2014/main" id="{9FA810B5-81B4-AB4E-9CB4-8AB6FC42F914}"/>
                </a:ext>
              </a:extLst>
            </p:cNvPr>
            <p:cNvSpPr>
              <a:spLocks noChangeShapeType="1"/>
            </p:cNvSpPr>
            <p:nvPr/>
          </p:nvSpPr>
          <p:spPr bwMode="auto">
            <a:xfrm>
              <a:off x="1862" y="2087"/>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3" name="Line 12">
              <a:extLst>
                <a:ext uri="{FF2B5EF4-FFF2-40B4-BE49-F238E27FC236}">
                  <a16:creationId xmlns:a16="http://schemas.microsoft.com/office/drawing/2014/main" id="{1F897DDB-A59F-8A49-AA62-3734F23BB98B}"/>
                </a:ext>
              </a:extLst>
            </p:cNvPr>
            <p:cNvSpPr>
              <a:spLocks noChangeShapeType="1"/>
            </p:cNvSpPr>
            <p:nvPr/>
          </p:nvSpPr>
          <p:spPr bwMode="auto">
            <a:xfrm>
              <a:off x="2175" y="2087"/>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4" name="Rectangle 13">
              <a:extLst>
                <a:ext uri="{FF2B5EF4-FFF2-40B4-BE49-F238E27FC236}">
                  <a16:creationId xmlns:a16="http://schemas.microsoft.com/office/drawing/2014/main" id="{109513FF-1C63-234A-9B1E-75D62A42C019}"/>
                </a:ext>
              </a:extLst>
            </p:cNvPr>
            <p:cNvSpPr>
              <a:spLocks noChangeArrowheads="1"/>
            </p:cNvSpPr>
            <p:nvPr/>
          </p:nvSpPr>
          <p:spPr bwMode="auto">
            <a:xfrm>
              <a:off x="1862" y="2087"/>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5" name="Oval 14">
              <a:extLst>
                <a:ext uri="{FF2B5EF4-FFF2-40B4-BE49-F238E27FC236}">
                  <a16:creationId xmlns:a16="http://schemas.microsoft.com/office/drawing/2014/main" id="{30EA6A56-1EC2-C342-B322-0BD69F60A770}"/>
                </a:ext>
              </a:extLst>
            </p:cNvPr>
            <p:cNvSpPr>
              <a:spLocks noChangeArrowheads="1"/>
            </p:cNvSpPr>
            <p:nvPr/>
          </p:nvSpPr>
          <p:spPr bwMode="auto">
            <a:xfrm>
              <a:off x="1859" y="2028"/>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4" name="Oval 15">
              <a:extLst>
                <a:ext uri="{FF2B5EF4-FFF2-40B4-BE49-F238E27FC236}">
                  <a16:creationId xmlns:a16="http://schemas.microsoft.com/office/drawing/2014/main" id="{91BAA6D5-E6E6-3F47-BA4B-0311E0711BF2}"/>
                </a:ext>
              </a:extLst>
            </p:cNvPr>
            <p:cNvSpPr>
              <a:spLocks noChangeArrowheads="1"/>
            </p:cNvSpPr>
            <p:nvPr/>
          </p:nvSpPr>
          <p:spPr bwMode="auto">
            <a:xfrm>
              <a:off x="1858" y="1404"/>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5" name="Line 16">
              <a:extLst>
                <a:ext uri="{FF2B5EF4-FFF2-40B4-BE49-F238E27FC236}">
                  <a16:creationId xmlns:a16="http://schemas.microsoft.com/office/drawing/2014/main" id="{A8F35EF4-8155-D144-9887-2394E21FD472}"/>
                </a:ext>
              </a:extLst>
            </p:cNvPr>
            <p:cNvSpPr>
              <a:spLocks noChangeShapeType="1"/>
            </p:cNvSpPr>
            <p:nvPr/>
          </p:nvSpPr>
          <p:spPr bwMode="auto">
            <a:xfrm>
              <a:off x="1858" y="1397"/>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6" name="Line 17">
              <a:extLst>
                <a:ext uri="{FF2B5EF4-FFF2-40B4-BE49-F238E27FC236}">
                  <a16:creationId xmlns:a16="http://schemas.microsoft.com/office/drawing/2014/main" id="{C0FFA446-EED0-654F-8B59-830BB7BE9A71}"/>
                </a:ext>
              </a:extLst>
            </p:cNvPr>
            <p:cNvSpPr>
              <a:spLocks noChangeShapeType="1"/>
            </p:cNvSpPr>
            <p:nvPr/>
          </p:nvSpPr>
          <p:spPr bwMode="auto">
            <a:xfrm>
              <a:off x="2171" y="1397"/>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7" name="Rectangle 18">
              <a:extLst>
                <a:ext uri="{FF2B5EF4-FFF2-40B4-BE49-F238E27FC236}">
                  <a16:creationId xmlns:a16="http://schemas.microsoft.com/office/drawing/2014/main" id="{8C6FDE51-7923-3B44-830E-2DB7807967F9}"/>
                </a:ext>
              </a:extLst>
            </p:cNvPr>
            <p:cNvSpPr>
              <a:spLocks noChangeArrowheads="1"/>
            </p:cNvSpPr>
            <p:nvPr/>
          </p:nvSpPr>
          <p:spPr bwMode="auto">
            <a:xfrm>
              <a:off x="1858" y="1397"/>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8" name="Oval 19">
              <a:extLst>
                <a:ext uri="{FF2B5EF4-FFF2-40B4-BE49-F238E27FC236}">
                  <a16:creationId xmlns:a16="http://schemas.microsoft.com/office/drawing/2014/main" id="{48735EAA-D015-2749-B8E6-A932F1A86542}"/>
                </a:ext>
              </a:extLst>
            </p:cNvPr>
            <p:cNvSpPr>
              <a:spLocks noChangeArrowheads="1"/>
            </p:cNvSpPr>
            <p:nvPr/>
          </p:nvSpPr>
          <p:spPr bwMode="auto">
            <a:xfrm>
              <a:off x="1855" y="1338"/>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76" name="Oval 20">
              <a:extLst>
                <a:ext uri="{FF2B5EF4-FFF2-40B4-BE49-F238E27FC236}">
                  <a16:creationId xmlns:a16="http://schemas.microsoft.com/office/drawing/2014/main" id="{2C0D7CB9-B6B7-7F48-A7C9-A5362FCF3389}"/>
                </a:ext>
              </a:extLst>
            </p:cNvPr>
            <p:cNvSpPr>
              <a:spLocks noChangeArrowheads="1"/>
            </p:cNvSpPr>
            <p:nvPr/>
          </p:nvSpPr>
          <p:spPr bwMode="auto">
            <a:xfrm>
              <a:off x="2541" y="1400"/>
              <a:ext cx="312"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77" name="Line 21">
              <a:extLst>
                <a:ext uri="{FF2B5EF4-FFF2-40B4-BE49-F238E27FC236}">
                  <a16:creationId xmlns:a16="http://schemas.microsoft.com/office/drawing/2014/main" id="{5710184A-753A-EF4E-A1BA-C728CC0A0842}"/>
                </a:ext>
              </a:extLst>
            </p:cNvPr>
            <p:cNvSpPr>
              <a:spLocks noChangeShapeType="1"/>
            </p:cNvSpPr>
            <p:nvPr/>
          </p:nvSpPr>
          <p:spPr bwMode="auto">
            <a:xfrm>
              <a:off x="2541" y="1393"/>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78" name="Line 22">
              <a:extLst>
                <a:ext uri="{FF2B5EF4-FFF2-40B4-BE49-F238E27FC236}">
                  <a16:creationId xmlns:a16="http://schemas.microsoft.com/office/drawing/2014/main" id="{77D8EC50-7DE6-D947-804E-5FF59E34213E}"/>
                </a:ext>
              </a:extLst>
            </p:cNvPr>
            <p:cNvSpPr>
              <a:spLocks noChangeShapeType="1"/>
            </p:cNvSpPr>
            <p:nvPr/>
          </p:nvSpPr>
          <p:spPr bwMode="auto">
            <a:xfrm>
              <a:off x="2853" y="1393"/>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79" name="Rectangle 23">
              <a:extLst>
                <a:ext uri="{FF2B5EF4-FFF2-40B4-BE49-F238E27FC236}">
                  <a16:creationId xmlns:a16="http://schemas.microsoft.com/office/drawing/2014/main" id="{640A0C04-CA0A-D44B-AE10-2BB26102D989}"/>
                </a:ext>
              </a:extLst>
            </p:cNvPr>
            <p:cNvSpPr>
              <a:spLocks noChangeArrowheads="1"/>
            </p:cNvSpPr>
            <p:nvPr/>
          </p:nvSpPr>
          <p:spPr bwMode="auto">
            <a:xfrm>
              <a:off x="2541" y="1393"/>
              <a:ext cx="309"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80" name="Oval 24">
              <a:extLst>
                <a:ext uri="{FF2B5EF4-FFF2-40B4-BE49-F238E27FC236}">
                  <a16:creationId xmlns:a16="http://schemas.microsoft.com/office/drawing/2014/main" id="{3DBD615F-4385-7F48-84F4-A38AEA1DC5FD}"/>
                </a:ext>
              </a:extLst>
            </p:cNvPr>
            <p:cNvSpPr>
              <a:spLocks noChangeArrowheads="1"/>
            </p:cNvSpPr>
            <p:nvPr/>
          </p:nvSpPr>
          <p:spPr bwMode="auto">
            <a:xfrm>
              <a:off x="2544" y="1337"/>
              <a:ext cx="312"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81" name="Oval 25">
              <a:extLst>
                <a:ext uri="{FF2B5EF4-FFF2-40B4-BE49-F238E27FC236}">
                  <a16:creationId xmlns:a16="http://schemas.microsoft.com/office/drawing/2014/main" id="{5EAEA945-6C71-7244-8444-F5DE78D3A253}"/>
                </a:ext>
              </a:extLst>
            </p:cNvPr>
            <p:cNvSpPr>
              <a:spLocks noChangeArrowheads="1"/>
            </p:cNvSpPr>
            <p:nvPr/>
          </p:nvSpPr>
          <p:spPr bwMode="auto">
            <a:xfrm>
              <a:off x="2551" y="2091"/>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82" name="Line 26">
              <a:extLst>
                <a:ext uri="{FF2B5EF4-FFF2-40B4-BE49-F238E27FC236}">
                  <a16:creationId xmlns:a16="http://schemas.microsoft.com/office/drawing/2014/main" id="{B239EFA1-CE87-FA45-AECE-0A1D04B2EEA2}"/>
                </a:ext>
              </a:extLst>
            </p:cNvPr>
            <p:cNvSpPr>
              <a:spLocks noChangeShapeType="1"/>
            </p:cNvSpPr>
            <p:nvPr/>
          </p:nvSpPr>
          <p:spPr bwMode="auto">
            <a:xfrm>
              <a:off x="2551" y="2084"/>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83" name="Line 27">
              <a:extLst>
                <a:ext uri="{FF2B5EF4-FFF2-40B4-BE49-F238E27FC236}">
                  <a16:creationId xmlns:a16="http://schemas.microsoft.com/office/drawing/2014/main" id="{F57F8B7F-1DEE-0646-944B-3627E05035DF}"/>
                </a:ext>
              </a:extLst>
            </p:cNvPr>
            <p:cNvSpPr>
              <a:spLocks noChangeShapeType="1"/>
            </p:cNvSpPr>
            <p:nvPr/>
          </p:nvSpPr>
          <p:spPr bwMode="auto">
            <a:xfrm>
              <a:off x="2864" y="2084"/>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84" name="Rectangle 28">
              <a:extLst>
                <a:ext uri="{FF2B5EF4-FFF2-40B4-BE49-F238E27FC236}">
                  <a16:creationId xmlns:a16="http://schemas.microsoft.com/office/drawing/2014/main" id="{48E9AA69-2A64-F44B-AF24-4B58BF3B859A}"/>
                </a:ext>
              </a:extLst>
            </p:cNvPr>
            <p:cNvSpPr>
              <a:spLocks noChangeArrowheads="1"/>
            </p:cNvSpPr>
            <p:nvPr/>
          </p:nvSpPr>
          <p:spPr bwMode="auto">
            <a:xfrm>
              <a:off x="2551" y="2084"/>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85" name="Oval 29">
              <a:extLst>
                <a:ext uri="{FF2B5EF4-FFF2-40B4-BE49-F238E27FC236}">
                  <a16:creationId xmlns:a16="http://schemas.microsoft.com/office/drawing/2014/main" id="{DB57CF03-5C7F-7446-BFCA-6885962A7619}"/>
                </a:ext>
              </a:extLst>
            </p:cNvPr>
            <p:cNvSpPr>
              <a:spLocks noChangeArrowheads="1"/>
            </p:cNvSpPr>
            <p:nvPr/>
          </p:nvSpPr>
          <p:spPr bwMode="auto">
            <a:xfrm>
              <a:off x="2548" y="2025"/>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86" name="Oval 30">
              <a:extLst>
                <a:ext uri="{FF2B5EF4-FFF2-40B4-BE49-F238E27FC236}">
                  <a16:creationId xmlns:a16="http://schemas.microsoft.com/office/drawing/2014/main" id="{57E7565D-361A-0649-83E3-41C966CEDD90}"/>
                </a:ext>
              </a:extLst>
            </p:cNvPr>
            <p:cNvSpPr>
              <a:spLocks noChangeArrowheads="1"/>
            </p:cNvSpPr>
            <p:nvPr/>
          </p:nvSpPr>
          <p:spPr bwMode="auto">
            <a:xfrm>
              <a:off x="3116" y="1750"/>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87" name="Line 31">
              <a:extLst>
                <a:ext uri="{FF2B5EF4-FFF2-40B4-BE49-F238E27FC236}">
                  <a16:creationId xmlns:a16="http://schemas.microsoft.com/office/drawing/2014/main" id="{7307AAD6-1B7B-3E4C-AD3F-1CB98C2433DD}"/>
                </a:ext>
              </a:extLst>
            </p:cNvPr>
            <p:cNvSpPr>
              <a:spLocks noChangeShapeType="1"/>
            </p:cNvSpPr>
            <p:nvPr/>
          </p:nvSpPr>
          <p:spPr bwMode="auto">
            <a:xfrm>
              <a:off x="3116" y="1743"/>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88" name="Line 32">
              <a:extLst>
                <a:ext uri="{FF2B5EF4-FFF2-40B4-BE49-F238E27FC236}">
                  <a16:creationId xmlns:a16="http://schemas.microsoft.com/office/drawing/2014/main" id="{85AADD66-C3FE-324C-91AE-0057BDCFD4DB}"/>
                </a:ext>
              </a:extLst>
            </p:cNvPr>
            <p:cNvSpPr>
              <a:spLocks noChangeShapeType="1"/>
            </p:cNvSpPr>
            <p:nvPr/>
          </p:nvSpPr>
          <p:spPr bwMode="auto">
            <a:xfrm>
              <a:off x="3429" y="1743"/>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89" name="Rectangle 33">
              <a:extLst>
                <a:ext uri="{FF2B5EF4-FFF2-40B4-BE49-F238E27FC236}">
                  <a16:creationId xmlns:a16="http://schemas.microsoft.com/office/drawing/2014/main" id="{8FC4E749-70CE-3946-A306-97D91D359DD6}"/>
                </a:ext>
              </a:extLst>
            </p:cNvPr>
            <p:cNvSpPr>
              <a:spLocks noChangeArrowheads="1"/>
            </p:cNvSpPr>
            <p:nvPr/>
          </p:nvSpPr>
          <p:spPr bwMode="auto">
            <a:xfrm>
              <a:off x="3116" y="1743"/>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0" name="Oval 34">
              <a:extLst>
                <a:ext uri="{FF2B5EF4-FFF2-40B4-BE49-F238E27FC236}">
                  <a16:creationId xmlns:a16="http://schemas.microsoft.com/office/drawing/2014/main" id="{83AC3490-7FA4-A843-9DD7-EAD43C146CE9}"/>
                </a:ext>
              </a:extLst>
            </p:cNvPr>
            <p:cNvSpPr>
              <a:spLocks noChangeArrowheads="1"/>
            </p:cNvSpPr>
            <p:nvPr/>
          </p:nvSpPr>
          <p:spPr bwMode="auto">
            <a:xfrm>
              <a:off x="3113" y="1684"/>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1" name="Freeform 35">
              <a:extLst>
                <a:ext uri="{FF2B5EF4-FFF2-40B4-BE49-F238E27FC236}">
                  <a16:creationId xmlns:a16="http://schemas.microsoft.com/office/drawing/2014/main" id="{E0CB0E6F-0318-5A42-804B-74DE7351E2D5}"/>
                </a:ext>
              </a:extLst>
            </p:cNvPr>
            <p:cNvSpPr>
              <a:spLocks/>
            </p:cNvSpPr>
            <p:nvPr/>
          </p:nvSpPr>
          <p:spPr bwMode="auto">
            <a:xfrm>
              <a:off x="2707" y="1492"/>
              <a:ext cx="1" cy="522"/>
            </a:xfrm>
            <a:custGeom>
              <a:avLst/>
              <a:gdLst>
                <a:gd name="T0" fmla="*/ 0 w 1"/>
                <a:gd name="T1" fmla="*/ 0 h 522"/>
                <a:gd name="T2" fmla="*/ 0 w 1"/>
                <a:gd name="T3" fmla="*/ 522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2" name="Freeform 36">
              <a:extLst>
                <a:ext uri="{FF2B5EF4-FFF2-40B4-BE49-F238E27FC236}">
                  <a16:creationId xmlns:a16="http://schemas.microsoft.com/office/drawing/2014/main" id="{8911BBF2-790A-F940-A9A6-265EE2DEDCD5}"/>
                </a:ext>
              </a:extLst>
            </p:cNvPr>
            <p:cNvSpPr>
              <a:spLocks/>
            </p:cNvSpPr>
            <p:nvPr/>
          </p:nvSpPr>
          <p:spPr bwMode="auto">
            <a:xfrm>
              <a:off x="2866" y="1831"/>
              <a:ext cx="366" cy="270"/>
            </a:xfrm>
            <a:custGeom>
              <a:avLst/>
              <a:gdLst>
                <a:gd name="T0" fmla="*/ 0 w 366"/>
                <a:gd name="T1" fmla="*/ 270 h 270"/>
                <a:gd name="T2" fmla="*/ 36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3" name="Freeform 37">
              <a:extLst>
                <a:ext uri="{FF2B5EF4-FFF2-40B4-BE49-F238E27FC236}">
                  <a16:creationId xmlns:a16="http://schemas.microsoft.com/office/drawing/2014/main" id="{5FCEA00D-30D9-AD48-B36B-87D306BDCA76}"/>
                </a:ext>
              </a:extLst>
            </p:cNvPr>
            <p:cNvSpPr>
              <a:spLocks/>
            </p:cNvSpPr>
            <p:nvPr/>
          </p:nvSpPr>
          <p:spPr bwMode="auto">
            <a:xfrm>
              <a:off x="2185" y="2113"/>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4" name="Freeform 38">
              <a:extLst>
                <a:ext uri="{FF2B5EF4-FFF2-40B4-BE49-F238E27FC236}">
                  <a16:creationId xmlns:a16="http://schemas.microsoft.com/office/drawing/2014/main" id="{FFF79244-8621-1B4A-A951-D5F428298CC0}"/>
                </a:ext>
              </a:extLst>
            </p:cNvPr>
            <p:cNvSpPr>
              <a:spLocks/>
            </p:cNvSpPr>
            <p:nvPr/>
          </p:nvSpPr>
          <p:spPr bwMode="auto">
            <a:xfrm>
              <a:off x="1594" y="1789"/>
              <a:ext cx="276" cy="264"/>
            </a:xfrm>
            <a:custGeom>
              <a:avLst/>
              <a:gdLst>
                <a:gd name="T0" fmla="*/ 276 w 276"/>
                <a:gd name="T1" fmla="*/ 264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295" name="Group 39">
              <a:extLst>
                <a:ext uri="{FF2B5EF4-FFF2-40B4-BE49-F238E27FC236}">
                  <a16:creationId xmlns:a16="http://schemas.microsoft.com/office/drawing/2014/main" id="{3FE22FDD-2AF6-2F45-9D94-A7E347A876AC}"/>
                </a:ext>
              </a:extLst>
            </p:cNvPr>
            <p:cNvGrpSpPr>
              <a:grpSpLocks/>
            </p:cNvGrpSpPr>
            <p:nvPr/>
          </p:nvGrpSpPr>
          <p:grpSpPr bwMode="auto">
            <a:xfrm>
              <a:off x="1437" y="1589"/>
              <a:ext cx="205" cy="250"/>
              <a:chOff x="2954" y="2425"/>
              <a:chExt cx="208" cy="250"/>
            </a:xfrm>
          </p:grpSpPr>
          <p:sp>
            <p:nvSpPr>
              <p:cNvPr id="311" name="Rectangle 40">
                <a:extLst>
                  <a:ext uri="{FF2B5EF4-FFF2-40B4-BE49-F238E27FC236}">
                    <a16:creationId xmlns:a16="http://schemas.microsoft.com/office/drawing/2014/main" id="{7F9E7EA5-4703-3A4F-83AA-78477F6D2D39}"/>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2" name="Text Box 41">
                <a:extLst>
                  <a:ext uri="{FF2B5EF4-FFF2-40B4-BE49-F238E27FC236}">
                    <a16:creationId xmlns:a16="http://schemas.microsoft.com/office/drawing/2014/main" id="{7F6788A4-B028-5E46-BA6B-8260B340CCBA}"/>
                  </a:ext>
                </a:extLst>
              </p:cNvPr>
              <p:cNvSpPr txBox="1">
                <a:spLocks noChangeArrowheads="1"/>
              </p:cNvSpPr>
              <p:nvPr/>
            </p:nvSpPr>
            <p:spPr bwMode="auto">
              <a:xfrm>
                <a:off x="2954" y="2425"/>
                <a:ext cx="208"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u</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296" name="Group 42">
              <a:extLst>
                <a:ext uri="{FF2B5EF4-FFF2-40B4-BE49-F238E27FC236}">
                  <a16:creationId xmlns:a16="http://schemas.microsoft.com/office/drawing/2014/main" id="{3B399E80-BBE9-DE42-9C20-F733C3486EF5}"/>
                </a:ext>
              </a:extLst>
            </p:cNvPr>
            <p:cNvGrpSpPr>
              <a:grpSpLocks/>
            </p:cNvGrpSpPr>
            <p:nvPr/>
          </p:nvGrpSpPr>
          <p:grpSpPr bwMode="auto">
            <a:xfrm>
              <a:off x="2611" y="1973"/>
              <a:ext cx="196" cy="250"/>
              <a:chOff x="2958" y="2425"/>
              <a:chExt cx="199" cy="250"/>
            </a:xfrm>
          </p:grpSpPr>
          <p:sp>
            <p:nvSpPr>
              <p:cNvPr id="309" name="Rectangle 43">
                <a:extLst>
                  <a:ext uri="{FF2B5EF4-FFF2-40B4-BE49-F238E27FC236}">
                    <a16:creationId xmlns:a16="http://schemas.microsoft.com/office/drawing/2014/main" id="{C759317C-74E3-004E-8696-C6730D2A76B6}"/>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0" name="Text Box 44">
                <a:extLst>
                  <a:ext uri="{FF2B5EF4-FFF2-40B4-BE49-F238E27FC236}">
                    <a16:creationId xmlns:a16="http://schemas.microsoft.com/office/drawing/2014/main" id="{5EC66565-CE3C-DC49-A451-6127C9B7F138}"/>
                  </a:ext>
                </a:extLst>
              </p:cNvPr>
              <p:cNvSpPr txBox="1">
                <a:spLocks noChangeArrowheads="1"/>
              </p:cNvSpPr>
              <p:nvPr/>
            </p:nvSpPr>
            <p:spPr bwMode="auto">
              <a:xfrm>
                <a:off x="2958" y="2425"/>
                <a:ext cx="199"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y</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297" name="Group 45">
              <a:extLst>
                <a:ext uri="{FF2B5EF4-FFF2-40B4-BE49-F238E27FC236}">
                  <a16:creationId xmlns:a16="http://schemas.microsoft.com/office/drawing/2014/main" id="{24F7013F-EE6F-1840-BCC7-9CF2E43BDEC7}"/>
                </a:ext>
              </a:extLst>
            </p:cNvPr>
            <p:cNvGrpSpPr>
              <a:grpSpLocks/>
            </p:cNvGrpSpPr>
            <p:nvPr/>
          </p:nvGrpSpPr>
          <p:grpSpPr bwMode="auto">
            <a:xfrm>
              <a:off x="1922" y="1940"/>
              <a:ext cx="212" cy="288"/>
              <a:chOff x="2951" y="2395"/>
              <a:chExt cx="213" cy="288"/>
            </a:xfrm>
          </p:grpSpPr>
          <p:sp>
            <p:nvSpPr>
              <p:cNvPr id="307" name="Rectangle 46">
                <a:extLst>
                  <a:ext uri="{FF2B5EF4-FFF2-40B4-BE49-F238E27FC236}">
                    <a16:creationId xmlns:a16="http://schemas.microsoft.com/office/drawing/2014/main" id="{534C2F14-5739-6A42-A4B7-963A8F9D05F3}"/>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8" name="Text Box 47">
                <a:extLst>
                  <a:ext uri="{FF2B5EF4-FFF2-40B4-BE49-F238E27FC236}">
                    <a16:creationId xmlns:a16="http://schemas.microsoft.com/office/drawing/2014/main" id="{06099668-A654-B443-AD81-E015DBEC4A94}"/>
                  </a:ext>
                </a:extLst>
              </p:cNvPr>
              <p:cNvSpPr txBox="1">
                <a:spLocks noChangeArrowheads="1"/>
              </p:cNvSpPr>
              <p:nvPr/>
            </p:nvSpPr>
            <p:spPr bwMode="auto">
              <a:xfrm>
                <a:off x="2951" y="2395"/>
                <a:ext cx="213" cy="2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Arial" charset="0"/>
                    <a:ea typeface="ＭＳ Ｐゴシック" charset="0"/>
                  </a:rPr>
                  <a:t>x</a:t>
                </a:r>
              </a:p>
            </p:txBody>
          </p:sp>
        </p:grpSp>
        <p:grpSp>
          <p:nvGrpSpPr>
            <p:cNvPr id="298" name="Group 48">
              <a:extLst>
                <a:ext uri="{FF2B5EF4-FFF2-40B4-BE49-F238E27FC236}">
                  <a16:creationId xmlns:a16="http://schemas.microsoft.com/office/drawing/2014/main" id="{9DDFF683-1C8F-C14A-B1E0-84D48C9766B8}"/>
                </a:ext>
              </a:extLst>
            </p:cNvPr>
            <p:cNvGrpSpPr>
              <a:grpSpLocks/>
            </p:cNvGrpSpPr>
            <p:nvPr/>
          </p:nvGrpSpPr>
          <p:grpSpPr bwMode="auto">
            <a:xfrm>
              <a:off x="2588" y="1283"/>
              <a:ext cx="232" cy="250"/>
              <a:chOff x="2941" y="2425"/>
              <a:chExt cx="235" cy="250"/>
            </a:xfrm>
          </p:grpSpPr>
          <p:sp>
            <p:nvSpPr>
              <p:cNvPr id="305" name="Rectangle 49">
                <a:extLst>
                  <a:ext uri="{FF2B5EF4-FFF2-40B4-BE49-F238E27FC236}">
                    <a16:creationId xmlns:a16="http://schemas.microsoft.com/office/drawing/2014/main" id="{6ACA49F7-2DDA-174A-BA02-F0E6DC5FE7C7}"/>
                  </a:ext>
                </a:extLst>
              </p:cNvPr>
              <p:cNvSpPr>
                <a:spLocks noChangeArrowheads="1"/>
              </p:cNvSpPr>
              <p:nvPr/>
            </p:nvSpPr>
            <p:spPr bwMode="auto">
              <a:xfrm>
                <a:off x="2982" y="2490"/>
                <a:ext cx="146"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6" name="Text Box 50">
                <a:extLst>
                  <a:ext uri="{FF2B5EF4-FFF2-40B4-BE49-F238E27FC236}">
                    <a16:creationId xmlns:a16="http://schemas.microsoft.com/office/drawing/2014/main" id="{B380098B-5F1B-B443-B890-D9D80D58A566}"/>
                  </a:ext>
                </a:extLst>
              </p:cNvPr>
              <p:cNvSpPr txBox="1">
                <a:spLocks noChangeArrowheads="1"/>
              </p:cNvSpPr>
              <p:nvPr/>
            </p:nvSpPr>
            <p:spPr bwMode="auto">
              <a:xfrm>
                <a:off x="2941" y="2425"/>
                <a:ext cx="235"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w</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299" name="Group 51">
              <a:extLst>
                <a:ext uri="{FF2B5EF4-FFF2-40B4-BE49-F238E27FC236}">
                  <a16:creationId xmlns:a16="http://schemas.microsoft.com/office/drawing/2014/main" id="{657C09A9-0D00-C341-97E4-BFE0D534EAC3}"/>
                </a:ext>
              </a:extLst>
            </p:cNvPr>
            <p:cNvGrpSpPr>
              <a:grpSpLocks/>
            </p:cNvGrpSpPr>
            <p:nvPr/>
          </p:nvGrpSpPr>
          <p:grpSpPr bwMode="auto">
            <a:xfrm>
              <a:off x="1921" y="1283"/>
              <a:ext cx="196" cy="250"/>
              <a:chOff x="2958" y="2425"/>
              <a:chExt cx="199" cy="250"/>
            </a:xfrm>
          </p:grpSpPr>
          <p:sp>
            <p:nvSpPr>
              <p:cNvPr id="303" name="Rectangle 52">
                <a:extLst>
                  <a:ext uri="{FF2B5EF4-FFF2-40B4-BE49-F238E27FC236}">
                    <a16:creationId xmlns:a16="http://schemas.microsoft.com/office/drawing/2014/main" id="{DA96FFA9-8E2C-F446-A90C-1D2C3A740941}"/>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4" name="Text Box 53">
                <a:extLst>
                  <a:ext uri="{FF2B5EF4-FFF2-40B4-BE49-F238E27FC236}">
                    <a16:creationId xmlns:a16="http://schemas.microsoft.com/office/drawing/2014/main" id="{4094D47B-3C2E-1549-9303-FE64B14C52B7}"/>
                  </a:ext>
                </a:extLst>
              </p:cNvPr>
              <p:cNvSpPr txBox="1">
                <a:spLocks noChangeArrowheads="1"/>
              </p:cNvSpPr>
              <p:nvPr/>
            </p:nvSpPr>
            <p:spPr bwMode="auto">
              <a:xfrm>
                <a:off x="2958" y="2425"/>
                <a:ext cx="199"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v</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300" name="Group 54">
              <a:extLst>
                <a:ext uri="{FF2B5EF4-FFF2-40B4-BE49-F238E27FC236}">
                  <a16:creationId xmlns:a16="http://schemas.microsoft.com/office/drawing/2014/main" id="{4895C555-2EC4-9F4B-9A35-FF3D23C076E1}"/>
                </a:ext>
              </a:extLst>
            </p:cNvPr>
            <p:cNvGrpSpPr>
              <a:grpSpLocks/>
            </p:cNvGrpSpPr>
            <p:nvPr/>
          </p:nvGrpSpPr>
          <p:grpSpPr bwMode="auto">
            <a:xfrm>
              <a:off x="3175" y="1601"/>
              <a:ext cx="212" cy="288"/>
              <a:chOff x="2949" y="2395"/>
              <a:chExt cx="214" cy="288"/>
            </a:xfrm>
          </p:grpSpPr>
          <p:sp>
            <p:nvSpPr>
              <p:cNvPr id="301" name="Rectangle 55">
                <a:extLst>
                  <a:ext uri="{FF2B5EF4-FFF2-40B4-BE49-F238E27FC236}">
                    <a16:creationId xmlns:a16="http://schemas.microsoft.com/office/drawing/2014/main" id="{1594FC40-950D-DD4E-9742-69A340A7FA59}"/>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2" name="Text Box 56">
                <a:extLst>
                  <a:ext uri="{FF2B5EF4-FFF2-40B4-BE49-F238E27FC236}">
                    <a16:creationId xmlns:a16="http://schemas.microsoft.com/office/drawing/2014/main" id="{70D90BEE-05A4-FA49-8BE7-08E95F13AB67}"/>
                  </a:ext>
                </a:extLst>
              </p:cNvPr>
              <p:cNvSpPr txBox="1">
                <a:spLocks noChangeArrowheads="1"/>
              </p:cNvSpPr>
              <p:nvPr/>
            </p:nvSpPr>
            <p:spPr bwMode="auto">
              <a:xfrm>
                <a:off x="2949" y="2395"/>
                <a:ext cx="214" cy="2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Arial" charset="0"/>
                    <a:ea typeface="ＭＳ Ｐゴシック" charset="0"/>
                  </a:rPr>
                  <a:t>z</a:t>
                </a:r>
              </a:p>
            </p:txBody>
          </p:sp>
        </p:grpSp>
      </p:grpSp>
      <p:sp>
        <p:nvSpPr>
          <p:cNvPr id="313" name="Text Box 57">
            <a:extLst>
              <a:ext uri="{FF2B5EF4-FFF2-40B4-BE49-F238E27FC236}">
                <a16:creationId xmlns:a16="http://schemas.microsoft.com/office/drawing/2014/main" id="{64A60984-9F92-014B-A1A1-4ED6EE18F034}"/>
              </a:ext>
            </a:extLst>
          </p:cNvPr>
          <p:cNvSpPr txBox="1">
            <a:spLocks noChangeArrowheads="1"/>
          </p:cNvSpPr>
          <p:nvPr/>
        </p:nvSpPr>
        <p:spPr bwMode="auto">
          <a:xfrm>
            <a:off x="441194" y="3975560"/>
            <a:ext cx="4752135"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0" fontAlgn="base" hangingPunct="0">
              <a:spcBef>
                <a:spcPct val="0"/>
              </a:spcBef>
              <a:spcAft>
                <a:spcPct val="0"/>
              </a:spcAft>
            </a:pPr>
            <a:r>
              <a:rPr lang="en-US" dirty="0">
                <a:solidFill>
                  <a:srgbClr val="000000"/>
                </a:solidFill>
                <a:latin typeface="+mn-lt"/>
              </a:rPr>
              <a:t>resulting least-cost-path tree from u:</a:t>
            </a:r>
          </a:p>
        </p:txBody>
      </p:sp>
      <p:grpSp>
        <p:nvGrpSpPr>
          <p:cNvPr id="24" name="Group 23">
            <a:extLst>
              <a:ext uri="{FF2B5EF4-FFF2-40B4-BE49-F238E27FC236}">
                <a16:creationId xmlns:a16="http://schemas.microsoft.com/office/drawing/2014/main" id="{6CB75B83-340D-DF48-B11B-E4763431618C}"/>
              </a:ext>
            </a:extLst>
          </p:cNvPr>
          <p:cNvGrpSpPr/>
          <p:nvPr/>
        </p:nvGrpSpPr>
        <p:grpSpPr>
          <a:xfrm>
            <a:off x="5736310" y="3974818"/>
            <a:ext cx="4022768" cy="2583002"/>
            <a:chOff x="6731733" y="3986393"/>
            <a:chExt cx="4022768" cy="2583002"/>
          </a:xfrm>
        </p:grpSpPr>
        <p:sp>
          <p:nvSpPr>
            <p:cNvPr id="329" name="Text Box 73">
              <a:extLst>
                <a:ext uri="{FF2B5EF4-FFF2-40B4-BE49-F238E27FC236}">
                  <a16:creationId xmlns:a16="http://schemas.microsoft.com/office/drawing/2014/main" id="{33F13002-9C84-AC45-85CD-36E5D057AC9F}"/>
                </a:ext>
              </a:extLst>
            </p:cNvPr>
            <p:cNvSpPr txBox="1">
              <a:spLocks noChangeArrowheads="1"/>
            </p:cNvSpPr>
            <p:nvPr/>
          </p:nvSpPr>
          <p:spPr bwMode="auto">
            <a:xfrm>
              <a:off x="6731733" y="3986393"/>
              <a:ext cx="4022768"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0" fontAlgn="base" hangingPunct="0">
                <a:spcBef>
                  <a:spcPct val="0"/>
                </a:spcBef>
                <a:spcAft>
                  <a:spcPct val="0"/>
                </a:spcAft>
              </a:pPr>
              <a:r>
                <a:rPr lang="en-US" dirty="0">
                  <a:solidFill>
                    <a:srgbClr val="000000"/>
                  </a:solidFill>
                  <a:latin typeface="+mn-lt"/>
                </a:rPr>
                <a:t>resulting forwarding table in u:</a:t>
              </a:r>
            </a:p>
          </p:txBody>
        </p:sp>
        <p:grpSp>
          <p:nvGrpSpPr>
            <p:cNvPr id="22" name="Group 21">
              <a:extLst>
                <a:ext uri="{FF2B5EF4-FFF2-40B4-BE49-F238E27FC236}">
                  <a16:creationId xmlns:a16="http://schemas.microsoft.com/office/drawing/2014/main" id="{5A06AC3B-3519-6940-83CC-F298AC6E1530}"/>
                </a:ext>
              </a:extLst>
            </p:cNvPr>
            <p:cNvGrpSpPr/>
            <p:nvPr/>
          </p:nvGrpSpPr>
          <p:grpSpPr>
            <a:xfrm>
              <a:off x="7373074" y="4495305"/>
              <a:ext cx="2423080" cy="2074090"/>
              <a:chOff x="9178724" y="1740531"/>
              <a:chExt cx="2423080" cy="2074090"/>
            </a:xfrm>
          </p:grpSpPr>
          <p:sp>
            <p:nvSpPr>
              <p:cNvPr id="21" name="Rectangle 20">
                <a:extLst>
                  <a:ext uri="{FF2B5EF4-FFF2-40B4-BE49-F238E27FC236}">
                    <a16:creationId xmlns:a16="http://schemas.microsoft.com/office/drawing/2014/main" id="{FA510DE8-21E1-A542-BA94-C8D9DE35CF35}"/>
                  </a:ext>
                </a:extLst>
              </p:cNvPr>
              <p:cNvSpPr/>
              <p:nvPr/>
            </p:nvSpPr>
            <p:spPr>
              <a:xfrm>
                <a:off x="9199418" y="1778000"/>
                <a:ext cx="2373746" cy="277091"/>
              </a:xfrm>
              <a:prstGeom prst="rect">
                <a:avLst/>
              </a:prstGeom>
              <a:solidFill>
                <a:schemeClr val="bg1">
                  <a:lumMod val="8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Rectangle 1">
                <a:extLst>
                  <a:ext uri="{FF2B5EF4-FFF2-40B4-BE49-F238E27FC236}">
                    <a16:creationId xmlns:a16="http://schemas.microsoft.com/office/drawing/2014/main" id="{1854B982-B7D4-D841-A53C-E699EE81E943}"/>
                  </a:ext>
                </a:extLst>
              </p:cNvPr>
              <p:cNvSpPr/>
              <p:nvPr/>
            </p:nvSpPr>
            <p:spPr>
              <a:xfrm>
                <a:off x="9190298" y="1770927"/>
                <a:ext cx="2384385" cy="1979271"/>
              </a:xfrm>
              <a:prstGeom prst="rect">
                <a:avLst/>
              </a:prstGeom>
              <a:noFill/>
              <a:ln>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TextBox 6">
                <a:extLst>
                  <a:ext uri="{FF2B5EF4-FFF2-40B4-BE49-F238E27FC236}">
                    <a16:creationId xmlns:a16="http://schemas.microsoft.com/office/drawing/2014/main" id="{7507A910-2025-F047-93E1-3DCFBCE13ED1}"/>
                  </a:ext>
                </a:extLst>
              </p:cNvPr>
              <p:cNvSpPr txBox="1"/>
              <p:nvPr/>
            </p:nvSpPr>
            <p:spPr>
              <a:xfrm>
                <a:off x="9572264" y="2060295"/>
                <a:ext cx="404277" cy="1754326"/>
              </a:xfrm>
              <a:prstGeom prst="rect">
                <a:avLst/>
              </a:prstGeom>
              <a:noFill/>
            </p:spPr>
            <p:txBody>
              <a:bodyPr wrap="none" rtlCol="0">
                <a:spAutoFit/>
              </a:bodyPr>
              <a:lstStyle/>
              <a:p>
                <a:pPr algn="ctr">
                  <a:lnSpc>
                    <a:spcPct val="90000"/>
                  </a:lnSpc>
                </a:pPr>
                <a:r>
                  <a:rPr lang="en-US" sz="2400" dirty="0"/>
                  <a:t>v</a:t>
                </a:r>
              </a:p>
              <a:p>
                <a:pPr algn="ctr">
                  <a:lnSpc>
                    <a:spcPct val="90000"/>
                  </a:lnSpc>
                </a:pPr>
                <a:r>
                  <a:rPr lang="en-US" sz="2400" dirty="0"/>
                  <a:t>x</a:t>
                </a:r>
              </a:p>
              <a:p>
                <a:pPr algn="ctr">
                  <a:lnSpc>
                    <a:spcPct val="90000"/>
                  </a:lnSpc>
                </a:pPr>
                <a:r>
                  <a:rPr lang="en-US" sz="2400" dirty="0"/>
                  <a:t>y</a:t>
                </a:r>
              </a:p>
              <a:p>
                <a:pPr algn="ctr">
                  <a:lnSpc>
                    <a:spcPct val="90000"/>
                  </a:lnSpc>
                </a:pPr>
                <a:r>
                  <a:rPr lang="en-US" sz="2400" dirty="0"/>
                  <a:t>w</a:t>
                </a:r>
              </a:p>
              <a:p>
                <a:pPr algn="ctr">
                  <a:lnSpc>
                    <a:spcPct val="90000"/>
                  </a:lnSpc>
                </a:pPr>
                <a:r>
                  <a:rPr lang="en-US" sz="2400" dirty="0"/>
                  <a:t>z</a:t>
                </a:r>
                <a:endParaRPr lang="en-US" dirty="0"/>
              </a:p>
            </p:txBody>
          </p:sp>
          <p:sp>
            <p:nvSpPr>
              <p:cNvPr id="330" name="TextBox 329">
                <a:extLst>
                  <a:ext uri="{FF2B5EF4-FFF2-40B4-BE49-F238E27FC236}">
                    <a16:creationId xmlns:a16="http://schemas.microsoft.com/office/drawing/2014/main" id="{D2ECC22B-FD29-854E-98E6-577039BEAFC8}"/>
                  </a:ext>
                </a:extLst>
              </p:cNvPr>
              <p:cNvSpPr txBox="1"/>
              <p:nvPr/>
            </p:nvSpPr>
            <p:spPr>
              <a:xfrm>
                <a:off x="10615914" y="2050649"/>
                <a:ext cx="748923" cy="1754326"/>
              </a:xfrm>
              <a:prstGeom prst="rect">
                <a:avLst/>
              </a:prstGeom>
              <a:noFill/>
            </p:spPr>
            <p:txBody>
              <a:bodyPr wrap="none" rtlCol="0">
                <a:spAutoFit/>
              </a:bodyPr>
              <a:lstStyle/>
              <a:p>
                <a:pPr>
                  <a:lnSpc>
                    <a:spcPct val="90000"/>
                  </a:lnSpc>
                </a:pPr>
                <a:r>
                  <a:rPr lang="en-US" sz="2400" dirty="0"/>
                  <a:t>(u,v)</a:t>
                </a:r>
              </a:p>
              <a:p>
                <a:pPr>
                  <a:lnSpc>
                    <a:spcPct val="90000"/>
                  </a:lnSpc>
                </a:pPr>
                <a:r>
                  <a:rPr lang="en-US" sz="2400" dirty="0"/>
                  <a:t>(u,x)</a:t>
                </a:r>
              </a:p>
              <a:p>
                <a:pPr>
                  <a:lnSpc>
                    <a:spcPct val="90000"/>
                  </a:lnSpc>
                </a:pPr>
                <a:r>
                  <a:rPr lang="en-US" sz="2400" dirty="0"/>
                  <a:t>(u,x)</a:t>
                </a:r>
              </a:p>
              <a:p>
                <a:pPr>
                  <a:lnSpc>
                    <a:spcPct val="90000"/>
                  </a:lnSpc>
                </a:pPr>
                <a:r>
                  <a:rPr lang="en-US" sz="2400" dirty="0"/>
                  <a:t>(u,x)</a:t>
                </a:r>
              </a:p>
              <a:p>
                <a:pPr>
                  <a:lnSpc>
                    <a:spcPct val="90000"/>
                  </a:lnSpc>
                </a:pPr>
                <a:r>
                  <a:rPr lang="en-US" sz="2400" dirty="0"/>
                  <a:t>(u,x)</a:t>
                </a:r>
                <a:endParaRPr lang="en-US" dirty="0"/>
              </a:p>
            </p:txBody>
          </p:sp>
          <p:sp>
            <p:nvSpPr>
              <p:cNvPr id="8" name="TextBox 7">
                <a:extLst>
                  <a:ext uri="{FF2B5EF4-FFF2-40B4-BE49-F238E27FC236}">
                    <a16:creationId xmlns:a16="http://schemas.microsoft.com/office/drawing/2014/main" id="{9E9A1932-3100-C346-AA74-8048C9EF5669}"/>
                  </a:ext>
                </a:extLst>
              </p:cNvPr>
              <p:cNvSpPr txBox="1"/>
              <p:nvPr/>
            </p:nvSpPr>
            <p:spPr>
              <a:xfrm>
                <a:off x="9220467" y="1747835"/>
                <a:ext cx="1123000" cy="338554"/>
              </a:xfrm>
              <a:prstGeom prst="rect">
                <a:avLst/>
              </a:prstGeom>
              <a:noFill/>
            </p:spPr>
            <p:txBody>
              <a:bodyPr wrap="none" rtlCol="0">
                <a:spAutoFit/>
              </a:bodyPr>
              <a:lstStyle/>
              <a:p>
                <a:r>
                  <a:rPr lang="en-US" sz="1600" dirty="0"/>
                  <a:t>destination</a:t>
                </a:r>
                <a:endParaRPr lang="en-US" dirty="0"/>
              </a:p>
            </p:txBody>
          </p:sp>
          <p:sp>
            <p:nvSpPr>
              <p:cNvPr id="331" name="TextBox 330">
                <a:extLst>
                  <a:ext uri="{FF2B5EF4-FFF2-40B4-BE49-F238E27FC236}">
                    <a16:creationId xmlns:a16="http://schemas.microsoft.com/office/drawing/2014/main" id="{5C520567-C138-9F4F-972E-A6D6E1C098AE}"/>
                  </a:ext>
                </a:extLst>
              </p:cNvPr>
              <p:cNvSpPr txBox="1"/>
              <p:nvPr/>
            </p:nvSpPr>
            <p:spPr>
              <a:xfrm>
                <a:off x="10338125" y="1740531"/>
                <a:ext cx="1263679" cy="338554"/>
              </a:xfrm>
              <a:prstGeom prst="rect">
                <a:avLst/>
              </a:prstGeom>
              <a:noFill/>
            </p:spPr>
            <p:txBody>
              <a:bodyPr wrap="none" rtlCol="0">
                <a:spAutoFit/>
              </a:bodyPr>
              <a:lstStyle/>
              <a:p>
                <a:r>
                  <a:rPr lang="en-US" sz="1600" dirty="0"/>
                  <a:t>outgoing link</a:t>
                </a:r>
              </a:p>
            </p:txBody>
          </p:sp>
          <p:cxnSp>
            <p:nvCxnSpPr>
              <p:cNvPr id="10" name="Straight Connector 9">
                <a:extLst>
                  <a:ext uri="{FF2B5EF4-FFF2-40B4-BE49-F238E27FC236}">
                    <a16:creationId xmlns:a16="http://schemas.microsoft.com/office/drawing/2014/main" id="{C34AB781-8439-8C4F-8F97-23D8CA7BA068}"/>
                  </a:ext>
                </a:extLst>
              </p:cNvPr>
              <p:cNvCxnSpPr>
                <a:cxnSpLocks/>
              </p:cNvCxnSpPr>
              <p:nvPr/>
            </p:nvCxnSpPr>
            <p:spPr>
              <a:xfrm>
                <a:off x="9178724" y="2060293"/>
                <a:ext cx="2395960" cy="0"/>
              </a:xfrm>
              <a:prstGeom prst="line">
                <a:avLst/>
              </a:prstGeom>
              <a:ln w="12700">
                <a:solidFill>
                  <a:srgbClr val="0000A8"/>
                </a:solidFill>
              </a:ln>
            </p:spPr>
            <p:style>
              <a:lnRef idx="1">
                <a:schemeClr val="accent1"/>
              </a:lnRef>
              <a:fillRef idx="0">
                <a:schemeClr val="accent1"/>
              </a:fillRef>
              <a:effectRef idx="0">
                <a:schemeClr val="accent1"/>
              </a:effectRef>
              <a:fontRef idx="minor">
                <a:schemeClr val="tx1"/>
              </a:fontRef>
            </p:style>
          </p:cxnSp>
          <p:cxnSp>
            <p:nvCxnSpPr>
              <p:cNvPr id="332" name="Straight Connector 331">
                <a:extLst>
                  <a:ext uri="{FF2B5EF4-FFF2-40B4-BE49-F238E27FC236}">
                    <a16:creationId xmlns:a16="http://schemas.microsoft.com/office/drawing/2014/main" id="{CE7D2336-FF8B-F94C-A7C3-827D1CE1B031}"/>
                  </a:ext>
                </a:extLst>
              </p:cNvPr>
              <p:cNvCxnSpPr>
                <a:cxnSpLocks/>
              </p:cNvCxnSpPr>
              <p:nvPr/>
            </p:nvCxnSpPr>
            <p:spPr>
              <a:xfrm>
                <a:off x="10359342" y="1770927"/>
                <a:ext cx="0" cy="1990845"/>
              </a:xfrm>
              <a:prstGeom prst="line">
                <a:avLst/>
              </a:prstGeom>
              <a:ln w="12700">
                <a:solidFill>
                  <a:srgbClr val="0000A8"/>
                </a:solidFill>
              </a:ln>
            </p:spPr>
            <p:style>
              <a:lnRef idx="1">
                <a:schemeClr val="accent1"/>
              </a:lnRef>
              <a:fillRef idx="0">
                <a:schemeClr val="accent1"/>
              </a:fillRef>
              <a:effectRef idx="0">
                <a:schemeClr val="accent1"/>
              </a:effectRef>
              <a:fontRef idx="minor">
                <a:schemeClr val="tx1"/>
              </a:fontRef>
            </p:style>
          </p:cxnSp>
        </p:grpSp>
      </p:grpSp>
      <p:grpSp>
        <p:nvGrpSpPr>
          <p:cNvPr id="29" name="Group 28">
            <a:extLst>
              <a:ext uri="{FF2B5EF4-FFF2-40B4-BE49-F238E27FC236}">
                <a16:creationId xmlns:a16="http://schemas.microsoft.com/office/drawing/2014/main" id="{F7EB9AF4-5603-FB43-B05B-61449C2AEFFB}"/>
              </a:ext>
            </a:extLst>
          </p:cNvPr>
          <p:cNvGrpSpPr/>
          <p:nvPr/>
        </p:nvGrpSpPr>
        <p:grpSpPr>
          <a:xfrm>
            <a:off x="8565265" y="4815068"/>
            <a:ext cx="3170508" cy="369332"/>
            <a:chOff x="8565265" y="4815068"/>
            <a:chExt cx="3170508" cy="369332"/>
          </a:xfrm>
        </p:grpSpPr>
        <p:sp>
          <p:nvSpPr>
            <p:cNvPr id="25" name="TextBox 24">
              <a:extLst>
                <a:ext uri="{FF2B5EF4-FFF2-40B4-BE49-F238E27FC236}">
                  <a16:creationId xmlns:a16="http://schemas.microsoft.com/office/drawing/2014/main" id="{7E6387EE-3D37-4948-8425-E51C56BFAD3E}"/>
                </a:ext>
              </a:extLst>
            </p:cNvPr>
            <p:cNvSpPr txBox="1"/>
            <p:nvPr/>
          </p:nvSpPr>
          <p:spPr>
            <a:xfrm>
              <a:off x="9201874" y="4815068"/>
              <a:ext cx="2533899" cy="369332"/>
            </a:xfrm>
            <a:prstGeom prst="rect">
              <a:avLst/>
            </a:prstGeom>
            <a:noFill/>
          </p:spPr>
          <p:txBody>
            <a:bodyPr wrap="none" rtlCol="0">
              <a:spAutoFit/>
            </a:bodyPr>
            <a:lstStyle/>
            <a:p>
              <a:r>
                <a:rPr lang="en-US" dirty="0"/>
                <a:t>route from </a:t>
              </a:r>
              <a:r>
                <a:rPr lang="en-US" i="1" dirty="0"/>
                <a:t>u</a:t>
              </a:r>
              <a:r>
                <a:rPr lang="en-US" dirty="0"/>
                <a:t> to</a:t>
              </a:r>
              <a:r>
                <a:rPr lang="en-US" i="1" dirty="0"/>
                <a:t> v </a:t>
              </a:r>
              <a:r>
                <a:rPr lang="en-US" dirty="0"/>
                <a:t>directly</a:t>
              </a:r>
            </a:p>
          </p:txBody>
        </p:sp>
        <p:cxnSp>
          <p:nvCxnSpPr>
            <p:cNvPr id="27" name="Straight Connector 26">
              <a:extLst>
                <a:ext uri="{FF2B5EF4-FFF2-40B4-BE49-F238E27FC236}">
                  <a16:creationId xmlns:a16="http://schemas.microsoft.com/office/drawing/2014/main" id="{B127B774-BBDB-844B-9FDB-AFB31AC4A39F}"/>
                </a:ext>
              </a:extLst>
            </p:cNvPr>
            <p:cNvCxnSpPr>
              <a:cxnSpLocks/>
            </p:cNvCxnSpPr>
            <p:nvPr/>
          </p:nvCxnSpPr>
          <p:spPr>
            <a:xfrm>
              <a:off x="8565265" y="5000264"/>
              <a:ext cx="682907" cy="0"/>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31" name="Group 30">
            <a:extLst>
              <a:ext uri="{FF2B5EF4-FFF2-40B4-BE49-F238E27FC236}">
                <a16:creationId xmlns:a16="http://schemas.microsoft.com/office/drawing/2014/main" id="{7F3C6B55-B326-044B-8E06-D5159D43754E}"/>
              </a:ext>
            </a:extLst>
          </p:cNvPr>
          <p:cNvGrpSpPr/>
          <p:nvPr/>
        </p:nvGrpSpPr>
        <p:grpSpPr>
          <a:xfrm>
            <a:off x="8877782" y="5197032"/>
            <a:ext cx="2372811" cy="1260926"/>
            <a:chOff x="8877782" y="5197032"/>
            <a:chExt cx="2372811" cy="1260926"/>
          </a:xfrm>
        </p:grpSpPr>
        <p:sp>
          <p:nvSpPr>
            <p:cNvPr id="333" name="TextBox 332">
              <a:extLst>
                <a:ext uri="{FF2B5EF4-FFF2-40B4-BE49-F238E27FC236}">
                  <a16:creationId xmlns:a16="http://schemas.microsoft.com/office/drawing/2014/main" id="{C09FF997-745F-784E-9A60-C291F499E8CB}"/>
                </a:ext>
              </a:extLst>
            </p:cNvPr>
            <p:cNvSpPr txBox="1"/>
            <p:nvPr/>
          </p:nvSpPr>
          <p:spPr>
            <a:xfrm>
              <a:off x="9215379" y="5534628"/>
              <a:ext cx="2035214" cy="923330"/>
            </a:xfrm>
            <a:prstGeom prst="rect">
              <a:avLst/>
            </a:prstGeom>
            <a:noFill/>
          </p:spPr>
          <p:txBody>
            <a:bodyPr wrap="square" rtlCol="0">
              <a:spAutoFit/>
            </a:bodyPr>
            <a:lstStyle/>
            <a:p>
              <a:r>
                <a:rPr lang="en-US" dirty="0"/>
                <a:t>route from u to all other destinations via </a:t>
              </a:r>
              <a:r>
                <a:rPr lang="en-US" i="1" dirty="0"/>
                <a:t>x</a:t>
              </a:r>
              <a:r>
                <a:rPr lang="en-US" dirty="0"/>
                <a:t> </a:t>
              </a:r>
            </a:p>
          </p:txBody>
        </p:sp>
        <p:sp>
          <p:nvSpPr>
            <p:cNvPr id="30" name="Right Brace 29">
              <a:extLst>
                <a:ext uri="{FF2B5EF4-FFF2-40B4-BE49-F238E27FC236}">
                  <a16:creationId xmlns:a16="http://schemas.microsoft.com/office/drawing/2014/main" id="{68ADB3E5-D636-BB44-86FA-BBB701733A10}"/>
                </a:ext>
              </a:extLst>
            </p:cNvPr>
            <p:cNvSpPr/>
            <p:nvPr/>
          </p:nvSpPr>
          <p:spPr>
            <a:xfrm>
              <a:off x="8877782" y="5197032"/>
              <a:ext cx="352218" cy="1238491"/>
            </a:xfrm>
            <a:prstGeom prst="rightBrace">
              <a:avLst/>
            </a:prstGeom>
            <a:ln w="1270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spTree>
    <p:extLst>
      <p:ext uri="{BB962C8B-B14F-4D97-AF65-F5344CB8AC3E}">
        <p14:creationId xmlns:p14="http://schemas.microsoft.com/office/powerpoint/2010/main" val="13455656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dissolve">
                                      <p:cBhvr>
                                        <p:cTn id="7" dur="500"/>
                                        <p:tgtEl>
                                          <p:spTgt spid="2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9"/>
                                        </p:tgtEl>
                                        <p:attrNameLst>
                                          <p:attrName>style.visibility</p:attrName>
                                        </p:attrNameLst>
                                      </p:cBhvr>
                                      <p:to>
                                        <p:strVal val="visible"/>
                                      </p:to>
                                    </p:set>
                                    <p:animEffect transition="in" filter="dissolve">
                                      <p:cBhvr>
                                        <p:cTn id="12" dur="500"/>
                                        <p:tgtEl>
                                          <p:spTgt spid="2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1"/>
                                        </p:tgtEl>
                                        <p:attrNameLst>
                                          <p:attrName>style.visibility</p:attrName>
                                        </p:attrNameLst>
                                      </p:cBhvr>
                                      <p:to>
                                        <p:strVal val="visible"/>
                                      </p:to>
                                    </p:set>
                                    <p:animEffect transition="in" filter="dissolve">
                                      <p:cBhvr>
                                        <p:cTn id="17"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5B27BFF1-5DCE-D642-8EFE-FACB1C97EEE0}"/>
              </a:ext>
            </a:extLst>
          </p:cNvPr>
          <p:cNvSpPr>
            <a:spLocks noGrp="1"/>
          </p:cNvSpPr>
          <p:nvPr>
            <p:ph type="title"/>
          </p:nvPr>
        </p:nvSpPr>
        <p:spPr>
          <a:xfrm>
            <a:off x="838199" y="354060"/>
            <a:ext cx="11179629" cy="894622"/>
          </a:xfrm>
        </p:spPr>
        <p:txBody>
          <a:bodyPr/>
          <a:lstStyle/>
          <a:p>
            <a:r>
              <a:rPr lang="en-US" b="0" dirty="0">
                <a:latin typeface="+mn-lt"/>
              </a:rPr>
              <a:t>Dijkstra’s algorithm: another example</a:t>
            </a:r>
          </a:p>
        </p:txBody>
      </p:sp>
      <p:sp>
        <p:nvSpPr>
          <p:cNvPr id="546" name="Slide Number Placeholder 4">
            <a:extLst>
              <a:ext uri="{FF2B5EF4-FFF2-40B4-BE49-F238E27FC236}">
                <a16:creationId xmlns:a16="http://schemas.microsoft.com/office/drawing/2014/main" id="{5DC8F37A-7230-5148-88D9-265AE5AD394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Network Layer: 5-</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276" name="Group 2">
            <a:extLst>
              <a:ext uri="{FF2B5EF4-FFF2-40B4-BE49-F238E27FC236}">
                <a16:creationId xmlns:a16="http://schemas.microsoft.com/office/drawing/2014/main" id="{32F1096F-92AF-264C-9891-4B2131A1535A}"/>
              </a:ext>
            </a:extLst>
          </p:cNvPr>
          <p:cNvGrpSpPr>
            <a:grpSpLocks/>
          </p:cNvGrpSpPr>
          <p:nvPr/>
        </p:nvGrpSpPr>
        <p:grpSpPr bwMode="auto">
          <a:xfrm>
            <a:off x="7267328" y="1497821"/>
            <a:ext cx="4217987" cy="3364357"/>
            <a:chOff x="415" y="856"/>
            <a:chExt cx="2910" cy="2258"/>
          </a:xfrm>
        </p:grpSpPr>
        <p:grpSp>
          <p:nvGrpSpPr>
            <p:cNvPr id="277" name="Group 3">
              <a:extLst>
                <a:ext uri="{FF2B5EF4-FFF2-40B4-BE49-F238E27FC236}">
                  <a16:creationId xmlns:a16="http://schemas.microsoft.com/office/drawing/2014/main" id="{658BC70D-BFE1-3445-B630-7B3A4A79644E}"/>
                </a:ext>
              </a:extLst>
            </p:cNvPr>
            <p:cNvGrpSpPr>
              <a:grpSpLocks/>
            </p:cNvGrpSpPr>
            <p:nvPr/>
          </p:nvGrpSpPr>
          <p:grpSpPr bwMode="auto">
            <a:xfrm>
              <a:off x="1290" y="1997"/>
              <a:ext cx="316" cy="267"/>
              <a:chOff x="1613" y="2011"/>
              <a:chExt cx="316" cy="267"/>
            </a:xfrm>
          </p:grpSpPr>
          <p:sp>
            <p:nvSpPr>
              <p:cNvPr id="339" name="Oval 4">
                <a:extLst>
                  <a:ext uri="{FF2B5EF4-FFF2-40B4-BE49-F238E27FC236}">
                    <a16:creationId xmlns:a16="http://schemas.microsoft.com/office/drawing/2014/main" id="{12B70928-94ED-274E-B17E-6E7CC5A85CBE}"/>
                  </a:ext>
                </a:extLst>
              </p:cNvPr>
              <p:cNvSpPr>
                <a:spLocks noChangeArrowheads="1"/>
              </p:cNvSpPr>
              <p:nvPr/>
            </p:nvSpPr>
            <p:spPr bwMode="auto">
              <a:xfrm>
                <a:off x="1616" y="2138"/>
                <a:ext cx="311"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0" name="Line 5">
                <a:extLst>
                  <a:ext uri="{FF2B5EF4-FFF2-40B4-BE49-F238E27FC236}">
                    <a16:creationId xmlns:a16="http://schemas.microsoft.com/office/drawing/2014/main" id="{724BACA0-C784-AA40-8F39-24AD77537946}"/>
                  </a:ext>
                </a:extLst>
              </p:cNvPr>
              <p:cNvSpPr>
                <a:spLocks noChangeShapeType="1"/>
              </p:cNvSpPr>
              <p:nvPr/>
            </p:nvSpPr>
            <p:spPr bwMode="auto">
              <a:xfrm>
                <a:off x="1616" y="2129"/>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1" name="Line 6">
                <a:extLst>
                  <a:ext uri="{FF2B5EF4-FFF2-40B4-BE49-F238E27FC236}">
                    <a16:creationId xmlns:a16="http://schemas.microsoft.com/office/drawing/2014/main" id="{60ABD3DF-926A-F240-941E-16F8EC7F87C1}"/>
                  </a:ext>
                </a:extLst>
              </p:cNvPr>
              <p:cNvSpPr>
                <a:spLocks noChangeShapeType="1"/>
              </p:cNvSpPr>
              <p:nvPr/>
            </p:nvSpPr>
            <p:spPr bwMode="auto">
              <a:xfrm>
                <a:off x="1929" y="2129"/>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2" name="Rectangle 7">
                <a:extLst>
                  <a:ext uri="{FF2B5EF4-FFF2-40B4-BE49-F238E27FC236}">
                    <a16:creationId xmlns:a16="http://schemas.microsoft.com/office/drawing/2014/main" id="{422D10D2-9AFE-1242-8892-1E7B20AE2262}"/>
                  </a:ext>
                </a:extLst>
              </p:cNvPr>
              <p:cNvSpPr>
                <a:spLocks noChangeArrowheads="1"/>
              </p:cNvSpPr>
              <p:nvPr/>
            </p:nvSpPr>
            <p:spPr bwMode="auto">
              <a:xfrm>
                <a:off x="1616" y="2129"/>
                <a:ext cx="308"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3" name="Oval 8">
                <a:extLst>
                  <a:ext uri="{FF2B5EF4-FFF2-40B4-BE49-F238E27FC236}">
                    <a16:creationId xmlns:a16="http://schemas.microsoft.com/office/drawing/2014/main" id="{A63B1AAC-711F-694A-BF58-5189313DB89E}"/>
                  </a:ext>
                </a:extLst>
              </p:cNvPr>
              <p:cNvSpPr>
                <a:spLocks noChangeArrowheads="1"/>
              </p:cNvSpPr>
              <p:nvPr/>
            </p:nvSpPr>
            <p:spPr bwMode="auto">
              <a:xfrm>
                <a:off x="1613" y="2072"/>
                <a:ext cx="311"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4" name="Rectangle 9">
                <a:extLst>
                  <a:ext uri="{FF2B5EF4-FFF2-40B4-BE49-F238E27FC236}">
                    <a16:creationId xmlns:a16="http://schemas.microsoft.com/office/drawing/2014/main" id="{C458B676-20F1-6E43-A811-83BAEA22C33B}"/>
                  </a:ext>
                </a:extLst>
              </p:cNvPr>
              <p:cNvSpPr>
                <a:spLocks noChangeArrowheads="1"/>
              </p:cNvSpPr>
              <p:nvPr/>
            </p:nvSpPr>
            <p:spPr bwMode="auto">
              <a:xfrm>
                <a:off x="1686" y="2100"/>
                <a:ext cx="140" cy="105"/>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5" name="Text Box 10">
                <a:extLst>
                  <a:ext uri="{FF2B5EF4-FFF2-40B4-BE49-F238E27FC236}">
                    <a16:creationId xmlns:a16="http://schemas.microsoft.com/office/drawing/2014/main" id="{484CB1B7-C628-9F42-990E-9F7B96F34448}"/>
                  </a:ext>
                </a:extLst>
              </p:cNvPr>
              <p:cNvSpPr txBox="1">
                <a:spLocks noChangeArrowheads="1"/>
              </p:cNvSpPr>
              <p:nvPr/>
            </p:nvSpPr>
            <p:spPr bwMode="auto">
              <a:xfrm>
                <a:off x="1633" y="2011"/>
                <a:ext cx="254" cy="2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w</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278" name="Text Box 11">
              <a:extLst>
                <a:ext uri="{FF2B5EF4-FFF2-40B4-BE49-F238E27FC236}">
                  <a16:creationId xmlns:a16="http://schemas.microsoft.com/office/drawing/2014/main" id="{2C66EC07-AF51-8046-9F06-245C35A6BAEF}"/>
                </a:ext>
              </a:extLst>
            </p:cNvPr>
            <p:cNvSpPr txBox="1">
              <a:spLocks noChangeArrowheads="1"/>
            </p:cNvSpPr>
            <p:nvPr/>
          </p:nvSpPr>
          <p:spPr bwMode="auto">
            <a:xfrm>
              <a:off x="925" y="1959"/>
              <a:ext cx="215" cy="2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79" name="Text Box 12">
              <a:extLst>
                <a:ext uri="{FF2B5EF4-FFF2-40B4-BE49-F238E27FC236}">
                  <a16:creationId xmlns:a16="http://schemas.microsoft.com/office/drawing/2014/main" id="{FD2DA6DD-F18F-9646-A088-CBDDFC29893E}"/>
                </a:ext>
              </a:extLst>
            </p:cNvPr>
            <p:cNvSpPr txBox="1">
              <a:spLocks noChangeArrowheads="1"/>
            </p:cNvSpPr>
            <p:nvPr/>
          </p:nvSpPr>
          <p:spPr bwMode="auto">
            <a:xfrm>
              <a:off x="1430" y="1478"/>
              <a:ext cx="215" cy="2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4</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280" name="Group 13">
              <a:extLst>
                <a:ext uri="{FF2B5EF4-FFF2-40B4-BE49-F238E27FC236}">
                  <a16:creationId xmlns:a16="http://schemas.microsoft.com/office/drawing/2014/main" id="{471A1164-4650-7144-A6A9-CC01236964B8}"/>
                </a:ext>
              </a:extLst>
            </p:cNvPr>
            <p:cNvGrpSpPr>
              <a:grpSpLocks/>
            </p:cNvGrpSpPr>
            <p:nvPr/>
          </p:nvGrpSpPr>
          <p:grpSpPr bwMode="auto">
            <a:xfrm>
              <a:off x="1299" y="2848"/>
              <a:ext cx="316" cy="266"/>
              <a:chOff x="1613" y="2011"/>
              <a:chExt cx="316" cy="266"/>
            </a:xfrm>
          </p:grpSpPr>
          <p:sp>
            <p:nvSpPr>
              <p:cNvPr id="332" name="Oval 14">
                <a:extLst>
                  <a:ext uri="{FF2B5EF4-FFF2-40B4-BE49-F238E27FC236}">
                    <a16:creationId xmlns:a16="http://schemas.microsoft.com/office/drawing/2014/main" id="{80A336F3-1162-5342-AC4A-8B2AED4E9173}"/>
                  </a:ext>
                </a:extLst>
              </p:cNvPr>
              <p:cNvSpPr>
                <a:spLocks noChangeArrowheads="1"/>
              </p:cNvSpPr>
              <p:nvPr/>
            </p:nvSpPr>
            <p:spPr bwMode="auto">
              <a:xfrm>
                <a:off x="1616" y="2138"/>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3" name="Line 15">
                <a:extLst>
                  <a:ext uri="{FF2B5EF4-FFF2-40B4-BE49-F238E27FC236}">
                    <a16:creationId xmlns:a16="http://schemas.microsoft.com/office/drawing/2014/main" id="{9FF9E86E-2F60-184C-8322-81DAB6CC7920}"/>
                  </a:ext>
                </a:extLst>
              </p:cNvPr>
              <p:cNvSpPr>
                <a:spLocks noChangeShapeType="1"/>
              </p:cNvSpPr>
              <p:nvPr/>
            </p:nvSpPr>
            <p:spPr bwMode="auto">
              <a:xfrm>
                <a:off x="1616" y="2131"/>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4" name="Line 16">
                <a:extLst>
                  <a:ext uri="{FF2B5EF4-FFF2-40B4-BE49-F238E27FC236}">
                    <a16:creationId xmlns:a16="http://schemas.microsoft.com/office/drawing/2014/main" id="{139291DA-0B23-AF4A-80E1-C5AB8C8D5486}"/>
                  </a:ext>
                </a:extLst>
              </p:cNvPr>
              <p:cNvSpPr>
                <a:spLocks noChangeShapeType="1"/>
              </p:cNvSpPr>
              <p:nvPr/>
            </p:nvSpPr>
            <p:spPr bwMode="auto">
              <a:xfrm>
                <a:off x="1929" y="2131"/>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5" name="Rectangle 17">
                <a:extLst>
                  <a:ext uri="{FF2B5EF4-FFF2-40B4-BE49-F238E27FC236}">
                    <a16:creationId xmlns:a16="http://schemas.microsoft.com/office/drawing/2014/main" id="{DCCEEA9D-E3E7-3E47-B22F-9936B2939769}"/>
                  </a:ext>
                </a:extLst>
              </p:cNvPr>
              <p:cNvSpPr>
                <a:spLocks noChangeArrowheads="1"/>
              </p:cNvSpPr>
              <p:nvPr/>
            </p:nvSpPr>
            <p:spPr bwMode="auto">
              <a:xfrm>
                <a:off x="1616" y="2131"/>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6" name="Oval 18">
                <a:extLst>
                  <a:ext uri="{FF2B5EF4-FFF2-40B4-BE49-F238E27FC236}">
                    <a16:creationId xmlns:a16="http://schemas.microsoft.com/office/drawing/2014/main" id="{BC673A69-9F19-6E48-B78B-300E678AB93C}"/>
                  </a:ext>
                </a:extLst>
              </p:cNvPr>
              <p:cNvSpPr>
                <a:spLocks noChangeArrowheads="1"/>
              </p:cNvSpPr>
              <p:nvPr/>
            </p:nvSpPr>
            <p:spPr bwMode="auto">
              <a:xfrm>
                <a:off x="1613" y="2072"/>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7" name="Rectangle 19">
                <a:extLst>
                  <a:ext uri="{FF2B5EF4-FFF2-40B4-BE49-F238E27FC236}">
                    <a16:creationId xmlns:a16="http://schemas.microsoft.com/office/drawing/2014/main" id="{9CB54AFD-33DB-F34A-A696-9C14C1F2BC23}"/>
                  </a:ext>
                </a:extLst>
              </p:cNvPr>
              <p:cNvSpPr>
                <a:spLocks noChangeArrowheads="1"/>
              </p:cNvSpPr>
              <p:nvPr/>
            </p:nvSpPr>
            <p:spPr bwMode="auto">
              <a:xfrm>
                <a:off x="1687" y="2100"/>
                <a:ext cx="141" cy="105"/>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8" name="Text Box 20">
                <a:extLst>
                  <a:ext uri="{FF2B5EF4-FFF2-40B4-BE49-F238E27FC236}">
                    <a16:creationId xmlns:a16="http://schemas.microsoft.com/office/drawing/2014/main" id="{AC845383-9D3E-5C42-BB6B-3E65197E8A69}"/>
                  </a:ext>
                </a:extLst>
              </p:cNvPr>
              <p:cNvSpPr txBox="1">
                <a:spLocks noChangeArrowheads="1"/>
              </p:cNvSpPr>
              <p:nvPr/>
            </p:nvSpPr>
            <p:spPr bwMode="auto">
              <a:xfrm>
                <a:off x="1652" y="2011"/>
                <a:ext cx="215"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v</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281" name="Group 21">
              <a:extLst>
                <a:ext uri="{FF2B5EF4-FFF2-40B4-BE49-F238E27FC236}">
                  <a16:creationId xmlns:a16="http://schemas.microsoft.com/office/drawing/2014/main" id="{BA8E377E-CA1A-ED4B-BF90-295028D96A71}"/>
                </a:ext>
              </a:extLst>
            </p:cNvPr>
            <p:cNvGrpSpPr>
              <a:grpSpLocks/>
            </p:cNvGrpSpPr>
            <p:nvPr/>
          </p:nvGrpSpPr>
          <p:grpSpPr bwMode="auto">
            <a:xfrm>
              <a:off x="1295" y="856"/>
              <a:ext cx="316" cy="266"/>
              <a:chOff x="1613" y="2011"/>
              <a:chExt cx="316" cy="266"/>
            </a:xfrm>
          </p:grpSpPr>
          <p:sp>
            <p:nvSpPr>
              <p:cNvPr id="325" name="Oval 22">
                <a:extLst>
                  <a:ext uri="{FF2B5EF4-FFF2-40B4-BE49-F238E27FC236}">
                    <a16:creationId xmlns:a16="http://schemas.microsoft.com/office/drawing/2014/main" id="{BDA57358-5E81-8C48-92CB-61DF13F5077D}"/>
                  </a:ext>
                </a:extLst>
              </p:cNvPr>
              <p:cNvSpPr>
                <a:spLocks noChangeArrowheads="1"/>
              </p:cNvSpPr>
              <p:nvPr/>
            </p:nvSpPr>
            <p:spPr bwMode="auto">
              <a:xfrm>
                <a:off x="1616" y="2138"/>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6" name="Line 23">
                <a:extLst>
                  <a:ext uri="{FF2B5EF4-FFF2-40B4-BE49-F238E27FC236}">
                    <a16:creationId xmlns:a16="http://schemas.microsoft.com/office/drawing/2014/main" id="{25B69C18-8DE4-7742-9F14-35A6A889477E}"/>
                  </a:ext>
                </a:extLst>
              </p:cNvPr>
              <p:cNvSpPr>
                <a:spLocks noChangeShapeType="1"/>
              </p:cNvSpPr>
              <p:nvPr/>
            </p:nvSpPr>
            <p:spPr bwMode="auto">
              <a:xfrm>
                <a:off x="1616" y="2131"/>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7" name="Line 24">
                <a:extLst>
                  <a:ext uri="{FF2B5EF4-FFF2-40B4-BE49-F238E27FC236}">
                    <a16:creationId xmlns:a16="http://schemas.microsoft.com/office/drawing/2014/main" id="{6CB89C37-D416-D242-8479-89D57F65205D}"/>
                  </a:ext>
                </a:extLst>
              </p:cNvPr>
              <p:cNvSpPr>
                <a:spLocks noChangeShapeType="1"/>
              </p:cNvSpPr>
              <p:nvPr/>
            </p:nvSpPr>
            <p:spPr bwMode="auto">
              <a:xfrm>
                <a:off x="1929" y="2131"/>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8" name="Rectangle 25">
                <a:extLst>
                  <a:ext uri="{FF2B5EF4-FFF2-40B4-BE49-F238E27FC236}">
                    <a16:creationId xmlns:a16="http://schemas.microsoft.com/office/drawing/2014/main" id="{21DBFB42-3378-4745-AF73-D425CA55A387}"/>
                  </a:ext>
                </a:extLst>
              </p:cNvPr>
              <p:cNvSpPr>
                <a:spLocks noChangeArrowheads="1"/>
              </p:cNvSpPr>
              <p:nvPr/>
            </p:nvSpPr>
            <p:spPr bwMode="auto">
              <a:xfrm>
                <a:off x="1616" y="2131"/>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9" name="Oval 26">
                <a:extLst>
                  <a:ext uri="{FF2B5EF4-FFF2-40B4-BE49-F238E27FC236}">
                    <a16:creationId xmlns:a16="http://schemas.microsoft.com/office/drawing/2014/main" id="{447835FA-E0FB-B943-9D6A-5FD52614881A}"/>
                  </a:ext>
                </a:extLst>
              </p:cNvPr>
              <p:cNvSpPr>
                <a:spLocks noChangeArrowheads="1"/>
              </p:cNvSpPr>
              <p:nvPr/>
            </p:nvSpPr>
            <p:spPr bwMode="auto">
              <a:xfrm>
                <a:off x="1611" y="2072"/>
                <a:ext cx="313" cy="97"/>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0" name="Rectangle 27">
                <a:extLst>
                  <a:ext uri="{FF2B5EF4-FFF2-40B4-BE49-F238E27FC236}">
                    <a16:creationId xmlns:a16="http://schemas.microsoft.com/office/drawing/2014/main" id="{07E675A6-015B-7F42-BDF9-8330D4ADC660}"/>
                  </a:ext>
                </a:extLst>
              </p:cNvPr>
              <p:cNvSpPr>
                <a:spLocks noChangeArrowheads="1"/>
              </p:cNvSpPr>
              <p:nvPr/>
            </p:nvSpPr>
            <p:spPr bwMode="auto">
              <a:xfrm>
                <a:off x="1687" y="2100"/>
                <a:ext cx="141" cy="103"/>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1" name="Text Box 28">
                <a:extLst>
                  <a:ext uri="{FF2B5EF4-FFF2-40B4-BE49-F238E27FC236}">
                    <a16:creationId xmlns:a16="http://schemas.microsoft.com/office/drawing/2014/main" id="{9E12F9CF-21DB-3349-B2C0-3044A3D51B5F}"/>
                  </a:ext>
                </a:extLst>
              </p:cNvPr>
              <p:cNvSpPr txBox="1">
                <a:spLocks noChangeArrowheads="1"/>
              </p:cNvSpPr>
              <p:nvPr/>
            </p:nvSpPr>
            <p:spPr bwMode="auto">
              <a:xfrm>
                <a:off x="1652" y="2011"/>
                <a:ext cx="215" cy="2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x</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282" name="Group 29">
              <a:extLst>
                <a:ext uri="{FF2B5EF4-FFF2-40B4-BE49-F238E27FC236}">
                  <a16:creationId xmlns:a16="http://schemas.microsoft.com/office/drawing/2014/main" id="{21FBA163-2A78-6543-B0CC-7CA119F1B6E5}"/>
                </a:ext>
              </a:extLst>
            </p:cNvPr>
            <p:cNvGrpSpPr>
              <a:grpSpLocks/>
            </p:cNvGrpSpPr>
            <p:nvPr/>
          </p:nvGrpSpPr>
          <p:grpSpPr bwMode="auto">
            <a:xfrm>
              <a:off x="415" y="2028"/>
              <a:ext cx="316" cy="267"/>
              <a:chOff x="1613" y="2011"/>
              <a:chExt cx="316" cy="267"/>
            </a:xfrm>
          </p:grpSpPr>
          <p:sp>
            <p:nvSpPr>
              <p:cNvPr id="318" name="Oval 30">
                <a:extLst>
                  <a:ext uri="{FF2B5EF4-FFF2-40B4-BE49-F238E27FC236}">
                    <a16:creationId xmlns:a16="http://schemas.microsoft.com/office/drawing/2014/main" id="{29825365-4AD8-5E4B-8933-DB1422AAA033}"/>
                  </a:ext>
                </a:extLst>
              </p:cNvPr>
              <p:cNvSpPr>
                <a:spLocks noChangeArrowheads="1"/>
              </p:cNvSpPr>
              <p:nvPr/>
            </p:nvSpPr>
            <p:spPr bwMode="auto">
              <a:xfrm>
                <a:off x="1616" y="2138"/>
                <a:ext cx="313" cy="82"/>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9" name="Line 31">
                <a:extLst>
                  <a:ext uri="{FF2B5EF4-FFF2-40B4-BE49-F238E27FC236}">
                    <a16:creationId xmlns:a16="http://schemas.microsoft.com/office/drawing/2014/main" id="{F38B670B-8807-404D-9154-5457C9702221}"/>
                  </a:ext>
                </a:extLst>
              </p:cNvPr>
              <p:cNvSpPr>
                <a:spLocks noChangeShapeType="1"/>
              </p:cNvSpPr>
              <p:nvPr/>
            </p:nvSpPr>
            <p:spPr bwMode="auto">
              <a:xfrm>
                <a:off x="1616" y="2131"/>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0" name="Line 32">
                <a:extLst>
                  <a:ext uri="{FF2B5EF4-FFF2-40B4-BE49-F238E27FC236}">
                    <a16:creationId xmlns:a16="http://schemas.microsoft.com/office/drawing/2014/main" id="{00108054-5F4F-9447-84AE-A11B0755C199}"/>
                  </a:ext>
                </a:extLst>
              </p:cNvPr>
              <p:cNvSpPr>
                <a:spLocks noChangeShapeType="1"/>
              </p:cNvSpPr>
              <p:nvPr/>
            </p:nvSpPr>
            <p:spPr bwMode="auto">
              <a:xfrm>
                <a:off x="1931" y="2131"/>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1" name="Rectangle 33">
                <a:extLst>
                  <a:ext uri="{FF2B5EF4-FFF2-40B4-BE49-F238E27FC236}">
                    <a16:creationId xmlns:a16="http://schemas.microsoft.com/office/drawing/2014/main" id="{D048D158-7C67-CC4B-A11E-67C17E0A2401}"/>
                  </a:ext>
                </a:extLst>
              </p:cNvPr>
              <p:cNvSpPr>
                <a:spLocks noChangeArrowheads="1"/>
              </p:cNvSpPr>
              <p:nvPr/>
            </p:nvSpPr>
            <p:spPr bwMode="auto">
              <a:xfrm>
                <a:off x="1616" y="2131"/>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2" name="Oval 34">
                <a:extLst>
                  <a:ext uri="{FF2B5EF4-FFF2-40B4-BE49-F238E27FC236}">
                    <a16:creationId xmlns:a16="http://schemas.microsoft.com/office/drawing/2014/main" id="{138D5ABE-A76B-984C-BC94-76AC43F40B59}"/>
                  </a:ext>
                </a:extLst>
              </p:cNvPr>
              <p:cNvSpPr>
                <a:spLocks noChangeArrowheads="1"/>
              </p:cNvSpPr>
              <p:nvPr/>
            </p:nvSpPr>
            <p:spPr bwMode="auto">
              <a:xfrm>
                <a:off x="1613" y="2072"/>
                <a:ext cx="313" cy="97"/>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3" name="Rectangle 35">
                <a:extLst>
                  <a:ext uri="{FF2B5EF4-FFF2-40B4-BE49-F238E27FC236}">
                    <a16:creationId xmlns:a16="http://schemas.microsoft.com/office/drawing/2014/main" id="{A4BA8382-8E98-814C-B112-88E0250B6E6C}"/>
                  </a:ext>
                </a:extLst>
              </p:cNvPr>
              <p:cNvSpPr>
                <a:spLocks noChangeArrowheads="1"/>
              </p:cNvSpPr>
              <p:nvPr/>
            </p:nvSpPr>
            <p:spPr bwMode="auto">
              <a:xfrm>
                <a:off x="1687" y="2102"/>
                <a:ext cx="141" cy="103"/>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4" name="Text Box 36">
                <a:extLst>
                  <a:ext uri="{FF2B5EF4-FFF2-40B4-BE49-F238E27FC236}">
                    <a16:creationId xmlns:a16="http://schemas.microsoft.com/office/drawing/2014/main" id="{C430FDFB-B840-284A-B1DA-B79B4376897B}"/>
                  </a:ext>
                </a:extLst>
              </p:cNvPr>
              <p:cNvSpPr txBox="1">
                <a:spLocks noChangeArrowheads="1"/>
              </p:cNvSpPr>
              <p:nvPr/>
            </p:nvSpPr>
            <p:spPr bwMode="auto">
              <a:xfrm>
                <a:off x="1648" y="2011"/>
                <a:ext cx="226" cy="26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u</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283" name="Line 37">
              <a:extLst>
                <a:ext uri="{FF2B5EF4-FFF2-40B4-BE49-F238E27FC236}">
                  <a16:creationId xmlns:a16="http://schemas.microsoft.com/office/drawing/2014/main" id="{808D4F56-0160-9841-BF84-39B90D2E1D66}"/>
                </a:ext>
              </a:extLst>
            </p:cNvPr>
            <p:cNvSpPr>
              <a:spLocks noChangeShapeType="1"/>
            </p:cNvSpPr>
            <p:nvPr/>
          </p:nvSpPr>
          <p:spPr bwMode="auto">
            <a:xfrm>
              <a:off x="738" y="2156"/>
              <a:ext cx="632" cy="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84" name="Line 38">
              <a:extLst>
                <a:ext uri="{FF2B5EF4-FFF2-40B4-BE49-F238E27FC236}">
                  <a16:creationId xmlns:a16="http://schemas.microsoft.com/office/drawing/2014/main" id="{7AFA0E43-6979-C944-8C7A-BFE8A232B3D5}"/>
                </a:ext>
              </a:extLst>
            </p:cNvPr>
            <p:cNvSpPr>
              <a:spLocks noChangeShapeType="1"/>
            </p:cNvSpPr>
            <p:nvPr/>
          </p:nvSpPr>
          <p:spPr bwMode="auto">
            <a:xfrm>
              <a:off x="1440" y="1082"/>
              <a:ext cx="0" cy="962"/>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85" name="Line 39">
              <a:extLst>
                <a:ext uri="{FF2B5EF4-FFF2-40B4-BE49-F238E27FC236}">
                  <a16:creationId xmlns:a16="http://schemas.microsoft.com/office/drawing/2014/main" id="{8B831959-D369-6E45-8A3C-8760AE9252DD}"/>
                </a:ext>
              </a:extLst>
            </p:cNvPr>
            <p:cNvSpPr>
              <a:spLocks noChangeShapeType="1"/>
            </p:cNvSpPr>
            <p:nvPr/>
          </p:nvSpPr>
          <p:spPr bwMode="auto">
            <a:xfrm flipH="1">
              <a:off x="614" y="1021"/>
              <a:ext cx="674" cy="108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86" name="Text Box 40">
              <a:extLst>
                <a:ext uri="{FF2B5EF4-FFF2-40B4-BE49-F238E27FC236}">
                  <a16:creationId xmlns:a16="http://schemas.microsoft.com/office/drawing/2014/main" id="{4F3E9232-C703-104F-A4AB-12CF1F98134C}"/>
                </a:ext>
              </a:extLst>
            </p:cNvPr>
            <p:cNvSpPr txBox="1">
              <a:spLocks noChangeArrowheads="1"/>
            </p:cNvSpPr>
            <p:nvPr/>
          </p:nvSpPr>
          <p:spPr bwMode="auto">
            <a:xfrm>
              <a:off x="772" y="1368"/>
              <a:ext cx="215" cy="24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5</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87" name="Line 41">
              <a:extLst>
                <a:ext uri="{FF2B5EF4-FFF2-40B4-BE49-F238E27FC236}">
                  <a16:creationId xmlns:a16="http://schemas.microsoft.com/office/drawing/2014/main" id="{5BC1DD56-6FD0-6A4A-8705-9C46BE3DC573}"/>
                </a:ext>
              </a:extLst>
            </p:cNvPr>
            <p:cNvSpPr>
              <a:spLocks noChangeShapeType="1"/>
            </p:cNvSpPr>
            <p:nvPr/>
          </p:nvSpPr>
          <p:spPr bwMode="auto">
            <a:xfrm>
              <a:off x="1447" y="2206"/>
              <a:ext cx="9" cy="71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88" name="Text Box 42">
              <a:extLst>
                <a:ext uri="{FF2B5EF4-FFF2-40B4-BE49-F238E27FC236}">
                  <a16:creationId xmlns:a16="http://schemas.microsoft.com/office/drawing/2014/main" id="{8B65710B-4630-3345-85EB-E3A08BF77DBC}"/>
                </a:ext>
              </a:extLst>
            </p:cNvPr>
            <p:cNvSpPr txBox="1">
              <a:spLocks noChangeArrowheads="1"/>
            </p:cNvSpPr>
            <p:nvPr/>
          </p:nvSpPr>
          <p:spPr bwMode="auto">
            <a:xfrm>
              <a:off x="1454" y="2407"/>
              <a:ext cx="215" cy="2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89" name="Freeform 43">
              <a:extLst>
                <a:ext uri="{FF2B5EF4-FFF2-40B4-BE49-F238E27FC236}">
                  <a16:creationId xmlns:a16="http://schemas.microsoft.com/office/drawing/2014/main" id="{1DA37895-BEA5-2F44-B0FB-06B2F676B163}"/>
                </a:ext>
              </a:extLst>
            </p:cNvPr>
            <p:cNvSpPr>
              <a:spLocks/>
            </p:cNvSpPr>
            <p:nvPr/>
          </p:nvSpPr>
          <p:spPr bwMode="auto">
            <a:xfrm>
              <a:off x="601" y="2227"/>
              <a:ext cx="860" cy="799"/>
            </a:xfrm>
            <a:custGeom>
              <a:avLst/>
              <a:gdLst>
                <a:gd name="T0" fmla="*/ 0 w 857"/>
                <a:gd name="T1" fmla="*/ 0 h 1152"/>
                <a:gd name="T2" fmla="*/ 562 w 857"/>
                <a:gd name="T3" fmla="*/ 1152 h 1152"/>
                <a:gd name="T4" fmla="*/ 857 w 857"/>
                <a:gd name="T5" fmla="*/ 772 h 1152"/>
                <a:gd name="T6" fmla="*/ 0 60000 65536"/>
                <a:gd name="T7" fmla="*/ 0 60000 65536"/>
                <a:gd name="T8" fmla="*/ 0 60000 65536"/>
                <a:gd name="T9" fmla="*/ 0 w 857"/>
                <a:gd name="T10" fmla="*/ 0 h 1152"/>
                <a:gd name="T11" fmla="*/ 857 w 857"/>
                <a:gd name="T12" fmla="*/ 1152 h 1152"/>
                <a:gd name="connsiteX0" fmla="*/ 0 w 10000"/>
                <a:gd name="connsiteY0" fmla="*/ 0 h 6928"/>
                <a:gd name="connsiteX1" fmla="*/ 3770 w 10000"/>
                <a:gd name="connsiteY1" fmla="*/ 6300 h 6928"/>
                <a:gd name="connsiteX2" fmla="*/ 10000 w 10000"/>
                <a:gd name="connsiteY2" fmla="*/ 6701 h 6928"/>
                <a:gd name="connsiteX0" fmla="*/ 0 w 10000"/>
                <a:gd name="connsiteY0" fmla="*/ 0 h 9871"/>
                <a:gd name="connsiteX1" fmla="*/ 1802 w 10000"/>
                <a:gd name="connsiteY1" fmla="*/ 7634 h 9871"/>
                <a:gd name="connsiteX2" fmla="*/ 10000 w 10000"/>
                <a:gd name="connsiteY2" fmla="*/ 9672 h 9871"/>
                <a:gd name="connsiteX0" fmla="*/ 0 w 10000"/>
                <a:gd name="connsiteY0" fmla="*/ 0 h 10136"/>
                <a:gd name="connsiteX1" fmla="*/ 1802 w 10000"/>
                <a:gd name="connsiteY1" fmla="*/ 7734 h 10136"/>
                <a:gd name="connsiteX2" fmla="*/ 10000 w 10000"/>
                <a:gd name="connsiteY2" fmla="*/ 9798 h 10136"/>
                <a:gd name="connsiteX0" fmla="*/ 0 w 10000"/>
                <a:gd name="connsiteY0" fmla="*/ 0 h 10136"/>
                <a:gd name="connsiteX1" fmla="*/ 1802 w 10000"/>
                <a:gd name="connsiteY1" fmla="*/ 7734 h 10136"/>
                <a:gd name="connsiteX2" fmla="*/ 10000 w 10000"/>
                <a:gd name="connsiteY2" fmla="*/ 9798 h 10136"/>
                <a:gd name="connsiteX0" fmla="*/ 32 w 10032"/>
                <a:gd name="connsiteY0" fmla="*/ 0 h 10136"/>
                <a:gd name="connsiteX1" fmla="*/ 1834 w 10032"/>
                <a:gd name="connsiteY1" fmla="*/ 7734 h 10136"/>
                <a:gd name="connsiteX2" fmla="*/ 10032 w 10032"/>
                <a:gd name="connsiteY2" fmla="*/ 9798 h 10136"/>
              </a:gdLst>
              <a:ahLst/>
              <a:cxnLst>
                <a:cxn ang="0">
                  <a:pos x="connsiteX0" y="connsiteY0"/>
                </a:cxn>
                <a:cxn ang="0">
                  <a:pos x="connsiteX1" y="connsiteY1"/>
                </a:cxn>
                <a:cxn ang="0">
                  <a:pos x="connsiteX2" y="connsiteY2"/>
                </a:cxn>
              </a:cxnLst>
              <a:rect l="l" t="t" r="r" b="b"/>
              <a:pathLst>
                <a:path w="10032" h="10136">
                  <a:moveTo>
                    <a:pt x="32" y="0"/>
                  </a:moveTo>
                  <a:cubicBezTo>
                    <a:pt x="62" y="4573"/>
                    <a:pt x="-465" y="5047"/>
                    <a:pt x="1834" y="7734"/>
                  </a:cubicBezTo>
                  <a:cubicBezTo>
                    <a:pt x="4132" y="9414"/>
                    <a:pt x="9320" y="10802"/>
                    <a:pt x="10032" y="9798"/>
                  </a:cubicBezTo>
                </a:path>
              </a:pathLst>
            </a:custGeom>
            <a:noFill/>
            <a:ln w="9525">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0" name="Text Box 44">
              <a:extLst>
                <a:ext uri="{FF2B5EF4-FFF2-40B4-BE49-F238E27FC236}">
                  <a16:creationId xmlns:a16="http://schemas.microsoft.com/office/drawing/2014/main" id="{14130176-E966-1940-B020-47161106B123}"/>
                </a:ext>
              </a:extLst>
            </p:cNvPr>
            <p:cNvSpPr txBox="1">
              <a:spLocks noChangeArrowheads="1"/>
            </p:cNvSpPr>
            <p:nvPr/>
          </p:nvSpPr>
          <p:spPr bwMode="auto">
            <a:xfrm>
              <a:off x="768" y="2582"/>
              <a:ext cx="216" cy="2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7</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1" name="Line 45">
              <a:extLst>
                <a:ext uri="{FF2B5EF4-FFF2-40B4-BE49-F238E27FC236}">
                  <a16:creationId xmlns:a16="http://schemas.microsoft.com/office/drawing/2014/main" id="{5FA533BD-9B17-724F-B020-409CFC3CE356}"/>
                </a:ext>
              </a:extLst>
            </p:cNvPr>
            <p:cNvSpPr>
              <a:spLocks noChangeShapeType="1"/>
            </p:cNvSpPr>
            <p:nvPr/>
          </p:nvSpPr>
          <p:spPr bwMode="auto">
            <a:xfrm flipH="1">
              <a:off x="1450" y="2158"/>
              <a:ext cx="998" cy="823"/>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2" name="Text Box 46">
              <a:extLst>
                <a:ext uri="{FF2B5EF4-FFF2-40B4-BE49-F238E27FC236}">
                  <a16:creationId xmlns:a16="http://schemas.microsoft.com/office/drawing/2014/main" id="{4B9E6712-F2E9-6348-B7CF-9CEC9EE3D668}"/>
                </a:ext>
              </a:extLst>
            </p:cNvPr>
            <p:cNvSpPr txBox="1">
              <a:spLocks noChangeArrowheads="1"/>
            </p:cNvSpPr>
            <p:nvPr/>
          </p:nvSpPr>
          <p:spPr bwMode="auto">
            <a:xfrm>
              <a:off x="1896" y="2569"/>
              <a:ext cx="216" cy="2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4</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3" name="Freeform 47">
              <a:extLst>
                <a:ext uri="{FF2B5EF4-FFF2-40B4-BE49-F238E27FC236}">
                  <a16:creationId xmlns:a16="http://schemas.microsoft.com/office/drawing/2014/main" id="{61A0A93C-B128-F646-84CC-2F72C42DF74E}"/>
                </a:ext>
              </a:extLst>
            </p:cNvPr>
            <p:cNvSpPr>
              <a:spLocks/>
            </p:cNvSpPr>
            <p:nvPr/>
          </p:nvSpPr>
          <p:spPr bwMode="auto">
            <a:xfrm>
              <a:off x="1477" y="1946"/>
              <a:ext cx="991" cy="484"/>
            </a:xfrm>
            <a:custGeom>
              <a:avLst/>
              <a:gdLst>
                <a:gd name="T0" fmla="*/ 0 w 991"/>
                <a:gd name="T1" fmla="*/ 168 h 484"/>
                <a:gd name="T2" fmla="*/ 204 w 991"/>
                <a:gd name="T3" fmla="*/ 484 h 484"/>
                <a:gd name="T4" fmla="*/ 302 w 991"/>
                <a:gd name="T5" fmla="*/ 7 h 484"/>
                <a:gd name="T6" fmla="*/ 379 w 991"/>
                <a:gd name="T7" fmla="*/ 442 h 484"/>
                <a:gd name="T8" fmla="*/ 534 w 991"/>
                <a:gd name="T9" fmla="*/ 21 h 484"/>
                <a:gd name="T10" fmla="*/ 611 w 991"/>
                <a:gd name="T11" fmla="*/ 351 h 484"/>
                <a:gd name="T12" fmla="*/ 660 w 991"/>
                <a:gd name="T13" fmla="*/ 77 h 484"/>
                <a:gd name="T14" fmla="*/ 991 w 991"/>
                <a:gd name="T15" fmla="*/ 218 h 484"/>
                <a:gd name="T16" fmla="*/ 0 60000 65536"/>
                <a:gd name="T17" fmla="*/ 0 60000 65536"/>
                <a:gd name="T18" fmla="*/ 0 60000 65536"/>
                <a:gd name="T19" fmla="*/ 0 60000 65536"/>
                <a:gd name="T20" fmla="*/ 0 60000 65536"/>
                <a:gd name="T21" fmla="*/ 0 60000 65536"/>
                <a:gd name="T22" fmla="*/ 0 60000 65536"/>
                <a:gd name="T23" fmla="*/ 0 60000 65536"/>
                <a:gd name="T24" fmla="*/ 0 w 991"/>
                <a:gd name="T25" fmla="*/ 0 h 484"/>
                <a:gd name="T26" fmla="*/ 991 w 991"/>
                <a:gd name="T27" fmla="*/ 484 h 48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91" h="484">
                  <a:moveTo>
                    <a:pt x="0" y="168"/>
                  </a:moveTo>
                  <a:cubicBezTo>
                    <a:pt x="0" y="168"/>
                    <a:pt x="145" y="484"/>
                    <a:pt x="204" y="484"/>
                  </a:cubicBezTo>
                  <a:cubicBezTo>
                    <a:pt x="263" y="484"/>
                    <a:pt x="253" y="6"/>
                    <a:pt x="302" y="7"/>
                  </a:cubicBezTo>
                  <a:cubicBezTo>
                    <a:pt x="331" y="0"/>
                    <a:pt x="313" y="444"/>
                    <a:pt x="379" y="442"/>
                  </a:cubicBezTo>
                  <a:cubicBezTo>
                    <a:pt x="418" y="444"/>
                    <a:pt x="475" y="24"/>
                    <a:pt x="534" y="21"/>
                  </a:cubicBezTo>
                  <a:cubicBezTo>
                    <a:pt x="573" y="6"/>
                    <a:pt x="575" y="360"/>
                    <a:pt x="611" y="351"/>
                  </a:cubicBezTo>
                  <a:cubicBezTo>
                    <a:pt x="647" y="342"/>
                    <a:pt x="577" y="80"/>
                    <a:pt x="660" y="77"/>
                  </a:cubicBezTo>
                  <a:cubicBezTo>
                    <a:pt x="743" y="74"/>
                    <a:pt x="922" y="189"/>
                    <a:pt x="991" y="218"/>
                  </a:cubicBezTo>
                </a:path>
              </a:pathLst>
            </a:custGeom>
            <a:noFill/>
            <a:ln w="9525">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294" name="Group 48">
              <a:extLst>
                <a:ext uri="{FF2B5EF4-FFF2-40B4-BE49-F238E27FC236}">
                  <a16:creationId xmlns:a16="http://schemas.microsoft.com/office/drawing/2014/main" id="{B7C23859-55BB-9B44-ADBB-F78119E7BD0E}"/>
                </a:ext>
              </a:extLst>
            </p:cNvPr>
            <p:cNvGrpSpPr>
              <a:grpSpLocks/>
            </p:cNvGrpSpPr>
            <p:nvPr/>
          </p:nvGrpSpPr>
          <p:grpSpPr bwMode="auto">
            <a:xfrm>
              <a:off x="2332" y="2021"/>
              <a:ext cx="316" cy="266"/>
              <a:chOff x="1613" y="2011"/>
              <a:chExt cx="316" cy="266"/>
            </a:xfrm>
          </p:grpSpPr>
          <p:sp>
            <p:nvSpPr>
              <p:cNvPr id="311" name="Oval 49">
                <a:extLst>
                  <a:ext uri="{FF2B5EF4-FFF2-40B4-BE49-F238E27FC236}">
                    <a16:creationId xmlns:a16="http://schemas.microsoft.com/office/drawing/2014/main" id="{949CF37C-265E-D64E-B325-9AB7E8C2748C}"/>
                  </a:ext>
                </a:extLst>
              </p:cNvPr>
              <p:cNvSpPr>
                <a:spLocks noChangeArrowheads="1"/>
              </p:cNvSpPr>
              <p:nvPr/>
            </p:nvSpPr>
            <p:spPr bwMode="auto">
              <a:xfrm>
                <a:off x="1616" y="2136"/>
                <a:ext cx="313" cy="82"/>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2" name="Line 50">
                <a:extLst>
                  <a:ext uri="{FF2B5EF4-FFF2-40B4-BE49-F238E27FC236}">
                    <a16:creationId xmlns:a16="http://schemas.microsoft.com/office/drawing/2014/main" id="{97FEF3EE-7C25-6444-B8E7-03C400A28A6B}"/>
                  </a:ext>
                </a:extLst>
              </p:cNvPr>
              <p:cNvSpPr>
                <a:spLocks noChangeShapeType="1"/>
              </p:cNvSpPr>
              <p:nvPr/>
            </p:nvSpPr>
            <p:spPr bwMode="auto">
              <a:xfrm>
                <a:off x="1616" y="2131"/>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3" name="Line 51">
                <a:extLst>
                  <a:ext uri="{FF2B5EF4-FFF2-40B4-BE49-F238E27FC236}">
                    <a16:creationId xmlns:a16="http://schemas.microsoft.com/office/drawing/2014/main" id="{FE3C484F-0565-0E43-B670-DA87C89A2B77}"/>
                  </a:ext>
                </a:extLst>
              </p:cNvPr>
              <p:cNvSpPr>
                <a:spLocks noChangeShapeType="1"/>
              </p:cNvSpPr>
              <p:nvPr/>
            </p:nvSpPr>
            <p:spPr bwMode="auto">
              <a:xfrm>
                <a:off x="1929" y="2131"/>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4" name="Rectangle 52">
                <a:extLst>
                  <a:ext uri="{FF2B5EF4-FFF2-40B4-BE49-F238E27FC236}">
                    <a16:creationId xmlns:a16="http://schemas.microsoft.com/office/drawing/2014/main" id="{03D9537A-3264-0D40-B097-904F1967094C}"/>
                  </a:ext>
                </a:extLst>
              </p:cNvPr>
              <p:cNvSpPr>
                <a:spLocks noChangeArrowheads="1"/>
              </p:cNvSpPr>
              <p:nvPr/>
            </p:nvSpPr>
            <p:spPr bwMode="auto">
              <a:xfrm>
                <a:off x="1616" y="2131"/>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5" name="Oval 53">
                <a:extLst>
                  <a:ext uri="{FF2B5EF4-FFF2-40B4-BE49-F238E27FC236}">
                    <a16:creationId xmlns:a16="http://schemas.microsoft.com/office/drawing/2014/main" id="{39EFFB9B-60D2-6F4A-AE7C-381CD9E03BDB}"/>
                  </a:ext>
                </a:extLst>
              </p:cNvPr>
              <p:cNvSpPr>
                <a:spLocks noChangeArrowheads="1"/>
              </p:cNvSpPr>
              <p:nvPr/>
            </p:nvSpPr>
            <p:spPr bwMode="auto">
              <a:xfrm>
                <a:off x="1613" y="2070"/>
                <a:ext cx="313" cy="97"/>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6" name="Rectangle 54">
                <a:extLst>
                  <a:ext uri="{FF2B5EF4-FFF2-40B4-BE49-F238E27FC236}">
                    <a16:creationId xmlns:a16="http://schemas.microsoft.com/office/drawing/2014/main" id="{56D1F98E-84A8-024C-B33E-AF0196C29288}"/>
                  </a:ext>
                </a:extLst>
              </p:cNvPr>
              <p:cNvSpPr>
                <a:spLocks noChangeArrowheads="1"/>
              </p:cNvSpPr>
              <p:nvPr/>
            </p:nvSpPr>
            <p:spPr bwMode="auto">
              <a:xfrm>
                <a:off x="1687" y="2100"/>
                <a:ext cx="141" cy="103"/>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7" name="Text Box 55">
                <a:extLst>
                  <a:ext uri="{FF2B5EF4-FFF2-40B4-BE49-F238E27FC236}">
                    <a16:creationId xmlns:a16="http://schemas.microsoft.com/office/drawing/2014/main" id="{FF2D3BFC-D492-494B-B3FC-F2B37848F7ED}"/>
                  </a:ext>
                </a:extLst>
              </p:cNvPr>
              <p:cNvSpPr txBox="1">
                <a:spLocks noChangeArrowheads="1"/>
              </p:cNvSpPr>
              <p:nvPr/>
            </p:nvSpPr>
            <p:spPr bwMode="auto">
              <a:xfrm>
                <a:off x="1652" y="2011"/>
                <a:ext cx="215" cy="2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y</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295" name="Text Box 56">
              <a:extLst>
                <a:ext uri="{FF2B5EF4-FFF2-40B4-BE49-F238E27FC236}">
                  <a16:creationId xmlns:a16="http://schemas.microsoft.com/office/drawing/2014/main" id="{B415EC29-BD23-5146-8BE4-412D2D3F3844}"/>
                </a:ext>
              </a:extLst>
            </p:cNvPr>
            <p:cNvSpPr txBox="1">
              <a:spLocks noChangeArrowheads="1"/>
            </p:cNvSpPr>
            <p:nvPr/>
          </p:nvSpPr>
          <p:spPr bwMode="auto">
            <a:xfrm>
              <a:off x="1814" y="1721"/>
              <a:ext cx="216" cy="2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8</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296" name="Group 57">
              <a:extLst>
                <a:ext uri="{FF2B5EF4-FFF2-40B4-BE49-F238E27FC236}">
                  <a16:creationId xmlns:a16="http://schemas.microsoft.com/office/drawing/2014/main" id="{C4202DE4-8110-9149-847A-09872B32E92F}"/>
                </a:ext>
              </a:extLst>
            </p:cNvPr>
            <p:cNvGrpSpPr>
              <a:grpSpLocks/>
            </p:cNvGrpSpPr>
            <p:nvPr/>
          </p:nvGrpSpPr>
          <p:grpSpPr bwMode="auto">
            <a:xfrm>
              <a:off x="3009" y="2002"/>
              <a:ext cx="316" cy="266"/>
              <a:chOff x="1613" y="2011"/>
              <a:chExt cx="316" cy="266"/>
            </a:xfrm>
          </p:grpSpPr>
          <p:sp>
            <p:nvSpPr>
              <p:cNvPr id="304" name="Oval 58">
                <a:extLst>
                  <a:ext uri="{FF2B5EF4-FFF2-40B4-BE49-F238E27FC236}">
                    <a16:creationId xmlns:a16="http://schemas.microsoft.com/office/drawing/2014/main" id="{9EF75287-5339-3F4B-9A63-10529CE67B12}"/>
                  </a:ext>
                </a:extLst>
              </p:cNvPr>
              <p:cNvSpPr>
                <a:spLocks noChangeArrowheads="1"/>
              </p:cNvSpPr>
              <p:nvPr/>
            </p:nvSpPr>
            <p:spPr bwMode="auto">
              <a:xfrm>
                <a:off x="1616" y="2138"/>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5" name="Line 59">
                <a:extLst>
                  <a:ext uri="{FF2B5EF4-FFF2-40B4-BE49-F238E27FC236}">
                    <a16:creationId xmlns:a16="http://schemas.microsoft.com/office/drawing/2014/main" id="{2AB637C9-6517-4947-A07D-D630784FBAE7}"/>
                  </a:ext>
                </a:extLst>
              </p:cNvPr>
              <p:cNvSpPr>
                <a:spLocks noChangeShapeType="1"/>
              </p:cNvSpPr>
              <p:nvPr/>
            </p:nvSpPr>
            <p:spPr bwMode="auto">
              <a:xfrm>
                <a:off x="1616" y="2131"/>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6" name="Line 60">
                <a:extLst>
                  <a:ext uri="{FF2B5EF4-FFF2-40B4-BE49-F238E27FC236}">
                    <a16:creationId xmlns:a16="http://schemas.microsoft.com/office/drawing/2014/main" id="{2495A212-75B8-3943-99C1-206BECF8DEE4}"/>
                  </a:ext>
                </a:extLst>
              </p:cNvPr>
              <p:cNvSpPr>
                <a:spLocks noChangeShapeType="1"/>
              </p:cNvSpPr>
              <p:nvPr/>
            </p:nvSpPr>
            <p:spPr bwMode="auto">
              <a:xfrm>
                <a:off x="1929" y="2131"/>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7" name="Rectangle 61">
                <a:extLst>
                  <a:ext uri="{FF2B5EF4-FFF2-40B4-BE49-F238E27FC236}">
                    <a16:creationId xmlns:a16="http://schemas.microsoft.com/office/drawing/2014/main" id="{8AA8B627-1CEC-4142-A0A3-32829E047EC1}"/>
                  </a:ext>
                </a:extLst>
              </p:cNvPr>
              <p:cNvSpPr>
                <a:spLocks noChangeArrowheads="1"/>
              </p:cNvSpPr>
              <p:nvPr/>
            </p:nvSpPr>
            <p:spPr bwMode="auto">
              <a:xfrm>
                <a:off x="1616" y="2131"/>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8" name="Oval 62">
                <a:extLst>
                  <a:ext uri="{FF2B5EF4-FFF2-40B4-BE49-F238E27FC236}">
                    <a16:creationId xmlns:a16="http://schemas.microsoft.com/office/drawing/2014/main" id="{F2AD727A-865F-A446-B467-3543A7C5AD51}"/>
                  </a:ext>
                </a:extLst>
              </p:cNvPr>
              <p:cNvSpPr>
                <a:spLocks noChangeArrowheads="1"/>
              </p:cNvSpPr>
              <p:nvPr/>
            </p:nvSpPr>
            <p:spPr bwMode="auto">
              <a:xfrm>
                <a:off x="1611" y="2072"/>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9" name="Rectangle 63">
                <a:extLst>
                  <a:ext uri="{FF2B5EF4-FFF2-40B4-BE49-F238E27FC236}">
                    <a16:creationId xmlns:a16="http://schemas.microsoft.com/office/drawing/2014/main" id="{694BCF0D-8965-434E-92FD-E4E57EB0AB5B}"/>
                  </a:ext>
                </a:extLst>
              </p:cNvPr>
              <p:cNvSpPr>
                <a:spLocks noChangeArrowheads="1"/>
              </p:cNvSpPr>
              <p:nvPr/>
            </p:nvSpPr>
            <p:spPr bwMode="auto">
              <a:xfrm>
                <a:off x="1687" y="2100"/>
                <a:ext cx="141" cy="105"/>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0" name="Text Box 64">
                <a:extLst>
                  <a:ext uri="{FF2B5EF4-FFF2-40B4-BE49-F238E27FC236}">
                    <a16:creationId xmlns:a16="http://schemas.microsoft.com/office/drawing/2014/main" id="{0A90B092-1D02-6E42-B19F-DD4E347FBBB9}"/>
                  </a:ext>
                </a:extLst>
              </p:cNvPr>
              <p:cNvSpPr txBox="1">
                <a:spLocks noChangeArrowheads="1"/>
              </p:cNvSpPr>
              <p:nvPr/>
            </p:nvSpPr>
            <p:spPr bwMode="auto">
              <a:xfrm>
                <a:off x="1653" y="2011"/>
                <a:ext cx="215"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z</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297" name="Line 65">
              <a:extLst>
                <a:ext uri="{FF2B5EF4-FFF2-40B4-BE49-F238E27FC236}">
                  <a16:creationId xmlns:a16="http://schemas.microsoft.com/office/drawing/2014/main" id="{65E888B4-5F50-3146-B1A9-976CBB4189C3}"/>
                </a:ext>
              </a:extLst>
            </p:cNvPr>
            <p:cNvSpPr>
              <a:spLocks noChangeShapeType="1"/>
            </p:cNvSpPr>
            <p:nvPr/>
          </p:nvSpPr>
          <p:spPr bwMode="auto">
            <a:xfrm>
              <a:off x="2640" y="2149"/>
              <a:ext cx="352" cy="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8" name="Text Box 66">
              <a:extLst>
                <a:ext uri="{FF2B5EF4-FFF2-40B4-BE49-F238E27FC236}">
                  <a16:creationId xmlns:a16="http://schemas.microsoft.com/office/drawing/2014/main" id="{F6469025-7017-984A-AA1F-2D5626DC3C4F}"/>
                </a:ext>
              </a:extLst>
            </p:cNvPr>
            <p:cNvSpPr txBox="1">
              <a:spLocks noChangeArrowheads="1"/>
            </p:cNvSpPr>
            <p:nvPr/>
          </p:nvSpPr>
          <p:spPr bwMode="auto">
            <a:xfrm>
              <a:off x="2706" y="2149"/>
              <a:ext cx="215" cy="24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9" name="Line 67">
              <a:extLst>
                <a:ext uri="{FF2B5EF4-FFF2-40B4-BE49-F238E27FC236}">
                  <a16:creationId xmlns:a16="http://schemas.microsoft.com/office/drawing/2014/main" id="{9DCC2A67-B231-F242-991B-5F4693B17004}"/>
                </a:ext>
              </a:extLst>
            </p:cNvPr>
            <p:cNvSpPr>
              <a:spLocks noChangeShapeType="1"/>
            </p:cNvSpPr>
            <p:nvPr/>
          </p:nvSpPr>
          <p:spPr bwMode="auto">
            <a:xfrm>
              <a:off x="1503" y="990"/>
              <a:ext cx="965" cy="1138"/>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0" name="Text Box 68">
              <a:extLst>
                <a:ext uri="{FF2B5EF4-FFF2-40B4-BE49-F238E27FC236}">
                  <a16:creationId xmlns:a16="http://schemas.microsoft.com/office/drawing/2014/main" id="{8129B7AB-5637-0844-AC15-1A3C9C2955C4}"/>
                </a:ext>
              </a:extLst>
            </p:cNvPr>
            <p:cNvSpPr txBox="1">
              <a:spLocks noChangeArrowheads="1"/>
            </p:cNvSpPr>
            <p:nvPr/>
          </p:nvSpPr>
          <p:spPr bwMode="auto">
            <a:xfrm>
              <a:off x="1919" y="1343"/>
              <a:ext cx="216" cy="2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7</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1" name="Freeform 69">
              <a:extLst>
                <a:ext uri="{FF2B5EF4-FFF2-40B4-BE49-F238E27FC236}">
                  <a16:creationId xmlns:a16="http://schemas.microsoft.com/office/drawing/2014/main" id="{29AAE3EF-0505-6F46-BD2A-6D69115981B9}"/>
                </a:ext>
              </a:extLst>
            </p:cNvPr>
            <p:cNvSpPr>
              <a:spLocks/>
            </p:cNvSpPr>
            <p:nvPr/>
          </p:nvSpPr>
          <p:spPr bwMode="auto">
            <a:xfrm>
              <a:off x="1489" y="976"/>
              <a:ext cx="28" cy="14"/>
            </a:xfrm>
            <a:custGeom>
              <a:avLst/>
              <a:gdLst>
                <a:gd name="T0" fmla="*/ 0 w 28"/>
                <a:gd name="T1" fmla="*/ 14 h 14"/>
                <a:gd name="T2" fmla="*/ 28 w 28"/>
                <a:gd name="T3" fmla="*/ 0 h 14"/>
                <a:gd name="T4" fmla="*/ 0 w 28"/>
                <a:gd name="T5" fmla="*/ 14 h 14"/>
                <a:gd name="T6" fmla="*/ 0 60000 65536"/>
                <a:gd name="T7" fmla="*/ 0 60000 65536"/>
                <a:gd name="T8" fmla="*/ 0 60000 65536"/>
                <a:gd name="T9" fmla="*/ 0 w 28"/>
                <a:gd name="T10" fmla="*/ 0 h 14"/>
                <a:gd name="T11" fmla="*/ 28 w 28"/>
                <a:gd name="T12" fmla="*/ 14 h 14"/>
              </a:gdLst>
              <a:ahLst/>
              <a:cxnLst>
                <a:cxn ang="T6">
                  <a:pos x="T0" y="T1"/>
                </a:cxn>
                <a:cxn ang="T7">
                  <a:pos x="T2" y="T3"/>
                </a:cxn>
                <a:cxn ang="T8">
                  <a:pos x="T4" y="T5"/>
                </a:cxn>
              </a:cxnLst>
              <a:rect l="T9" t="T10" r="T11" b="T12"/>
              <a:pathLst>
                <a:path w="28" h="14">
                  <a:moveTo>
                    <a:pt x="0" y="14"/>
                  </a:moveTo>
                  <a:cubicBezTo>
                    <a:pt x="9" y="9"/>
                    <a:pt x="28" y="0"/>
                    <a:pt x="28" y="0"/>
                  </a:cubicBezTo>
                  <a:cubicBezTo>
                    <a:pt x="28" y="0"/>
                    <a:pt x="9" y="9"/>
                    <a:pt x="0" y="14"/>
                  </a:cubicBezTo>
                  <a:close/>
                </a:path>
              </a:pathLst>
            </a:custGeom>
            <a:solidFill>
              <a:srgbClr val="00CC99"/>
            </a:solidFill>
            <a:ln w="9525">
              <a:solidFill>
                <a:srgbClr val="00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2" name="Freeform 70">
              <a:extLst>
                <a:ext uri="{FF2B5EF4-FFF2-40B4-BE49-F238E27FC236}">
                  <a16:creationId xmlns:a16="http://schemas.microsoft.com/office/drawing/2014/main" id="{8B2F3D65-7E00-5D45-B201-518DAF552032}"/>
                </a:ext>
              </a:extLst>
            </p:cNvPr>
            <p:cNvSpPr>
              <a:spLocks/>
            </p:cNvSpPr>
            <p:nvPr/>
          </p:nvSpPr>
          <p:spPr bwMode="auto">
            <a:xfrm>
              <a:off x="1623" y="999"/>
              <a:ext cx="1510" cy="1052"/>
            </a:xfrm>
            <a:custGeom>
              <a:avLst/>
              <a:gdLst>
                <a:gd name="T0" fmla="*/ 0 w 1510"/>
                <a:gd name="T1" fmla="*/ 5 h 1052"/>
                <a:gd name="T2" fmla="*/ 1102 w 1510"/>
                <a:gd name="T3" fmla="*/ 174 h 1052"/>
                <a:gd name="T4" fmla="*/ 1510 w 1510"/>
                <a:gd name="T5" fmla="*/ 1052 h 1052"/>
                <a:gd name="T6" fmla="*/ 0 60000 65536"/>
                <a:gd name="T7" fmla="*/ 0 60000 65536"/>
                <a:gd name="T8" fmla="*/ 0 60000 65536"/>
                <a:gd name="T9" fmla="*/ 0 w 1510"/>
                <a:gd name="T10" fmla="*/ 0 h 1052"/>
                <a:gd name="T11" fmla="*/ 1510 w 1510"/>
                <a:gd name="T12" fmla="*/ 1052 h 1052"/>
              </a:gdLst>
              <a:ahLst/>
              <a:cxnLst>
                <a:cxn ang="T6">
                  <a:pos x="T0" y="T1"/>
                </a:cxn>
                <a:cxn ang="T7">
                  <a:pos x="T2" y="T3"/>
                </a:cxn>
                <a:cxn ang="T8">
                  <a:pos x="T4" y="T5"/>
                </a:cxn>
              </a:cxnLst>
              <a:rect l="T9" t="T10" r="T11" b="T12"/>
              <a:pathLst>
                <a:path w="1510" h="1052">
                  <a:moveTo>
                    <a:pt x="0" y="5"/>
                  </a:moveTo>
                  <a:cubicBezTo>
                    <a:pt x="184" y="33"/>
                    <a:pt x="851" y="0"/>
                    <a:pt x="1102" y="174"/>
                  </a:cubicBezTo>
                  <a:cubicBezTo>
                    <a:pt x="1353" y="348"/>
                    <a:pt x="1425" y="869"/>
                    <a:pt x="1510" y="1052"/>
                  </a:cubicBezTo>
                </a:path>
              </a:pathLst>
            </a:custGeom>
            <a:noFill/>
            <a:ln w="9525">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3" name="Text Box 71">
              <a:extLst>
                <a:ext uri="{FF2B5EF4-FFF2-40B4-BE49-F238E27FC236}">
                  <a16:creationId xmlns:a16="http://schemas.microsoft.com/office/drawing/2014/main" id="{E68507B9-D09E-784A-9037-01E28A33760D}"/>
                </a:ext>
              </a:extLst>
            </p:cNvPr>
            <p:cNvSpPr txBox="1">
              <a:spLocks noChangeArrowheads="1"/>
            </p:cNvSpPr>
            <p:nvPr/>
          </p:nvSpPr>
          <p:spPr bwMode="auto">
            <a:xfrm>
              <a:off x="2680" y="1008"/>
              <a:ext cx="215" cy="2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9</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46" name="Text Box 73">
            <a:extLst>
              <a:ext uri="{FF2B5EF4-FFF2-40B4-BE49-F238E27FC236}">
                <a16:creationId xmlns:a16="http://schemas.microsoft.com/office/drawing/2014/main" id="{A7B8CE6F-D2D0-C64A-985C-14A532171BDD}"/>
              </a:ext>
            </a:extLst>
          </p:cNvPr>
          <p:cNvSpPr txBox="1">
            <a:spLocks noChangeArrowheads="1"/>
          </p:cNvSpPr>
          <p:nvPr/>
        </p:nvSpPr>
        <p:spPr bwMode="auto">
          <a:xfrm>
            <a:off x="593232" y="1792545"/>
            <a:ext cx="817916" cy="8309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b="0" i="0" u="none" strike="noStrike" kern="0" cap="none" spc="0" normalizeH="0" baseline="0" noProof="0" dirty="0">
                <a:ln>
                  <a:noFill/>
                </a:ln>
                <a:solidFill>
                  <a:srgbClr val="000000"/>
                </a:solidFill>
                <a:effectLst/>
                <a:uLnTx/>
                <a:uFillTx/>
                <a:latin typeface="Arial" charset="0"/>
                <a:ea typeface="ＭＳ Ｐゴシック" charset="0"/>
              </a:rPr>
              <a:t>Step</a:t>
            </a:r>
          </a:p>
          <a:p>
            <a:pPr marL="0" marR="0" lvl="0" indent="0" algn="r" defTabSz="914400" eaLnBrk="0" fontAlgn="base" latinLnBrk="0" hangingPunct="0">
              <a:lnSpc>
                <a:spcPct val="100000"/>
              </a:lnSpc>
              <a:spcBef>
                <a:spcPct val="0"/>
              </a:spcBef>
              <a:spcAft>
                <a:spcPct val="0"/>
              </a:spcAft>
              <a:buClrTx/>
              <a:buSzTx/>
              <a:buFontTx/>
              <a:buNone/>
              <a:tabLst/>
              <a:defRPr/>
            </a:pPr>
            <a:endParaRPr kumimoji="0" lang="en-US"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7" name="Text Box 74">
            <a:extLst>
              <a:ext uri="{FF2B5EF4-FFF2-40B4-BE49-F238E27FC236}">
                <a16:creationId xmlns:a16="http://schemas.microsoft.com/office/drawing/2014/main" id="{68BAE725-C9B0-4841-BC00-DFE4ABCC81F2}"/>
              </a:ext>
            </a:extLst>
          </p:cNvPr>
          <p:cNvSpPr txBox="1">
            <a:spLocks noChangeArrowheads="1"/>
          </p:cNvSpPr>
          <p:nvPr/>
        </p:nvSpPr>
        <p:spPr bwMode="auto">
          <a:xfrm>
            <a:off x="1661579" y="1793419"/>
            <a:ext cx="466795"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b="0" i="1" u="none" strike="noStrike" kern="0" cap="none" spc="0" normalizeH="0" baseline="0" noProof="0" dirty="0">
                <a:ln>
                  <a:noFill/>
                </a:ln>
                <a:solidFill>
                  <a:srgbClr val="000000"/>
                </a:solidFill>
                <a:effectLst/>
                <a:uLnTx/>
                <a:uFillTx/>
                <a:latin typeface="Arial" charset="0"/>
                <a:ea typeface="ＭＳ Ｐゴシック" charset="0"/>
              </a:rPr>
              <a:t>N</a:t>
            </a:r>
            <a:r>
              <a:rPr kumimoji="0" lang="en-US" b="0" i="1" u="none" strike="noStrike" kern="0" cap="none" spc="0" normalizeH="0" baseline="0" noProof="0" dirty="0">
                <a:ln>
                  <a:noFill/>
                </a:ln>
                <a:solidFill>
                  <a:srgbClr val="000000"/>
                </a:solidFill>
                <a:effectLst/>
                <a:uLnTx/>
                <a:uFillTx/>
                <a:latin typeface="Arial" charset="0"/>
                <a:ea typeface="ＭＳ Ｐゴシック" charset="0"/>
                <a:cs typeface="Arial" charset="0"/>
              </a:rPr>
              <a:t>'</a:t>
            </a:r>
          </a:p>
        </p:txBody>
      </p:sp>
      <p:sp>
        <p:nvSpPr>
          <p:cNvPr id="348" name="Text Box 75">
            <a:extLst>
              <a:ext uri="{FF2B5EF4-FFF2-40B4-BE49-F238E27FC236}">
                <a16:creationId xmlns:a16="http://schemas.microsoft.com/office/drawing/2014/main" id="{852A35C1-53FD-CB4F-B4CA-0E3908EA55AD}"/>
              </a:ext>
            </a:extLst>
          </p:cNvPr>
          <p:cNvSpPr txBox="1">
            <a:spLocks noChangeArrowheads="1"/>
          </p:cNvSpPr>
          <p:nvPr/>
        </p:nvSpPr>
        <p:spPr bwMode="auto">
          <a:xfrm>
            <a:off x="2373738" y="1644712"/>
            <a:ext cx="641522" cy="5355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9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D(</a:t>
            </a:r>
            <a:r>
              <a:rPr kumimoji="0" lang="en-US" sz="1600" i="1" u="none" strike="noStrike" kern="0" cap="none" spc="0" normalizeH="0" baseline="0" noProof="0" dirty="0">
                <a:ln>
                  <a:noFill/>
                </a:ln>
                <a:effectLst/>
                <a:uLnTx/>
                <a:uFillTx/>
                <a:latin typeface="Arial" panose="020B0604020202020204" pitchFamily="34" charset="0"/>
                <a:cs typeface="Arial" panose="020B0604020202020204" pitchFamily="34" charset="0"/>
              </a:rPr>
              <a:t>v</a:t>
            </a:r>
            <a:r>
              <a:rPr kumimoji="0" lang="en-US" sz="1600" b="0" i="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a:t>
            </a:r>
          </a:p>
          <a:p>
            <a:pPr marL="0" marR="0" lvl="0" indent="0" algn="ctr" defTabSz="914400" eaLnBrk="0" fontAlgn="base" latinLnBrk="0" hangingPunct="0">
              <a:lnSpc>
                <a:spcPct val="9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p(v)</a:t>
            </a:r>
          </a:p>
        </p:txBody>
      </p:sp>
      <p:sp>
        <p:nvSpPr>
          <p:cNvPr id="349" name="Text Box 76">
            <a:extLst>
              <a:ext uri="{FF2B5EF4-FFF2-40B4-BE49-F238E27FC236}">
                <a16:creationId xmlns:a16="http://schemas.microsoft.com/office/drawing/2014/main" id="{BBDC5F24-2BBB-0D44-B8B8-9CFC425F44D1}"/>
              </a:ext>
            </a:extLst>
          </p:cNvPr>
          <p:cNvSpPr txBox="1">
            <a:spLocks noChangeArrowheads="1"/>
          </p:cNvSpPr>
          <p:nvPr/>
        </p:nvSpPr>
        <p:spPr bwMode="auto">
          <a:xfrm>
            <a:off x="785268" y="2280100"/>
            <a:ext cx="327334"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0</a:t>
            </a:r>
          </a:p>
        </p:txBody>
      </p:sp>
      <p:sp>
        <p:nvSpPr>
          <p:cNvPr id="350" name="Text Box 77">
            <a:extLst>
              <a:ext uri="{FF2B5EF4-FFF2-40B4-BE49-F238E27FC236}">
                <a16:creationId xmlns:a16="http://schemas.microsoft.com/office/drawing/2014/main" id="{1F8B1E53-4D00-F94A-8B2B-876B773605C7}"/>
              </a:ext>
            </a:extLst>
          </p:cNvPr>
          <p:cNvSpPr txBox="1">
            <a:spLocks noChangeArrowheads="1"/>
          </p:cNvSpPr>
          <p:nvPr/>
        </p:nvSpPr>
        <p:spPr bwMode="auto">
          <a:xfrm>
            <a:off x="770326" y="2715388"/>
            <a:ext cx="327334"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1</a:t>
            </a:r>
          </a:p>
        </p:txBody>
      </p:sp>
      <p:sp>
        <p:nvSpPr>
          <p:cNvPr id="351" name="Text Box 78">
            <a:extLst>
              <a:ext uri="{FF2B5EF4-FFF2-40B4-BE49-F238E27FC236}">
                <a16:creationId xmlns:a16="http://schemas.microsoft.com/office/drawing/2014/main" id="{E227DF10-F3CE-8B4B-80AA-C13257890D0D}"/>
              </a:ext>
            </a:extLst>
          </p:cNvPr>
          <p:cNvSpPr txBox="1">
            <a:spLocks noChangeArrowheads="1"/>
          </p:cNvSpPr>
          <p:nvPr/>
        </p:nvSpPr>
        <p:spPr bwMode="auto">
          <a:xfrm>
            <a:off x="767972" y="3193935"/>
            <a:ext cx="327334"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2</a:t>
            </a:r>
          </a:p>
        </p:txBody>
      </p:sp>
      <p:sp>
        <p:nvSpPr>
          <p:cNvPr id="352" name="Text Box 79">
            <a:extLst>
              <a:ext uri="{FF2B5EF4-FFF2-40B4-BE49-F238E27FC236}">
                <a16:creationId xmlns:a16="http://schemas.microsoft.com/office/drawing/2014/main" id="{58F5B987-DA0B-DE4E-A3DB-E7A0F640D49B}"/>
              </a:ext>
            </a:extLst>
          </p:cNvPr>
          <p:cNvSpPr txBox="1">
            <a:spLocks noChangeArrowheads="1"/>
          </p:cNvSpPr>
          <p:nvPr/>
        </p:nvSpPr>
        <p:spPr bwMode="auto">
          <a:xfrm>
            <a:off x="765563" y="3622020"/>
            <a:ext cx="327334"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3</a:t>
            </a:r>
          </a:p>
        </p:txBody>
      </p:sp>
      <p:sp>
        <p:nvSpPr>
          <p:cNvPr id="353" name="Text Box 80">
            <a:extLst>
              <a:ext uri="{FF2B5EF4-FFF2-40B4-BE49-F238E27FC236}">
                <a16:creationId xmlns:a16="http://schemas.microsoft.com/office/drawing/2014/main" id="{E271C2C0-9C9D-0843-979B-F9ADBEE6BCCF}"/>
              </a:ext>
            </a:extLst>
          </p:cNvPr>
          <p:cNvSpPr txBox="1">
            <a:spLocks noChangeArrowheads="1"/>
          </p:cNvSpPr>
          <p:nvPr/>
        </p:nvSpPr>
        <p:spPr bwMode="auto">
          <a:xfrm>
            <a:off x="762130" y="4110058"/>
            <a:ext cx="327334"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4</a:t>
            </a:r>
          </a:p>
        </p:txBody>
      </p:sp>
      <p:sp>
        <p:nvSpPr>
          <p:cNvPr id="354" name="Text Box 81">
            <a:extLst>
              <a:ext uri="{FF2B5EF4-FFF2-40B4-BE49-F238E27FC236}">
                <a16:creationId xmlns:a16="http://schemas.microsoft.com/office/drawing/2014/main" id="{448385CC-395B-0249-94AC-C347F1C7C4C6}"/>
              </a:ext>
            </a:extLst>
          </p:cNvPr>
          <p:cNvSpPr txBox="1">
            <a:spLocks noChangeArrowheads="1"/>
          </p:cNvSpPr>
          <p:nvPr/>
        </p:nvSpPr>
        <p:spPr bwMode="auto">
          <a:xfrm>
            <a:off x="760856" y="4551045"/>
            <a:ext cx="327334"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5</a:t>
            </a:r>
          </a:p>
        </p:txBody>
      </p:sp>
      <p:sp>
        <p:nvSpPr>
          <p:cNvPr id="355" name="Text Box 82">
            <a:extLst>
              <a:ext uri="{FF2B5EF4-FFF2-40B4-BE49-F238E27FC236}">
                <a16:creationId xmlns:a16="http://schemas.microsoft.com/office/drawing/2014/main" id="{CB1E6E3C-1D2C-0440-BB3B-C048D495B661}"/>
              </a:ext>
            </a:extLst>
          </p:cNvPr>
          <p:cNvSpPr txBox="1">
            <a:spLocks noChangeArrowheads="1"/>
          </p:cNvSpPr>
          <p:nvPr/>
        </p:nvSpPr>
        <p:spPr bwMode="auto">
          <a:xfrm>
            <a:off x="3207477" y="1647177"/>
            <a:ext cx="688010" cy="5355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9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D(</a:t>
            </a:r>
            <a:r>
              <a:rPr kumimoji="0" lang="en-US" sz="1600" i="1" u="none" strike="noStrike" kern="0" cap="none" spc="0" normalizeH="0" baseline="0" noProof="0" dirty="0">
                <a:ln>
                  <a:noFill/>
                </a:ln>
                <a:effectLst/>
                <a:uLnTx/>
                <a:uFillTx/>
                <a:latin typeface="Arial" panose="020B0604020202020204" pitchFamily="34" charset="0"/>
                <a:cs typeface="Arial" panose="020B0604020202020204" pitchFamily="34" charset="0"/>
              </a:rPr>
              <a:t>w</a:t>
            </a:r>
            <a:r>
              <a:rPr kumimoji="0" lang="en-US" sz="1600" b="0" i="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a:t>
            </a:r>
          </a:p>
          <a:p>
            <a:pPr marL="0" marR="0" lvl="0" indent="0" algn="ctr" defTabSz="914400" eaLnBrk="0" fontAlgn="base" latinLnBrk="0" hangingPunct="0">
              <a:lnSpc>
                <a:spcPct val="9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p(w)</a:t>
            </a:r>
          </a:p>
        </p:txBody>
      </p:sp>
      <p:sp>
        <p:nvSpPr>
          <p:cNvPr id="356" name="Text Box 83">
            <a:extLst>
              <a:ext uri="{FF2B5EF4-FFF2-40B4-BE49-F238E27FC236}">
                <a16:creationId xmlns:a16="http://schemas.microsoft.com/office/drawing/2014/main" id="{3D04A92E-6A73-6E4A-8741-77860D62720F}"/>
              </a:ext>
            </a:extLst>
          </p:cNvPr>
          <p:cNvSpPr txBox="1">
            <a:spLocks noChangeArrowheads="1"/>
          </p:cNvSpPr>
          <p:nvPr/>
        </p:nvSpPr>
        <p:spPr bwMode="auto">
          <a:xfrm>
            <a:off x="4098638" y="1647176"/>
            <a:ext cx="641522" cy="5355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9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D(</a:t>
            </a:r>
            <a:r>
              <a:rPr kumimoji="0" lang="en-US" sz="1600" i="1" u="none" strike="noStrike" kern="0" cap="none" spc="0" normalizeH="0" baseline="0" noProof="0" dirty="0">
                <a:ln>
                  <a:noFill/>
                </a:ln>
                <a:effectLst/>
                <a:uLnTx/>
                <a:uFillTx/>
                <a:latin typeface="Arial" panose="020B0604020202020204" pitchFamily="34" charset="0"/>
                <a:cs typeface="Arial" panose="020B0604020202020204" pitchFamily="34" charset="0"/>
              </a:rPr>
              <a:t>x</a:t>
            </a:r>
            <a:r>
              <a:rPr kumimoji="0" lang="en-US" sz="1600" b="0" i="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a:t>
            </a:r>
          </a:p>
          <a:p>
            <a:pPr marL="0" marR="0" lvl="0" indent="0" algn="ctr" defTabSz="914400" eaLnBrk="0" fontAlgn="base" latinLnBrk="0" hangingPunct="0">
              <a:lnSpc>
                <a:spcPct val="9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p(x)</a:t>
            </a:r>
          </a:p>
        </p:txBody>
      </p:sp>
      <p:sp>
        <p:nvSpPr>
          <p:cNvPr id="357" name="Text Box 84">
            <a:extLst>
              <a:ext uri="{FF2B5EF4-FFF2-40B4-BE49-F238E27FC236}">
                <a16:creationId xmlns:a16="http://schemas.microsoft.com/office/drawing/2014/main" id="{2192712D-9E59-B944-BD03-C11BC42337CD}"/>
              </a:ext>
            </a:extLst>
          </p:cNvPr>
          <p:cNvSpPr txBox="1">
            <a:spLocks noChangeArrowheads="1"/>
          </p:cNvSpPr>
          <p:nvPr/>
        </p:nvSpPr>
        <p:spPr bwMode="auto">
          <a:xfrm>
            <a:off x="4934206" y="1652652"/>
            <a:ext cx="641522" cy="5355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9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D(</a:t>
            </a:r>
            <a:r>
              <a:rPr kumimoji="0" lang="en-US" sz="1600" i="1" u="none" strike="noStrike" kern="0" cap="none" spc="0" normalizeH="0" baseline="0" noProof="0" dirty="0">
                <a:ln>
                  <a:noFill/>
                </a:ln>
                <a:effectLst/>
                <a:uLnTx/>
                <a:uFillTx/>
                <a:latin typeface="Arial" panose="020B0604020202020204" pitchFamily="34" charset="0"/>
                <a:cs typeface="Arial" panose="020B0604020202020204" pitchFamily="34" charset="0"/>
              </a:rPr>
              <a:t>y</a:t>
            </a:r>
            <a:r>
              <a:rPr kumimoji="0" lang="en-US" sz="1600" b="0" i="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a:t>
            </a:r>
          </a:p>
          <a:p>
            <a:pPr marL="0" marR="0" lvl="0" indent="0" algn="ctr" defTabSz="914400" eaLnBrk="0" fontAlgn="base" latinLnBrk="0" hangingPunct="0">
              <a:lnSpc>
                <a:spcPct val="9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p(y)</a:t>
            </a:r>
          </a:p>
        </p:txBody>
      </p:sp>
      <p:sp>
        <p:nvSpPr>
          <p:cNvPr id="358" name="Text Box 85">
            <a:extLst>
              <a:ext uri="{FF2B5EF4-FFF2-40B4-BE49-F238E27FC236}">
                <a16:creationId xmlns:a16="http://schemas.microsoft.com/office/drawing/2014/main" id="{9759BEB2-4722-4F4D-9B33-21A7ED7DEE63}"/>
              </a:ext>
            </a:extLst>
          </p:cNvPr>
          <p:cNvSpPr txBox="1">
            <a:spLocks noChangeArrowheads="1"/>
          </p:cNvSpPr>
          <p:nvPr/>
        </p:nvSpPr>
        <p:spPr bwMode="auto">
          <a:xfrm>
            <a:off x="5771830" y="1651940"/>
            <a:ext cx="630302" cy="5355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9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D(</a:t>
            </a:r>
            <a:r>
              <a:rPr kumimoji="0" lang="en-US" sz="1600" i="1" u="none" strike="noStrike" kern="0" cap="none" spc="0" normalizeH="0" baseline="0" noProof="0" dirty="0">
                <a:ln>
                  <a:noFill/>
                </a:ln>
                <a:effectLst/>
                <a:uLnTx/>
                <a:uFillTx/>
                <a:latin typeface="Arial" panose="020B0604020202020204" pitchFamily="34" charset="0"/>
                <a:cs typeface="Arial" panose="020B0604020202020204" pitchFamily="34" charset="0"/>
              </a:rPr>
              <a:t>z</a:t>
            </a:r>
            <a:r>
              <a:rPr kumimoji="0" lang="en-US" sz="1600" b="0" i="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a:t>
            </a:r>
          </a:p>
          <a:p>
            <a:pPr marL="0" marR="0" lvl="0" indent="0" algn="ctr" defTabSz="914400" eaLnBrk="0" fontAlgn="base" latinLnBrk="0" hangingPunct="0">
              <a:lnSpc>
                <a:spcPct val="9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p(z)</a:t>
            </a:r>
          </a:p>
        </p:txBody>
      </p:sp>
      <p:sp>
        <p:nvSpPr>
          <p:cNvPr id="360" name="Line 87">
            <a:extLst>
              <a:ext uri="{FF2B5EF4-FFF2-40B4-BE49-F238E27FC236}">
                <a16:creationId xmlns:a16="http://schemas.microsoft.com/office/drawing/2014/main" id="{8A5F9E13-788E-9143-9F2C-DF086CF7066C}"/>
              </a:ext>
            </a:extLst>
          </p:cNvPr>
          <p:cNvSpPr>
            <a:spLocks noChangeShapeType="1"/>
          </p:cNvSpPr>
          <p:nvPr/>
        </p:nvSpPr>
        <p:spPr bwMode="auto">
          <a:xfrm>
            <a:off x="939397" y="2690590"/>
            <a:ext cx="5150117" cy="0"/>
          </a:xfrm>
          <a:prstGeom prst="line">
            <a:avLst/>
          </a:prstGeom>
          <a:noFill/>
          <a:ln w="12700">
            <a:solidFill>
              <a:schemeClr val="bg1">
                <a:lumMod val="65000"/>
              </a:schemeClr>
            </a:solidFill>
            <a:round/>
            <a:headEnd/>
            <a:tailEnd/>
          </a:ln>
          <a:extLst>
            <a:ext uri="{909E8E84-426E-40dd-AFC4-6F175D3DCCD1}">
              <a14:hiddenFill xmlns:a14="http://schemas.microsoft.com/office/drawing/2010/main" xmlns="">
                <a:noFill/>
              </a14:hiddenFill>
            </a:ext>
          </a:extLst>
        </p:spPr>
        <p:txBody>
          <a:bodyPr wrap="none"/>
          <a:lstStyle/>
          <a:p>
            <a:pPr eaLnBrk="0" fontAlgn="base" hangingPunct="0">
              <a:spcBef>
                <a:spcPct val="0"/>
              </a:spcBef>
              <a:spcAft>
                <a:spcPct val="0"/>
              </a:spcAft>
            </a:pPr>
            <a:endParaRPr lang="en-US" sz="2000" dirty="0">
              <a:solidFill>
                <a:srgbClr val="000000"/>
              </a:solidFill>
              <a:latin typeface="Arial" charset="0"/>
              <a:ea typeface="ＭＳ Ｐゴシック" charset="0"/>
            </a:endParaRPr>
          </a:p>
        </p:txBody>
      </p:sp>
      <p:sp>
        <p:nvSpPr>
          <p:cNvPr id="361" name="Text Box 88">
            <a:extLst>
              <a:ext uri="{FF2B5EF4-FFF2-40B4-BE49-F238E27FC236}">
                <a16:creationId xmlns:a16="http://schemas.microsoft.com/office/drawing/2014/main" id="{B5D75FC0-2828-1E41-B4E4-7454030F9FF7}"/>
              </a:ext>
            </a:extLst>
          </p:cNvPr>
          <p:cNvSpPr txBox="1">
            <a:spLocks noChangeArrowheads="1"/>
          </p:cNvSpPr>
          <p:nvPr/>
        </p:nvSpPr>
        <p:spPr bwMode="auto">
          <a:xfrm>
            <a:off x="1766343" y="2270575"/>
            <a:ext cx="327334"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FF0000"/>
                </a:solidFill>
                <a:effectLst/>
                <a:uLnTx/>
                <a:uFillTx/>
                <a:latin typeface="Arial" charset="0"/>
                <a:ea typeface="ＭＳ Ｐゴシック" charset="0"/>
              </a:rPr>
              <a:t>u</a:t>
            </a:r>
          </a:p>
        </p:txBody>
      </p:sp>
      <p:sp>
        <p:nvSpPr>
          <p:cNvPr id="362" name="Line 89">
            <a:extLst>
              <a:ext uri="{FF2B5EF4-FFF2-40B4-BE49-F238E27FC236}">
                <a16:creationId xmlns:a16="http://schemas.microsoft.com/office/drawing/2014/main" id="{8BD77020-FC12-9249-83A7-84423976E659}"/>
              </a:ext>
            </a:extLst>
          </p:cNvPr>
          <p:cNvSpPr>
            <a:spLocks noChangeShapeType="1"/>
          </p:cNvSpPr>
          <p:nvPr/>
        </p:nvSpPr>
        <p:spPr bwMode="auto">
          <a:xfrm>
            <a:off x="871302" y="3151241"/>
            <a:ext cx="5224698" cy="0"/>
          </a:xfrm>
          <a:prstGeom prst="line">
            <a:avLst/>
          </a:prstGeom>
          <a:noFill/>
          <a:ln w="12700">
            <a:solidFill>
              <a:schemeClr val="bg1">
                <a:lumMod val="65000"/>
              </a:schemeClr>
            </a:solidFill>
            <a:round/>
            <a:headEnd/>
            <a:tailEnd/>
          </a:ln>
          <a:extLst>
            <a:ext uri="{909E8E84-426E-40dd-AFC4-6F175D3DCCD1}">
              <a14:hiddenFill xmlns:a14="http://schemas.microsoft.com/office/drawing/2010/main" xmlns="">
                <a:noFill/>
              </a14:hiddenFill>
            </a:ext>
          </a:extLst>
        </p:spPr>
        <p:txBody>
          <a:bodyPr wrap="none"/>
          <a:lstStyle/>
          <a:p>
            <a:pPr eaLnBrk="0" fontAlgn="base" hangingPunct="0">
              <a:spcBef>
                <a:spcPct val="0"/>
              </a:spcBef>
              <a:spcAft>
                <a:spcPct val="0"/>
              </a:spcAft>
            </a:pPr>
            <a:endParaRPr lang="en-US" sz="2000" dirty="0">
              <a:solidFill>
                <a:srgbClr val="000000"/>
              </a:solidFill>
              <a:latin typeface="Arial" charset="0"/>
              <a:ea typeface="ＭＳ Ｐゴシック" charset="0"/>
            </a:endParaRPr>
          </a:p>
        </p:txBody>
      </p:sp>
      <p:sp>
        <p:nvSpPr>
          <p:cNvPr id="363" name="Line 90">
            <a:extLst>
              <a:ext uri="{FF2B5EF4-FFF2-40B4-BE49-F238E27FC236}">
                <a16:creationId xmlns:a16="http://schemas.microsoft.com/office/drawing/2014/main" id="{9B928B6B-4609-A44E-A6B9-1009B9CF89E0}"/>
              </a:ext>
            </a:extLst>
          </p:cNvPr>
          <p:cNvSpPr>
            <a:spLocks noChangeShapeType="1"/>
          </p:cNvSpPr>
          <p:nvPr/>
        </p:nvSpPr>
        <p:spPr bwMode="auto">
          <a:xfrm>
            <a:off x="871302" y="3618848"/>
            <a:ext cx="5224698" cy="0"/>
          </a:xfrm>
          <a:prstGeom prst="line">
            <a:avLst/>
          </a:prstGeom>
          <a:noFill/>
          <a:ln w="12700">
            <a:solidFill>
              <a:schemeClr val="bg1">
                <a:lumMod val="65000"/>
              </a:schemeClr>
            </a:solidFill>
            <a:round/>
            <a:headEnd/>
            <a:tailEnd/>
          </a:ln>
          <a:extLst>
            <a:ext uri="{909E8E84-426E-40dd-AFC4-6F175D3DCCD1}">
              <a14:hiddenFill xmlns:a14="http://schemas.microsoft.com/office/drawing/2010/main" xmlns="">
                <a:noFill/>
              </a14:hiddenFill>
            </a:ext>
          </a:extLst>
        </p:spPr>
        <p:txBody>
          <a:bodyPr wrap="none"/>
          <a:lstStyle/>
          <a:p>
            <a:pPr eaLnBrk="0" fontAlgn="base" hangingPunct="0">
              <a:spcBef>
                <a:spcPct val="0"/>
              </a:spcBef>
              <a:spcAft>
                <a:spcPct val="0"/>
              </a:spcAft>
            </a:pPr>
            <a:endParaRPr lang="en-US" sz="2000" dirty="0">
              <a:solidFill>
                <a:srgbClr val="000000"/>
              </a:solidFill>
              <a:latin typeface="Arial" charset="0"/>
              <a:ea typeface="ＭＳ Ｐゴシック" charset="0"/>
            </a:endParaRPr>
          </a:p>
        </p:txBody>
      </p:sp>
      <p:sp>
        <p:nvSpPr>
          <p:cNvPr id="364" name="Line 91">
            <a:extLst>
              <a:ext uri="{FF2B5EF4-FFF2-40B4-BE49-F238E27FC236}">
                <a16:creationId xmlns:a16="http://schemas.microsoft.com/office/drawing/2014/main" id="{C76CD917-F8A2-084E-A595-FE42589B9BF9}"/>
              </a:ext>
            </a:extLst>
          </p:cNvPr>
          <p:cNvSpPr>
            <a:spLocks noChangeShapeType="1"/>
          </p:cNvSpPr>
          <p:nvPr/>
        </p:nvSpPr>
        <p:spPr bwMode="auto">
          <a:xfrm>
            <a:off x="818428" y="4551040"/>
            <a:ext cx="5277571" cy="0"/>
          </a:xfrm>
          <a:prstGeom prst="line">
            <a:avLst/>
          </a:prstGeom>
          <a:noFill/>
          <a:ln w="12700">
            <a:solidFill>
              <a:schemeClr val="bg1">
                <a:lumMod val="65000"/>
              </a:schemeClr>
            </a:solidFill>
            <a:round/>
            <a:headEnd/>
            <a:tailEnd/>
          </a:ln>
          <a:extLst>
            <a:ext uri="{909E8E84-426E-40dd-AFC4-6F175D3DCCD1}">
              <a14:hiddenFill xmlns:a14="http://schemas.microsoft.com/office/drawing/2010/main" xmlns="">
                <a:noFill/>
              </a14:hiddenFill>
            </a:ext>
          </a:extLst>
        </p:spPr>
        <p:txBody>
          <a:bodyPr wrap="none"/>
          <a:lstStyle/>
          <a:p>
            <a:pPr eaLnBrk="0" fontAlgn="base" hangingPunct="0">
              <a:spcBef>
                <a:spcPct val="0"/>
              </a:spcBef>
              <a:spcAft>
                <a:spcPct val="0"/>
              </a:spcAft>
            </a:pPr>
            <a:endParaRPr lang="en-US" sz="2000" dirty="0">
              <a:solidFill>
                <a:srgbClr val="000000"/>
              </a:solidFill>
              <a:latin typeface="Arial" charset="0"/>
              <a:ea typeface="ＭＳ Ｐゴシック" charset="0"/>
            </a:endParaRPr>
          </a:p>
        </p:txBody>
      </p:sp>
      <p:sp>
        <p:nvSpPr>
          <p:cNvPr id="365" name="Line 92">
            <a:extLst>
              <a:ext uri="{FF2B5EF4-FFF2-40B4-BE49-F238E27FC236}">
                <a16:creationId xmlns:a16="http://schemas.microsoft.com/office/drawing/2014/main" id="{676FEE77-1F18-B34E-9F67-2476A2B29244}"/>
              </a:ext>
            </a:extLst>
          </p:cNvPr>
          <p:cNvSpPr>
            <a:spLocks noChangeShapeType="1"/>
          </p:cNvSpPr>
          <p:nvPr/>
        </p:nvSpPr>
        <p:spPr bwMode="auto">
          <a:xfrm>
            <a:off x="866540" y="4075166"/>
            <a:ext cx="5229460" cy="0"/>
          </a:xfrm>
          <a:prstGeom prst="line">
            <a:avLst/>
          </a:prstGeom>
          <a:noFill/>
          <a:ln w="12700">
            <a:solidFill>
              <a:schemeClr val="bg1">
                <a:lumMod val="65000"/>
              </a:schemeClr>
            </a:solidFill>
            <a:round/>
            <a:headEnd/>
            <a:tailEnd/>
          </a:ln>
          <a:extLst>
            <a:ext uri="{909E8E84-426E-40dd-AFC4-6F175D3DCCD1}">
              <a14:hiddenFill xmlns:a14="http://schemas.microsoft.com/office/drawing/2010/main" xmlns="">
                <a:noFill/>
              </a14:hiddenFill>
            </a:ext>
          </a:extLst>
        </p:spPr>
        <p:txBody>
          <a:bodyPr wrap="none"/>
          <a:lstStyle/>
          <a:p>
            <a:pPr eaLnBrk="0" fontAlgn="base" hangingPunct="0">
              <a:spcBef>
                <a:spcPct val="0"/>
              </a:spcBef>
              <a:spcAft>
                <a:spcPct val="0"/>
              </a:spcAft>
            </a:pPr>
            <a:endParaRPr lang="en-US" sz="2000" dirty="0">
              <a:solidFill>
                <a:srgbClr val="000000"/>
              </a:solidFill>
              <a:latin typeface="Arial" charset="0"/>
              <a:ea typeface="ＭＳ Ｐゴシック" charset="0"/>
            </a:endParaRPr>
          </a:p>
        </p:txBody>
      </p:sp>
      <p:sp>
        <p:nvSpPr>
          <p:cNvPr id="366" name="Line 93">
            <a:extLst>
              <a:ext uri="{FF2B5EF4-FFF2-40B4-BE49-F238E27FC236}">
                <a16:creationId xmlns:a16="http://schemas.microsoft.com/office/drawing/2014/main" id="{3EEF148F-9B80-C748-A557-23B2FBFF01AE}"/>
              </a:ext>
            </a:extLst>
          </p:cNvPr>
          <p:cNvSpPr>
            <a:spLocks noChangeShapeType="1"/>
          </p:cNvSpPr>
          <p:nvPr/>
        </p:nvSpPr>
        <p:spPr bwMode="auto">
          <a:xfrm>
            <a:off x="866016" y="5009992"/>
            <a:ext cx="5229984" cy="0"/>
          </a:xfrm>
          <a:prstGeom prst="line">
            <a:avLst/>
          </a:prstGeom>
          <a:noFill/>
          <a:ln w="12700">
            <a:solidFill>
              <a:schemeClr val="bg1">
                <a:lumMod val="65000"/>
              </a:schemeClr>
            </a:solidFill>
            <a:round/>
            <a:headEnd/>
            <a:tailEnd/>
          </a:ln>
          <a:extLst>
            <a:ext uri="{909E8E84-426E-40dd-AFC4-6F175D3DCCD1}">
              <a14:hiddenFill xmlns:a14="http://schemas.microsoft.com/office/drawing/2010/main" xmlns="">
                <a:noFill/>
              </a14:hiddenFill>
            </a:ext>
          </a:extLst>
        </p:spPr>
        <p:txBody>
          <a:bodyPr wrap="none"/>
          <a:lstStyle/>
          <a:p>
            <a:pPr eaLnBrk="0" fontAlgn="base" hangingPunct="0">
              <a:spcBef>
                <a:spcPct val="0"/>
              </a:spcBef>
              <a:spcAft>
                <a:spcPct val="0"/>
              </a:spcAft>
            </a:pPr>
            <a:endParaRPr lang="en-US" sz="2000" dirty="0">
              <a:solidFill>
                <a:srgbClr val="000000"/>
              </a:solidFill>
              <a:latin typeface="Arial" charset="0"/>
              <a:ea typeface="ＭＳ Ｐゴシック" charset="0"/>
            </a:endParaRPr>
          </a:p>
        </p:txBody>
      </p:sp>
      <p:grpSp>
        <p:nvGrpSpPr>
          <p:cNvPr id="367" name="Group 94">
            <a:extLst>
              <a:ext uri="{FF2B5EF4-FFF2-40B4-BE49-F238E27FC236}">
                <a16:creationId xmlns:a16="http://schemas.microsoft.com/office/drawing/2014/main" id="{558A3619-2058-4548-85D0-840189D30DCE}"/>
              </a:ext>
            </a:extLst>
          </p:cNvPr>
          <p:cNvGrpSpPr>
            <a:grpSpLocks/>
          </p:cNvGrpSpPr>
          <p:nvPr/>
        </p:nvGrpSpPr>
        <p:grpSpPr bwMode="auto">
          <a:xfrm>
            <a:off x="2400069" y="2268766"/>
            <a:ext cx="3937006" cy="409575"/>
            <a:chOff x="1329" y="1036"/>
            <a:chExt cx="2480" cy="258"/>
          </a:xfrm>
        </p:grpSpPr>
        <p:sp>
          <p:nvSpPr>
            <p:cNvPr id="368" name="Text Box 95">
              <a:extLst>
                <a:ext uri="{FF2B5EF4-FFF2-40B4-BE49-F238E27FC236}">
                  <a16:creationId xmlns:a16="http://schemas.microsoft.com/office/drawing/2014/main" id="{A9A49627-FB9F-6845-8479-4BEAC42773FB}"/>
                </a:ext>
              </a:extLst>
            </p:cNvPr>
            <p:cNvSpPr txBox="1">
              <a:spLocks noChangeArrowheads="1"/>
            </p:cNvSpPr>
            <p:nvPr/>
          </p:nvSpPr>
          <p:spPr bwMode="auto">
            <a:xfrm>
              <a:off x="3509" y="1036"/>
              <a:ext cx="300"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omic Sans MS" charset="0"/>
                  <a:ea typeface="ＭＳ Ｐゴシック" charset="0"/>
                </a:rPr>
                <a:t>∞ </a:t>
              </a:r>
              <a:endParaRPr kumimoji="0" lang="en-US"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9" name="Text Box 96">
              <a:extLst>
                <a:ext uri="{FF2B5EF4-FFF2-40B4-BE49-F238E27FC236}">
                  <a16:creationId xmlns:a16="http://schemas.microsoft.com/office/drawing/2014/main" id="{41F7B139-E678-B342-AD4B-7706825D14B9}"/>
                </a:ext>
              </a:extLst>
            </p:cNvPr>
            <p:cNvSpPr txBox="1">
              <a:spLocks noChangeArrowheads="1"/>
            </p:cNvSpPr>
            <p:nvPr/>
          </p:nvSpPr>
          <p:spPr bwMode="auto">
            <a:xfrm>
              <a:off x="2989" y="1042"/>
              <a:ext cx="300"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omic Sans MS" charset="0"/>
                  <a:ea typeface="ＭＳ Ｐゴシック" charset="0"/>
                </a:rPr>
                <a:t>∞ </a:t>
              </a:r>
              <a:endParaRPr kumimoji="0" lang="en-US"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0" name="Text Box 97">
              <a:extLst>
                <a:ext uri="{FF2B5EF4-FFF2-40B4-BE49-F238E27FC236}">
                  <a16:creationId xmlns:a16="http://schemas.microsoft.com/office/drawing/2014/main" id="{5B097C3C-A220-B449-93F9-E7D23003D931}"/>
                </a:ext>
              </a:extLst>
            </p:cNvPr>
            <p:cNvSpPr txBox="1">
              <a:spLocks noChangeArrowheads="1"/>
            </p:cNvSpPr>
            <p:nvPr/>
          </p:nvSpPr>
          <p:spPr bwMode="auto">
            <a:xfrm>
              <a:off x="1329" y="1038"/>
              <a:ext cx="340"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7,u</a:t>
              </a:r>
            </a:p>
          </p:txBody>
        </p:sp>
        <p:sp>
          <p:nvSpPr>
            <p:cNvPr id="371" name="Text Box 98">
              <a:extLst>
                <a:ext uri="{FF2B5EF4-FFF2-40B4-BE49-F238E27FC236}">
                  <a16:creationId xmlns:a16="http://schemas.microsoft.com/office/drawing/2014/main" id="{A0B94B27-CE7D-C949-AB21-F3E5E557F643}"/>
                </a:ext>
              </a:extLst>
            </p:cNvPr>
            <p:cNvSpPr txBox="1">
              <a:spLocks noChangeArrowheads="1"/>
            </p:cNvSpPr>
            <p:nvPr/>
          </p:nvSpPr>
          <p:spPr bwMode="auto">
            <a:xfrm>
              <a:off x="1855" y="1041"/>
              <a:ext cx="340"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3,u</a:t>
              </a:r>
            </a:p>
          </p:txBody>
        </p:sp>
        <p:sp>
          <p:nvSpPr>
            <p:cNvPr id="372" name="Text Box 99">
              <a:extLst>
                <a:ext uri="{FF2B5EF4-FFF2-40B4-BE49-F238E27FC236}">
                  <a16:creationId xmlns:a16="http://schemas.microsoft.com/office/drawing/2014/main" id="{8F8C77A4-ABDE-6E4B-A507-A4A1C104D5C9}"/>
                </a:ext>
              </a:extLst>
            </p:cNvPr>
            <p:cNvSpPr txBox="1">
              <a:spLocks noChangeArrowheads="1"/>
            </p:cNvSpPr>
            <p:nvPr/>
          </p:nvSpPr>
          <p:spPr bwMode="auto">
            <a:xfrm>
              <a:off x="2407" y="1038"/>
              <a:ext cx="340"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5,u</a:t>
              </a:r>
            </a:p>
          </p:txBody>
        </p:sp>
      </p:grpSp>
      <p:sp>
        <p:nvSpPr>
          <p:cNvPr id="373" name="Text Box 100">
            <a:extLst>
              <a:ext uri="{FF2B5EF4-FFF2-40B4-BE49-F238E27FC236}">
                <a16:creationId xmlns:a16="http://schemas.microsoft.com/office/drawing/2014/main" id="{ACA0D86F-02A7-B84B-A3AB-5BBFB524F62E}"/>
              </a:ext>
            </a:extLst>
          </p:cNvPr>
          <p:cNvSpPr txBox="1">
            <a:spLocks noChangeArrowheads="1"/>
          </p:cNvSpPr>
          <p:nvPr/>
        </p:nvSpPr>
        <p:spPr bwMode="auto">
          <a:xfrm>
            <a:off x="1595504" y="2721633"/>
            <a:ext cx="513282"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uw</a:t>
            </a:r>
          </a:p>
        </p:txBody>
      </p:sp>
      <p:grpSp>
        <p:nvGrpSpPr>
          <p:cNvPr id="374" name="Group 101">
            <a:extLst>
              <a:ext uri="{FF2B5EF4-FFF2-40B4-BE49-F238E27FC236}">
                <a16:creationId xmlns:a16="http://schemas.microsoft.com/office/drawing/2014/main" id="{BC7C6C04-9C61-5440-80EF-C809C32DFA20}"/>
              </a:ext>
            </a:extLst>
          </p:cNvPr>
          <p:cNvGrpSpPr>
            <a:grpSpLocks/>
          </p:cNvGrpSpPr>
          <p:nvPr/>
        </p:nvGrpSpPr>
        <p:grpSpPr bwMode="auto">
          <a:xfrm>
            <a:off x="2409590" y="2707832"/>
            <a:ext cx="3933824" cy="420688"/>
            <a:chOff x="1328" y="1004"/>
            <a:chExt cx="2478" cy="265"/>
          </a:xfrm>
        </p:grpSpPr>
        <p:sp>
          <p:nvSpPr>
            <p:cNvPr id="375" name="Text Box 102">
              <a:extLst>
                <a:ext uri="{FF2B5EF4-FFF2-40B4-BE49-F238E27FC236}">
                  <a16:creationId xmlns:a16="http://schemas.microsoft.com/office/drawing/2014/main" id="{ABAEF0CA-F3B4-3F40-B673-304562BCEA0C}"/>
                </a:ext>
              </a:extLst>
            </p:cNvPr>
            <p:cNvSpPr txBox="1">
              <a:spLocks noChangeArrowheads="1"/>
            </p:cNvSpPr>
            <p:nvPr/>
          </p:nvSpPr>
          <p:spPr bwMode="auto">
            <a:xfrm>
              <a:off x="3506" y="1004"/>
              <a:ext cx="300"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omic Sans MS" charset="0"/>
                  <a:ea typeface="ＭＳ Ｐゴシック" charset="0"/>
                </a:rPr>
                <a:t>∞ </a:t>
              </a:r>
              <a:endParaRPr kumimoji="0" lang="en-US"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6" name="Text Box 103">
              <a:extLst>
                <a:ext uri="{FF2B5EF4-FFF2-40B4-BE49-F238E27FC236}">
                  <a16:creationId xmlns:a16="http://schemas.microsoft.com/office/drawing/2014/main" id="{E1707184-54DA-3043-95FA-5D2589479085}"/>
                </a:ext>
              </a:extLst>
            </p:cNvPr>
            <p:cNvSpPr txBox="1">
              <a:spLocks noChangeArrowheads="1"/>
            </p:cNvSpPr>
            <p:nvPr/>
          </p:nvSpPr>
          <p:spPr bwMode="auto">
            <a:xfrm>
              <a:off x="2880" y="1014"/>
              <a:ext cx="488"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11</a:t>
              </a:r>
              <a:r>
                <a:rPr kumimoji="0" lang="en-US" sz="2000" b="0" i="0" u="none" strike="noStrike" kern="0" cap="none" spc="0" normalizeH="0" baseline="0" noProof="0" dirty="0">
                  <a:ln>
                    <a:noFill/>
                  </a:ln>
                  <a:solidFill>
                    <a:srgbClr val="000000"/>
                  </a:solidFill>
                  <a:effectLst/>
                  <a:uLnTx/>
                  <a:uFillTx/>
                  <a:ea typeface="ＭＳ Ｐゴシック" charset="0"/>
                </a:rPr>
                <a:t>,w</a:t>
              </a:r>
              <a:r>
                <a:rPr kumimoji="0" lang="en-US" sz="2000" b="0" i="0" u="none" strike="noStrike" kern="0" cap="none" spc="0" normalizeH="0" baseline="0" noProof="0" dirty="0">
                  <a:ln>
                    <a:noFill/>
                  </a:ln>
                  <a:solidFill>
                    <a:srgbClr val="000000"/>
                  </a:solidFill>
                  <a:effectLst/>
                  <a:uLnTx/>
                  <a:uFillTx/>
                  <a:latin typeface="Comic Sans MS" charset="0"/>
                  <a:ea typeface="ＭＳ Ｐゴシック" charset="0"/>
                </a:rPr>
                <a:t> </a:t>
              </a:r>
              <a:endParaRPr kumimoji="0" lang="en-US"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7" name="Text Box 104">
              <a:extLst>
                <a:ext uri="{FF2B5EF4-FFF2-40B4-BE49-F238E27FC236}">
                  <a16:creationId xmlns:a16="http://schemas.microsoft.com/office/drawing/2014/main" id="{D3F92256-ECF4-674D-BB01-22E8F8101968}"/>
                </a:ext>
              </a:extLst>
            </p:cNvPr>
            <p:cNvSpPr txBox="1">
              <a:spLocks noChangeArrowheads="1"/>
            </p:cNvSpPr>
            <p:nvPr/>
          </p:nvSpPr>
          <p:spPr bwMode="auto">
            <a:xfrm>
              <a:off x="1328" y="1017"/>
              <a:ext cx="368"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6,w</a:t>
              </a:r>
            </a:p>
          </p:txBody>
        </p:sp>
        <p:sp>
          <p:nvSpPr>
            <p:cNvPr id="378" name="Text Box 105">
              <a:extLst>
                <a:ext uri="{FF2B5EF4-FFF2-40B4-BE49-F238E27FC236}">
                  <a16:creationId xmlns:a16="http://schemas.microsoft.com/office/drawing/2014/main" id="{71B35D57-CA7D-E747-B1BC-4BCC98CEE5FF}"/>
                </a:ext>
              </a:extLst>
            </p:cNvPr>
            <p:cNvSpPr txBox="1">
              <a:spLocks noChangeArrowheads="1"/>
            </p:cNvSpPr>
            <p:nvPr/>
          </p:nvSpPr>
          <p:spPr bwMode="auto">
            <a:xfrm>
              <a:off x="1987" y="1015"/>
              <a:ext cx="116"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9" name="Text Box 106">
              <a:extLst>
                <a:ext uri="{FF2B5EF4-FFF2-40B4-BE49-F238E27FC236}">
                  <a16:creationId xmlns:a16="http://schemas.microsoft.com/office/drawing/2014/main" id="{05FF3FA7-68BA-E148-B1AB-F1DC697DD5AB}"/>
                </a:ext>
              </a:extLst>
            </p:cNvPr>
            <p:cNvSpPr txBox="1">
              <a:spLocks noChangeArrowheads="1"/>
            </p:cNvSpPr>
            <p:nvPr/>
          </p:nvSpPr>
          <p:spPr bwMode="auto">
            <a:xfrm>
              <a:off x="2400" y="1013"/>
              <a:ext cx="340"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5,u</a:t>
              </a:r>
            </a:p>
          </p:txBody>
        </p:sp>
      </p:grpSp>
      <p:grpSp>
        <p:nvGrpSpPr>
          <p:cNvPr id="380" name="Group 107">
            <a:extLst>
              <a:ext uri="{FF2B5EF4-FFF2-40B4-BE49-F238E27FC236}">
                <a16:creationId xmlns:a16="http://schemas.microsoft.com/office/drawing/2014/main" id="{7E2626C5-CF93-9948-940E-8D5F72A7FC73}"/>
              </a:ext>
            </a:extLst>
          </p:cNvPr>
          <p:cNvGrpSpPr>
            <a:grpSpLocks/>
          </p:cNvGrpSpPr>
          <p:nvPr/>
        </p:nvGrpSpPr>
        <p:grpSpPr bwMode="auto">
          <a:xfrm>
            <a:off x="2398427" y="3156225"/>
            <a:ext cx="4005263" cy="414336"/>
            <a:chOff x="1328" y="1008"/>
            <a:chExt cx="2523" cy="261"/>
          </a:xfrm>
        </p:grpSpPr>
        <p:sp>
          <p:nvSpPr>
            <p:cNvPr id="381" name="Text Box 108">
              <a:extLst>
                <a:ext uri="{FF2B5EF4-FFF2-40B4-BE49-F238E27FC236}">
                  <a16:creationId xmlns:a16="http://schemas.microsoft.com/office/drawing/2014/main" id="{AFBD965A-43AF-524E-B4A9-98B0171545D9}"/>
                </a:ext>
              </a:extLst>
            </p:cNvPr>
            <p:cNvSpPr txBox="1">
              <a:spLocks noChangeArrowheads="1"/>
            </p:cNvSpPr>
            <p:nvPr/>
          </p:nvSpPr>
          <p:spPr bwMode="auto">
            <a:xfrm>
              <a:off x="3403" y="1011"/>
              <a:ext cx="448"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14</a:t>
              </a: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,x </a:t>
              </a:r>
            </a:p>
          </p:txBody>
        </p:sp>
        <p:sp>
          <p:nvSpPr>
            <p:cNvPr id="382" name="Text Box 109">
              <a:extLst>
                <a:ext uri="{FF2B5EF4-FFF2-40B4-BE49-F238E27FC236}">
                  <a16:creationId xmlns:a16="http://schemas.microsoft.com/office/drawing/2014/main" id="{AC0F38BE-BBC3-6F4E-B9EA-051436270F08}"/>
                </a:ext>
              </a:extLst>
            </p:cNvPr>
            <p:cNvSpPr txBox="1">
              <a:spLocks noChangeArrowheads="1"/>
            </p:cNvSpPr>
            <p:nvPr/>
          </p:nvSpPr>
          <p:spPr bwMode="auto">
            <a:xfrm>
              <a:off x="2885" y="1008"/>
              <a:ext cx="480"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11,</a:t>
              </a: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w </a:t>
              </a:r>
              <a:endParaRPr kumimoji="0" lang="en-US"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83" name="Text Box 110">
              <a:extLst>
                <a:ext uri="{FF2B5EF4-FFF2-40B4-BE49-F238E27FC236}">
                  <a16:creationId xmlns:a16="http://schemas.microsoft.com/office/drawing/2014/main" id="{A05F7448-12D1-D84F-9CDE-912BCF72A01D}"/>
                </a:ext>
              </a:extLst>
            </p:cNvPr>
            <p:cNvSpPr txBox="1">
              <a:spLocks noChangeArrowheads="1"/>
            </p:cNvSpPr>
            <p:nvPr/>
          </p:nvSpPr>
          <p:spPr bwMode="auto">
            <a:xfrm>
              <a:off x="1328" y="1017"/>
              <a:ext cx="368"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6,w</a:t>
              </a:r>
            </a:p>
          </p:txBody>
        </p:sp>
        <p:sp>
          <p:nvSpPr>
            <p:cNvPr id="384" name="Text Box 111">
              <a:extLst>
                <a:ext uri="{FF2B5EF4-FFF2-40B4-BE49-F238E27FC236}">
                  <a16:creationId xmlns:a16="http://schemas.microsoft.com/office/drawing/2014/main" id="{FD8E90C8-7E27-9944-8C71-AF1BD0233694}"/>
                </a:ext>
              </a:extLst>
            </p:cNvPr>
            <p:cNvSpPr txBox="1">
              <a:spLocks noChangeArrowheads="1"/>
            </p:cNvSpPr>
            <p:nvPr/>
          </p:nvSpPr>
          <p:spPr bwMode="auto">
            <a:xfrm>
              <a:off x="1987" y="1015"/>
              <a:ext cx="116"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85" name="Text Box 112">
              <a:extLst>
                <a:ext uri="{FF2B5EF4-FFF2-40B4-BE49-F238E27FC236}">
                  <a16:creationId xmlns:a16="http://schemas.microsoft.com/office/drawing/2014/main" id="{42882C9F-E751-B44C-9ECC-51EC29977CC5}"/>
                </a:ext>
              </a:extLst>
            </p:cNvPr>
            <p:cNvSpPr txBox="1">
              <a:spLocks noChangeArrowheads="1"/>
            </p:cNvSpPr>
            <p:nvPr/>
          </p:nvSpPr>
          <p:spPr bwMode="auto">
            <a:xfrm>
              <a:off x="2390" y="1016"/>
              <a:ext cx="116"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86" name="Oval 113">
            <a:extLst>
              <a:ext uri="{FF2B5EF4-FFF2-40B4-BE49-F238E27FC236}">
                <a16:creationId xmlns:a16="http://schemas.microsoft.com/office/drawing/2014/main" id="{CA07159E-E1BA-F141-B1FF-A9FEC3ABC3C1}"/>
              </a:ext>
            </a:extLst>
          </p:cNvPr>
          <p:cNvSpPr>
            <a:spLocks noChangeArrowheads="1"/>
          </p:cNvSpPr>
          <p:nvPr/>
        </p:nvSpPr>
        <p:spPr bwMode="auto">
          <a:xfrm>
            <a:off x="3192476" y="2263739"/>
            <a:ext cx="661410" cy="406374"/>
          </a:xfrm>
          <a:prstGeom prst="ellipse">
            <a:avLst/>
          </a:prstGeom>
          <a:noFill/>
          <a:ln w="1905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0" fontAlgn="base" hangingPunct="0">
              <a:spcBef>
                <a:spcPct val="0"/>
              </a:spcBef>
              <a:spcAft>
                <a:spcPct val="0"/>
              </a:spcAft>
            </a:pPr>
            <a:endParaRPr lang="en-US" sz="2000" dirty="0">
              <a:solidFill>
                <a:srgbClr val="000000"/>
              </a:solidFill>
              <a:latin typeface="Comic Sans MS" charset="0"/>
              <a:ea typeface="ＭＳ Ｐゴシック" charset="0"/>
            </a:endParaRPr>
          </a:p>
        </p:txBody>
      </p:sp>
      <p:sp>
        <p:nvSpPr>
          <p:cNvPr id="387" name="Oval 114">
            <a:extLst>
              <a:ext uri="{FF2B5EF4-FFF2-40B4-BE49-F238E27FC236}">
                <a16:creationId xmlns:a16="http://schemas.microsoft.com/office/drawing/2014/main" id="{62801FA1-0308-3F47-AABC-89A1C31D0B51}"/>
              </a:ext>
            </a:extLst>
          </p:cNvPr>
          <p:cNvSpPr>
            <a:spLocks noChangeArrowheads="1"/>
          </p:cNvSpPr>
          <p:nvPr/>
        </p:nvSpPr>
        <p:spPr bwMode="auto">
          <a:xfrm>
            <a:off x="4050170" y="2719263"/>
            <a:ext cx="679816" cy="406932"/>
          </a:xfrm>
          <a:prstGeom prst="ellipse">
            <a:avLst/>
          </a:prstGeom>
          <a:noFill/>
          <a:ln w="1905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0" fontAlgn="base" hangingPunct="0">
              <a:spcBef>
                <a:spcPct val="0"/>
              </a:spcBef>
              <a:spcAft>
                <a:spcPct val="0"/>
              </a:spcAft>
            </a:pPr>
            <a:endParaRPr lang="en-US" sz="2000" dirty="0">
              <a:solidFill>
                <a:srgbClr val="000000"/>
              </a:solidFill>
              <a:latin typeface="Comic Sans MS" charset="0"/>
              <a:ea typeface="ＭＳ Ｐゴシック" charset="0"/>
            </a:endParaRPr>
          </a:p>
        </p:txBody>
      </p:sp>
      <p:sp>
        <p:nvSpPr>
          <p:cNvPr id="388" name="Text Box 115">
            <a:extLst>
              <a:ext uri="{FF2B5EF4-FFF2-40B4-BE49-F238E27FC236}">
                <a16:creationId xmlns:a16="http://schemas.microsoft.com/office/drawing/2014/main" id="{FDC188CB-240A-384E-B25B-A5EC55C65308}"/>
              </a:ext>
            </a:extLst>
          </p:cNvPr>
          <p:cNvSpPr txBox="1">
            <a:spLocks noChangeArrowheads="1"/>
          </p:cNvSpPr>
          <p:nvPr/>
        </p:nvSpPr>
        <p:spPr bwMode="auto">
          <a:xfrm>
            <a:off x="1479143" y="3195058"/>
            <a:ext cx="641522"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uwx</a:t>
            </a:r>
          </a:p>
        </p:txBody>
      </p:sp>
      <p:sp>
        <p:nvSpPr>
          <p:cNvPr id="389" name="Oval 116">
            <a:extLst>
              <a:ext uri="{FF2B5EF4-FFF2-40B4-BE49-F238E27FC236}">
                <a16:creationId xmlns:a16="http://schemas.microsoft.com/office/drawing/2014/main" id="{B75F5C54-5678-6548-96E7-8FA9101FCFC9}"/>
              </a:ext>
            </a:extLst>
          </p:cNvPr>
          <p:cNvSpPr>
            <a:spLocks noChangeArrowheads="1"/>
          </p:cNvSpPr>
          <p:nvPr/>
        </p:nvSpPr>
        <p:spPr bwMode="auto">
          <a:xfrm>
            <a:off x="2374191" y="3175054"/>
            <a:ext cx="665830" cy="425097"/>
          </a:xfrm>
          <a:prstGeom prst="ellipse">
            <a:avLst/>
          </a:prstGeom>
          <a:noFill/>
          <a:ln w="1905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0" fontAlgn="base" hangingPunct="0">
              <a:spcBef>
                <a:spcPct val="0"/>
              </a:spcBef>
              <a:spcAft>
                <a:spcPct val="0"/>
              </a:spcAft>
            </a:pPr>
            <a:endParaRPr lang="en-US" sz="2000" dirty="0">
              <a:solidFill>
                <a:srgbClr val="000000"/>
              </a:solidFill>
              <a:latin typeface="Comic Sans MS" charset="0"/>
              <a:ea typeface="ＭＳ Ｐゴシック" charset="0"/>
            </a:endParaRPr>
          </a:p>
        </p:txBody>
      </p:sp>
      <p:sp>
        <p:nvSpPr>
          <p:cNvPr id="390" name="Text Box 117">
            <a:extLst>
              <a:ext uri="{FF2B5EF4-FFF2-40B4-BE49-F238E27FC236}">
                <a16:creationId xmlns:a16="http://schemas.microsoft.com/office/drawing/2014/main" id="{842A56D7-E405-6242-9B11-D34F99B3B871}"/>
              </a:ext>
            </a:extLst>
          </p:cNvPr>
          <p:cNvSpPr txBox="1">
            <a:spLocks noChangeArrowheads="1"/>
          </p:cNvSpPr>
          <p:nvPr/>
        </p:nvSpPr>
        <p:spPr bwMode="auto">
          <a:xfrm>
            <a:off x="1373894" y="3653711"/>
            <a:ext cx="762334"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uwxv</a:t>
            </a:r>
          </a:p>
        </p:txBody>
      </p:sp>
      <p:grpSp>
        <p:nvGrpSpPr>
          <p:cNvPr id="391" name="Group 118">
            <a:extLst>
              <a:ext uri="{FF2B5EF4-FFF2-40B4-BE49-F238E27FC236}">
                <a16:creationId xmlns:a16="http://schemas.microsoft.com/office/drawing/2014/main" id="{24891FB7-CCEA-1C44-8641-F1973787CC8B}"/>
              </a:ext>
            </a:extLst>
          </p:cNvPr>
          <p:cNvGrpSpPr>
            <a:grpSpLocks/>
          </p:cNvGrpSpPr>
          <p:nvPr/>
        </p:nvGrpSpPr>
        <p:grpSpPr bwMode="auto">
          <a:xfrm>
            <a:off x="4873416" y="3639944"/>
            <a:ext cx="1544638" cy="400050"/>
            <a:chOff x="1851" y="2756"/>
            <a:chExt cx="973" cy="252"/>
          </a:xfrm>
        </p:grpSpPr>
        <p:sp>
          <p:nvSpPr>
            <p:cNvPr id="392" name="Text Box 119">
              <a:extLst>
                <a:ext uri="{FF2B5EF4-FFF2-40B4-BE49-F238E27FC236}">
                  <a16:creationId xmlns:a16="http://schemas.microsoft.com/office/drawing/2014/main" id="{FDD3AD43-F8C3-954D-8CC1-37DDA254D1AF}"/>
                </a:ext>
              </a:extLst>
            </p:cNvPr>
            <p:cNvSpPr txBox="1">
              <a:spLocks noChangeArrowheads="1"/>
            </p:cNvSpPr>
            <p:nvPr/>
          </p:nvSpPr>
          <p:spPr bwMode="auto">
            <a:xfrm>
              <a:off x="2376" y="2756"/>
              <a:ext cx="448"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14</a:t>
              </a: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,x </a:t>
              </a:r>
            </a:p>
          </p:txBody>
        </p:sp>
        <p:sp>
          <p:nvSpPr>
            <p:cNvPr id="393" name="Text Box 120">
              <a:extLst>
                <a:ext uri="{FF2B5EF4-FFF2-40B4-BE49-F238E27FC236}">
                  <a16:creationId xmlns:a16="http://schemas.microsoft.com/office/drawing/2014/main" id="{A5A6672A-2DAC-A548-AE0D-9C0BEAE1F481}"/>
                </a:ext>
              </a:extLst>
            </p:cNvPr>
            <p:cNvSpPr txBox="1">
              <a:spLocks noChangeArrowheads="1"/>
            </p:cNvSpPr>
            <p:nvPr/>
          </p:nvSpPr>
          <p:spPr bwMode="auto">
            <a:xfrm>
              <a:off x="1851" y="2756"/>
              <a:ext cx="443"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10,</a:t>
              </a: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v </a:t>
              </a:r>
              <a:endParaRPr kumimoji="0" lang="en-US"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94" name="Oval 121">
            <a:extLst>
              <a:ext uri="{FF2B5EF4-FFF2-40B4-BE49-F238E27FC236}">
                <a16:creationId xmlns:a16="http://schemas.microsoft.com/office/drawing/2014/main" id="{611DDB78-2B7E-2542-9D8B-A5C45FB4E4B4}"/>
              </a:ext>
            </a:extLst>
          </p:cNvPr>
          <p:cNvSpPr>
            <a:spLocks noChangeArrowheads="1"/>
          </p:cNvSpPr>
          <p:nvPr/>
        </p:nvSpPr>
        <p:spPr bwMode="auto">
          <a:xfrm>
            <a:off x="4848116" y="3652013"/>
            <a:ext cx="676583" cy="393367"/>
          </a:xfrm>
          <a:prstGeom prst="ellipse">
            <a:avLst/>
          </a:prstGeom>
          <a:noFill/>
          <a:ln w="1905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0" fontAlgn="base" hangingPunct="0">
              <a:spcBef>
                <a:spcPct val="0"/>
              </a:spcBef>
              <a:spcAft>
                <a:spcPct val="0"/>
              </a:spcAft>
            </a:pPr>
            <a:endParaRPr lang="en-US" sz="2000" dirty="0">
              <a:solidFill>
                <a:srgbClr val="000000"/>
              </a:solidFill>
              <a:latin typeface="Comic Sans MS" charset="0"/>
              <a:ea typeface="ＭＳ Ｐゴシック" charset="0"/>
            </a:endParaRPr>
          </a:p>
        </p:txBody>
      </p:sp>
      <p:sp>
        <p:nvSpPr>
          <p:cNvPr id="395" name="Text Box 122">
            <a:extLst>
              <a:ext uri="{FF2B5EF4-FFF2-40B4-BE49-F238E27FC236}">
                <a16:creationId xmlns:a16="http://schemas.microsoft.com/office/drawing/2014/main" id="{8C60FCAA-A8DF-9E4E-9A07-3A30DE5CF6BB}"/>
              </a:ext>
            </a:extLst>
          </p:cNvPr>
          <p:cNvSpPr txBox="1">
            <a:spLocks noChangeArrowheads="1"/>
          </p:cNvSpPr>
          <p:nvPr/>
        </p:nvSpPr>
        <p:spPr bwMode="auto">
          <a:xfrm>
            <a:off x="1295811" y="4107137"/>
            <a:ext cx="898003"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uwxvy</a:t>
            </a:r>
          </a:p>
        </p:txBody>
      </p:sp>
      <p:sp>
        <p:nvSpPr>
          <p:cNvPr id="396" name="Text Box 123">
            <a:extLst>
              <a:ext uri="{FF2B5EF4-FFF2-40B4-BE49-F238E27FC236}">
                <a16:creationId xmlns:a16="http://schemas.microsoft.com/office/drawing/2014/main" id="{F1BFAA7C-7ACD-2F4D-86BB-F5DA8784BBBE}"/>
              </a:ext>
            </a:extLst>
          </p:cNvPr>
          <p:cNvSpPr txBox="1">
            <a:spLocks noChangeArrowheads="1"/>
          </p:cNvSpPr>
          <p:nvPr/>
        </p:nvSpPr>
        <p:spPr bwMode="auto">
          <a:xfrm>
            <a:off x="5621287" y="4095635"/>
            <a:ext cx="707701"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12</a:t>
            </a: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,y </a:t>
            </a:r>
          </a:p>
        </p:txBody>
      </p:sp>
      <p:sp>
        <p:nvSpPr>
          <p:cNvPr id="397" name="Oval 124">
            <a:extLst>
              <a:ext uri="{FF2B5EF4-FFF2-40B4-BE49-F238E27FC236}">
                <a16:creationId xmlns:a16="http://schemas.microsoft.com/office/drawing/2014/main" id="{0595C3F1-3B4E-AC41-9EFD-C0BB66A3E504}"/>
              </a:ext>
            </a:extLst>
          </p:cNvPr>
          <p:cNvSpPr>
            <a:spLocks noChangeArrowheads="1"/>
          </p:cNvSpPr>
          <p:nvPr/>
        </p:nvSpPr>
        <p:spPr bwMode="auto">
          <a:xfrm>
            <a:off x="5669111" y="4130222"/>
            <a:ext cx="707756" cy="389115"/>
          </a:xfrm>
          <a:prstGeom prst="ellipse">
            <a:avLst/>
          </a:prstGeom>
          <a:noFill/>
          <a:ln w="1905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0" fontAlgn="base" hangingPunct="0">
              <a:spcBef>
                <a:spcPct val="0"/>
              </a:spcBef>
              <a:spcAft>
                <a:spcPct val="0"/>
              </a:spcAft>
            </a:pPr>
            <a:endParaRPr lang="en-US" sz="2000" dirty="0">
              <a:solidFill>
                <a:srgbClr val="000000"/>
              </a:solidFill>
              <a:latin typeface="Comic Sans MS" charset="0"/>
              <a:ea typeface="ＭＳ Ｐゴシック" charset="0"/>
            </a:endParaRPr>
          </a:p>
        </p:txBody>
      </p:sp>
      <p:sp>
        <p:nvSpPr>
          <p:cNvPr id="398" name="Rectangle 125">
            <a:extLst>
              <a:ext uri="{FF2B5EF4-FFF2-40B4-BE49-F238E27FC236}">
                <a16:creationId xmlns:a16="http://schemas.microsoft.com/office/drawing/2014/main" id="{0037DF6F-3A02-DE43-B518-773A20FBE160}"/>
              </a:ext>
            </a:extLst>
          </p:cNvPr>
          <p:cNvSpPr>
            <a:spLocks noChangeArrowheads="1"/>
          </p:cNvSpPr>
          <p:nvPr/>
        </p:nvSpPr>
        <p:spPr bwMode="auto">
          <a:xfrm>
            <a:off x="1229773" y="5251763"/>
            <a:ext cx="8910647" cy="142104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indent="-342900" eaLnBrk="0" fontAlgn="base" hangingPunct="0">
              <a:lnSpc>
                <a:spcPct val="85000"/>
              </a:lnSpc>
              <a:spcBef>
                <a:spcPct val="20000"/>
              </a:spcBef>
              <a:spcAft>
                <a:spcPct val="0"/>
              </a:spcAft>
              <a:buClr>
                <a:srgbClr val="000099"/>
              </a:buClr>
              <a:buSzPct val="65000"/>
              <a:buFont typeface="Wingdings" charset="0"/>
              <a:buNone/>
            </a:pPr>
            <a:r>
              <a:rPr lang="en-US" sz="2800" dirty="0">
                <a:solidFill>
                  <a:srgbClr val="CC0000"/>
                </a:solidFill>
                <a:ea typeface="ＭＳ Ｐゴシック" charset="0"/>
              </a:rPr>
              <a:t>notes:</a:t>
            </a:r>
          </a:p>
          <a:p>
            <a:pPr marL="342900" indent="-342900" eaLnBrk="0" fontAlgn="base" hangingPunct="0">
              <a:lnSpc>
                <a:spcPct val="85000"/>
              </a:lnSpc>
              <a:spcBef>
                <a:spcPct val="20000"/>
              </a:spcBef>
              <a:spcAft>
                <a:spcPct val="0"/>
              </a:spcAft>
              <a:buClr>
                <a:srgbClr val="000099"/>
              </a:buClr>
              <a:buSzPct val="100000"/>
              <a:buFont typeface="Wingdings" pitchFamily="2" charset="2"/>
              <a:buChar char="§"/>
            </a:pPr>
            <a:r>
              <a:rPr lang="en-US" sz="2400" dirty="0">
                <a:solidFill>
                  <a:srgbClr val="000000"/>
                </a:solidFill>
                <a:ea typeface="ＭＳ Ｐゴシック" charset="0"/>
              </a:rPr>
              <a:t>construct least-cost-path tree by tracing predecessor nodes</a:t>
            </a:r>
          </a:p>
          <a:p>
            <a:pPr marL="342900" indent="-342900" eaLnBrk="0" fontAlgn="base" hangingPunct="0">
              <a:lnSpc>
                <a:spcPct val="85000"/>
              </a:lnSpc>
              <a:spcBef>
                <a:spcPct val="20000"/>
              </a:spcBef>
              <a:spcAft>
                <a:spcPct val="0"/>
              </a:spcAft>
              <a:buClr>
                <a:srgbClr val="000099"/>
              </a:buClr>
              <a:buSzPct val="100000"/>
              <a:buFont typeface="Wingdings" pitchFamily="2" charset="2"/>
              <a:buChar char="§"/>
            </a:pPr>
            <a:r>
              <a:rPr lang="en-US" sz="2400" dirty="0">
                <a:solidFill>
                  <a:srgbClr val="000000"/>
                </a:solidFill>
                <a:ea typeface="ＭＳ Ｐゴシック" charset="0"/>
              </a:rPr>
              <a:t>ties can exist (can be broken arbitrarily)</a:t>
            </a:r>
          </a:p>
        </p:txBody>
      </p:sp>
      <p:sp>
        <p:nvSpPr>
          <p:cNvPr id="399" name="Line 126">
            <a:extLst>
              <a:ext uri="{FF2B5EF4-FFF2-40B4-BE49-F238E27FC236}">
                <a16:creationId xmlns:a16="http://schemas.microsoft.com/office/drawing/2014/main" id="{C99F0D07-C97F-7244-BE7D-62DDB539FA1D}"/>
              </a:ext>
            </a:extLst>
          </p:cNvPr>
          <p:cNvSpPr>
            <a:spLocks noChangeShapeType="1"/>
          </p:cNvSpPr>
          <p:nvPr/>
        </p:nvSpPr>
        <p:spPr bwMode="auto">
          <a:xfrm>
            <a:off x="10477917" y="3471860"/>
            <a:ext cx="590550" cy="0"/>
          </a:xfrm>
          <a:prstGeom prst="line">
            <a:avLst/>
          </a:prstGeom>
          <a:noFill/>
          <a:ln w="38100">
            <a:solidFill>
              <a:srgbClr val="FF0000"/>
            </a:solidFill>
            <a:round/>
            <a:headEnd/>
            <a:tailEnd type="triangle" w="med" len="med"/>
          </a:ln>
          <a:extLst>
            <a:ext uri="{909E8E84-426E-40dd-AFC4-6F175D3DCCD1}">
              <a14:hiddenFill xmlns:a14="http://schemas.microsoft.com/office/drawing/2010/main" xmlns="">
                <a:noFill/>
              </a14:hiddenFill>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00" name="Line 127">
            <a:extLst>
              <a:ext uri="{FF2B5EF4-FFF2-40B4-BE49-F238E27FC236}">
                <a16:creationId xmlns:a16="http://schemas.microsoft.com/office/drawing/2014/main" id="{8F3B222C-0283-4642-B404-4B8A996A5AB3}"/>
              </a:ext>
            </a:extLst>
          </p:cNvPr>
          <p:cNvSpPr>
            <a:spLocks noChangeShapeType="1"/>
          </p:cNvSpPr>
          <p:nvPr/>
        </p:nvSpPr>
        <p:spPr bwMode="auto">
          <a:xfrm flipV="1">
            <a:off x="8821087" y="3483435"/>
            <a:ext cx="1463675" cy="1204912"/>
          </a:xfrm>
          <a:prstGeom prst="line">
            <a:avLst/>
          </a:prstGeom>
          <a:noFill/>
          <a:ln w="38100">
            <a:solidFill>
              <a:srgbClr val="FF0000"/>
            </a:solidFill>
            <a:round/>
            <a:headEnd/>
            <a:tailEnd type="triangle" w="med" len="med"/>
          </a:ln>
          <a:extLst>
            <a:ext uri="{909E8E84-426E-40dd-AFC4-6F175D3DCCD1}">
              <a14:hiddenFill xmlns:a14="http://schemas.microsoft.com/office/drawing/2010/main" xmlns="">
                <a:noFill/>
              </a14:hiddenFill>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01" name="Line 128">
            <a:extLst>
              <a:ext uri="{FF2B5EF4-FFF2-40B4-BE49-F238E27FC236}">
                <a16:creationId xmlns:a16="http://schemas.microsoft.com/office/drawing/2014/main" id="{F0DFADDD-C351-D342-B3F8-01384E3240C6}"/>
              </a:ext>
            </a:extLst>
          </p:cNvPr>
          <p:cNvSpPr>
            <a:spLocks noChangeShapeType="1"/>
          </p:cNvSpPr>
          <p:nvPr/>
        </p:nvSpPr>
        <p:spPr bwMode="auto">
          <a:xfrm>
            <a:off x="8718966" y="3539863"/>
            <a:ext cx="9525" cy="1047750"/>
          </a:xfrm>
          <a:prstGeom prst="line">
            <a:avLst/>
          </a:prstGeom>
          <a:noFill/>
          <a:ln w="38100">
            <a:solidFill>
              <a:srgbClr val="FF0000"/>
            </a:solidFill>
            <a:round/>
            <a:headEnd/>
            <a:tailEnd type="triangle" w="med" len="med"/>
          </a:ln>
          <a:extLst>
            <a:ext uri="{909E8E84-426E-40dd-AFC4-6F175D3DCCD1}">
              <a14:hiddenFill xmlns:a14="http://schemas.microsoft.com/office/drawing/2010/main" xmlns="">
                <a:noFill/>
              </a14:hiddenFill>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02" name="Line 129">
            <a:extLst>
              <a:ext uri="{FF2B5EF4-FFF2-40B4-BE49-F238E27FC236}">
                <a16:creationId xmlns:a16="http://schemas.microsoft.com/office/drawing/2014/main" id="{917DAF3B-7743-C54C-9109-8A2DC359089C}"/>
              </a:ext>
            </a:extLst>
          </p:cNvPr>
          <p:cNvSpPr>
            <a:spLocks noChangeShapeType="1"/>
          </p:cNvSpPr>
          <p:nvPr/>
        </p:nvSpPr>
        <p:spPr bwMode="auto">
          <a:xfrm flipV="1">
            <a:off x="7577755" y="1754709"/>
            <a:ext cx="1012825" cy="1628775"/>
          </a:xfrm>
          <a:prstGeom prst="line">
            <a:avLst/>
          </a:prstGeom>
          <a:noFill/>
          <a:ln w="38100">
            <a:solidFill>
              <a:srgbClr val="FF0000"/>
            </a:solidFill>
            <a:round/>
            <a:headEnd/>
            <a:tailEnd type="triangle" w="med" len="med"/>
          </a:ln>
          <a:extLst>
            <a:ext uri="{909E8E84-426E-40dd-AFC4-6F175D3DCCD1}">
              <a14:hiddenFill xmlns:a14="http://schemas.microsoft.com/office/drawing/2010/main" xmlns="">
                <a:noFill/>
              </a14:hiddenFill>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03" name="Line 130">
            <a:extLst>
              <a:ext uri="{FF2B5EF4-FFF2-40B4-BE49-F238E27FC236}">
                <a16:creationId xmlns:a16="http://schemas.microsoft.com/office/drawing/2014/main" id="{F3B9ECBE-8021-EC4B-8E7D-26831A93BED1}"/>
              </a:ext>
            </a:extLst>
          </p:cNvPr>
          <p:cNvSpPr>
            <a:spLocks noChangeShapeType="1"/>
          </p:cNvSpPr>
          <p:nvPr/>
        </p:nvSpPr>
        <p:spPr bwMode="auto">
          <a:xfrm flipV="1">
            <a:off x="7693502" y="3475036"/>
            <a:ext cx="944562" cy="0"/>
          </a:xfrm>
          <a:prstGeom prst="line">
            <a:avLst/>
          </a:prstGeom>
          <a:noFill/>
          <a:ln w="38100">
            <a:solidFill>
              <a:srgbClr val="FF0000"/>
            </a:solidFill>
            <a:round/>
            <a:headEnd/>
            <a:tailEnd type="triangle" w="med" len="med"/>
          </a:ln>
          <a:extLst>
            <a:ext uri="{909E8E84-426E-40dd-AFC4-6F175D3DCCD1}">
              <a14:hiddenFill xmlns:a14="http://schemas.microsoft.com/office/drawing/2010/main" xmlns="">
                <a:noFill/>
              </a14:hiddenFill>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04" name="Text Box 131">
            <a:extLst>
              <a:ext uri="{FF2B5EF4-FFF2-40B4-BE49-F238E27FC236}">
                <a16:creationId xmlns:a16="http://schemas.microsoft.com/office/drawing/2014/main" id="{F5BA4ED6-2050-C341-8B0F-1599D2341CC2}"/>
              </a:ext>
            </a:extLst>
          </p:cNvPr>
          <p:cNvSpPr txBox="1">
            <a:spLocks noChangeArrowheads="1"/>
          </p:cNvSpPr>
          <p:nvPr/>
        </p:nvSpPr>
        <p:spPr bwMode="auto">
          <a:xfrm>
            <a:off x="1138922" y="4584970"/>
            <a:ext cx="1026243"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uwxvyz</a:t>
            </a:r>
          </a:p>
        </p:txBody>
      </p:sp>
      <p:cxnSp>
        <p:nvCxnSpPr>
          <p:cNvPr id="7" name="Straight Connector 6">
            <a:extLst>
              <a:ext uri="{FF2B5EF4-FFF2-40B4-BE49-F238E27FC236}">
                <a16:creationId xmlns:a16="http://schemas.microsoft.com/office/drawing/2014/main" id="{665D16F8-4952-FE4D-91E2-4F6D021B6D74}"/>
              </a:ext>
            </a:extLst>
          </p:cNvPr>
          <p:cNvCxnSpPr/>
          <p:nvPr/>
        </p:nvCxnSpPr>
        <p:spPr>
          <a:xfrm>
            <a:off x="668005" y="2233984"/>
            <a:ext cx="5645188" cy="0"/>
          </a:xfrm>
          <a:prstGeom prst="line">
            <a:avLst/>
          </a:prstGeom>
          <a:ln w="25400">
            <a:solidFill>
              <a:srgbClr val="0000A8"/>
            </a:solidFill>
          </a:ln>
        </p:spPr>
        <p:style>
          <a:lnRef idx="1">
            <a:schemeClr val="accent1"/>
          </a:lnRef>
          <a:fillRef idx="0">
            <a:schemeClr val="accent1"/>
          </a:fillRef>
          <a:effectRef idx="0">
            <a:schemeClr val="accent1"/>
          </a:effectRef>
          <a:fontRef idx="minor">
            <a:schemeClr val="tx1"/>
          </a:fontRef>
        </p:style>
      </p:cxnSp>
      <p:sp>
        <p:nvSpPr>
          <p:cNvPr id="512" name="TextBox 511">
            <a:extLst>
              <a:ext uri="{FF2B5EF4-FFF2-40B4-BE49-F238E27FC236}">
                <a16:creationId xmlns:a16="http://schemas.microsoft.com/office/drawing/2014/main" id="{1F94D8F7-F56C-4044-B4A2-EFA8658B0151}"/>
              </a:ext>
            </a:extLst>
          </p:cNvPr>
          <p:cNvSpPr txBox="1"/>
          <p:nvPr/>
        </p:nvSpPr>
        <p:spPr>
          <a:xfrm>
            <a:off x="2529460" y="1384347"/>
            <a:ext cx="370422" cy="369332"/>
          </a:xfrm>
          <a:prstGeom prst="rect">
            <a:avLst/>
          </a:prstGeom>
          <a:noFill/>
        </p:spPr>
        <p:txBody>
          <a:bodyPr wrap="square" rtlCol="0">
            <a:spAutoFit/>
          </a:bodyPr>
          <a:lstStyle/>
          <a:p>
            <a:r>
              <a:rPr lang="en-US" i="1" dirty="0">
                <a:solidFill>
                  <a:srgbClr val="FF0000"/>
                </a:solidFill>
              </a:rPr>
              <a:t>v</a:t>
            </a:r>
          </a:p>
        </p:txBody>
      </p:sp>
      <p:sp>
        <p:nvSpPr>
          <p:cNvPr id="409" name="TextBox 408">
            <a:extLst>
              <a:ext uri="{FF2B5EF4-FFF2-40B4-BE49-F238E27FC236}">
                <a16:creationId xmlns:a16="http://schemas.microsoft.com/office/drawing/2014/main" id="{7F4BE64D-5BB6-3946-92A1-758E1216783E}"/>
              </a:ext>
            </a:extLst>
          </p:cNvPr>
          <p:cNvSpPr txBox="1"/>
          <p:nvPr/>
        </p:nvSpPr>
        <p:spPr>
          <a:xfrm>
            <a:off x="3373839" y="1382288"/>
            <a:ext cx="370422" cy="369332"/>
          </a:xfrm>
          <a:prstGeom prst="rect">
            <a:avLst/>
          </a:prstGeom>
          <a:noFill/>
        </p:spPr>
        <p:txBody>
          <a:bodyPr wrap="square" rtlCol="0">
            <a:spAutoFit/>
          </a:bodyPr>
          <a:lstStyle/>
          <a:p>
            <a:r>
              <a:rPr lang="en-US" i="1" dirty="0">
                <a:solidFill>
                  <a:srgbClr val="FF0000"/>
                </a:solidFill>
              </a:rPr>
              <a:t>w</a:t>
            </a:r>
          </a:p>
        </p:txBody>
      </p:sp>
      <p:sp>
        <p:nvSpPr>
          <p:cNvPr id="410" name="TextBox 409">
            <a:extLst>
              <a:ext uri="{FF2B5EF4-FFF2-40B4-BE49-F238E27FC236}">
                <a16:creationId xmlns:a16="http://schemas.microsoft.com/office/drawing/2014/main" id="{A1DE38EA-067E-254B-81F2-AFB941CD30A7}"/>
              </a:ext>
            </a:extLst>
          </p:cNvPr>
          <p:cNvSpPr txBox="1"/>
          <p:nvPr/>
        </p:nvSpPr>
        <p:spPr>
          <a:xfrm>
            <a:off x="4255287" y="1380228"/>
            <a:ext cx="370422" cy="369332"/>
          </a:xfrm>
          <a:prstGeom prst="rect">
            <a:avLst/>
          </a:prstGeom>
          <a:noFill/>
        </p:spPr>
        <p:txBody>
          <a:bodyPr wrap="square" rtlCol="0">
            <a:spAutoFit/>
          </a:bodyPr>
          <a:lstStyle/>
          <a:p>
            <a:r>
              <a:rPr lang="en-US" i="1" dirty="0">
                <a:solidFill>
                  <a:srgbClr val="FF0000"/>
                </a:solidFill>
              </a:rPr>
              <a:t>x</a:t>
            </a:r>
          </a:p>
        </p:txBody>
      </p:sp>
      <p:sp>
        <p:nvSpPr>
          <p:cNvPr id="411" name="TextBox 410">
            <a:extLst>
              <a:ext uri="{FF2B5EF4-FFF2-40B4-BE49-F238E27FC236}">
                <a16:creationId xmlns:a16="http://schemas.microsoft.com/office/drawing/2014/main" id="{1FC94161-DABC-FD40-9A12-0A0B92FB9413}"/>
              </a:ext>
            </a:extLst>
          </p:cNvPr>
          <p:cNvSpPr txBox="1"/>
          <p:nvPr/>
        </p:nvSpPr>
        <p:spPr>
          <a:xfrm>
            <a:off x="5099667" y="1378168"/>
            <a:ext cx="370422" cy="369332"/>
          </a:xfrm>
          <a:prstGeom prst="rect">
            <a:avLst/>
          </a:prstGeom>
          <a:noFill/>
        </p:spPr>
        <p:txBody>
          <a:bodyPr wrap="square" rtlCol="0">
            <a:spAutoFit/>
          </a:bodyPr>
          <a:lstStyle/>
          <a:p>
            <a:r>
              <a:rPr lang="en-US" i="1" dirty="0">
                <a:solidFill>
                  <a:srgbClr val="FF0000"/>
                </a:solidFill>
              </a:rPr>
              <a:t>y</a:t>
            </a:r>
          </a:p>
        </p:txBody>
      </p:sp>
      <p:sp>
        <p:nvSpPr>
          <p:cNvPr id="412" name="TextBox 411">
            <a:extLst>
              <a:ext uri="{FF2B5EF4-FFF2-40B4-BE49-F238E27FC236}">
                <a16:creationId xmlns:a16="http://schemas.microsoft.com/office/drawing/2014/main" id="{288BE9D6-D8FD-304E-9D68-FE3AAEE6F204}"/>
              </a:ext>
            </a:extLst>
          </p:cNvPr>
          <p:cNvSpPr txBox="1"/>
          <p:nvPr/>
        </p:nvSpPr>
        <p:spPr>
          <a:xfrm>
            <a:off x="5968759" y="1376108"/>
            <a:ext cx="370422" cy="369332"/>
          </a:xfrm>
          <a:prstGeom prst="rect">
            <a:avLst/>
          </a:prstGeom>
          <a:noFill/>
        </p:spPr>
        <p:txBody>
          <a:bodyPr wrap="square" rtlCol="0">
            <a:spAutoFit/>
          </a:bodyPr>
          <a:lstStyle/>
          <a:p>
            <a:r>
              <a:rPr lang="en-US" i="1" dirty="0">
                <a:solidFill>
                  <a:srgbClr val="FF0000"/>
                </a:solidFill>
              </a:rPr>
              <a:t>z</a:t>
            </a:r>
          </a:p>
        </p:txBody>
      </p:sp>
      <p:grpSp>
        <p:nvGrpSpPr>
          <p:cNvPr id="519" name="Group 518">
            <a:extLst>
              <a:ext uri="{FF2B5EF4-FFF2-40B4-BE49-F238E27FC236}">
                <a16:creationId xmlns:a16="http://schemas.microsoft.com/office/drawing/2014/main" id="{CCBC2688-EEF7-0A41-A1D1-FD3592861590}"/>
              </a:ext>
            </a:extLst>
          </p:cNvPr>
          <p:cNvGrpSpPr/>
          <p:nvPr/>
        </p:nvGrpSpPr>
        <p:grpSpPr>
          <a:xfrm>
            <a:off x="1771136" y="1428236"/>
            <a:ext cx="1923534" cy="1652716"/>
            <a:chOff x="1771136" y="1428236"/>
            <a:chExt cx="1923534" cy="1652716"/>
          </a:xfrm>
        </p:grpSpPr>
        <p:sp>
          <p:nvSpPr>
            <p:cNvPr id="513" name="Oval 512">
              <a:extLst>
                <a:ext uri="{FF2B5EF4-FFF2-40B4-BE49-F238E27FC236}">
                  <a16:creationId xmlns:a16="http://schemas.microsoft.com/office/drawing/2014/main" id="{3C2FF37F-A919-434C-8979-051B31CFD835}"/>
                </a:ext>
              </a:extLst>
            </p:cNvPr>
            <p:cNvSpPr/>
            <p:nvPr/>
          </p:nvSpPr>
          <p:spPr>
            <a:xfrm>
              <a:off x="3379574" y="1428236"/>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15" name="Straight Arrow Connector 514">
              <a:extLst>
                <a:ext uri="{FF2B5EF4-FFF2-40B4-BE49-F238E27FC236}">
                  <a16:creationId xmlns:a16="http://schemas.microsoft.com/office/drawing/2014/main" id="{6361C28B-7EB6-4E49-801C-002A7038AFD0}"/>
                </a:ext>
              </a:extLst>
            </p:cNvPr>
            <p:cNvCxnSpPr>
              <a:cxnSpLocks/>
            </p:cNvCxnSpPr>
            <p:nvPr/>
          </p:nvCxnSpPr>
          <p:spPr>
            <a:xfrm flipH="1">
              <a:off x="2007973" y="1686697"/>
              <a:ext cx="1414851" cy="1143000"/>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24" name="Oval 423">
              <a:extLst>
                <a:ext uri="{FF2B5EF4-FFF2-40B4-BE49-F238E27FC236}">
                  <a16:creationId xmlns:a16="http://schemas.microsoft.com/office/drawing/2014/main" id="{5CDBFCDB-3AB4-FE47-9C83-3D6DE05B385E}"/>
                </a:ext>
              </a:extLst>
            </p:cNvPr>
            <p:cNvSpPr/>
            <p:nvPr/>
          </p:nvSpPr>
          <p:spPr>
            <a:xfrm>
              <a:off x="1771136" y="2785420"/>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420" name="Group 419">
            <a:extLst>
              <a:ext uri="{FF2B5EF4-FFF2-40B4-BE49-F238E27FC236}">
                <a16:creationId xmlns:a16="http://schemas.microsoft.com/office/drawing/2014/main" id="{34492E69-FC51-D44D-A0DF-E498D79FEC0F}"/>
              </a:ext>
            </a:extLst>
          </p:cNvPr>
          <p:cNvGrpSpPr/>
          <p:nvPr/>
        </p:nvGrpSpPr>
        <p:grpSpPr>
          <a:xfrm>
            <a:off x="1812326" y="1419997"/>
            <a:ext cx="2739080" cy="2146986"/>
            <a:chOff x="955590" y="1428236"/>
            <a:chExt cx="2739080" cy="2146986"/>
          </a:xfrm>
        </p:grpSpPr>
        <p:sp>
          <p:nvSpPr>
            <p:cNvPr id="421" name="Oval 420">
              <a:extLst>
                <a:ext uri="{FF2B5EF4-FFF2-40B4-BE49-F238E27FC236}">
                  <a16:creationId xmlns:a16="http://schemas.microsoft.com/office/drawing/2014/main" id="{8B78A21D-0C51-5E40-A873-B41F0061767F}"/>
                </a:ext>
              </a:extLst>
            </p:cNvPr>
            <p:cNvSpPr/>
            <p:nvPr/>
          </p:nvSpPr>
          <p:spPr>
            <a:xfrm>
              <a:off x="3379574" y="1428236"/>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422" name="Straight Arrow Connector 421">
              <a:extLst>
                <a:ext uri="{FF2B5EF4-FFF2-40B4-BE49-F238E27FC236}">
                  <a16:creationId xmlns:a16="http://schemas.microsoft.com/office/drawing/2014/main" id="{E057DF8D-CA83-344B-BC32-922BE22FB3C6}"/>
                </a:ext>
              </a:extLst>
            </p:cNvPr>
            <p:cNvCxnSpPr>
              <a:cxnSpLocks/>
              <a:endCxn id="426" idx="7"/>
            </p:cNvCxnSpPr>
            <p:nvPr/>
          </p:nvCxnSpPr>
          <p:spPr>
            <a:xfrm flipH="1">
              <a:off x="1224541" y="1686697"/>
              <a:ext cx="2198284" cy="1636273"/>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26" name="Oval 425">
              <a:extLst>
                <a:ext uri="{FF2B5EF4-FFF2-40B4-BE49-F238E27FC236}">
                  <a16:creationId xmlns:a16="http://schemas.microsoft.com/office/drawing/2014/main" id="{1144855E-246F-7640-9688-9DE68CCDF895}"/>
                </a:ext>
              </a:extLst>
            </p:cNvPr>
            <p:cNvSpPr/>
            <p:nvPr/>
          </p:nvSpPr>
          <p:spPr>
            <a:xfrm>
              <a:off x="955590" y="3279690"/>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428" name="Group 427">
            <a:extLst>
              <a:ext uri="{FF2B5EF4-FFF2-40B4-BE49-F238E27FC236}">
                <a16:creationId xmlns:a16="http://schemas.microsoft.com/office/drawing/2014/main" id="{5C63813B-DF47-A04D-AB7C-06783AC116F7}"/>
              </a:ext>
            </a:extLst>
          </p:cNvPr>
          <p:cNvGrpSpPr/>
          <p:nvPr/>
        </p:nvGrpSpPr>
        <p:grpSpPr>
          <a:xfrm>
            <a:off x="1853514" y="1417939"/>
            <a:ext cx="990599" cy="2598007"/>
            <a:chOff x="955590" y="977215"/>
            <a:chExt cx="990599" cy="2598007"/>
          </a:xfrm>
        </p:grpSpPr>
        <p:sp>
          <p:nvSpPr>
            <p:cNvPr id="429" name="Oval 428">
              <a:extLst>
                <a:ext uri="{FF2B5EF4-FFF2-40B4-BE49-F238E27FC236}">
                  <a16:creationId xmlns:a16="http://schemas.microsoft.com/office/drawing/2014/main" id="{D4DF0F4E-4FAB-7E4A-B79C-58901FD967B2}"/>
                </a:ext>
              </a:extLst>
            </p:cNvPr>
            <p:cNvSpPr/>
            <p:nvPr/>
          </p:nvSpPr>
          <p:spPr>
            <a:xfrm>
              <a:off x="1631093" y="977215"/>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430" name="Straight Arrow Connector 429">
              <a:extLst>
                <a:ext uri="{FF2B5EF4-FFF2-40B4-BE49-F238E27FC236}">
                  <a16:creationId xmlns:a16="http://schemas.microsoft.com/office/drawing/2014/main" id="{253E7A77-3CD8-4444-8652-326E4122CA29}"/>
                </a:ext>
              </a:extLst>
            </p:cNvPr>
            <p:cNvCxnSpPr>
              <a:cxnSpLocks/>
              <a:stCxn id="429" idx="4"/>
              <a:endCxn id="431" idx="0"/>
            </p:cNvCxnSpPr>
            <p:nvPr/>
          </p:nvCxnSpPr>
          <p:spPr>
            <a:xfrm flipH="1">
              <a:off x="1113138" y="1272747"/>
              <a:ext cx="675503" cy="2006943"/>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31" name="Oval 430">
              <a:extLst>
                <a:ext uri="{FF2B5EF4-FFF2-40B4-BE49-F238E27FC236}">
                  <a16:creationId xmlns:a16="http://schemas.microsoft.com/office/drawing/2014/main" id="{77F07FF7-2B96-0646-A06A-6A4413FB14D0}"/>
                </a:ext>
              </a:extLst>
            </p:cNvPr>
            <p:cNvSpPr/>
            <p:nvPr/>
          </p:nvSpPr>
          <p:spPr>
            <a:xfrm>
              <a:off x="955590" y="3279690"/>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434" name="Group 433">
            <a:extLst>
              <a:ext uri="{FF2B5EF4-FFF2-40B4-BE49-F238E27FC236}">
                <a16:creationId xmlns:a16="http://schemas.microsoft.com/office/drawing/2014/main" id="{0CCDB2C5-7C8F-BA48-8528-642609B263D7}"/>
              </a:ext>
            </a:extLst>
          </p:cNvPr>
          <p:cNvGrpSpPr/>
          <p:nvPr/>
        </p:nvGrpSpPr>
        <p:grpSpPr>
          <a:xfrm>
            <a:off x="1915299" y="1436471"/>
            <a:ext cx="3480486" cy="3049030"/>
            <a:chOff x="955590" y="526192"/>
            <a:chExt cx="3480486" cy="3049030"/>
          </a:xfrm>
        </p:grpSpPr>
        <p:sp>
          <p:nvSpPr>
            <p:cNvPr id="435" name="Oval 434">
              <a:extLst>
                <a:ext uri="{FF2B5EF4-FFF2-40B4-BE49-F238E27FC236}">
                  <a16:creationId xmlns:a16="http://schemas.microsoft.com/office/drawing/2014/main" id="{B6DFCC8C-1043-294A-BBDC-453DCF8BA68B}"/>
                </a:ext>
              </a:extLst>
            </p:cNvPr>
            <p:cNvSpPr/>
            <p:nvPr/>
          </p:nvSpPr>
          <p:spPr>
            <a:xfrm>
              <a:off x="4120980" y="526192"/>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436" name="Straight Arrow Connector 435">
              <a:extLst>
                <a:ext uri="{FF2B5EF4-FFF2-40B4-BE49-F238E27FC236}">
                  <a16:creationId xmlns:a16="http://schemas.microsoft.com/office/drawing/2014/main" id="{97B46750-16A8-574E-A52F-46729E9F7031}"/>
                </a:ext>
              </a:extLst>
            </p:cNvPr>
            <p:cNvCxnSpPr>
              <a:cxnSpLocks/>
              <a:stCxn id="435" idx="3"/>
              <a:endCxn id="437" idx="7"/>
            </p:cNvCxnSpPr>
            <p:nvPr/>
          </p:nvCxnSpPr>
          <p:spPr>
            <a:xfrm flipH="1">
              <a:off x="1224541" y="778444"/>
              <a:ext cx="2942584" cy="2544526"/>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37" name="Oval 436">
              <a:extLst>
                <a:ext uri="{FF2B5EF4-FFF2-40B4-BE49-F238E27FC236}">
                  <a16:creationId xmlns:a16="http://schemas.microsoft.com/office/drawing/2014/main" id="{904708D2-FA76-7B48-81BA-5EC9975951EB}"/>
                </a:ext>
              </a:extLst>
            </p:cNvPr>
            <p:cNvSpPr/>
            <p:nvPr/>
          </p:nvSpPr>
          <p:spPr>
            <a:xfrm>
              <a:off x="955590" y="3279690"/>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439" name="Group 438">
            <a:extLst>
              <a:ext uri="{FF2B5EF4-FFF2-40B4-BE49-F238E27FC236}">
                <a16:creationId xmlns:a16="http://schemas.microsoft.com/office/drawing/2014/main" id="{D192E325-2F11-F54E-90FD-CBE3F2807D0F}"/>
              </a:ext>
            </a:extLst>
          </p:cNvPr>
          <p:cNvGrpSpPr/>
          <p:nvPr/>
        </p:nvGrpSpPr>
        <p:grpSpPr>
          <a:xfrm>
            <a:off x="1839100" y="1422055"/>
            <a:ext cx="4419599" cy="3537122"/>
            <a:chOff x="16477" y="526192"/>
            <a:chExt cx="4419599" cy="3537122"/>
          </a:xfrm>
        </p:grpSpPr>
        <p:sp>
          <p:nvSpPr>
            <p:cNvPr id="440" name="Oval 439">
              <a:extLst>
                <a:ext uri="{FF2B5EF4-FFF2-40B4-BE49-F238E27FC236}">
                  <a16:creationId xmlns:a16="http://schemas.microsoft.com/office/drawing/2014/main" id="{10536CE6-8D99-2348-945A-2105D954DF20}"/>
                </a:ext>
              </a:extLst>
            </p:cNvPr>
            <p:cNvSpPr/>
            <p:nvPr/>
          </p:nvSpPr>
          <p:spPr>
            <a:xfrm>
              <a:off x="4120980" y="526192"/>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441" name="Straight Arrow Connector 440">
              <a:extLst>
                <a:ext uri="{FF2B5EF4-FFF2-40B4-BE49-F238E27FC236}">
                  <a16:creationId xmlns:a16="http://schemas.microsoft.com/office/drawing/2014/main" id="{F0B19E82-F38B-574C-B89D-511382F96E8E}"/>
                </a:ext>
              </a:extLst>
            </p:cNvPr>
            <p:cNvCxnSpPr>
              <a:cxnSpLocks/>
              <a:stCxn id="440" idx="3"/>
              <a:endCxn id="442" idx="7"/>
            </p:cNvCxnSpPr>
            <p:nvPr/>
          </p:nvCxnSpPr>
          <p:spPr>
            <a:xfrm flipH="1">
              <a:off x="285428" y="778444"/>
              <a:ext cx="3881697" cy="3032618"/>
            </a:xfrm>
            <a:prstGeom prst="straightConnector1">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42" name="Oval 441">
              <a:extLst>
                <a:ext uri="{FF2B5EF4-FFF2-40B4-BE49-F238E27FC236}">
                  <a16:creationId xmlns:a16="http://schemas.microsoft.com/office/drawing/2014/main" id="{532A319F-9E77-E440-8542-72A35376DAE1}"/>
                </a:ext>
              </a:extLst>
            </p:cNvPr>
            <p:cNvSpPr/>
            <p:nvPr/>
          </p:nvSpPr>
          <p:spPr>
            <a:xfrm>
              <a:off x="16477" y="3767782"/>
              <a:ext cx="315096" cy="295532"/>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5100469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67"/>
                                        </p:tgtEl>
                                        <p:attrNameLst>
                                          <p:attrName>style.visibility</p:attrName>
                                        </p:attrNameLst>
                                      </p:cBhvr>
                                      <p:to>
                                        <p:strVal val="visible"/>
                                      </p:to>
                                    </p:set>
                                    <p:animEffect transition="in" filter="wipe(left)">
                                      <p:cBhvr>
                                        <p:cTn id="7" dur="1000"/>
                                        <p:tgtEl>
                                          <p:spTgt spid="36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86"/>
                                        </p:tgtEl>
                                        <p:attrNameLst>
                                          <p:attrName>style.visibility</p:attrName>
                                        </p:attrNameLst>
                                      </p:cBhvr>
                                      <p:to>
                                        <p:strVal val="visible"/>
                                      </p:to>
                                    </p:set>
                                    <p:animEffect transition="in" filter="dissolve">
                                      <p:cBhvr>
                                        <p:cTn id="12" dur="500"/>
                                        <p:tgtEl>
                                          <p:spTgt spid="386"/>
                                        </p:tgtEl>
                                      </p:cBhvr>
                                    </p:animEffect>
                                  </p:childTnLst>
                                </p:cTn>
                              </p:par>
                            </p:childTnLst>
                          </p:cTn>
                        </p:par>
                        <p:par>
                          <p:cTn id="13" fill="hold">
                            <p:stCondLst>
                              <p:cond delay="500"/>
                            </p:stCondLst>
                            <p:childTnLst>
                              <p:par>
                                <p:cTn id="14" presetID="9" presetClass="entr" presetSubtype="0" fill="hold" nodeType="afterEffect">
                                  <p:stCondLst>
                                    <p:cond delay="0"/>
                                  </p:stCondLst>
                                  <p:childTnLst>
                                    <p:set>
                                      <p:cBhvr>
                                        <p:cTn id="15" dur="1" fill="hold">
                                          <p:stCondLst>
                                            <p:cond delay="0"/>
                                          </p:stCondLst>
                                        </p:cTn>
                                        <p:tgtEl>
                                          <p:spTgt spid="519"/>
                                        </p:tgtEl>
                                        <p:attrNameLst>
                                          <p:attrName>style.visibility</p:attrName>
                                        </p:attrNameLst>
                                      </p:cBhvr>
                                      <p:to>
                                        <p:strVal val="visible"/>
                                      </p:to>
                                    </p:set>
                                    <p:animEffect transition="in" filter="dissolve">
                                      <p:cBhvr>
                                        <p:cTn id="16" dur="1000"/>
                                        <p:tgtEl>
                                          <p:spTgt spid="519"/>
                                        </p:tgtEl>
                                      </p:cBhvr>
                                    </p:animEffect>
                                  </p:childTnLst>
                                </p:cTn>
                              </p:par>
                            </p:childTnLst>
                          </p:cTn>
                        </p:par>
                        <p:par>
                          <p:cTn id="17" fill="hold">
                            <p:stCondLst>
                              <p:cond delay="1500"/>
                            </p:stCondLst>
                            <p:childTnLst>
                              <p:par>
                                <p:cTn id="18" presetID="9" presetClass="entr" presetSubtype="0" fill="hold" grpId="0" nodeType="afterEffect">
                                  <p:stCondLst>
                                    <p:cond delay="0"/>
                                  </p:stCondLst>
                                  <p:childTnLst>
                                    <p:set>
                                      <p:cBhvr>
                                        <p:cTn id="19" dur="1" fill="hold">
                                          <p:stCondLst>
                                            <p:cond delay="0"/>
                                          </p:stCondLst>
                                        </p:cTn>
                                        <p:tgtEl>
                                          <p:spTgt spid="373"/>
                                        </p:tgtEl>
                                        <p:attrNameLst>
                                          <p:attrName>style.visibility</p:attrName>
                                        </p:attrNameLst>
                                      </p:cBhvr>
                                      <p:to>
                                        <p:strVal val="visible"/>
                                      </p:to>
                                    </p:set>
                                    <p:animEffect transition="in" filter="dissolve">
                                      <p:cBhvr>
                                        <p:cTn id="20" dur="500"/>
                                        <p:tgtEl>
                                          <p:spTgt spid="373"/>
                                        </p:tgtEl>
                                      </p:cBhvr>
                                    </p:animEffect>
                                  </p:childTnLst>
                                </p:cTn>
                              </p:par>
                            </p:childTnLst>
                          </p:cTn>
                        </p:par>
                        <p:par>
                          <p:cTn id="21" fill="hold">
                            <p:stCondLst>
                              <p:cond delay="2000"/>
                            </p:stCondLst>
                            <p:childTnLst>
                              <p:par>
                                <p:cTn id="22" presetID="9" presetClass="entr" presetSubtype="0" fill="hold" grpId="0" nodeType="afterEffect">
                                  <p:stCondLst>
                                    <p:cond delay="0"/>
                                  </p:stCondLst>
                                  <p:childTnLst>
                                    <p:set>
                                      <p:cBhvr>
                                        <p:cTn id="23" dur="1" fill="hold">
                                          <p:stCondLst>
                                            <p:cond delay="0"/>
                                          </p:stCondLst>
                                        </p:cTn>
                                        <p:tgtEl>
                                          <p:spTgt spid="403"/>
                                        </p:tgtEl>
                                        <p:attrNameLst>
                                          <p:attrName>style.visibility</p:attrName>
                                        </p:attrNameLst>
                                      </p:cBhvr>
                                      <p:to>
                                        <p:strVal val="visible"/>
                                      </p:to>
                                    </p:set>
                                    <p:animEffect transition="in" filter="dissolve">
                                      <p:cBhvr>
                                        <p:cTn id="24" dur="1000"/>
                                        <p:tgtEl>
                                          <p:spTgt spid="403"/>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8" fill="hold" nodeType="clickEffect">
                                  <p:stCondLst>
                                    <p:cond delay="0"/>
                                  </p:stCondLst>
                                  <p:childTnLst>
                                    <p:set>
                                      <p:cBhvr>
                                        <p:cTn id="28" dur="1" fill="hold">
                                          <p:stCondLst>
                                            <p:cond delay="0"/>
                                          </p:stCondLst>
                                        </p:cTn>
                                        <p:tgtEl>
                                          <p:spTgt spid="374"/>
                                        </p:tgtEl>
                                        <p:attrNameLst>
                                          <p:attrName>style.visibility</p:attrName>
                                        </p:attrNameLst>
                                      </p:cBhvr>
                                      <p:to>
                                        <p:strVal val="visible"/>
                                      </p:to>
                                    </p:set>
                                    <p:animEffect transition="in" filter="wipe(left)">
                                      <p:cBhvr>
                                        <p:cTn id="29" dur="1000"/>
                                        <p:tgtEl>
                                          <p:spTgt spid="374"/>
                                        </p:tgtEl>
                                      </p:cBhvr>
                                    </p:animEffect>
                                  </p:childTnLst>
                                </p:cTn>
                              </p:par>
                              <p:par>
                                <p:cTn id="30" presetID="9" presetClass="exit" presetSubtype="0" fill="hold" nodeType="withEffect">
                                  <p:stCondLst>
                                    <p:cond delay="0"/>
                                  </p:stCondLst>
                                  <p:childTnLst>
                                    <p:animEffect transition="out" filter="dissolve">
                                      <p:cBhvr>
                                        <p:cTn id="31" dur="500"/>
                                        <p:tgtEl>
                                          <p:spTgt spid="519"/>
                                        </p:tgtEl>
                                      </p:cBhvr>
                                    </p:animEffect>
                                    <p:set>
                                      <p:cBhvr>
                                        <p:cTn id="32" dur="1" fill="hold">
                                          <p:stCondLst>
                                            <p:cond delay="499"/>
                                          </p:stCondLst>
                                        </p:cTn>
                                        <p:tgtEl>
                                          <p:spTgt spid="519"/>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387"/>
                                        </p:tgtEl>
                                        <p:attrNameLst>
                                          <p:attrName>style.visibility</p:attrName>
                                        </p:attrNameLst>
                                      </p:cBhvr>
                                      <p:to>
                                        <p:strVal val="visible"/>
                                      </p:to>
                                    </p:set>
                                    <p:animEffect transition="in" filter="dissolve">
                                      <p:cBhvr>
                                        <p:cTn id="37" dur="500"/>
                                        <p:tgtEl>
                                          <p:spTgt spid="387"/>
                                        </p:tgtEl>
                                      </p:cBhvr>
                                    </p:animEffect>
                                  </p:childTnLst>
                                </p:cTn>
                              </p:par>
                            </p:childTnLst>
                          </p:cTn>
                        </p:par>
                        <p:par>
                          <p:cTn id="38" fill="hold">
                            <p:stCondLst>
                              <p:cond delay="500"/>
                            </p:stCondLst>
                            <p:childTnLst>
                              <p:par>
                                <p:cTn id="39" presetID="9" presetClass="entr" presetSubtype="0" fill="hold" nodeType="afterEffect">
                                  <p:stCondLst>
                                    <p:cond delay="0"/>
                                  </p:stCondLst>
                                  <p:childTnLst>
                                    <p:set>
                                      <p:cBhvr>
                                        <p:cTn id="40" dur="1" fill="hold">
                                          <p:stCondLst>
                                            <p:cond delay="0"/>
                                          </p:stCondLst>
                                        </p:cTn>
                                        <p:tgtEl>
                                          <p:spTgt spid="420"/>
                                        </p:tgtEl>
                                        <p:attrNameLst>
                                          <p:attrName>style.visibility</p:attrName>
                                        </p:attrNameLst>
                                      </p:cBhvr>
                                      <p:to>
                                        <p:strVal val="visible"/>
                                      </p:to>
                                    </p:set>
                                    <p:animEffect transition="in" filter="dissolve">
                                      <p:cBhvr>
                                        <p:cTn id="41" dur="1000"/>
                                        <p:tgtEl>
                                          <p:spTgt spid="420"/>
                                        </p:tgtEl>
                                      </p:cBhvr>
                                    </p:animEffect>
                                  </p:childTnLst>
                                </p:cTn>
                              </p:par>
                            </p:childTnLst>
                          </p:cTn>
                        </p:par>
                        <p:par>
                          <p:cTn id="42" fill="hold">
                            <p:stCondLst>
                              <p:cond delay="1500"/>
                            </p:stCondLst>
                            <p:childTnLst>
                              <p:par>
                                <p:cTn id="43" presetID="9" presetClass="entr" presetSubtype="0" fill="hold" grpId="0" nodeType="afterEffect">
                                  <p:stCondLst>
                                    <p:cond delay="0"/>
                                  </p:stCondLst>
                                  <p:childTnLst>
                                    <p:set>
                                      <p:cBhvr>
                                        <p:cTn id="44" dur="1" fill="hold">
                                          <p:stCondLst>
                                            <p:cond delay="0"/>
                                          </p:stCondLst>
                                        </p:cTn>
                                        <p:tgtEl>
                                          <p:spTgt spid="388"/>
                                        </p:tgtEl>
                                        <p:attrNameLst>
                                          <p:attrName>style.visibility</p:attrName>
                                        </p:attrNameLst>
                                      </p:cBhvr>
                                      <p:to>
                                        <p:strVal val="visible"/>
                                      </p:to>
                                    </p:set>
                                    <p:animEffect transition="in" filter="dissolve">
                                      <p:cBhvr>
                                        <p:cTn id="45" dur="500"/>
                                        <p:tgtEl>
                                          <p:spTgt spid="388"/>
                                        </p:tgtEl>
                                      </p:cBhvr>
                                    </p:animEffect>
                                  </p:childTnLst>
                                </p:cTn>
                              </p:par>
                            </p:childTnLst>
                          </p:cTn>
                        </p:par>
                        <p:par>
                          <p:cTn id="46" fill="hold">
                            <p:stCondLst>
                              <p:cond delay="2000"/>
                            </p:stCondLst>
                            <p:childTnLst>
                              <p:par>
                                <p:cTn id="47" presetID="9" presetClass="entr" presetSubtype="0" fill="hold" grpId="0" nodeType="afterEffect">
                                  <p:stCondLst>
                                    <p:cond delay="0"/>
                                  </p:stCondLst>
                                  <p:childTnLst>
                                    <p:set>
                                      <p:cBhvr>
                                        <p:cTn id="48" dur="1" fill="hold">
                                          <p:stCondLst>
                                            <p:cond delay="0"/>
                                          </p:stCondLst>
                                        </p:cTn>
                                        <p:tgtEl>
                                          <p:spTgt spid="402"/>
                                        </p:tgtEl>
                                        <p:attrNameLst>
                                          <p:attrName>style.visibility</p:attrName>
                                        </p:attrNameLst>
                                      </p:cBhvr>
                                      <p:to>
                                        <p:strVal val="visible"/>
                                      </p:to>
                                    </p:set>
                                    <p:animEffect transition="in" filter="dissolve">
                                      <p:cBhvr>
                                        <p:cTn id="49" dur="1000"/>
                                        <p:tgtEl>
                                          <p:spTgt spid="402"/>
                                        </p:tgtEl>
                                      </p:cBhvr>
                                    </p:animEffect>
                                  </p:childTnLst>
                                </p:cTn>
                              </p:par>
                            </p:childTnLst>
                          </p:cTn>
                        </p:par>
                      </p:childTnLst>
                    </p:cTn>
                  </p:par>
                  <p:par>
                    <p:cTn id="50" fill="hold">
                      <p:stCondLst>
                        <p:cond delay="indefinite"/>
                      </p:stCondLst>
                      <p:childTnLst>
                        <p:par>
                          <p:cTn id="51" fill="hold">
                            <p:stCondLst>
                              <p:cond delay="0"/>
                            </p:stCondLst>
                            <p:childTnLst>
                              <p:par>
                                <p:cTn id="52" presetID="22" presetClass="entr" presetSubtype="8" fill="hold" nodeType="clickEffect">
                                  <p:stCondLst>
                                    <p:cond delay="0"/>
                                  </p:stCondLst>
                                  <p:childTnLst>
                                    <p:set>
                                      <p:cBhvr>
                                        <p:cTn id="53" dur="1" fill="hold">
                                          <p:stCondLst>
                                            <p:cond delay="0"/>
                                          </p:stCondLst>
                                        </p:cTn>
                                        <p:tgtEl>
                                          <p:spTgt spid="380"/>
                                        </p:tgtEl>
                                        <p:attrNameLst>
                                          <p:attrName>style.visibility</p:attrName>
                                        </p:attrNameLst>
                                      </p:cBhvr>
                                      <p:to>
                                        <p:strVal val="visible"/>
                                      </p:to>
                                    </p:set>
                                    <p:animEffect transition="in" filter="wipe(left)">
                                      <p:cBhvr>
                                        <p:cTn id="54" dur="1000"/>
                                        <p:tgtEl>
                                          <p:spTgt spid="380"/>
                                        </p:tgtEl>
                                      </p:cBhvr>
                                    </p:animEffect>
                                  </p:childTnLst>
                                </p:cTn>
                              </p:par>
                              <p:par>
                                <p:cTn id="55" presetID="9" presetClass="exit" presetSubtype="0" fill="hold" nodeType="withEffect">
                                  <p:stCondLst>
                                    <p:cond delay="0"/>
                                  </p:stCondLst>
                                  <p:childTnLst>
                                    <p:animEffect transition="out" filter="dissolve">
                                      <p:cBhvr>
                                        <p:cTn id="56" dur="500"/>
                                        <p:tgtEl>
                                          <p:spTgt spid="420"/>
                                        </p:tgtEl>
                                      </p:cBhvr>
                                    </p:animEffect>
                                    <p:set>
                                      <p:cBhvr>
                                        <p:cTn id="57" dur="1" fill="hold">
                                          <p:stCondLst>
                                            <p:cond delay="499"/>
                                          </p:stCondLst>
                                        </p:cTn>
                                        <p:tgtEl>
                                          <p:spTgt spid="420"/>
                                        </p:tgtEl>
                                        <p:attrNameLst>
                                          <p:attrName>style.visibility</p:attrName>
                                        </p:attrNameLst>
                                      </p:cBhvr>
                                      <p:to>
                                        <p:strVal val="hidden"/>
                                      </p:to>
                                    </p:set>
                                  </p:childTnLst>
                                </p:cTn>
                              </p:par>
                            </p:childTnLst>
                          </p:cTn>
                        </p:par>
                      </p:childTnLst>
                    </p:cTn>
                  </p:par>
                  <p:par>
                    <p:cTn id="58" fill="hold">
                      <p:stCondLst>
                        <p:cond delay="indefinite"/>
                      </p:stCondLst>
                      <p:childTnLst>
                        <p:par>
                          <p:cTn id="59" fill="hold">
                            <p:stCondLst>
                              <p:cond delay="0"/>
                            </p:stCondLst>
                            <p:childTnLst>
                              <p:par>
                                <p:cTn id="60" presetID="9" presetClass="entr" presetSubtype="0" fill="hold" grpId="0" nodeType="clickEffect">
                                  <p:stCondLst>
                                    <p:cond delay="0"/>
                                  </p:stCondLst>
                                  <p:childTnLst>
                                    <p:set>
                                      <p:cBhvr>
                                        <p:cTn id="61" dur="1" fill="hold">
                                          <p:stCondLst>
                                            <p:cond delay="0"/>
                                          </p:stCondLst>
                                        </p:cTn>
                                        <p:tgtEl>
                                          <p:spTgt spid="389"/>
                                        </p:tgtEl>
                                        <p:attrNameLst>
                                          <p:attrName>style.visibility</p:attrName>
                                        </p:attrNameLst>
                                      </p:cBhvr>
                                      <p:to>
                                        <p:strVal val="visible"/>
                                      </p:to>
                                    </p:set>
                                    <p:animEffect transition="in" filter="dissolve">
                                      <p:cBhvr>
                                        <p:cTn id="62" dur="500"/>
                                        <p:tgtEl>
                                          <p:spTgt spid="389"/>
                                        </p:tgtEl>
                                      </p:cBhvr>
                                    </p:animEffect>
                                  </p:childTnLst>
                                </p:cTn>
                              </p:par>
                            </p:childTnLst>
                          </p:cTn>
                        </p:par>
                        <p:par>
                          <p:cTn id="63" fill="hold">
                            <p:stCondLst>
                              <p:cond delay="500"/>
                            </p:stCondLst>
                            <p:childTnLst>
                              <p:par>
                                <p:cTn id="64" presetID="9" presetClass="entr" presetSubtype="0" fill="hold" nodeType="afterEffect">
                                  <p:stCondLst>
                                    <p:cond delay="0"/>
                                  </p:stCondLst>
                                  <p:childTnLst>
                                    <p:set>
                                      <p:cBhvr>
                                        <p:cTn id="65" dur="1" fill="hold">
                                          <p:stCondLst>
                                            <p:cond delay="0"/>
                                          </p:stCondLst>
                                        </p:cTn>
                                        <p:tgtEl>
                                          <p:spTgt spid="428"/>
                                        </p:tgtEl>
                                        <p:attrNameLst>
                                          <p:attrName>style.visibility</p:attrName>
                                        </p:attrNameLst>
                                      </p:cBhvr>
                                      <p:to>
                                        <p:strVal val="visible"/>
                                      </p:to>
                                    </p:set>
                                    <p:animEffect transition="in" filter="dissolve">
                                      <p:cBhvr>
                                        <p:cTn id="66" dur="1000"/>
                                        <p:tgtEl>
                                          <p:spTgt spid="428"/>
                                        </p:tgtEl>
                                      </p:cBhvr>
                                    </p:animEffect>
                                  </p:childTnLst>
                                </p:cTn>
                              </p:par>
                            </p:childTnLst>
                          </p:cTn>
                        </p:par>
                        <p:par>
                          <p:cTn id="67" fill="hold">
                            <p:stCondLst>
                              <p:cond delay="1500"/>
                            </p:stCondLst>
                            <p:childTnLst>
                              <p:par>
                                <p:cTn id="68" presetID="9" presetClass="entr" presetSubtype="0" fill="hold" grpId="0" nodeType="afterEffect">
                                  <p:stCondLst>
                                    <p:cond delay="0"/>
                                  </p:stCondLst>
                                  <p:childTnLst>
                                    <p:set>
                                      <p:cBhvr>
                                        <p:cTn id="69" dur="1" fill="hold">
                                          <p:stCondLst>
                                            <p:cond delay="0"/>
                                          </p:stCondLst>
                                        </p:cTn>
                                        <p:tgtEl>
                                          <p:spTgt spid="390"/>
                                        </p:tgtEl>
                                        <p:attrNameLst>
                                          <p:attrName>style.visibility</p:attrName>
                                        </p:attrNameLst>
                                      </p:cBhvr>
                                      <p:to>
                                        <p:strVal val="visible"/>
                                      </p:to>
                                    </p:set>
                                    <p:animEffect transition="in" filter="dissolve">
                                      <p:cBhvr>
                                        <p:cTn id="70" dur="500"/>
                                        <p:tgtEl>
                                          <p:spTgt spid="390"/>
                                        </p:tgtEl>
                                      </p:cBhvr>
                                    </p:animEffect>
                                  </p:childTnLst>
                                </p:cTn>
                              </p:par>
                            </p:childTnLst>
                          </p:cTn>
                        </p:par>
                        <p:par>
                          <p:cTn id="71" fill="hold">
                            <p:stCondLst>
                              <p:cond delay="2000"/>
                            </p:stCondLst>
                            <p:childTnLst>
                              <p:par>
                                <p:cTn id="72" presetID="9" presetClass="entr" presetSubtype="0" fill="hold" grpId="0" nodeType="afterEffect">
                                  <p:stCondLst>
                                    <p:cond delay="0"/>
                                  </p:stCondLst>
                                  <p:childTnLst>
                                    <p:set>
                                      <p:cBhvr>
                                        <p:cTn id="73" dur="1" fill="hold">
                                          <p:stCondLst>
                                            <p:cond delay="0"/>
                                          </p:stCondLst>
                                        </p:cTn>
                                        <p:tgtEl>
                                          <p:spTgt spid="401"/>
                                        </p:tgtEl>
                                        <p:attrNameLst>
                                          <p:attrName>style.visibility</p:attrName>
                                        </p:attrNameLst>
                                      </p:cBhvr>
                                      <p:to>
                                        <p:strVal val="visible"/>
                                      </p:to>
                                    </p:set>
                                    <p:animEffect transition="in" filter="dissolve">
                                      <p:cBhvr>
                                        <p:cTn id="74" dur="1000"/>
                                        <p:tgtEl>
                                          <p:spTgt spid="401"/>
                                        </p:tgtEl>
                                      </p:cBhvr>
                                    </p:animEffect>
                                  </p:childTnLst>
                                </p:cTn>
                              </p:par>
                            </p:childTnLst>
                          </p:cTn>
                        </p:par>
                      </p:childTnLst>
                    </p:cTn>
                  </p:par>
                  <p:par>
                    <p:cTn id="75" fill="hold">
                      <p:stCondLst>
                        <p:cond delay="indefinite"/>
                      </p:stCondLst>
                      <p:childTnLst>
                        <p:par>
                          <p:cTn id="76" fill="hold">
                            <p:stCondLst>
                              <p:cond delay="0"/>
                            </p:stCondLst>
                            <p:childTnLst>
                              <p:par>
                                <p:cTn id="77" presetID="22" presetClass="entr" presetSubtype="8" fill="hold" nodeType="clickEffect">
                                  <p:stCondLst>
                                    <p:cond delay="0"/>
                                  </p:stCondLst>
                                  <p:childTnLst>
                                    <p:set>
                                      <p:cBhvr>
                                        <p:cTn id="78" dur="1" fill="hold">
                                          <p:stCondLst>
                                            <p:cond delay="0"/>
                                          </p:stCondLst>
                                        </p:cTn>
                                        <p:tgtEl>
                                          <p:spTgt spid="391"/>
                                        </p:tgtEl>
                                        <p:attrNameLst>
                                          <p:attrName>style.visibility</p:attrName>
                                        </p:attrNameLst>
                                      </p:cBhvr>
                                      <p:to>
                                        <p:strVal val="visible"/>
                                      </p:to>
                                    </p:set>
                                    <p:animEffect transition="in" filter="wipe(left)">
                                      <p:cBhvr>
                                        <p:cTn id="79" dur="1000"/>
                                        <p:tgtEl>
                                          <p:spTgt spid="391"/>
                                        </p:tgtEl>
                                      </p:cBhvr>
                                    </p:animEffect>
                                  </p:childTnLst>
                                </p:cTn>
                              </p:par>
                              <p:par>
                                <p:cTn id="80" presetID="9" presetClass="exit" presetSubtype="0" fill="hold" nodeType="withEffect">
                                  <p:stCondLst>
                                    <p:cond delay="0"/>
                                  </p:stCondLst>
                                  <p:childTnLst>
                                    <p:animEffect transition="out" filter="dissolve">
                                      <p:cBhvr>
                                        <p:cTn id="81" dur="500"/>
                                        <p:tgtEl>
                                          <p:spTgt spid="428"/>
                                        </p:tgtEl>
                                      </p:cBhvr>
                                    </p:animEffect>
                                    <p:set>
                                      <p:cBhvr>
                                        <p:cTn id="82" dur="1" fill="hold">
                                          <p:stCondLst>
                                            <p:cond delay="499"/>
                                          </p:stCondLst>
                                        </p:cTn>
                                        <p:tgtEl>
                                          <p:spTgt spid="428"/>
                                        </p:tgtEl>
                                        <p:attrNameLst>
                                          <p:attrName>style.visibility</p:attrName>
                                        </p:attrNameLst>
                                      </p:cBhvr>
                                      <p:to>
                                        <p:strVal val="hidden"/>
                                      </p:to>
                                    </p:set>
                                  </p:childTnLst>
                                </p:cTn>
                              </p:par>
                            </p:childTnLst>
                          </p:cTn>
                        </p:par>
                      </p:childTnLst>
                    </p:cTn>
                  </p:par>
                  <p:par>
                    <p:cTn id="83" fill="hold">
                      <p:stCondLst>
                        <p:cond delay="indefinite"/>
                      </p:stCondLst>
                      <p:childTnLst>
                        <p:par>
                          <p:cTn id="84" fill="hold">
                            <p:stCondLst>
                              <p:cond delay="0"/>
                            </p:stCondLst>
                            <p:childTnLst>
                              <p:par>
                                <p:cTn id="85" presetID="9" presetClass="entr" presetSubtype="0" fill="hold" grpId="0" nodeType="clickEffect">
                                  <p:stCondLst>
                                    <p:cond delay="0"/>
                                  </p:stCondLst>
                                  <p:childTnLst>
                                    <p:set>
                                      <p:cBhvr>
                                        <p:cTn id="86" dur="1" fill="hold">
                                          <p:stCondLst>
                                            <p:cond delay="0"/>
                                          </p:stCondLst>
                                        </p:cTn>
                                        <p:tgtEl>
                                          <p:spTgt spid="394"/>
                                        </p:tgtEl>
                                        <p:attrNameLst>
                                          <p:attrName>style.visibility</p:attrName>
                                        </p:attrNameLst>
                                      </p:cBhvr>
                                      <p:to>
                                        <p:strVal val="visible"/>
                                      </p:to>
                                    </p:set>
                                    <p:animEffect transition="in" filter="dissolve">
                                      <p:cBhvr>
                                        <p:cTn id="87" dur="500"/>
                                        <p:tgtEl>
                                          <p:spTgt spid="394"/>
                                        </p:tgtEl>
                                      </p:cBhvr>
                                    </p:animEffect>
                                  </p:childTnLst>
                                </p:cTn>
                              </p:par>
                            </p:childTnLst>
                          </p:cTn>
                        </p:par>
                        <p:par>
                          <p:cTn id="88" fill="hold">
                            <p:stCondLst>
                              <p:cond delay="500"/>
                            </p:stCondLst>
                            <p:childTnLst>
                              <p:par>
                                <p:cTn id="89" presetID="9" presetClass="entr" presetSubtype="0" fill="hold" nodeType="afterEffect">
                                  <p:stCondLst>
                                    <p:cond delay="0"/>
                                  </p:stCondLst>
                                  <p:childTnLst>
                                    <p:set>
                                      <p:cBhvr>
                                        <p:cTn id="90" dur="1" fill="hold">
                                          <p:stCondLst>
                                            <p:cond delay="0"/>
                                          </p:stCondLst>
                                        </p:cTn>
                                        <p:tgtEl>
                                          <p:spTgt spid="434"/>
                                        </p:tgtEl>
                                        <p:attrNameLst>
                                          <p:attrName>style.visibility</p:attrName>
                                        </p:attrNameLst>
                                      </p:cBhvr>
                                      <p:to>
                                        <p:strVal val="visible"/>
                                      </p:to>
                                    </p:set>
                                    <p:animEffect transition="in" filter="dissolve">
                                      <p:cBhvr>
                                        <p:cTn id="91" dur="1000"/>
                                        <p:tgtEl>
                                          <p:spTgt spid="434"/>
                                        </p:tgtEl>
                                      </p:cBhvr>
                                    </p:animEffect>
                                  </p:childTnLst>
                                </p:cTn>
                              </p:par>
                            </p:childTnLst>
                          </p:cTn>
                        </p:par>
                        <p:par>
                          <p:cTn id="92" fill="hold">
                            <p:stCondLst>
                              <p:cond delay="1500"/>
                            </p:stCondLst>
                            <p:childTnLst>
                              <p:par>
                                <p:cTn id="93" presetID="9" presetClass="entr" presetSubtype="0" fill="hold" grpId="0" nodeType="afterEffect">
                                  <p:stCondLst>
                                    <p:cond delay="0"/>
                                  </p:stCondLst>
                                  <p:childTnLst>
                                    <p:set>
                                      <p:cBhvr>
                                        <p:cTn id="94" dur="1" fill="hold">
                                          <p:stCondLst>
                                            <p:cond delay="0"/>
                                          </p:stCondLst>
                                        </p:cTn>
                                        <p:tgtEl>
                                          <p:spTgt spid="395"/>
                                        </p:tgtEl>
                                        <p:attrNameLst>
                                          <p:attrName>style.visibility</p:attrName>
                                        </p:attrNameLst>
                                      </p:cBhvr>
                                      <p:to>
                                        <p:strVal val="visible"/>
                                      </p:to>
                                    </p:set>
                                    <p:animEffect transition="in" filter="dissolve">
                                      <p:cBhvr>
                                        <p:cTn id="95" dur="500"/>
                                        <p:tgtEl>
                                          <p:spTgt spid="395"/>
                                        </p:tgtEl>
                                      </p:cBhvr>
                                    </p:animEffect>
                                  </p:childTnLst>
                                </p:cTn>
                              </p:par>
                            </p:childTnLst>
                          </p:cTn>
                        </p:par>
                        <p:par>
                          <p:cTn id="96" fill="hold">
                            <p:stCondLst>
                              <p:cond delay="2000"/>
                            </p:stCondLst>
                            <p:childTnLst>
                              <p:par>
                                <p:cTn id="97" presetID="9" presetClass="entr" presetSubtype="0" fill="hold" grpId="0" nodeType="afterEffect">
                                  <p:stCondLst>
                                    <p:cond delay="0"/>
                                  </p:stCondLst>
                                  <p:childTnLst>
                                    <p:set>
                                      <p:cBhvr>
                                        <p:cTn id="98" dur="1" fill="hold">
                                          <p:stCondLst>
                                            <p:cond delay="0"/>
                                          </p:stCondLst>
                                        </p:cTn>
                                        <p:tgtEl>
                                          <p:spTgt spid="400"/>
                                        </p:tgtEl>
                                        <p:attrNameLst>
                                          <p:attrName>style.visibility</p:attrName>
                                        </p:attrNameLst>
                                      </p:cBhvr>
                                      <p:to>
                                        <p:strVal val="visible"/>
                                      </p:to>
                                    </p:set>
                                    <p:animEffect transition="in" filter="dissolve">
                                      <p:cBhvr>
                                        <p:cTn id="99" dur="1000"/>
                                        <p:tgtEl>
                                          <p:spTgt spid="400"/>
                                        </p:tgtEl>
                                      </p:cBhvr>
                                    </p:animEffect>
                                  </p:childTnLst>
                                </p:cTn>
                              </p:par>
                            </p:childTnLst>
                          </p:cTn>
                        </p:par>
                      </p:childTnLst>
                    </p:cTn>
                  </p:par>
                  <p:par>
                    <p:cTn id="100" fill="hold">
                      <p:stCondLst>
                        <p:cond delay="indefinite"/>
                      </p:stCondLst>
                      <p:childTnLst>
                        <p:par>
                          <p:cTn id="101" fill="hold">
                            <p:stCondLst>
                              <p:cond delay="0"/>
                            </p:stCondLst>
                            <p:childTnLst>
                              <p:par>
                                <p:cTn id="102" presetID="22" presetClass="entr" presetSubtype="8" fill="hold" grpId="0" nodeType="clickEffect">
                                  <p:stCondLst>
                                    <p:cond delay="0"/>
                                  </p:stCondLst>
                                  <p:childTnLst>
                                    <p:set>
                                      <p:cBhvr>
                                        <p:cTn id="103" dur="1" fill="hold">
                                          <p:stCondLst>
                                            <p:cond delay="0"/>
                                          </p:stCondLst>
                                        </p:cTn>
                                        <p:tgtEl>
                                          <p:spTgt spid="396"/>
                                        </p:tgtEl>
                                        <p:attrNameLst>
                                          <p:attrName>style.visibility</p:attrName>
                                        </p:attrNameLst>
                                      </p:cBhvr>
                                      <p:to>
                                        <p:strVal val="visible"/>
                                      </p:to>
                                    </p:set>
                                    <p:animEffect transition="in" filter="wipe(left)">
                                      <p:cBhvr>
                                        <p:cTn id="104" dur="1000"/>
                                        <p:tgtEl>
                                          <p:spTgt spid="396"/>
                                        </p:tgtEl>
                                      </p:cBhvr>
                                    </p:animEffect>
                                  </p:childTnLst>
                                </p:cTn>
                              </p:par>
                              <p:par>
                                <p:cTn id="105" presetID="9" presetClass="exit" presetSubtype="0" fill="hold" nodeType="withEffect">
                                  <p:stCondLst>
                                    <p:cond delay="0"/>
                                  </p:stCondLst>
                                  <p:childTnLst>
                                    <p:animEffect transition="out" filter="dissolve">
                                      <p:cBhvr>
                                        <p:cTn id="106" dur="500"/>
                                        <p:tgtEl>
                                          <p:spTgt spid="434"/>
                                        </p:tgtEl>
                                      </p:cBhvr>
                                    </p:animEffect>
                                    <p:set>
                                      <p:cBhvr>
                                        <p:cTn id="107" dur="1" fill="hold">
                                          <p:stCondLst>
                                            <p:cond delay="499"/>
                                          </p:stCondLst>
                                        </p:cTn>
                                        <p:tgtEl>
                                          <p:spTgt spid="434"/>
                                        </p:tgtEl>
                                        <p:attrNameLst>
                                          <p:attrName>style.visibility</p:attrName>
                                        </p:attrNameLst>
                                      </p:cBhvr>
                                      <p:to>
                                        <p:strVal val="hidden"/>
                                      </p:to>
                                    </p:set>
                                  </p:childTnLst>
                                </p:cTn>
                              </p:par>
                            </p:childTnLst>
                          </p:cTn>
                        </p:par>
                      </p:childTnLst>
                    </p:cTn>
                  </p:par>
                  <p:par>
                    <p:cTn id="108" fill="hold">
                      <p:stCondLst>
                        <p:cond delay="indefinite"/>
                      </p:stCondLst>
                      <p:childTnLst>
                        <p:par>
                          <p:cTn id="109" fill="hold">
                            <p:stCondLst>
                              <p:cond delay="0"/>
                            </p:stCondLst>
                            <p:childTnLst>
                              <p:par>
                                <p:cTn id="110" presetID="9" presetClass="entr" presetSubtype="0" fill="hold" grpId="0" nodeType="clickEffect">
                                  <p:stCondLst>
                                    <p:cond delay="0"/>
                                  </p:stCondLst>
                                  <p:childTnLst>
                                    <p:set>
                                      <p:cBhvr>
                                        <p:cTn id="111" dur="1" fill="hold">
                                          <p:stCondLst>
                                            <p:cond delay="0"/>
                                          </p:stCondLst>
                                        </p:cTn>
                                        <p:tgtEl>
                                          <p:spTgt spid="397"/>
                                        </p:tgtEl>
                                        <p:attrNameLst>
                                          <p:attrName>style.visibility</p:attrName>
                                        </p:attrNameLst>
                                      </p:cBhvr>
                                      <p:to>
                                        <p:strVal val="visible"/>
                                      </p:to>
                                    </p:set>
                                    <p:animEffect transition="in" filter="dissolve">
                                      <p:cBhvr>
                                        <p:cTn id="112" dur="500"/>
                                        <p:tgtEl>
                                          <p:spTgt spid="397"/>
                                        </p:tgtEl>
                                      </p:cBhvr>
                                    </p:animEffect>
                                  </p:childTnLst>
                                </p:cTn>
                              </p:par>
                            </p:childTnLst>
                          </p:cTn>
                        </p:par>
                        <p:par>
                          <p:cTn id="113" fill="hold">
                            <p:stCondLst>
                              <p:cond delay="500"/>
                            </p:stCondLst>
                            <p:childTnLst>
                              <p:par>
                                <p:cTn id="114" presetID="9" presetClass="entr" presetSubtype="0" fill="hold" nodeType="afterEffect">
                                  <p:stCondLst>
                                    <p:cond delay="0"/>
                                  </p:stCondLst>
                                  <p:childTnLst>
                                    <p:set>
                                      <p:cBhvr>
                                        <p:cTn id="115" dur="1" fill="hold">
                                          <p:stCondLst>
                                            <p:cond delay="0"/>
                                          </p:stCondLst>
                                        </p:cTn>
                                        <p:tgtEl>
                                          <p:spTgt spid="439"/>
                                        </p:tgtEl>
                                        <p:attrNameLst>
                                          <p:attrName>style.visibility</p:attrName>
                                        </p:attrNameLst>
                                      </p:cBhvr>
                                      <p:to>
                                        <p:strVal val="visible"/>
                                      </p:to>
                                    </p:set>
                                    <p:animEffect transition="in" filter="dissolve">
                                      <p:cBhvr>
                                        <p:cTn id="116" dur="1000"/>
                                        <p:tgtEl>
                                          <p:spTgt spid="439"/>
                                        </p:tgtEl>
                                      </p:cBhvr>
                                    </p:animEffect>
                                  </p:childTnLst>
                                </p:cTn>
                              </p:par>
                            </p:childTnLst>
                          </p:cTn>
                        </p:par>
                        <p:par>
                          <p:cTn id="117" fill="hold">
                            <p:stCondLst>
                              <p:cond delay="1500"/>
                            </p:stCondLst>
                            <p:childTnLst>
                              <p:par>
                                <p:cTn id="118" presetID="9" presetClass="entr" presetSubtype="0" fill="hold" grpId="0" nodeType="afterEffect">
                                  <p:stCondLst>
                                    <p:cond delay="0"/>
                                  </p:stCondLst>
                                  <p:childTnLst>
                                    <p:set>
                                      <p:cBhvr>
                                        <p:cTn id="119" dur="1" fill="hold">
                                          <p:stCondLst>
                                            <p:cond delay="0"/>
                                          </p:stCondLst>
                                        </p:cTn>
                                        <p:tgtEl>
                                          <p:spTgt spid="404"/>
                                        </p:tgtEl>
                                        <p:attrNameLst>
                                          <p:attrName>style.visibility</p:attrName>
                                        </p:attrNameLst>
                                      </p:cBhvr>
                                      <p:to>
                                        <p:strVal val="visible"/>
                                      </p:to>
                                    </p:set>
                                    <p:animEffect transition="in" filter="dissolve">
                                      <p:cBhvr>
                                        <p:cTn id="120" dur="500"/>
                                        <p:tgtEl>
                                          <p:spTgt spid="404"/>
                                        </p:tgtEl>
                                      </p:cBhvr>
                                    </p:animEffect>
                                  </p:childTnLst>
                                </p:cTn>
                              </p:par>
                            </p:childTnLst>
                          </p:cTn>
                        </p:par>
                        <p:par>
                          <p:cTn id="121" fill="hold">
                            <p:stCondLst>
                              <p:cond delay="2000"/>
                            </p:stCondLst>
                            <p:childTnLst>
                              <p:par>
                                <p:cTn id="122" presetID="9" presetClass="entr" presetSubtype="0" fill="hold" grpId="0" nodeType="afterEffect">
                                  <p:stCondLst>
                                    <p:cond delay="0"/>
                                  </p:stCondLst>
                                  <p:childTnLst>
                                    <p:set>
                                      <p:cBhvr>
                                        <p:cTn id="123" dur="1" fill="hold">
                                          <p:stCondLst>
                                            <p:cond delay="0"/>
                                          </p:stCondLst>
                                        </p:cTn>
                                        <p:tgtEl>
                                          <p:spTgt spid="399"/>
                                        </p:tgtEl>
                                        <p:attrNameLst>
                                          <p:attrName>style.visibility</p:attrName>
                                        </p:attrNameLst>
                                      </p:cBhvr>
                                      <p:to>
                                        <p:strVal val="visible"/>
                                      </p:to>
                                    </p:set>
                                    <p:animEffect transition="in" filter="dissolve">
                                      <p:cBhvr>
                                        <p:cTn id="124" dur="1000"/>
                                        <p:tgtEl>
                                          <p:spTgt spid="399"/>
                                        </p:tgtEl>
                                      </p:cBhvr>
                                    </p:animEffect>
                                  </p:childTnLst>
                                </p:cTn>
                              </p:par>
                            </p:childTnLst>
                          </p:cTn>
                        </p:par>
                      </p:childTnLst>
                    </p:cTn>
                  </p:par>
                  <p:par>
                    <p:cTn id="125" fill="hold">
                      <p:stCondLst>
                        <p:cond delay="indefinite"/>
                      </p:stCondLst>
                      <p:childTnLst>
                        <p:par>
                          <p:cTn id="126" fill="hold">
                            <p:stCondLst>
                              <p:cond delay="0"/>
                            </p:stCondLst>
                            <p:childTnLst>
                              <p:par>
                                <p:cTn id="127" presetID="9" presetClass="entr" presetSubtype="0" fill="hold" grpId="0" nodeType="clickEffect">
                                  <p:stCondLst>
                                    <p:cond delay="0"/>
                                  </p:stCondLst>
                                  <p:childTnLst>
                                    <p:set>
                                      <p:cBhvr>
                                        <p:cTn id="128" dur="1" fill="hold">
                                          <p:stCondLst>
                                            <p:cond delay="0"/>
                                          </p:stCondLst>
                                        </p:cTn>
                                        <p:tgtEl>
                                          <p:spTgt spid="398"/>
                                        </p:tgtEl>
                                        <p:attrNameLst>
                                          <p:attrName>style.visibility</p:attrName>
                                        </p:attrNameLst>
                                      </p:cBhvr>
                                      <p:to>
                                        <p:strVal val="visible"/>
                                      </p:to>
                                    </p:set>
                                    <p:animEffect transition="in" filter="dissolve">
                                      <p:cBhvr>
                                        <p:cTn id="129" dur="500"/>
                                        <p:tgtEl>
                                          <p:spTgt spid="398"/>
                                        </p:tgtEl>
                                      </p:cBhvr>
                                    </p:animEffect>
                                  </p:childTnLst>
                                </p:cTn>
                              </p:par>
                              <p:par>
                                <p:cTn id="130" presetID="9" presetClass="exit" presetSubtype="0" fill="hold" nodeType="withEffect">
                                  <p:stCondLst>
                                    <p:cond delay="0"/>
                                  </p:stCondLst>
                                  <p:childTnLst>
                                    <p:animEffect transition="out" filter="dissolve">
                                      <p:cBhvr>
                                        <p:cTn id="131" dur="500"/>
                                        <p:tgtEl>
                                          <p:spTgt spid="439"/>
                                        </p:tgtEl>
                                      </p:cBhvr>
                                    </p:animEffect>
                                    <p:set>
                                      <p:cBhvr>
                                        <p:cTn id="132" dur="1" fill="hold">
                                          <p:stCondLst>
                                            <p:cond delay="499"/>
                                          </p:stCondLst>
                                        </p:cTn>
                                        <p:tgtEl>
                                          <p:spTgt spid="43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3" grpId="0"/>
      <p:bldP spid="386" grpId="0" animBg="1"/>
      <p:bldP spid="387" grpId="0" animBg="1"/>
      <p:bldP spid="388" grpId="0"/>
      <p:bldP spid="389" grpId="0" animBg="1"/>
      <p:bldP spid="390" grpId="0"/>
      <p:bldP spid="394" grpId="0" animBg="1"/>
      <p:bldP spid="395" grpId="0"/>
      <p:bldP spid="396" grpId="0"/>
      <p:bldP spid="397" grpId="0" animBg="1"/>
      <p:bldP spid="398" grpId="0"/>
      <p:bldP spid="399" grpId="0" animBg="1"/>
      <p:bldP spid="400" grpId="0" animBg="1"/>
      <p:bldP spid="401" grpId="0" animBg="1"/>
      <p:bldP spid="402" grpId="0" animBg="1"/>
      <p:bldP spid="403" grpId="0" animBg="1"/>
      <p:bldP spid="404" grpId="0"/>
    </p:bldLst>
  </p:timing>
</p:sld>
</file>

<file path=ppt/slides/slide1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5B27BFF1-5DCE-D642-8EFE-FACB1C97EEE0}"/>
              </a:ext>
            </a:extLst>
          </p:cNvPr>
          <p:cNvSpPr>
            <a:spLocks noGrp="1"/>
          </p:cNvSpPr>
          <p:nvPr>
            <p:ph type="title"/>
          </p:nvPr>
        </p:nvSpPr>
        <p:spPr>
          <a:xfrm>
            <a:off x="838199" y="354060"/>
            <a:ext cx="11179629" cy="894622"/>
          </a:xfrm>
        </p:spPr>
        <p:txBody>
          <a:bodyPr/>
          <a:lstStyle/>
          <a:p>
            <a:r>
              <a:rPr lang="en-US" b="0" dirty="0">
                <a:latin typeface="+mn-lt"/>
              </a:rPr>
              <a:t>Dijkstra’s algorithm: discussion</a:t>
            </a:r>
          </a:p>
        </p:txBody>
      </p:sp>
      <p:sp>
        <p:nvSpPr>
          <p:cNvPr id="546" name="Slide Number Placeholder 4">
            <a:extLst>
              <a:ext uri="{FF2B5EF4-FFF2-40B4-BE49-F238E27FC236}">
                <a16:creationId xmlns:a16="http://schemas.microsoft.com/office/drawing/2014/main" id="{5DC8F37A-7230-5148-88D9-265AE5AD394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Network Layer: 5-</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444" name="Rectangle 3">
            <a:extLst>
              <a:ext uri="{FF2B5EF4-FFF2-40B4-BE49-F238E27FC236}">
                <a16:creationId xmlns:a16="http://schemas.microsoft.com/office/drawing/2014/main" id="{6E59D8FF-3BFC-9E4A-88AA-D168D119E03B}"/>
              </a:ext>
            </a:extLst>
          </p:cNvPr>
          <p:cNvSpPr txBox="1">
            <a:spLocks noChangeArrowheads="1"/>
          </p:cNvSpPr>
          <p:nvPr/>
        </p:nvSpPr>
        <p:spPr>
          <a:xfrm>
            <a:off x="739458" y="1447801"/>
            <a:ext cx="8709342" cy="191516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charset="0"/>
              <a:buNone/>
              <a:defRPr/>
            </a:pPr>
            <a:r>
              <a:rPr lang="en-US" dirty="0">
                <a:solidFill>
                  <a:srgbClr val="CC0000"/>
                </a:solidFill>
              </a:rPr>
              <a:t>algorithm complexity:</a:t>
            </a:r>
            <a:r>
              <a:rPr lang="en-US" dirty="0">
                <a:solidFill>
                  <a:srgbClr val="FF0000"/>
                </a:solidFill>
              </a:rPr>
              <a:t> </a:t>
            </a:r>
            <a:r>
              <a:rPr lang="en-US" i="1" dirty="0"/>
              <a:t>n</a:t>
            </a:r>
            <a:r>
              <a:rPr lang="en-US" dirty="0"/>
              <a:t> nodes</a:t>
            </a:r>
          </a:p>
          <a:p>
            <a:pPr>
              <a:defRPr/>
            </a:pPr>
            <a:r>
              <a:rPr lang="en-US" sz="2400" dirty="0"/>
              <a:t>each of </a:t>
            </a:r>
            <a:r>
              <a:rPr lang="en-US" sz="2400" i="1" dirty="0"/>
              <a:t>n</a:t>
            </a:r>
            <a:r>
              <a:rPr lang="en-US" sz="2400" dirty="0"/>
              <a:t> iteration: need to check all nodes, </a:t>
            </a:r>
            <a:r>
              <a:rPr lang="en-US" sz="2400" i="1" dirty="0"/>
              <a:t>w</a:t>
            </a:r>
            <a:r>
              <a:rPr lang="en-US" sz="2400" dirty="0"/>
              <a:t>, not in </a:t>
            </a:r>
            <a:r>
              <a:rPr lang="en-US" sz="2400" i="1" dirty="0"/>
              <a:t>N</a:t>
            </a:r>
          </a:p>
          <a:p>
            <a:pPr>
              <a:defRPr/>
            </a:pPr>
            <a:r>
              <a:rPr lang="en-US" sz="2400" i="1" dirty="0"/>
              <a:t>n</a:t>
            </a:r>
            <a:r>
              <a:rPr lang="en-US" sz="2400" dirty="0"/>
              <a:t>(</a:t>
            </a:r>
            <a:r>
              <a:rPr lang="en-US" sz="2400" i="1" dirty="0"/>
              <a:t>n</a:t>
            </a:r>
            <a:r>
              <a:rPr lang="en-US" sz="2400" dirty="0"/>
              <a:t>+1)/2 comparisons: O(</a:t>
            </a:r>
            <a:r>
              <a:rPr lang="en-US" sz="2400" i="1" dirty="0"/>
              <a:t>n</a:t>
            </a:r>
            <a:r>
              <a:rPr lang="en-US" sz="2400" i="1" baseline="30000" dirty="0"/>
              <a:t>2</a:t>
            </a:r>
            <a:r>
              <a:rPr lang="en-US" sz="2400" dirty="0"/>
              <a:t>) complexity</a:t>
            </a:r>
          </a:p>
          <a:p>
            <a:pPr>
              <a:defRPr/>
            </a:pPr>
            <a:r>
              <a:rPr lang="en-US" sz="2400" dirty="0"/>
              <a:t>more efficient implementations possible: O(</a:t>
            </a:r>
            <a:r>
              <a:rPr lang="en-US" sz="2400" i="1" dirty="0"/>
              <a:t>n</a:t>
            </a:r>
            <a:r>
              <a:rPr lang="en-US" sz="2400" dirty="0"/>
              <a:t>log</a:t>
            </a:r>
            <a:r>
              <a:rPr lang="en-US" sz="2400" i="1" dirty="0"/>
              <a:t>n</a:t>
            </a:r>
            <a:r>
              <a:rPr lang="en-US" sz="2400" dirty="0"/>
              <a:t>)</a:t>
            </a:r>
          </a:p>
        </p:txBody>
      </p:sp>
      <p:sp>
        <p:nvSpPr>
          <p:cNvPr id="445" name="Rectangle 3">
            <a:extLst>
              <a:ext uri="{FF2B5EF4-FFF2-40B4-BE49-F238E27FC236}">
                <a16:creationId xmlns:a16="http://schemas.microsoft.com/office/drawing/2014/main" id="{37555C05-2A0C-8E42-A9BE-7ECBAF0D8C2D}"/>
              </a:ext>
            </a:extLst>
          </p:cNvPr>
          <p:cNvSpPr txBox="1">
            <a:spLocks noChangeArrowheads="1"/>
          </p:cNvSpPr>
          <p:nvPr/>
        </p:nvSpPr>
        <p:spPr>
          <a:xfrm>
            <a:off x="729298" y="3378200"/>
            <a:ext cx="11310302" cy="23317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charset="0"/>
              <a:buNone/>
              <a:defRPr/>
            </a:pPr>
            <a:r>
              <a:rPr lang="en-US" dirty="0">
                <a:solidFill>
                  <a:srgbClr val="CC0000"/>
                </a:solidFill>
              </a:rPr>
              <a:t>message complexity:</a:t>
            </a:r>
            <a:r>
              <a:rPr lang="en-US" dirty="0">
                <a:solidFill>
                  <a:srgbClr val="FF0000"/>
                </a:solidFill>
              </a:rPr>
              <a:t> </a:t>
            </a:r>
          </a:p>
          <a:p>
            <a:pPr>
              <a:defRPr/>
            </a:pPr>
            <a:r>
              <a:rPr lang="en-US" sz="2400" dirty="0"/>
              <a:t>each router must </a:t>
            </a:r>
            <a:r>
              <a:rPr lang="en-US" sz="2400" i="1" dirty="0">
                <a:solidFill>
                  <a:srgbClr val="0000A8"/>
                </a:solidFill>
              </a:rPr>
              <a:t>broadcast</a:t>
            </a:r>
            <a:r>
              <a:rPr lang="en-US" sz="2400" dirty="0"/>
              <a:t> its link state information to other </a:t>
            </a:r>
            <a:r>
              <a:rPr lang="en-US" sz="2400" i="1" dirty="0"/>
              <a:t>n</a:t>
            </a:r>
            <a:r>
              <a:rPr lang="en-US" sz="2400" dirty="0"/>
              <a:t> routers </a:t>
            </a:r>
          </a:p>
          <a:p>
            <a:pPr>
              <a:defRPr/>
            </a:pPr>
            <a:r>
              <a:rPr lang="en-US" sz="2400" dirty="0"/>
              <a:t>efficient (and interesting!) broadcast algorithms: O(</a:t>
            </a:r>
            <a:r>
              <a:rPr lang="en-US" sz="2400" i="1" dirty="0"/>
              <a:t>n</a:t>
            </a:r>
            <a:r>
              <a:rPr lang="en-US" sz="2400" dirty="0"/>
              <a:t>) link crossings to disseminate a broadcast message from one source</a:t>
            </a:r>
          </a:p>
          <a:p>
            <a:pPr>
              <a:defRPr/>
            </a:pPr>
            <a:r>
              <a:rPr lang="en-US" sz="2400" dirty="0"/>
              <a:t>each router’s message crosses O(</a:t>
            </a:r>
            <a:r>
              <a:rPr lang="en-US" sz="2400" i="1" dirty="0"/>
              <a:t>n</a:t>
            </a:r>
            <a:r>
              <a:rPr lang="en-US" sz="2400" dirty="0"/>
              <a:t>) links: overall message complexity: O(</a:t>
            </a:r>
            <a:r>
              <a:rPr lang="en-US" sz="2400" i="1" dirty="0"/>
              <a:t>n</a:t>
            </a:r>
            <a:r>
              <a:rPr lang="en-US" sz="2400" i="1" baseline="30000" dirty="0"/>
              <a:t>2</a:t>
            </a:r>
            <a:r>
              <a:rPr lang="en-US" sz="2400" dirty="0"/>
              <a:t>)</a:t>
            </a:r>
          </a:p>
        </p:txBody>
      </p:sp>
    </p:spTree>
    <p:extLst>
      <p:ext uri="{BB962C8B-B14F-4D97-AF65-F5344CB8AC3E}">
        <p14:creationId xmlns:p14="http://schemas.microsoft.com/office/powerpoint/2010/main" val="413739038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45"/>
                                        </p:tgtEl>
                                        <p:attrNameLst>
                                          <p:attrName>style.visibility</p:attrName>
                                        </p:attrNameLst>
                                      </p:cBhvr>
                                      <p:to>
                                        <p:strVal val="visible"/>
                                      </p:to>
                                    </p:set>
                                    <p:animEffect transition="in" filter="dissolve">
                                      <p:cBhvr>
                                        <p:cTn id="7" dur="500"/>
                                        <p:tgtEl>
                                          <p:spTgt spid="4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5" grpId="0"/>
    </p:bldLst>
  </p:timing>
</p:sld>
</file>

<file path=ppt/slides/slide2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5B27BFF1-5DCE-D642-8EFE-FACB1C97EEE0}"/>
              </a:ext>
            </a:extLst>
          </p:cNvPr>
          <p:cNvSpPr>
            <a:spLocks noGrp="1"/>
          </p:cNvSpPr>
          <p:nvPr>
            <p:ph type="title"/>
          </p:nvPr>
        </p:nvSpPr>
        <p:spPr>
          <a:xfrm>
            <a:off x="838199" y="354060"/>
            <a:ext cx="11179629" cy="894622"/>
          </a:xfrm>
        </p:spPr>
        <p:txBody>
          <a:bodyPr/>
          <a:lstStyle/>
          <a:p>
            <a:r>
              <a:rPr lang="en-US" b="0" dirty="0">
                <a:latin typeface="+mn-lt"/>
              </a:rPr>
              <a:t>Dijkstra’s algorithm: oscillations possible</a:t>
            </a:r>
          </a:p>
        </p:txBody>
      </p:sp>
      <p:sp>
        <p:nvSpPr>
          <p:cNvPr id="546" name="Slide Number Placeholder 4">
            <a:extLst>
              <a:ext uri="{FF2B5EF4-FFF2-40B4-BE49-F238E27FC236}">
                <a16:creationId xmlns:a16="http://schemas.microsoft.com/office/drawing/2014/main" id="{5DC8F37A-7230-5148-88D9-265AE5AD394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Network Layer: 5-</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444" name="Rectangle 3">
            <a:extLst>
              <a:ext uri="{FF2B5EF4-FFF2-40B4-BE49-F238E27FC236}">
                <a16:creationId xmlns:a16="http://schemas.microsoft.com/office/drawing/2014/main" id="{6E59D8FF-3BFC-9E4A-88AA-D168D119E03B}"/>
              </a:ext>
            </a:extLst>
          </p:cNvPr>
          <p:cNvSpPr txBox="1">
            <a:spLocks noChangeArrowheads="1"/>
          </p:cNvSpPr>
          <p:nvPr/>
        </p:nvSpPr>
        <p:spPr>
          <a:xfrm>
            <a:off x="637858" y="1315720"/>
            <a:ext cx="10792142" cy="55372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indent="-271463">
              <a:defRPr/>
            </a:pPr>
            <a:r>
              <a:rPr lang="en-US" dirty="0"/>
              <a:t>when  link costs depend on traffic volume, </a:t>
            </a:r>
            <a:r>
              <a:rPr lang="en-US" dirty="0">
                <a:solidFill>
                  <a:srgbClr val="C00000"/>
                </a:solidFill>
              </a:rPr>
              <a:t>route oscillations </a:t>
            </a:r>
            <a:r>
              <a:rPr lang="en-US" dirty="0"/>
              <a:t>possible</a:t>
            </a:r>
            <a:endParaRPr lang="en-US" sz="2400" dirty="0"/>
          </a:p>
        </p:txBody>
      </p:sp>
      <p:sp>
        <p:nvSpPr>
          <p:cNvPr id="237" name="Freeform 5">
            <a:extLst>
              <a:ext uri="{FF2B5EF4-FFF2-40B4-BE49-F238E27FC236}">
                <a16:creationId xmlns:a16="http://schemas.microsoft.com/office/drawing/2014/main" id="{A59144B8-A690-CA45-A6EE-80202164F1BB}"/>
              </a:ext>
            </a:extLst>
          </p:cNvPr>
          <p:cNvSpPr>
            <a:spLocks/>
          </p:cNvSpPr>
          <p:nvPr/>
        </p:nvSpPr>
        <p:spPr bwMode="auto">
          <a:xfrm>
            <a:off x="435928" y="3502025"/>
            <a:ext cx="1971675" cy="1355725"/>
          </a:xfrm>
          <a:custGeom>
            <a:avLst/>
            <a:gdLst>
              <a:gd name="T0" fmla="*/ 2147483647 w 1242"/>
              <a:gd name="T1" fmla="*/ 2147483647 h 854"/>
              <a:gd name="T2" fmla="*/ 2147483647 w 1242"/>
              <a:gd name="T3" fmla="*/ 2147483647 h 854"/>
              <a:gd name="T4" fmla="*/ 2147483647 w 1242"/>
              <a:gd name="T5" fmla="*/ 2147483647 h 854"/>
              <a:gd name="T6" fmla="*/ 2147483647 w 1242"/>
              <a:gd name="T7" fmla="*/ 2147483647 h 854"/>
              <a:gd name="T8" fmla="*/ 2147483647 w 1242"/>
              <a:gd name="T9" fmla="*/ 2147483647 h 854"/>
              <a:gd name="T10" fmla="*/ 2147483647 w 1242"/>
              <a:gd name="T11" fmla="*/ 2147483647 h 854"/>
              <a:gd name="T12" fmla="*/ 2147483647 w 1242"/>
              <a:gd name="T13" fmla="*/ 2147483647 h 854"/>
              <a:gd name="T14" fmla="*/ 2147483647 w 1242"/>
              <a:gd name="T15" fmla="*/ 2147483647 h 854"/>
              <a:gd name="T16" fmla="*/ 2147483647 w 1242"/>
              <a:gd name="T17" fmla="*/ 2147483647 h 854"/>
              <a:gd name="T18" fmla="*/ 2147483647 w 1242"/>
              <a:gd name="T19" fmla="*/ 2147483647 h 85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42"/>
              <a:gd name="T31" fmla="*/ 0 h 854"/>
              <a:gd name="T32" fmla="*/ 1242 w 1242"/>
              <a:gd name="T33" fmla="*/ 854 h 85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42" h="854">
                <a:moveTo>
                  <a:pt x="1" y="381"/>
                </a:moveTo>
                <a:cubicBezTo>
                  <a:pt x="0" y="296"/>
                  <a:pt x="88" y="222"/>
                  <a:pt x="169" y="162"/>
                </a:cubicBezTo>
                <a:cubicBezTo>
                  <a:pt x="250" y="102"/>
                  <a:pt x="378" y="40"/>
                  <a:pt x="487" y="18"/>
                </a:cubicBezTo>
                <a:cubicBezTo>
                  <a:pt x="616" y="6"/>
                  <a:pt x="685" y="0"/>
                  <a:pt x="823" y="30"/>
                </a:cubicBezTo>
                <a:cubicBezTo>
                  <a:pt x="961" y="60"/>
                  <a:pt x="1121" y="165"/>
                  <a:pt x="1183" y="261"/>
                </a:cubicBezTo>
                <a:cubicBezTo>
                  <a:pt x="1242" y="357"/>
                  <a:pt x="1219" y="523"/>
                  <a:pt x="1177" y="609"/>
                </a:cubicBezTo>
                <a:cubicBezTo>
                  <a:pt x="1135" y="695"/>
                  <a:pt x="1049" y="742"/>
                  <a:pt x="928" y="780"/>
                </a:cubicBezTo>
                <a:cubicBezTo>
                  <a:pt x="807" y="818"/>
                  <a:pt x="573" y="854"/>
                  <a:pt x="448" y="837"/>
                </a:cubicBezTo>
                <a:cubicBezTo>
                  <a:pt x="323" y="820"/>
                  <a:pt x="252" y="751"/>
                  <a:pt x="178" y="675"/>
                </a:cubicBezTo>
                <a:cubicBezTo>
                  <a:pt x="104" y="599"/>
                  <a:pt x="2" y="466"/>
                  <a:pt x="1" y="381"/>
                </a:cubicBezTo>
                <a:close/>
              </a:path>
            </a:pathLst>
          </a:custGeom>
          <a:solidFill>
            <a:srgbClr val="9CE0FA"/>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ea typeface="ＭＳ Ｐゴシック" charset="0"/>
            </a:endParaRPr>
          </a:p>
        </p:txBody>
      </p:sp>
      <p:sp>
        <p:nvSpPr>
          <p:cNvPr id="238" name="Freeform 6">
            <a:extLst>
              <a:ext uri="{FF2B5EF4-FFF2-40B4-BE49-F238E27FC236}">
                <a16:creationId xmlns:a16="http://schemas.microsoft.com/office/drawing/2014/main" id="{82961676-F6F5-E04C-AE3D-C73807EFD504}"/>
              </a:ext>
            </a:extLst>
          </p:cNvPr>
          <p:cNvSpPr>
            <a:spLocks/>
          </p:cNvSpPr>
          <p:nvPr/>
        </p:nvSpPr>
        <p:spPr bwMode="auto">
          <a:xfrm>
            <a:off x="837565" y="3840162"/>
            <a:ext cx="390525" cy="209550"/>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type="none" w="med" len="med"/>
            <a:tailEnd type="triangle" w="med" len="me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grpSp>
        <p:nvGrpSpPr>
          <p:cNvPr id="239" name="Group 7">
            <a:extLst>
              <a:ext uri="{FF2B5EF4-FFF2-40B4-BE49-F238E27FC236}">
                <a16:creationId xmlns:a16="http://schemas.microsoft.com/office/drawing/2014/main" id="{8B088B97-22E9-DC4F-B13A-FBAF6A04B7BB}"/>
              </a:ext>
            </a:extLst>
          </p:cNvPr>
          <p:cNvGrpSpPr>
            <a:grpSpLocks/>
          </p:cNvGrpSpPr>
          <p:nvPr/>
        </p:nvGrpSpPr>
        <p:grpSpPr bwMode="auto">
          <a:xfrm>
            <a:off x="1143953" y="3522662"/>
            <a:ext cx="501650" cy="400050"/>
            <a:chOff x="1747" y="3190"/>
            <a:chExt cx="316" cy="252"/>
          </a:xfrm>
        </p:grpSpPr>
        <p:sp>
          <p:nvSpPr>
            <p:cNvPr id="240" name="Oval 8">
              <a:extLst>
                <a:ext uri="{FF2B5EF4-FFF2-40B4-BE49-F238E27FC236}">
                  <a16:creationId xmlns:a16="http://schemas.microsoft.com/office/drawing/2014/main" id="{42EC777E-6D1A-8A48-ACED-185639FB582A}"/>
                </a:ext>
              </a:extLst>
            </p:cNvPr>
            <p:cNvSpPr>
              <a:spLocks noChangeArrowheads="1"/>
            </p:cNvSpPr>
            <p:nvPr/>
          </p:nvSpPr>
          <p:spPr bwMode="auto">
            <a:xfrm>
              <a:off x="1750" y="3308"/>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241" name="Line 9">
              <a:extLst>
                <a:ext uri="{FF2B5EF4-FFF2-40B4-BE49-F238E27FC236}">
                  <a16:creationId xmlns:a16="http://schemas.microsoft.com/office/drawing/2014/main" id="{9E45D777-E8DE-9646-80B4-E03D845342E9}"/>
                </a:ext>
              </a:extLst>
            </p:cNvPr>
            <p:cNvSpPr>
              <a:spLocks noChangeShapeType="1"/>
            </p:cNvSpPr>
            <p:nvPr/>
          </p:nvSpPr>
          <p:spPr bwMode="auto">
            <a:xfrm>
              <a:off x="1750" y="3301"/>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242" name="Line 10">
              <a:extLst>
                <a:ext uri="{FF2B5EF4-FFF2-40B4-BE49-F238E27FC236}">
                  <a16:creationId xmlns:a16="http://schemas.microsoft.com/office/drawing/2014/main" id="{857FF523-4482-ED42-8DDD-1DD8791BB6BE}"/>
                </a:ext>
              </a:extLst>
            </p:cNvPr>
            <p:cNvSpPr>
              <a:spLocks noChangeShapeType="1"/>
            </p:cNvSpPr>
            <p:nvPr/>
          </p:nvSpPr>
          <p:spPr bwMode="auto">
            <a:xfrm>
              <a:off x="2063" y="3301"/>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243" name="Rectangle 11">
              <a:extLst>
                <a:ext uri="{FF2B5EF4-FFF2-40B4-BE49-F238E27FC236}">
                  <a16:creationId xmlns:a16="http://schemas.microsoft.com/office/drawing/2014/main" id="{C0173DF1-0D6F-7C41-8511-B9CB345A0F00}"/>
                </a:ext>
              </a:extLst>
            </p:cNvPr>
            <p:cNvSpPr>
              <a:spLocks noChangeArrowheads="1"/>
            </p:cNvSpPr>
            <p:nvPr/>
          </p:nvSpPr>
          <p:spPr bwMode="auto">
            <a:xfrm>
              <a:off x="1750" y="3301"/>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ea typeface="ＭＳ Ｐゴシック" charset="0"/>
              </a:endParaRPr>
            </a:p>
          </p:txBody>
        </p:sp>
        <p:sp>
          <p:nvSpPr>
            <p:cNvPr id="244" name="Oval 12">
              <a:extLst>
                <a:ext uri="{FF2B5EF4-FFF2-40B4-BE49-F238E27FC236}">
                  <a16:creationId xmlns:a16="http://schemas.microsoft.com/office/drawing/2014/main" id="{7F387F70-727C-E64D-842C-2B3FF83A6D9E}"/>
                </a:ext>
              </a:extLst>
            </p:cNvPr>
            <p:cNvSpPr>
              <a:spLocks noChangeArrowheads="1"/>
            </p:cNvSpPr>
            <p:nvPr/>
          </p:nvSpPr>
          <p:spPr bwMode="auto">
            <a:xfrm>
              <a:off x="1747" y="3242"/>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grpSp>
          <p:nvGrpSpPr>
            <p:cNvPr id="245" name="Group 13">
              <a:extLst>
                <a:ext uri="{FF2B5EF4-FFF2-40B4-BE49-F238E27FC236}">
                  <a16:creationId xmlns:a16="http://schemas.microsoft.com/office/drawing/2014/main" id="{B10DF092-C8AF-8744-9017-7ACAB3E98CD7}"/>
                </a:ext>
              </a:extLst>
            </p:cNvPr>
            <p:cNvGrpSpPr>
              <a:grpSpLocks/>
            </p:cNvGrpSpPr>
            <p:nvPr/>
          </p:nvGrpSpPr>
          <p:grpSpPr bwMode="auto">
            <a:xfrm>
              <a:off x="1799" y="3190"/>
              <a:ext cx="194" cy="252"/>
              <a:chOff x="2960" y="2425"/>
              <a:chExt cx="197" cy="252"/>
            </a:xfrm>
          </p:grpSpPr>
          <p:sp>
            <p:nvSpPr>
              <p:cNvPr id="246" name="Rectangle 14">
                <a:extLst>
                  <a:ext uri="{FF2B5EF4-FFF2-40B4-BE49-F238E27FC236}">
                    <a16:creationId xmlns:a16="http://schemas.microsoft.com/office/drawing/2014/main" id="{12601A3D-B198-5D46-AF7F-4BFE2D953365}"/>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247" name="Text Box 15">
                <a:extLst>
                  <a:ext uri="{FF2B5EF4-FFF2-40B4-BE49-F238E27FC236}">
                    <a16:creationId xmlns:a16="http://schemas.microsoft.com/office/drawing/2014/main" id="{925201CA-0419-CB4A-A354-25CF76ADA51A}"/>
                  </a:ext>
                </a:extLst>
              </p:cNvPr>
              <p:cNvSpPr txBox="1">
                <a:spLocks noChangeArrowheads="1"/>
              </p:cNvSpPr>
              <p:nvPr/>
            </p:nvSpPr>
            <p:spPr bwMode="auto">
              <a:xfrm>
                <a:off x="2960" y="2425"/>
                <a:ext cx="197"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mn-lt"/>
                    <a:ea typeface="ＭＳ Ｐゴシック" charset="0"/>
                  </a:rPr>
                  <a:t>a</a:t>
                </a:r>
                <a:endParaRPr kumimoji="0" lang="en-US" sz="2400" b="0" i="0" u="none" strike="noStrike" kern="0" cap="none" spc="0" normalizeH="0" baseline="0" noProof="0" dirty="0">
                  <a:ln>
                    <a:noFill/>
                  </a:ln>
                  <a:solidFill>
                    <a:srgbClr val="000000"/>
                  </a:solidFill>
                  <a:effectLst/>
                  <a:uLnTx/>
                  <a:uFillTx/>
                  <a:latin typeface="+mn-lt"/>
                  <a:ea typeface="ＭＳ Ｐゴシック" charset="0"/>
                </a:endParaRPr>
              </a:p>
            </p:txBody>
          </p:sp>
        </p:grpSp>
      </p:grpSp>
      <p:grpSp>
        <p:nvGrpSpPr>
          <p:cNvPr id="248" name="Group 16">
            <a:extLst>
              <a:ext uri="{FF2B5EF4-FFF2-40B4-BE49-F238E27FC236}">
                <a16:creationId xmlns:a16="http://schemas.microsoft.com/office/drawing/2014/main" id="{9593351F-2766-E642-AF47-5F87358FFCBB}"/>
              </a:ext>
            </a:extLst>
          </p:cNvPr>
          <p:cNvGrpSpPr>
            <a:grpSpLocks/>
          </p:cNvGrpSpPr>
          <p:nvPr/>
        </p:nvGrpSpPr>
        <p:grpSpPr bwMode="auto">
          <a:xfrm>
            <a:off x="496253" y="3927475"/>
            <a:ext cx="501650" cy="400050"/>
            <a:chOff x="2221" y="3571"/>
            <a:chExt cx="316" cy="252"/>
          </a:xfrm>
        </p:grpSpPr>
        <p:sp>
          <p:nvSpPr>
            <p:cNvPr id="249" name="Oval 17">
              <a:extLst>
                <a:ext uri="{FF2B5EF4-FFF2-40B4-BE49-F238E27FC236}">
                  <a16:creationId xmlns:a16="http://schemas.microsoft.com/office/drawing/2014/main" id="{920AA614-FF62-6D46-B040-4F0BF54F8699}"/>
                </a:ext>
              </a:extLst>
            </p:cNvPr>
            <p:cNvSpPr>
              <a:spLocks noChangeArrowheads="1"/>
            </p:cNvSpPr>
            <p:nvPr/>
          </p:nvSpPr>
          <p:spPr bwMode="auto">
            <a:xfrm>
              <a:off x="2224" y="3695"/>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250" name="Line 18">
              <a:extLst>
                <a:ext uri="{FF2B5EF4-FFF2-40B4-BE49-F238E27FC236}">
                  <a16:creationId xmlns:a16="http://schemas.microsoft.com/office/drawing/2014/main" id="{841348CB-CE8E-F143-986C-686A4669485E}"/>
                </a:ext>
              </a:extLst>
            </p:cNvPr>
            <p:cNvSpPr>
              <a:spLocks noChangeShapeType="1"/>
            </p:cNvSpPr>
            <p:nvPr/>
          </p:nvSpPr>
          <p:spPr bwMode="auto">
            <a:xfrm>
              <a:off x="2224" y="3688"/>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251" name="Line 19">
              <a:extLst>
                <a:ext uri="{FF2B5EF4-FFF2-40B4-BE49-F238E27FC236}">
                  <a16:creationId xmlns:a16="http://schemas.microsoft.com/office/drawing/2014/main" id="{999CB299-BD69-D241-A38C-E63DACDA67DD}"/>
                </a:ext>
              </a:extLst>
            </p:cNvPr>
            <p:cNvSpPr>
              <a:spLocks noChangeShapeType="1"/>
            </p:cNvSpPr>
            <p:nvPr/>
          </p:nvSpPr>
          <p:spPr bwMode="auto">
            <a:xfrm>
              <a:off x="2537" y="3688"/>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252" name="Rectangle 20">
              <a:extLst>
                <a:ext uri="{FF2B5EF4-FFF2-40B4-BE49-F238E27FC236}">
                  <a16:creationId xmlns:a16="http://schemas.microsoft.com/office/drawing/2014/main" id="{49BB3E5E-861B-E344-AB5D-AAE25475EDAB}"/>
                </a:ext>
              </a:extLst>
            </p:cNvPr>
            <p:cNvSpPr>
              <a:spLocks noChangeArrowheads="1"/>
            </p:cNvSpPr>
            <p:nvPr/>
          </p:nvSpPr>
          <p:spPr bwMode="auto">
            <a:xfrm>
              <a:off x="2224" y="3688"/>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ea typeface="ＭＳ Ｐゴシック" charset="0"/>
              </a:endParaRPr>
            </a:p>
          </p:txBody>
        </p:sp>
        <p:sp>
          <p:nvSpPr>
            <p:cNvPr id="253" name="Oval 21">
              <a:extLst>
                <a:ext uri="{FF2B5EF4-FFF2-40B4-BE49-F238E27FC236}">
                  <a16:creationId xmlns:a16="http://schemas.microsoft.com/office/drawing/2014/main" id="{3A32439F-0211-1544-91D0-4D212D4453DA}"/>
                </a:ext>
              </a:extLst>
            </p:cNvPr>
            <p:cNvSpPr>
              <a:spLocks noChangeArrowheads="1"/>
            </p:cNvSpPr>
            <p:nvPr/>
          </p:nvSpPr>
          <p:spPr bwMode="auto">
            <a:xfrm>
              <a:off x="2221" y="3629"/>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grpSp>
          <p:nvGrpSpPr>
            <p:cNvPr id="254" name="Group 22">
              <a:extLst>
                <a:ext uri="{FF2B5EF4-FFF2-40B4-BE49-F238E27FC236}">
                  <a16:creationId xmlns:a16="http://schemas.microsoft.com/office/drawing/2014/main" id="{2481C767-7140-674D-877A-FD9AAB92A018}"/>
                </a:ext>
              </a:extLst>
            </p:cNvPr>
            <p:cNvGrpSpPr>
              <a:grpSpLocks/>
            </p:cNvGrpSpPr>
            <p:nvPr/>
          </p:nvGrpSpPr>
          <p:grpSpPr bwMode="auto">
            <a:xfrm>
              <a:off x="2283" y="3571"/>
              <a:ext cx="206" cy="252"/>
              <a:chOff x="2954" y="2425"/>
              <a:chExt cx="209" cy="252"/>
            </a:xfrm>
          </p:grpSpPr>
          <p:sp>
            <p:nvSpPr>
              <p:cNvPr id="255" name="Rectangle 23">
                <a:extLst>
                  <a:ext uri="{FF2B5EF4-FFF2-40B4-BE49-F238E27FC236}">
                    <a16:creationId xmlns:a16="http://schemas.microsoft.com/office/drawing/2014/main" id="{334BCF5F-7528-B340-8AFA-BB5647B10281}"/>
                  </a:ext>
                </a:extLst>
              </p:cNvPr>
              <p:cNvSpPr>
                <a:spLocks noChangeArrowheads="1"/>
              </p:cNvSpPr>
              <p:nvPr/>
            </p:nvSpPr>
            <p:spPr bwMode="auto">
              <a:xfrm>
                <a:off x="2982" y="2490"/>
                <a:ext cx="146"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256" name="Text Box 24">
                <a:extLst>
                  <a:ext uri="{FF2B5EF4-FFF2-40B4-BE49-F238E27FC236}">
                    <a16:creationId xmlns:a16="http://schemas.microsoft.com/office/drawing/2014/main" id="{F16D94BF-051B-B441-AC39-162CED6017B8}"/>
                  </a:ext>
                </a:extLst>
              </p:cNvPr>
              <p:cNvSpPr txBox="1">
                <a:spLocks noChangeArrowheads="1"/>
              </p:cNvSpPr>
              <p:nvPr/>
            </p:nvSpPr>
            <p:spPr bwMode="auto">
              <a:xfrm>
                <a:off x="2954" y="2425"/>
                <a:ext cx="209"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mn-lt"/>
                    <a:ea typeface="ＭＳ Ｐゴシック" charset="0"/>
                  </a:rPr>
                  <a:t>d</a:t>
                </a:r>
                <a:endParaRPr kumimoji="0" lang="en-US" sz="2400" b="0" i="0" u="none" strike="noStrike" kern="0" cap="none" spc="0" normalizeH="0" baseline="0" noProof="0" dirty="0">
                  <a:ln>
                    <a:noFill/>
                  </a:ln>
                  <a:solidFill>
                    <a:srgbClr val="000000"/>
                  </a:solidFill>
                  <a:effectLst/>
                  <a:uLnTx/>
                  <a:uFillTx/>
                  <a:latin typeface="+mn-lt"/>
                  <a:ea typeface="ＭＳ Ｐゴシック" charset="0"/>
                </a:endParaRPr>
              </a:p>
            </p:txBody>
          </p:sp>
        </p:grpSp>
      </p:grpSp>
      <p:grpSp>
        <p:nvGrpSpPr>
          <p:cNvPr id="257" name="Group 25">
            <a:extLst>
              <a:ext uri="{FF2B5EF4-FFF2-40B4-BE49-F238E27FC236}">
                <a16:creationId xmlns:a16="http://schemas.microsoft.com/office/drawing/2014/main" id="{43BBEBAB-210F-5F4F-931F-C2E6EEEF578D}"/>
              </a:ext>
            </a:extLst>
          </p:cNvPr>
          <p:cNvGrpSpPr>
            <a:grpSpLocks/>
          </p:cNvGrpSpPr>
          <p:nvPr/>
        </p:nvGrpSpPr>
        <p:grpSpPr bwMode="auto">
          <a:xfrm>
            <a:off x="1131253" y="4389437"/>
            <a:ext cx="500062" cy="400050"/>
            <a:chOff x="2903" y="2884"/>
            <a:chExt cx="315" cy="252"/>
          </a:xfrm>
        </p:grpSpPr>
        <p:grpSp>
          <p:nvGrpSpPr>
            <p:cNvPr id="258" name="Group 26">
              <a:extLst>
                <a:ext uri="{FF2B5EF4-FFF2-40B4-BE49-F238E27FC236}">
                  <a16:creationId xmlns:a16="http://schemas.microsoft.com/office/drawing/2014/main" id="{11D0644D-8638-D443-B3E2-6E02272B4FF6}"/>
                </a:ext>
              </a:extLst>
            </p:cNvPr>
            <p:cNvGrpSpPr>
              <a:grpSpLocks/>
            </p:cNvGrpSpPr>
            <p:nvPr/>
          </p:nvGrpSpPr>
          <p:grpSpPr bwMode="auto">
            <a:xfrm>
              <a:off x="2903" y="2938"/>
              <a:ext cx="315" cy="144"/>
              <a:chOff x="2903" y="2938"/>
              <a:chExt cx="315" cy="144"/>
            </a:xfrm>
          </p:grpSpPr>
          <p:sp>
            <p:nvSpPr>
              <p:cNvPr id="262" name="Oval 27">
                <a:extLst>
                  <a:ext uri="{FF2B5EF4-FFF2-40B4-BE49-F238E27FC236}">
                    <a16:creationId xmlns:a16="http://schemas.microsoft.com/office/drawing/2014/main" id="{774736BF-60CC-2449-8C98-86F59C44D436}"/>
                  </a:ext>
                </a:extLst>
              </p:cNvPr>
              <p:cNvSpPr>
                <a:spLocks noChangeArrowheads="1"/>
              </p:cNvSpPr>
              <p:nvPr/>
            </p:nvSpPr>
            <p:spPr bwMode="auto">
              <a:xfrm>
                <a:off x="2903" y="3001"/>
                <a:ext cx="312"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263" name="Line 28">
                <a:extLst>
                  <a:ext uri="{FF2B5EF4-FFF2-40B4-BE49-F238E27FC236}">
                    <a16:creationId xmlns:a16="http://schemas.microsoft.com/office/drawing/2014/main" id="{247C9664-F07E-6C4A-BE7D-4B77CD14EDBF}"/>
                  </a:ext>
                </a:extLst>
              </p:cNvPr>
              <p:cNvSpPr>
                <a:spLocks noChangeShapeType="1"/>
              </p:cNvSpPr>
              <p:nvPr/>
            </p:nvSpPr>
            <p:spPr bwMode="auto">
              <a:xfrm>
                <a:off x="2903" y="2994"/>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264" name="Line 29">
                <a:extLst>
                  <a:ext uri="{FF2B5EF4-FFF2-40B4-BE49-F238E27FC236}">
                    <a16:creationId xmlns:a16="http://schemas.microsoft.com/office/drawing/2014/main" id="{AD42AF0D-07C5-5349-94C2-41C139D6B188}"/>
                  </a:ext>
                </a:extLst>
              </p:cNvPr>
              <p:cNvSpPr>
                <a:spLocks noChangeShapeType="1"/>
              </p:cNvSpPr>
              <p:nvPr/>
            </p:nvSpPr>
            <p:spPr bwMode="auto">
              <a:xfrm>
                <a:off x="3215" y="2994"/>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265" name="Rectangle 30">
                <a:extLst>
                  <a:ext uri="{FF2B5EF4-FFF2-40B4-BE49-F238E27FC236}">
                    <a16:creationId xmlns:a16="http://schemas.microsoft.com/office/drawing/2014/main" id="{901AC9E7-D411-0748-9BFC-DAC416C9FFBA}"/>
                  </a:ext>
                </a:extLst>
              </p:cNvPr>
              <p:cNvSpPr>
                <a:spLocks noChangeArrowheads="1"/>
              </p:cNvSpPr>
              <p:nvPr/>
            </p:nvSpPr>
            <p:spPr bwMode="auto">
              <a:xfrm>
                <a:off x="2903" y="2994"/>
                <a:ext cx="309"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ea typeface="ＭＳ Ｐゴシック" charset="0"/>
                </a:endParaRPr>
              </a:p>
            </p:txBody>
          </p:sp>
          <p:sp>
            <p:nvSpPr>
              <p:cNvPr id="266" name="Oval 31">
                <a:extLst>
                  <a:ext uri="{FF2B5EF4-FFF2-40B4-BE49-F238E27FC236}">
                    <a16:creationId xmlns:a16="http://schemas.microsoft.com/office/drawing/2014/main" id="{8EAEBD5B-62D5-EB48-AA4D-AFF3F71FB3FE}"/>
                  </a:ext>
                </a:extLst>
              </p:cNvPr>
              <p:cNvSpPr>
                <a:spLocks noChangeArrowheads="1"/>
              </p:cNvSpPr>
              <p:nvPr/>
            </p:nvSpPr>
            <p:spPr bwMode="auto">
              <a:xfrm>
                <a:off x="2906" y="2938"/>
                <a:ext cx="312"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grpSp>
        <p:grpSp>
          <p:nvGrpSpPr>
            <p:cNvPr id="259" name="Group 32">
              <a:extLst>
                <a:ext uri="{FF2B5EF4-FFF2-40B4-BE49-F238E27FC236}">
                  <a16:creationId xmlns:a16="http://schemas.microsoft.com/office/drawing/2014/main" id="{C00DFC18-655C-574D-9E77-42B905A1CD27}"/>
                </a:ext>
              </a:extLst>
            </p:cNvPr>
            <p:cNvGrpSpPr>
              <a:grpSpLocks/>
            </p:cNvGrpSpPr>
            <p:nvPr/>
          </p:nvGrpSpPr>
          <p:grpSpPr bwMode="auto">
            <a:xfrm>
              <a:off x="2963" y="2884"/>
              <a:ext cx="185" cy="252"/>
              <a:chOff x="2964" y="2425"/>
              <a:chExt cx="188" cy="252"/>
            </a:xfrm>
          </p:grpSpPr>
          <p:sp>
            <p:nvSpPr>
              <p:cNvPr id="260" name="Rectangle 33">
                <a:extLst>
                  <a:ext uri="{FF2B5EF4-FFF2-40B4-BE49-F238E27FC236}">
                    <a16:creationId xmlns:a16="http://schemas.microsoft.com/office/drawing/2014/main" id="{4A390255-834C-F344-A2F6-BEDB01B5EA86}"/>
                  </a:ext>
                </a:extLst>
              </p:cNvPr>
              <p:cNvSpPr>
                <a:spLocks noChangeArrowheads="1"/>
              </p:cNvSpPr>
              <p:nvPr/>
            </p:nvSpPr>
            <p:spPr bwMode="auto">
              <a:xfrm>
                <a:off x="2982" y="2490"/>
                <a:ext cx="146"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261" name="Text Box 34">
                <a:extLst>
                  <a:ext uri="{FF2B5EF4-FFF2-40B4-BE49-F238E27FC236}">
                    <a16:creationId xmlns:a16="http://schemas.microsoft.com/office/drawing/2014/main" id="{98CE8668-9554-1048-B397-E2BFBFC3DEA6}"/>
                  </a:ext>
                </a:extLst>
              </p:cNvPr>
              <p:cNvSpPr txBox="1">
                <a:spLocks noChangeArrowheads="1"/>
              </p:cNvSpPr>
              <p:nvPr/>
            </p:nvSpPr>
            <p:spPr bwMode="auto">
              <a:xfrm>
                <a:off x="2964" y="2425"/>
                <a:ext cx="188"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mn-lt"/>
                    <a:ea typeface="ＭＳ Ｐゴシック" charset="0"/>
                  </a:rPr>
                  <a:t>c</a:t>
                </a:r>
                <a:endParaRPr kumimoji="0" lang="en-US" sz="2400" b="0" i="0" u="none" strike="noStrike" kern="0" cap="none" spc="0" normalizeH="0" baseline="0" noProof="0" dirty="0">
                  <a:ln>
                    <a:noFill/>
                  </a:ln>
                  <a:solidFill>
                    <a:srgbClr val="000000"/>
                  </a:solidFill>
                  <a:effectLst/>
                  <a:uLnTx/>
                  <a:uFillTx/>
                  <a:latin typeface="+mn-lt"/>
                  <a:ea typeface="ＭＳ Ｐゴシック" charset="0"/>
                </a:endParaRPr>
              </a:p>
            </p:txBody>
          </p:sp>
        </p:grpSp>
      </p:grpSp>
      <p:grpSp>
        <p:nvGrpSpPr>
          <p:cNvPr id="267" name="Group 35">
            <a:extLst>
              <a:ext uri="{FF2B5EF4-FFF2-40B4-BE49-F238E27FC236}">
                <a16:creationId xmlns:a16="http://schemas.microsoft.com/office/drawing/2014/main" id="{B37D0555-F956-6849-8775-2511FCCDA343}"/>
              </a:ext>
            </a:extLst>
          </p:cNvPr>
          <p:cNvGrpSpPr>
            <a:grpSpLocks/>
          </p:cNvGrpSpPr>
          <p:nvPr/>
        </p:nvGrpSpPr>
        <p:grpSpPr bwMode="auto">
          <a:xfrm>
            <a:off x="1785303" y="3941762"/>
            <a:ext cx="501650" cy="400050"/>
            <a:chOff x="2217" y="2884"/>
            <a:chExt cx="316" cy="252"/>
          </a:xfrm>
        </p:grpSpPr>
        <p:sp>
          <p:nvSpPr>
            <p:cNvPr id="268" name="Oval 36">
              <a:extLst>
                <a:ext uri="{FF2B5EF4-FFF2-40B4-BE49-F238E27FC236}">
                  <a16:creationId xmlns:a16="http://schemas.microsoft.com/office/drawing/2014/main" id="{216E8FE2-215A-9D4A-8368-BC5E5A284A0A}"/>
                </a:ext>
              </a:extLst>
            </p:cNvPr>
            <p:cNvSpPr>
              <a:spLocks noChangeArrowheads="1"/>
            </p:cNvSpPr>
            <p:nvPr/>
          </p:nvSpPr>
          <p:spPr bwMode="auto">
            <a:xfrm>
              <a:off x="2220" y="3005"/>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269" name="Line 37">
              <a:extLst>
                <a:ext uri="{FF2B5EF4-FFF2-40B4-BE49-F238E27FC236}">
                  <a16:creationId xmlns:a16="http://schemas.microsoft.com/office/drawing/2014/main" id="{56AD3BF1-6C69-4F45-A2BC-0393AF85EB80}"/>
                </a:ext>
              </a:extLst>
            </p:cNvPr>
            <p:cNvSpPr>
              <a:spLocks noChangeShapeType="1"/>
            </p:cNvSpPr>
            <p:nvPr/>
          </p:nvSpPr>
          <p:spPr bwMode="auto">
            <a:xfrm>
              <a:off x="2220" y="2998"/>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270" name="Line 38">
              <a:extLst>
                <a:ext uri="{FF2B5EF4-FFF2-40B4-BE49-F238E27FC236}">
                  <a16:creationId xmlns:a16="http://schemas.microsoft.com/office/drawing/2014/main" id="{82E7B5E6-F673-4D4D-A6A5-1EEA5653F2B2}"/>
                </a:ext>
              </a:extLst>
            </p:cNvPr>
            <p:cNvSpPr>
              <a:spLocks noChangeShapeType="1"/>
            </p:cNvSpPr>
            <p:nvPr/>
          </p:nvSpPr>
          <p:spPr bwMode="auto">
            <a:xfrm>
              <a:off x="2533" y="2998"/>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271" name="Rectangle 39">
              <a:extLst>
                <a:ext uri="{FF2B5EF4-FFF2-40B4-BE49-F238E27FC236}">
                  <a16:creationId xmlns:a16="http://schemas.microsoft.com/office/drawing/2014/main" id="{15DFD736-DBD1-2946-9397-92A4C5445DA0}"/>
                </a:ext>
              </a:extLst>
            </p:cNvPr>
            <p:cNvSpPr>
              <a:spLocks noChangeArrowheads="1"/>
            </p:cNvSpPr>
            <p:nvPr/>
          </p:nvSpPr>
          <p:spPr bwMode="auto">
            <a:xfrm>
              <a:off x="2220" y="2998"/>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ea typeface="ＭＳ Ｐゴシック" charset="0"/>
              </a:endParaRPr>
            </a:p>
          </p:txBody>
        </p:sp>
        <p:sp>
          <p:nvSpPr>
            <p:cNvPr id="272" name="Oval 40">
              <a:extLst>
                <a:ext uri="{FF2B5EF4-FFF2-40B4-BE49-F238E27FC236}">
                  <a16:creationId xmlns:a16="http://schemas.microsoft.com/office/drawing/2014/main" id="{3EFE9E21-E28C-B344-A8FE-0A146E51FC79}"/>
                </a:ext>
              </a:extLst>
            </p:cNvPr>
            <p:cNvSpPr>
              <a:spLocks noChangeArrowheads="1"/>
            </p:cNvSpPr>
            <p:nvPr/>
          </p:nvSpPr>
          <p:spPr bwMode="auto">
            <a:xfrm>
              <a:off x="2217" y="2939"/>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grpSp>
          <p:nvGrpSpPr>
            <p:cNvPr id="273" name="Group 41">
              <a:extLst>
                <a:ext uri="{FF2B5EF4-FFF2-40B4-BE49-F238E27FC236}">
                  <a16:creationId xmlns:a16="http://schemas.microsoft.com/office/drawing/2014/main" id="{614919B3-C048-AD4A-9120-D8B37E90CFE8}"/>
                </a:ext>
              </a:extLst>
            </p:cNvPr>
            <p:cNvGrpSpPr>
              <a:grpSpLocks/>
            </p:cNvGrpSpPr>
            <p:nvPr/>
          </p:nvGrpSpPr>
          <p:grpSpPr bwMode="auto">
            <a:xfrm>
              <a:off x="2276" y="2884"/>
              <a:ext cx="206" cy="252"/>
              <a:chOff x="2954" y="2425"/>
              <a:chExt cx="209" cy="252"/>
            </a:xfrm>
          </p:grpSpPr>
          <p:sp>
            <p:nvSpPr>
              <p:cNvPr id="274" name="Rectangle 42">
                <a:extLst>
                  <a:ext uri="{FF2B5EF4-FFF2-40B4-BE49-F238E27FC236}">
                    <a16:creationId xmlns:a16="http://schemas.microsoft.com/office/drawing/2014/main" id="{C776CBEC-77D4-EF49-941A-D86F50F42A00}"/>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275" name="Text Box 43">
                <a:extLst>
                  <a:ext uri="{FF2B5EF4-FFF2-40B4-BE49-F238E27FC236}">
                    <a16:creationId xmlns:a16="http://schemas.microsoft.com/office/drawing/2014/main" id="{7853C682-10D9-484D-926B-2A7D4099FCB4}"/>
                  </a:ext>
                </a:extLst>
              </p:cNvPr>
              <p:cNvSpPr txBox="1">
                <a:spLocks noChangeArrowheads="1"/>
              </p:cNvSpPr>
              <p:nvPr/>
            </p:nvSpPr>
            <p:spPr bwMode="auto">
              <a:xfrm>
                <a:off x="2954" y="2425"/>
                <a:ext cx="209"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mn-lt"/>
                    <a:ea typeface="ＭＳ Ｐゴシック" charset="0"/>
                  </a:rPr>
                  <a:t>b</a:t>
                </a:r>
                <a:endParaRPr kumimoji="0" lang="en-US" sz="2400" b="0" i="0" u="none" strike="noStrike" kern="0" cap="none" spc="0" normalizeH="0" baseline="0" noProof="0" dirty="0">
                  <a:ln>
                    <a:noFill/>
                  </a:ln>
                  <a:solidFill>
                    <a:srgbClr val="000000"/>
                  </a:solidFill>
                  <a:effectLst/>
                  <a:uLnTx/>
                  <a:uFillTx/>
                  <a:latin typeface="+mn-lt"/>
                  <a:ea typeface="ＭＳ Ｐゴシック" charset="0"/>
                </a:endParaRPr>
              </a:p>
            </p:txBody>
          </p:sp>
        </p:grpSp>
      </p:grpSp>
      <p:sp>
        <p:nvSpPr>
          <p:cNvPr id="276" name="Text Box 44">
            <a:extLst>
              <a:ext uri="{FF2B5EF4-FFF2-40B4-BE49-F238E27FC236}">
                <a16:creationId xmlns:a16="http://schemas.microsoft.com/office/drawing/2014/main" id="{5CCFA45A-7CF8-0549-BCAE-0C477997F711}"/>
              </a:ext>
            </a:extLst>
          </p:cNvPr>
          <p:cNvSpPr txBox="1">
            <a:spLocks noChangeArrowheads="1"/>
          </p:cNvSpPr>
          <p:nvPr/>
        </p:nvSpPr>
        <p:spPr bwMode="auto">
          <a:xfrm>
            <a:off x="839153" y="3694112"/>
            <a:ext cx="282575"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mn-lt"/>
                <a:ea typeface="ＭＳ Ｐゴシック" charset="0"/>
              </a:rPr>
              <a:t>1</a:t>
            </a:r>
          </a:p>
        </p:txBody>
      </p:sp>
      <p:sp>
        <p:nvSpPr>
          <p:cNvPr id="277" name="Freeform 45">
            <a:extLst>
              <a:ext uri="{FF2B5EF4-FFF2-40B4-BE49-F238E27FC236}">
                <a16:creationId xmlns:a16="http://schemas.microsoft.com/office/drawing/2014/main" id="{683D7736-0560-244E-B083-769B4ABBD10D}"/>
              </a:ext>
            </a:extLst>
          </p:cNvPr>
          <p:cNvSpPr>
            <a:spLocks/>
          </p:cNvSpPr>
          <p:nvPr/>
        </p:nvSpPr>
        <p:spPr bwMode="auto">
          <a:xfrm flipH="1">
            <a:off x="1523365" y="3840162"/>
            <a:ext cx="338138" cy="204788"/>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type="none" w="med" len="med"/>
            <a:tailEnd type="triangle" w="med" len="me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278" name="Freeform 46">
            <a:extLst>
              <a:ext uri="{FF2B5EF4-FFF2-40B4-BE49-F238E27FC236}">
                <a16:creationId xmlns:a16="http://schemas.microsoft.com/office/drawing/2014/main" id="{7B15996F-B9E2-0E4D-9BD4-7A636A7A4C3B}"/>
              </a:ext>
            </a:extLst>
          </p:cNvPr>
          <p:cNvSpPr>
            <a:spLocks/>
          </p:cNvSpPr>
          <p:nvPr/>
        </p:nvSpPr>
        <p:spPr bwMode="auto">
          <a:xfrm flipH="1" flipV="1">
            <a:off x="1537653" y="4254500"/>
            <a:ext cx="314325" cy="228600"/>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type="triangle" w="med" len="med"/>
            <a:tailEnd type="none" w="med" len="me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279" name="Freeform 47">
            <a:extLst>
              <a:ext uri="{FF2B5EF4-FFF2-40B4-BE49-F238E27FC236}">
                <a16:creationId xmlns:a16="http://schemas.microsoft.com/office/drawing/2014/main" id="{36258963-0C82-6B45-9A1F-D430A90BD846}"/>
              </a:ext>
            </a:extLst>
          </p:cNvPr>
          <p:cNvSpPr>
            <a:spLocks/>
          </p:cNvSpPr>
          <p:nvPr/>
        </p:nvSpPr>
        <p:spPr bwMode="auto">
          <a:xfrm flipV="1">
            <a:off x="899478" y="4244975"/>
            <a:ext cx="323850" cy="247650"/>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type="none" w="med" len="med"/>
            <a:tailEnd type="triangle" w="med" len="me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280" name="Text Box 48">
            <a:extLst>
              <a:ext uri="{FF2B5EF4-FFF2-40B4-BE49-F238E27FC236}">
                <a16:creationId xmlns:a16="http://schemas.microsoft.com/office/drawing/2014/main" id="{16B57B9D-23C0-234E-AC30-BDB28E843229}"/>
              </a:ext>
            </a:extLst>
          </p:cNvPr>
          <p:cNvSpPr txBox="1">
            <a:spLocks noChangeArrowheads="1"/>
          </p:cNvSpPr>
          <p:nvPr/>
        </p:nvSpPr>
        <p:spPr bwMode="auto">
          <a:xfrm>
            <a:off x="1682134" y="3703637"/>
            <a:ext cx="455574"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mn-lt"/>
                <a:ea typeface="ＭＳ Ｐゴシック" charset="0"/>
              </a:rPr>
              <a:t>1+e</a:t>
            </a:r>
          </a:p>
        </p:txBody>
      </p:sp>
      <p:sp>
        <p:nvSpPr>
          <p:cNvPr id="281" name="Text Box 49">
            <a:extLst>
              <a:ext uri="{FF2B5EF4-FFF2-40B4-BE49-F238E27FC236}">
                <a16:creationId xmlns:a16="http://schemas.microsoft.com/office/drawing/2014/main" id="{A09BAFF4-5A95-4A49-B68E-6989B579098A}"/>
              </a:ext>
            </a:extLst>
          </p:cNvPr>
          <p:cNvSpPr txBox="1">
            <a:spLocks noChangeArrowheads="1"/>
          </p:cNvSpPr>
          <p:nvPr/>
        </p:nvSpPr>
        <p:spPr bwMode="auto">
          <a:xfrm>
            <a:off x="1674178" y="4294187"/>
            <a:ext cx="282575"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mn-lt"/>
                <a:ea typeface="ＭＳ Ｐゴシック" charset="0"/>
              </a:rPr>
              <a:t>e</a:t>
            </a:r>
          </a:p>
        </p:txBody>
      </p:sp>
      <p:sp>
        <p:nvSpPr>
          <p:cNvPr id="282" name="Text Box 50">
            <a:extLst>
              <a:ext uri="{FF2B5EF4-FFF2-40B4-BE49-F238E27FC236}">
                <a16:creationId xmlns:a16="http://schemas.microsoft.com/office/drawing/2014/main" id="{B1BC06FC-3E90-E24C-A7C6-709E59751C05}"/>
              </a:ext>
            </a:extLst>
          </p:cNvPr>
          <p:cNvSpPr txBox="1">
            <a:spLocks noChangeArrowheads="1"/>
          </p:cNvSpPr>
          <p:nvPr/>
        </p:nvSpPr>
        <p:spPr bwMode="auto">
          <a:xfrm>
            <a:off x="802640" y="4318000"/>
            <a:ext cx="282575"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mn-lt"/>
                <a:ea typeface="ＭＳ Ｐゴシック" charset="0"/>
              </a:rPr>
              <a:t>0</a:t>
            </a:r>
          </a:p>
        </p:txBody>
      </p:sp>
      <p:sp>
        <p:nvSpPr>
          <p:cNvPr id="283" name="Line 51">
            <a:extLst>
              <a:ext uri="{FF2B5EF4-FFF2-40B4-BE49-F238E27FC236}">
                <a16:creationId xmlns:a16="http://schemas.microsoft.com/office/drawing/2014/main" id="{76E13AA5-D6E0-1147-A49F-3C2D07185D0A}"/>
              </a:ext>
            </a:extLst>
          </p:cNvPr>
          <p:cNvSpPr>
            <a:spLocks noChangeShapeType="1"/>
          </p:cNvSpPr>
          <p:nvPr/>
        </p:nvSpPr>
        <p:spPr bwMode="auto">
          <a:xfrm flipV="1">
            <a:off x="1370965" y="4711700"/>
            <a:ext cx="0" cy="400050"/>
          </a:xfrm>
          <a:prstGeom prst="line">
            <a:avLst/>
          </a:prstGeom>
          <a:noFill/>
          <a:ln w="19050">
            <a:solidFill>
              <a:srgbClr val="FF0000"/>
            </a:solidFill>
            <a:round/>
            <a:headEnd/>
            <a:tailEnd type="triangle" w="med" len="med"/>
          </a:ln>
          <a:extLst>
            <a:ext uri="{909E8E84-426E-40dd-AFC4-6F175D3DCCD1}">
              <a14:hiddenFill xmlns:a14="http://schemas.microsoft.com/office/drawing/2010/main" xmlns="">
                <a:noFill/>
              </a14:hiddenFill>
            </a:ext>
          </a:extLst>
        </p:spPr>
        <p:txBody>
          <a:bodyPr wrap="none" anchor="ctr"/>
          <a:lstStyle/>
          <a:p>
            <a:pPr eaLnBrk="0" fontAlgn="base" hangingPunct="0">
              <a:spcBef>
                <a:spcPct val="0"/>
              </a:spcBef>
              <a:spcAft>
                <a:spcPct val="0"/>
              </a:spcAft>
            </a:pPr>
            <a:endParaRPr lang="en-US" dirty="0">
              <a:solidFill>
                <a:srgbClr val="000000"/>
              </a:solidFill>
              <a:ea typeface="ＭＳ Ｐゴシック" charset="0"/>
            </a:endParaRPr>
          </a:p>
        </p:txBody>
      </p:sp>
      <p:sp>
        <p:nvSpPr>
          <p:cNvPr id="285" name="Line 53">
            <a:extLst>
              <a:ext uri="{FF2B5EF4-FFF2-40B4-BE49-F238E27FC236}">
                <a16:creationId xmlns:a16="http://schemas.microsoft.com/office/drawing/2014/main" id="{9DC646D0-6896-DF4A-B13B-96458FE6E6B6}"/>
              </a:ext>
            </a:extLst>
          </p:cNvPr>
          <p:cNvSpPr>
            <a:spLocks noChangeShapeType="1"/>
          </p:cNvSpPr>
          <p:nvPr/>
        </p:nvSpPr>
        <p:spPr bwMode="auto">
          <a:xfrm flipH="1" flipV="1">
            <a:off x="551815" y="4244975"/>
            <a:ext cx="4763" cy="338137"/>
          </a:xfrm>
          <a:prstGeom prst="line">
            <a:avLst/>
          </a:prstGeom>
          <a:noFill/>
          <a:ln w="19050">
            <a:solidFill>
              <a:srgbClr val="FF0000"/>
            </a:solidFill>
            <a:round/>
            <a:headEnd/>
            <a:tailEnd type="triangle" w="med" len="med"/>
          </a:ln>
          <a:extLst>
            <a:ext uri="{909E8E84-426E-40dd-AFC4-6F175D3DCCD1}">
              <a14:hiddenFill xmlns:a14="http://schemas.microsoft.com/office/drawing/2010/main" xmlns="">
                <a:noFill/>
              </a14:hiddenFill>
            </a:ext>
          </a:extLst>
        </p:spPr>
        <p:txBody>
          <a:bodyPr wrap="none" anchor="ctr"/>
          <a:lstStyle/>
          <a:p>
            <a:pPr eaLnBrk="0" fontAlgn="base" hangingPunct="0">
              <a:spcBef>
                <a:spcPct val="0"/>
              </a:spcBef>
              <a:spcAft>
                <a:spcPct val="0"/>
              </a:spcAft>
            </a:pPr>
            <a:endParaRPr lang="en-US" dirty="0">
              <a:solidFill>
                <a:srgbClr val="000000"/>
              </a:solidFill>
              <a:ea typeface="ＭＳ Ｐゴシック" charset="0"/>
            </a:endParaRPr>
          </a:p>
        </p:txBody>
      </p:sp>
      <p:sp>
        <p:nvSpPr>
          <p:cNvPr id="287" name="Line 55">
            <a:extLst>
              <a:ext uri="{FF2B5EF4-FFF2-40B4-BE49-F238E27FC236}">
                <a16:creationId xmlns:a16="http://schemas.microsoft.com/office/drawing/2014/main" id="{E01CA72B-84DE-C54F-BC43-DFAE32CCE771}"/>
              </a:ext>
            </a:extLst>
          </p:cNvPr>
          <p:cNvSpPr>
            <a:spLocks noChangeShapeType="1"/>
          </p:cNvSpPr>
          <p:nvPr/>
        </p:nvSpPr>
        <p:spPr bwMode="auto">
          <a:xfrm flipV="1">
            <a:off x="2071053" y="4278312"/>
            <a:ext cx="0" cy="428625"/>
          </a:xfrm>
          <a:prstGeom prst="line">
            <a:avLst/>
          </a:prstGeom>
          <a:noFill/>
          <a:ln w="19050">
            <a:solidFill>
              <a:srgbClr val="FF0000"/>
            </a:solidFill>
            <a:round/>
            <a:headEnd/>
            <a:tailEnd type="triangle" w="med" len="med"/>
          </a:ln>
          <a:extLst>
            <a:ext uri="{909E8E84-426E-40dd-AFC4-6F175D3DCCD1}">
              <a14:hiddenFill xmlns:a14="http://schemas.microsoft.com/office/drawing/2010/main" xmlns="">
                <a:noFill/>
              </a14:hiddenFill>
            </a:ext>
          </a:extLst>
        </p:spPr>
        <p:txBody>
          <a:bodyPr wrap="none" anchor="ctr"/>
          <a:lstStyle/>
          <a:p>
            <a:pPr eaLnBrk="0" fontAlgn="base" hangingPunct="0">
              <a:spcBef>
                <a:spcPct val="0"/>
              </a:spcBef>
              <a:spcAft>
                <a:spcPct val="0"/>
              </a:spcAft>
            </a:pPr>
            <a:endParaRPr lang="en-US" dirty="0">
              <a:solidFill>
                <a:srgbClr val="000000"/>
              </a:solidFill>
              <a:ea typeface="ＭＳ Ｐゴシック" charset="0"/>
            </a:endParaRPr>
          </a:p>
        </p:txBody>
      </p:sp>
      <p:grpSp>
        <p:nvGrpSpPr>
          <p:cNvPr id="2" name="Group 1">
            <a:extLst>
              <a:ext uri="{FF2B5EF4-FFF2-40B4-BE49-F238E27FC236}">
                <a16:creationId xmlns:a16="http://schemas.microsoft.com/office/drawing/2014/main" id="{CC4C2CA0-1053-764A-966C-9BD44E93F128}"/>
              </a:ext>
            </a:extLst>
          </p:cNvPr>
          <p:cNvGrpSpPr/>
          <p:nvPr/>
        </p:nvGrpSpPr>
        <p:grpSpPr>
          <a:xfrm>
            <a:off x="297498" y="4320540"/>
            <a:ext cx="2047875" cy="894715"/>
            <a:chOff x="297498" y="4320540"/>
            <a:chExt cx="2047875" cy="894715"/>
          </a:xfrm>
        </p:grpSpPr>
        <p:sp>
          <p:nvSpPr>
            <p:cNvPr id="284" name="Text Box 52">
              <a:extLst>
                <a:ext uri="{FF2B5EF4-FFF2-40B4-BE49-F238E27FC236}">
                  <a16:creationId xmlns:a16="http://schemas.microsoft.com/office/drawing/2014/main" id="{95474209-4E23-E44A-84F9-936210437186}"/>
                </a:ext>
              </a:extLst>
            </p:cNvPr>
            <p:cNvSpPr txBox="1">
              <a:spLocks noChangeArrowheads="1"/>
            </p:cNvSpPr>
            <p:nvPr/>
          </p:nvSpPr>
          <p:spPr bwMode="auto">
            <a:xfrm>
              <a:off x="1116330" y="4848542"/>
              <a:ext cx="31115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mn-lt"/>
                  <a:ea typeface="ＭＳ Ｐゴシック" charset="0"/>
                </a:rPr>
                <a:t>e</a:t>
              </a:r>
              <a:endParaRPr kumimoji="0" lang="en-US" sz="2400" b="0" i="0" u="none" strike="noStrike" kern="0" cap="none" spc="0" normalizeH="0" baseline="0" noProof="0" dirty="0">
                <a:ln>
                  <a:noFill/>
                </a:ln>
                <a:solidFill>
                  <a:srgbClr val="000000"/>
                </a:solidFill>
                <a:effectLst/>
                <a:uLnTx/>
                <a:uFillTx/>
                <a:latin typeface="+mn-lt"/>
                <a:ea typeface="ＭＳ Ｐゴシック" charset="0"/>
              </a:endParaRPr>
            </a:p>
          </p:txBody>
        </p:sp>
        <p:sp>
          <p:nvSpPr>
            <p:cNvPr id="286" name="Text Box 54">
              <a:extLst>
                <a:ext uri="{FF2B5EF4-FFF2-40B4-BE49-F238E27FC236}">
                  <a16:creationId xmlns:a16="http://schemas.microsoft.com/office/drawing/2014/main" id="{773837E9-5934-9A47-92CA-A637D32DD98F}"/>
                </a:ext>
              </a:extLst>
            </p:cNvPr>
            <p:cNvSpPr txBox="1">
              <a:spLocks noChangeArrowheads="1"/>
            </p:cNvSpPr>
            <p:nvPr/>
          </p:nvSpPr>
          <p:spPr bwMode="auto">
            <a:xfrm>
              <a:off x="297498" y="4320540"/>
              <a:ext cx="3111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mn-lt"/>
                  <a:ea typeface="ＭＳ Ｐゴシック" charset="0"/>
                </a:rPr>
                <a:t>1</a:t>
              </a:r>
              <a:endParaRPr kumimoji="0" lang="en-US" sz="2400" b="0" i="0" u="none" strike="noStrike" kern="0" cap="none" spc="0" normalizeH="0" baseline="0" noProof="0" dirty="0">
                <a:ln>
                  <a:noFill/>
                </a:ln>
                <a:solidFill>
                  <a:srgbClr val="000000"/>
                </a:solidFill>
                <a:effectLst/>
                <a:uLnTx/>
                <a:uFillTx/>
                <a:latin typeface="+mn-lt"/>
                <a:ea typeface="ＭＳ Ｐゴシック" charset="0"/>
              </a:endParaRPr>
            </a:p>
          </p:txBody>
        </p:sp>
        <p:sp>
          <p:nvSpPr>
            <p:cNvPr id="288" name="Text Box 56">
              <a:extLst>
                <a:ext uri="{FF2B5EF4-FFF2-40B4-BE49-F238E27FC236}">
                  <a16:creationId xmlns:a16="http://schemas.microsoft.com/office/drawing/2014/main" id="{130D1D5A-EF10-C343-9231-321236D0282A}"/>
                </a:ext>
              </a:extLst>
            </p:cNvPr>
            <p:cNvSpPr txBox="1">
              <a:spLocks noChangeArrowheads="1"/>
            </p:cNvSpPr>
            <p:nvPr/>
          </p:nvSpPr>
          <p:spPr bwMode="auto">
            <a:xfrm>
              <a:off x="2034223" y="4465955"/>
              <a:ext cx="3111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mn-lt"/>
                  <a:ea typeface="ＭＳ Ｐゴシック" charset="0"/>
                </a:rPr>
                <a:t>1</a:t>
              </a:r>
              <a:endParaRPr kumimoji="0" lang="en-US" sz="2400" b="0" i="0" u="none" strike="noStrike" kern="0" cap="none" spc="0" normalizeH="0" baseline="0" noProof="0" dirty="0">
                <a:ln>
                  <a:noFill/>
                </a:ln>
                <a:solidFill>
                  <a:srgbClr val="000000"/>
                </a:solidFill>
                <a:effectLst/>
                <a:uLnTx/>
                <a:uFillTx/>
                <a:latin typeface="+mn-lt"/>
                <a:ea typeface="ＭＳ Ｐゴシック" charset="0"/>
              </a:endParaRPr>
            </a:p>
          </p:txBody>
        </p:sp>
      </p:grpSp>
      <p:sp>
        <p:nvSpPr>
          <p:cNvPr id="289" name="Freeform 57">
            <a:extLst>
              <a:ext uri="{FF2B5EF4-FFF2-40B4-BE49-F238E27FC236}">
                <a16:creationId xmlns:a16="http://schemas.microsoft.com/office/drawing/2014/main" id="{9F2C08B4-5CCF-F044-9AAE-C204550218E4}"/>
              </a:ext>
            </a:extLst>
          </p:cNvPr>
          <p:cNvSpPr>
            <a:spLocks/>
          </p:cNvSpPr>
          <p:nvPr/>
        </p:nvSpPr>
        <p:spPr bwMode="auto">
          <a:xfrm flipH="1" flipV="1">
            <a:off x="1442403" y="4211637"/>
            <a:ext cx="314325" cy="228600"/>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type="none" w="med" len="med"/>
            <a:tailEnd type="triangle" w="med" len="me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290" name="Freeform 58">
            <a:extLst>
              <a:ext uri="{FF2B5EF4-FFF2-40B4-BE49-F238E27FC236}">
                <a16:creationId xmlns:a16="http://schemas.microsoft.com/office/drawing/2014/main" id="{8B245FC0-129F-3D4A-B469-700656F52CA1}"/>
              </a:ext>
            </a:extLst>
          </p:cNvPr>
          <p:cNvSpPr>
            <a:spLocks/>
          </p:cNvSpPr>
          <p:nvPr/>
        </p:nvSpPr>
        <p:spPr bwMode="auto">
          <a:xfrm flipH="1">
            <a:off x="989965" y="4221162"/>
            <a:ext cx="304800" cy="219075"/>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type="none" w="med" len="med"/>
            <a:tailEnd type="triangle" w="med" len="me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291" name="Text Box 59">
            <a:extLst>
              <a:ext uri="{FF2B5EF4-FFF2-40B4-BE49-F238E27FC236}">
                <a16:creationId xmlns:a16="http://schemas.microsoft.com/office/drawing/2014/main" id="{6377E6D4-018F-AB48-AED5-704776C451C0}"/>
              </a:ext>
            </a:extLst>
          </p:cNvPr>
          <p:cNvSpPr txBox="1">
            <a:spLocks noChangeArrowheads="1"/>
          </p:cNvSpPr>
          <p:nvPr/>
        </p:nvSpPr>
        <p:spPr bwMode="auto">
          <a:xfrm>
            <a:off x="1088390" y="4098925"/>
            <a:ext cx="282575"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mn-lt"/>
                <a:ea typeface="ＭＳ Ｐゴシック" charset="0"/>
              </a:rPr>
              <a:t>0</a:t>
            </a:r>
          </a:p>
        </p:txBody>
      </p:sp>
      <p:sp>
        <p:nvSpPr>
          <p:cNvPr id="292" name="Text Box 60">
            <a:extLst>
              <a:ext uri="{FF2B5EF4-FFF2-40B4-BE49-F238E27FC236}">
                <a16:creationId xmlns:a16="http://schemas.microsoft.com/office/drawing/2014/main" id="{24E0ABA6-6FAB-C143-9675-85BDE1799CB4}"/>
              </a:ext>
            </a:extLst>
          </p:cNvPr>
          <p:cNvSpPr txBox="1">
            <a:spLocks noChangeArrowheads="1"/>
          </p:cNvSpPr>
          <p:nvPr/>
        </p:nvSpPr>
        <p:spPr bwMode="auto">
          <a:xfrm>
            <a:off x="1431290" y="4090987"/>
            <a:ext cx="282575"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mn-lt"/>
                <a:ea typeface="ＭＳ Ｐゴシック" charset="0"/>
              </a:rPr>
              <a:t>0</a:t>
            </a:r>
          </a:p>
        </p:txBody>
      </p:sp>
      <p:sp>
        <p:nvSpPr>
          <p:cNvPr id="293" name="Text Box 211">
            <a:extLst>
              <a:ext uri="{FF2B5EF4-FFF2-40B4-BE49-F238E27FC236}">
                <a16:creationId xmlns:a16="http://schemas.microsoft.com/office/drawing/2014/main" id="{E0100A55-F7C5-4B4F-857E-53ECF8050639}"/>
              </a:ext>
            </a:extLst>
          </p:cNvPr>
          <p:cNvSpPr txBox="1">
            <a:spLocks noChangeArrowheads="1"/>
          </p:cNvSpPr>
          <p:nvPr/>
        </p:nvSpPr>
        <p:spPr bwMode="auto">
          <a:xfrm>
            <a:off x="1009650" y="5560695"/>
            <a:ext cx="949325" cy="396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99"/>
                </a:solidFill>
                <a:effectLst/>
                <a:uLnTx/>
                <a:uFillTx/>
                <a:latin typeface="Arial" charset="0"/>
                <a:ea typeface="ＭＳ Ｐゴシック" charset="0"/>
              </a:rPr>
              <a:t>initially</a:t>
            </a:r>
            <a:endParaRPr kumimoji="0" lang="en-US" sz="2400" b="0" i="0" u="none" strike="noStrike" kern="0" cap="none" spc="0" normalizeH="0" baseline="0" noProof="0" dirty="0">
              <a:ln>
                <a:noFill/>
              </a:ln>
              <a:solidFill>
                <a:srgbClr val="000099"/>
              </a:solidFill>
              <a:effectLst/>
              <a:uLnTx/>
              <a:uFillTx/>
              <a:latin typeface="Arial" charset="0"/>
              <a:ea typeface="ＭＳ Ｐゴシック" charset="0"/>
            </a:endParaRPr>
          </a:p>
        </p:txBody>
      </p:sp>
      <p:grpSp>
        <p:nvGrpSpPr>
          <p:cNvPr id="294" name="Group 298">
            <a:extLst>
              <a:ext uri="{FF2B5EF4-FFF2-40B4-BE49-F238E27FC236}">
                <a16:creationId xmlns:a16="http://schemas.microsoft.com/office/drawing/2014/main" id="{AC8BCF73-2229-F440-A651-C9F16CF9FAA2}"/>
              </a:ext>
            </a:extLst>
          </p:cNvPr>
          <p:cNvGrpSpPr>
            <a:grpSpLocks/>
          </p:cNvGrpSpPr>
          <p:nvPr/>
        </p:nvGrpSpPr>
        <p:grpSpPr bwMode="auto">
          <a:xfrm>
            <a:off x="3028316" y="3458208"/>
            <a:ext cx="2651124" cy="2716211"/>
            <a:chOff x="1560" y="2639"/>
            <a:chExt cx="1670" cy="1711"/>
          </a:xfrm>
        </p:grpSpPr>
        <p:sp>
          <p:nvSpPr>
            <p:cNvPr id="295" name="Freeform 61">
              <a:extLst>
                <a:ext uri="{FF2B5EF4-FFF2-40B4-BE49-F238E27FC236}">
                  <a16:creationId xmlns:a16="http://schemas.microsoft.com/office/drawing/2014/main" id="{23F656C5-B9C0-E046-A928-9550F05E3639}"/>
                </a:ext>
              </a:extLst>
            </p:cNvPr>
            <p:cNvSpPr>
              <a:spLocks/>
            </p:cNvSpPr>
            <p:nvPr/>
          </p:nvSpPr>
          <p:spPr bwMode="auto">
            <a:xfrm>
              <a:off x="1752" y="2639"/>
              <a:ext cx="1225" cy="854"/>
            </a:xfrm>
            <a:custGeom>
              <a:avLst/>
              <a:gdLst>
                <a:gd name="T0" fmla="*/ 0 w 1225"/>
                <a:gd name="T1" fmla="*/ 387 h 854"/>
                <a:gd name="T2" fmla="*/ 168 w 1225"/>
                <a:gd name="T3" fmla="*/ 162 h 854"/>
                <a:gd name="T4" fmla="*/ 486 w 1225"/>
                <a:gd name="T5" fmla="*/ 18 h 854"/>
                <a:gd name="T6" fmla="*/ 822 w 1225"/>
                <a:gd name="T7" fmla="*/ 30 h 854"/>
                <a:gd name="T8" fmla="*/ 1152 w 1225"/>
                <a:gd name="T9" fmla="*/ 267 h 854"/>
                <a:gd name="T10" fmla="*/ 1188 w 1225"/>
                <a:gd name="T11" fmla="*/ 537 h 854"/>
                <a:gd name="T12" fmla="*/ 927 w 1225"/>
                <a:gd name="T13" fmla="*/ 780 h 854"/>
                <a:gd name="T14" fmla="*/ 447 w 1225"/>
                <a:gd name="T15" fmla="*/ 837 h 854"/>
                <a:gd name="T16" fmla="*/ 177 w 1225"/>
                <a:gd name="T17" fmla="*/ 675 h 854"/>
                <a:gd name="T18" fmla="*/ 0 w 1225"/>
                <a:gd name="T19" fmla="*/ 387 h 85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25"/>
                <a:gd name="T31" fmla="*/ 0 h 854"/>
                <a:gd name="T32" fmla="*/ 1225 w 1225"/>
                <a:gd name="T33" fmla="*/ 854 h 85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25" h="854">
                  <a:moveTo>
                    <a:pt x="0" y="387"/>
                  </a:moveTo>
                  <a:cubicBezTo>
                    <a:pt x="0" y="243"/>
                    <a:pt x="87" y="223"/>
                    <a:pt x="168" y="162"/>
                  </a:cubicBezTo>
                  <a:cubicBezTo>
                    <a:pt x="249" y="101"/>
                    <a:pt x="377" y="40"/>
                    <a:pt x="486" y="18"/>
                  </a:cubicBezTo>
                  <a:cubicBezTo>
                    <a:pt x="615" y="6"/>
                    <a:pt x="684" y="0"/>
                    <a:pt x="822" y="30"/>
                  </a:cubicBezTo>
                  <a:cubicBezTo>
                    <a:pt x="960" y="60"/>
                    <a:pt x="1099" y="169"/>
                    <a:pt x="1152" y="267"/>
                  </a:cubicBezTo>
                  <a:cubicBezTo>
                    <a:pt x="1213" y="351"/>
                    <a:pt x="1225" y="452"/>
                    <a:pt x="1188" y="537"/>
                  </a:cubicBezTo>
                  <a:cubicBezTo>
                    <a:pt x="1151" y="622"/>
                    <a:pt x="1050" y="730"/>
                    <a:pt x="927" y="780"/>
                  </a:cubicBezTo>
                  <a:cubicBezTo>
                    <a:pt x="804" y="830"/>
                    <a:pt x="572" y="854"/>
                    <a:pt x="447" y="837"/>
                  </a:cubicBezTo>
                  <a:cubicBezTo>
                    <a:pt x="322" y="820"/>
                    <a:pt x="251" y="750"/>
                    <a:pt x="177" y="675"/>
                  </a:cubicBezTo>
                  <a:cubicBezTo>
                    <a:pt x="103" y="600"/>
                    <a:pt x="0" y="531"/>
                    <a:pt x="0" y="387"/>
                  </a:cubicBezTo>
                  <a:close/>
                </a:path>
              </a:pathLst>
            </a:custGeom>
            <a:solidFill>
              <a:srgbClr val="9CE0FA"/>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296" name="Freeform 62">
              <a:extLst>
                <a:ext uri="{FF2B5EF4-FFF2-40B4-BE49-F238E27FC236}">
                  <a16:creationId xmlns:a16="http://schemas.microsoft.com/office/drawing/2014/main" id="{316BD47E-9B6F-BB4B-8DE5-1F1EDF64CB3B}"/>
                </a:ext>
              </a:extLst>
            </p:cNvPr>
            <p:cNvSpPr>
              <a:spLocks/>
            </p:cNvSpPr>
            <p:nvPr/>
          </p:nvSpPr>
          <p:spPr bwMode="auto">
            <a:xfrm>
              <a:off x="2010" y="2852"/>
              <a:ext cx="246" cy="132"/>
            </a:xfrm>
            <a:custGeom>
              <a:avLst/>
              <a:gdLst>
                <a:gd name="T0" fmla="*/ 0 w 342"/>
                <a:gd name="T1" fmla="*/ 9 h 186"/>
                <a:gd name="T2" fmla="*/ 1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type="none" w="med" len="med"/>
              <a:tailEnd type="triangle" w="med" len="me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grpSp>
          <p:nvGrpSpPr>
            <p:cNvPr id="297" name="Group 63">
              <a:extLst>
                <a:ext uri="{FF2B5EF4-FFF2-40B4-BE49-F238E27FC236}">
                  <a16:creationId xmlns:a16="http://schemas.microsoft.com/office/drawing/2014/main" id="{C06EAAA0-57B6-8944-8D79-7C272A720182}"/>
                </a:ext>
              </a:extLst>
            </p:cNvPr>
            <p:cNvGrpSpPr>
              <a:grpSpLocks/>
            </p:cNvGrpSpPr>
            <p:nvPr/>
          </p:nvGrpSpPr>
          <p:grpSpPr bwMode="auto">
            <a:xfrm>
              <a:off x="2203" y="2652"/>
              <a:ext cx="316" cy="252"/>
              <a:chOff x="1747" y="3190"/>
              <a:chExt cx="316" cy="252"/>
            </a:xfrm>
          </p:grpSpPr>
          <p:sp>
            <p:nvSpPr>
              <p:cNvPr id="335" name="Oval 64">
                <a:extLst>
                  <a:ext uri="{FF2B5EF4-FFF2-40B4-BE49-F238E27FC236}">
                    <a16:creationId xmlns:a16="http://schemas.microsoft.com/office/drawing/2014/main" id="{78B9859B-1308-C847-BFD9-75A5119F04BB}"/>
                  </a:ext>
                </a:extLst>
              </p:cNvPr>
              <p:cNvSpPr>
                <a:spLocks noChangeArrowheads="1"/>
              </p:cNvSpPr>
              <p:nvPr/>
            </p:nvSpPr>
            <p:spPr bwMode="auto">
              <a:xfrm>
                <a:off x="1750" y="3308"/>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336" name="Line 65">
                <a:extLst>
                  <a:ext uri="{FF2B5EF4-FFF2-40B4-BE49-F238E27FC236}">
                    <a16:creationId xmlns:a16="http://schemas.microsoft.com/office/drawing/2014/main" id="{D8C1D4EE-FD74-0A49-BA84-9F1A4776A220}"/>
                  </a:ext>
                </a:extLst>
              </p:cNvPr>
              <p:cNvSpPr>
                <a:spLocks noChangeShapeType="1"/>
              </p:cNvSpPr>
              <p:nvPr/>
            </p:nvSpPr>
            <p:spPr bwMode="auto">
              <a:xfrm>
                <a:off x="1750" y="3301"/>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337" name="Line 66">
                <a:extLst>
                  <a:ext uri="{FF2B5EF4-FFF2-40B4-BE49-F238E27FC236}">
                    <a16:creationId xmlns:a16="http://schemas.microsoft.com/office/drawing/2014/main" id="{DF974EE8-B7FB-304A-817C-E27B25608462}"/>
                  </a:ext>
                </a:extLst>
              </p:cNvPr>
              <p:cNvSpPr>
                <a:spLocks noChangeShapeType="1"/>
              </p:cNvSpPr>
              <p:nvPr/>
            </p:nvSpPr>
            <p:spPr bwMode="auto">
              <a:xfrm>
                <a:off x="2063" y="3301"/>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338" name="Rectangle 67">
                <a:extLst>
                  <a:ext uri="{FF2B5EF4-FFF2-40B4-BE49-F238E27FC236}">
                    <a16:creationId xmlns:a16="http://schemas.microsoft.com/office/drawing/2014/main" id="{EAB41FEF-BA76-C242-B9EE-BD99A939990C}"/>
                  </a:ext>
                </a:extLst>
              </p:cNvPr>
              <p:cNvSpPr>
                <a:spLocks noChangeArrowheads="1"/>
              </p:cNvSpPr>
              <p:nvPr/>
            </p:nvSpPr>
            <p:spPr bwMode="auto">
              <a:xfrm>
                <a:off x="1750" y="3301"/>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ea typeface="ＭＳ Ｐゴシック" charset="0"/>
                </a:endParaRPr>
              </a:p>
            </p:txBody>
          </p:sp>
          <p:sp>
            <p:nvSpPr>
              <p:cNvPr id="339" name="Oval 68">
                <a:extLst>
                  <a:ext uri="{FF2B5EF4-FFF2-40B4-BE49-F238E27FC236}">
                    <a16:creationId xmlns:a16="http://schemas.microsoft.com/office/drawing/2014/main" id="{A0909F6D-1FB1-3D4D-AE3F-51C5691CFEDF}"/>
                  </a:ext>
                </a:extLst>
              </p:cNvPr>
              <p:cNvSpPr>
                <a:spLocks noChangeArrowheads="1"/>
              </p:cNvSpPr>
              <p:nvPr/>
            </p:nvSpPr>
            <p:spPr bwMode="auto">
              <a:xfrm>
                <a:off x="1747" y="3242"/>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grpSp>
            <p:nvGrpSpPr>
              <p:cNvPr id="340" name="Group 69">
                <a:extLst>
                  <a:ext uri="{FF2B5EF4-FFF2-40B4-BE49-F238E27FC236}">
                    <a16:creationId xmlns:a16="http://schemas.microsoft.com/office/drawing/2014/main" id="{E321A372-F838-1046-9EEE-3777DD9F6EDA}"/>
                  </a:ext>
                </a:extLst>
              </p:cNvPr>
              <p:cNvGrpSpPr>
                <a:grpSpLocks/>
              </p:cNvGrpSpPr>
              <p:nvPr/>
            </p:nvGrpSpPr>
            <p:grpSpPr bwMode="auto">
              <a:xfrm>
                <a:off x="1799" y="3190"/>
                <a:ext cx="194" cy="252"/>
                <a:chOff x="2960" y="2425"/>
                <a:chExt cx="197" cy="252"/>
              </a:xfrm>
            </p:grpSpPr>
            <p:sp>
              <p:nvSpPr>
                <p:cNvPr id="341" name="Rectangle 70">
                  <a:extLst>
                    <a:ext uri="{FF2B5EF4-FFF2-40B4-BE49-F238E27FC236}">
                      <a16:creationId xmlns:a16="http://schemas.microsoft.com/office/drawing/2014/main" id="{E9E3479C-155E-7346-8259-38DEBC5E5696}"/>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342" name="Text Box 71">
                  <a:extLst>
                    <a:ext uri="{FF2B5EF4-FFF2-40B4-BE49-F238E27FC236}">
                      <a16:creationId xmlns:a16="http://schemas.microsoft.com/office/drawing/2014/main" id="{694BA042-EE97-A844-A052-AC23A1EB5C3A}"/>
                    </a:ext>
                  </a:extLst>
                </p:cNvPr>
                <p:cNvSpPr txBox="1">
                  <a:spLocks noChangeArrowheads="1"/>
                </p:cNvSpPr>
                <p:nvPr/>
              </p:nvSpPr>
              <p:spPr bwMode="auto">
                <a:xfrm>
                  <a:off x="2960" y="2425"/>
                  <a:ext cx="197"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mn-lt"/>
                      <a:ea typeface="ＭＳ Ｐゴシック" charset="0"/>
                    </a:rPr>
                    <a:t>a</a:t>
                  </a:r>
                  <a:endParaRPr kumimoji="0" lang="en-US" sz="2400" b="0" i="0" u="none" strike="noStrike" kern="0" cap="none" spc="0" normalizeH="0" baseline="0" noProof="0" dirty="0">
                    <a:ln>
                      <a:noFill/>
                    </a:ln>
                    <a:solidFill>
                      <a:srgbClr val="000000"/>
                    </a:solidFill>
                    <a:effectLst/>
                    <a:uLnTx/>
                    <a:uFillTx/>
                    <a:latin typeface="+mn-lt"/>
                    <a:ea typeface="ＭＳ Ｐゴシック" charset="0"/>
                  </a:endParaRPr>
                </a:p>
              </p:txBody>
            </p:sp>
          </p:grpSp>
        </p:grpSp>
        <p:grpSp>
          <p:nvGrpSpPr>
            <p:cNvPr id="298" name="Group 72">
              <a:extLst>
                <a:ext uri="{FF2B5EF4-FFF2-40B4-BE49-F238E27FC236}">
                  <a16:creationId xmlns:a16="http://schemas.microsoft.com/office/drawing/2014/main" id="{35D72D94-CD1F-0246-AF0C-10782A464E1E}"/>
                </a:ext>
              </a:extLst>
            </p:cNvPr>
            <p:cNvGrpSpPr>
              <a:grpSpLocks/>
            </p:cNvGrpSpPr>
            <p:nvPr/>
          </p:nvGrpSpPr>
          <p:grpSpPr bwMode="auto">
            <a:xfrm>
              <a:off x="1795" y="2907"/>
              <a:ext cx="316" cy="252"/>
              <a:chOff x="2221" y="3571"/>
              <a:chExt cx="316" cy="252"/>
            </a:xfrm>
          </p:grpSpPr>
          <p:sp>
            <p:nvSpPr>
              <p:cNvPr id="327" name="Oval 73">
                <a:extLst>
                  <a:ext uri="{FF2B5EF4-FFF2-40B4-BE49-F238E27FC236}">
                    <a16:creationId xmlns:a16="http://schemas.microsoft.com/office/drawing/2014/main" id="{2EF13721-1C35-D541-BCCB-D662D9F0DEAC}"/>
                  </a:ext>
                </a:extLst>
              </p:cNvPr>
              <p:cNvSpPr>
                <a:spLocks noChangeArrowheads="1"/>
              </p:cNvSpPr>
              <p:nvPr/>
            </p:nvSpPr>
            <p:spPr bwMode="auto">
              <a:xfrm>
                <a:off x="2224" y="3695"/>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328" name="Line 74">
                <a:extLst>
                  <a:ext uri="{FF2B5EF4-FFF2-40B4-BE49-F238E27FC236}">
                    <a16:creationId xmlns:a16="http://schemas.microsoft.com/office/drawing/2014/main" id="{A7D1FF06-753A-D145-BD9E-DBEE6D774295}"/>
                  </a:ext>
                </a:extLst>
              </p:cNvPr>
              <p:cNvSpPr>
                <a:spLocks noChangeShapeType="1"/>
              </p:cNvSpPr>
              <p:nvPr/>
            </p:nvSpPr>
            <p:spPr bwMode="auto">
              <a:xfrm>
                <a:off x="2224" y="3688"/>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329" name="Line 75">
                <a:extLst>
                  <a:ext uri="{FF2B5EF4-FFF2-40B4-BE49-F238E27FC236}">
                    <a16:creationId xmlns:a16="http://schemas.microsoft.com/office/drawing/2014/main" id="{9A459926-EC11-004B-9F3A-6CAF6C2992AA}"/>
                  </a:ext>
                </a:extLst>
              </p:cNvPr>
              <p:cNvSpPr>
                <a:spLocks noChangeShapeType="1"/>
              </p:cNvSpPr>
              <p:nvPr/>
            </p:nvSpPr>
            <p:spPr bwMode="auto">
              <a:xfrm>
                <a:off x="2537" y="3688"/>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330" name="Rectangle 76">
                <a:extLst>
                  <a:ext uri="{FF2B5EF4-FFF2-40B4-BE49-F238E27FC236}">
                    <a16:creationId xmlns:a16="http://schemas.microsoft.com/office/drawing/2014/main" id="{45443CD7-7977-0246-BB21-F040776D02C9}"/>
                  </a:ext>
                </a:extLst>
              </p:cNvPr>
              <p:cNvSpPr>
                <a:spLocks noChangeArrowheads="1"/>
              </p:cNvSpPr>
              <p:nvPr/>
            </p:nvSpPr>
            <p:spPr bwMode="auto">
              <a:xfrm>
                <a:off x="2224" y="3688"/>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ea typeface="ＭＳ Ｐゴシック" charset="0"/>
                </a:endParaRPr>
              </a:p>
            </p:txBody>
          </p:sp>
          <p:sp>
            <p:nvSpPr>
              <p:cNvPr id="331" name="Oval 77">
                <a:extLst>
                  <a:ext uri="{FF2B5EF4-FFF2-40B4-BE49-F238E27FC236}">
                    <a16:creationId xmlns:a16="http://schemas.microsoft.com/office/drawing/2014/main" id="{7EE3DE6B-30D5-7E4E-89F0-14673D503F03}"/>
                  </a:ext>
                </a:extLst>
              </p:cNvPr>
              <p:cNvSpPr>
                <a:spLocks noChangeArrowheads="1"/>
              </p:cNvSpPr>
              <p:nvPr/>
            </p:nvSpPr>
            <p:spPr bwMode="auto">
              <a:xfrm>
                <a:off x="2221" y="3629"/>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grpSp>
            <p:nvGrpSpPr>
              <p:cNvPr id="332" name="Group 78">
                <a:extLst>
                  <a:ext uri="{FF2B5EF4-FFF2-40B4-BE49-F238E27FC236}">
                    <a16:creationId xmlns:a16="http://schemas.microsoft.com/office/drawing/2014/main" id="{41C702B2-407E-B24D-A087-8C4135E4E0A2}"/>
                  </a:ext>
                </a:extLst>
              </p:cNvPr>
              <p:cNvGrpSpPr>
                <a:grpSpLocks/>
              </p:cNvGrpSpPr>
              <p:nvPr/>
            </p:nvGrpSpPr>
            <p:grpSpPr bwMode="auto">
              <a:xfrm>
                <a:off x="2283" y="3571"/>
                <a:ext cx="206" cy="252"/>
                <a:chOff x="2954" y="2425"/>
                <a:chExt cx="209" cy="252"/>
              </a:xfrm>
            </p:grpSpPr>
            <p:sp>
              <p:nvSpPr>
                <p:cNvPr id="333" name="Rectangle 79">
                  <a:extLst>
                    <a:ext uri="{FF2B5EF4-FFF2-40B4-BE49-F238E27FC236}">
                      <a16:creationId xmlns:a16="http://schemas.microsoft.com/office/drawing/2014/main" id="{154D488B-3D82-0149-B09A-888C146F0C14}"/>
                    </a:ext>
                  </a:extLst>
                </p:cNvPr>
                <p:cNvSpPr>
                  <a:spLocks noChangeArrowheads="1"/>
                </p:cNvSpPr>
                <p:nvPr/>
              </p:nvSpPr>
              <p:spPr bwMode="auto">
                <a:xfrm>
                  <a:off x="2982" y="2490"/>
                  <a:ext cx="146"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334" name="Text Box 80">
                  <a:extLst>
                    <a:ext uri="{FF2B5EF4-FFF2-40B4-BE49-F238E27FC236}">
                      <a16:creationId xmlns:a16="http://schemas.microsoft.com/office/drawing/2014/main" id="{B8A7865E-A26B-374E-ADBF-C825A50686EF}"/>
                    </a:ext>
                  </a:extLst>
                </p:cNvPr>
                <p:cNvSpPr txBox="1">
                  <a:spLocks noChangeArrowheads="1"/>
                </p:cNvSpPr>
                <p:nvPr/>
              </p:nvSpPr>
              <p:spPr bwMode="auto">
                <a:xfrm>
                  <a:off x="2954" y="2425"/>
                  <a:ext cx="209"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mn-lt"/>
                      <a:ea typeface="ＭＳ Ｐゴシック" charset="0"/>
                    </a:rPr>
                    <a:t>d</a:t>
                  </a:r>
                  <a:endParaRPr kumimoji="0" lang="en-US" sz="2400" b="0" i="0" u="none" strike="noStrike" kern="0" cap="none" spc="0" normalizeH="0" baseline="0" noProof="0" dirty="0">
                    <a:ln>
                      <a:noFill/>
                    </a:ln>
                    <a:solidFill>
                      <a:srgbClr val="000000"/>
                    </a:solidFill>
                    <a:effectLst/>
                    <a:uLnTx/>
                    <a:uFillTx/>
                    <a:latin typeface="+mn-lt"/>
                    <a:ea typeface="ＭＳ Ｐゴシック" charset="0"/>
                  </a:endParaRPr>
                </a:p>
              </p:txBody>
            </p:sp>
          </p:grpSp>
        </p:grpSp>
        <p:grpSp>
          <p:nvGrpSpPr>
            <p:cNvPr id="299" name="Group 81">
              <a:extLst>
                <a:ext uri="{FF2B5EF4-FFF2-40B4-BE49-F238E27FC236}">
                  <a16:creationId xmlns:a16="http://schemas.microsoft.com/office/drawing/2014/main" id="{6037BBA4-D433-E94F-ADEB-4B0DC41912CB}"/>
                </a:ext>
              </a:extLst>
            </p:cNvPr>
            <p:cNvGrpSpPr>
              <a:grpSpLocks/>
            </p:cNvGrpSpPr>
            <p:nvPr/>
          </p:nvGrpSpPr>
          <p:grpSpPr bwMode="auto">
            <a:xfrm>
              <a:off x="2195" y="3198"/>
              <a:ext cx="315" cy="252"/>
              <a:chOff x="2903" y="2884"/>
              <a:chExt cx="315" cy="252"/>
            </a:xfrm>
          </p:grpSpPr>
          <p:grpSp>
            <p:nvGrpSpPr>
              <p:cNvPr id="318" name="Group 82">
                <a:extLst>
                  <a:ext uri="{FF2B5EF4-FFF2-40B4-BE49-F238E27FC236}">
                    <a16:creationId xmlns:a16="http://schemas.microsoft.com/office/drawing/2014/main" id="{196235C6-D490-FA41-88E6-67F4B669FCE8}"/>
                  </a:ext>
                </a:extLst>
              </p:cNvPr>
              <p:cNvGrpSpPr>
                <a:grpSpLocks/>
              </p:cNvGrpSpPr>
              <p:nvPr/>
            </p:nvGrpSpPr>
            <p:grpSpPr bwMode="auto">
              <a:xfrm>
                <a:off x="2903" y="2938"/>
                <a:ext cx="315" cy="144"/>
                <a:chOff x="2903" y="2938"/>
                <a:chExt cx="315" cy="144"/>
              </a:xfrm>
            </p:grpSpPr>
            <p:sp>
              <p:nvSpPr>
                <p:cNvPr id="322" name="Oval 83">
                  <a:extLst>
                    <a:ext uri="{FF2B5EF4-FFF2-40B4-BE49-F238E27FC236}">
                      <a16:creationId xmlns:a16="http://schemas.microsoft.com/office/drawing/2014/main" id="{9B969A9C-C7F9-1E44-9632-A4175D5DAD1E}"/>
                    </a:ext>
                  </a:extLst>
                </p:cNvPr>
                <p:cNvSpPr>
                  <a:spLocks noChangeArrowheads="1"/>
                </p:cNvSpPr>
                <p:nvPr/>
              </p:nvSpPr>
              <p:spPr bwMode="auto">
                <a:xfrm>
                  <a:off x="2903" y="3001"/>
                  <a:ext cx="312"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323" name="Line 84">
                  <a:extLst>
                    <a:ext uri="{FF2B5EF4-FFF2-40B4-BE49-F238E27FC236}">
                      <a16:creationId xmlns:a16="http://schemas.microsoft.com/office/drawing/2014/main" id="{6CF306AF-404F-424D-9C67-9C4D29AF1296}"/>
                    </a:ext>
                  </a:extLst>
                </p:cNvPr>
                <p:cNvSpPr>
                  <a:spLocks noChangeShapeType="1"/>
                </p:cNvSpPr>
                <p:nvPr/>
              </p:nvSpPr>
              <p:spPr bwMode="auto">
                <a:xfrm>
                  <a:off x="2903" y="2994"/>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324" name="Line 85">
                  <a:extLst>
                    <a:ext uri="{FF2B5EF4-FFF2-40B4-BE49-F238E27FC236}">
                      <a16:creationId xmlns:a16="http://schemas.microsoft.com/office/drawing/2014/main" id="{6001B080-4FC0-AA4A-8A03-EA244FA8AFFF}"/>
                    </a:ext>
                  </a:extLst>
                </p:cNvPr>
                <p:cNvSpPr>
                  <a:spLocks noChangeShapeType="1"/>
                </p:cNvSpPr>
                <p:nvPr/>
              </p:nvSpPr>
              <p:spPr bwMode="auto">
                <a:xfrm>
                  <a:off x="3215" y="2994"/>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325" name="Rectangle 86">
                  <a:extLst>
                    <a:ext uri="{FF2B5EF4-FFF2-40B4-BE49-F238E27FC236}">
                      <a16:creationId xmlns:a16="http://schemas.microsoft.com/office/drawing/2014/main" id="{D28A036B-2A60-C741-962B-E29C00C6E247}"/>
                    </a:ext>
                  </a:extLst>
                </p:cNvPr>
                <p:cNvSpPr>
                  <a:spLocks noChangeArrowheads="1"/>
                </p:cNvSpPr>
                <p:nvPr/>
              </p:nvSpPr>
              <p:spPr bwMode="auto">
                <a:xfrm>
                  <a:off x="2903" y="2994"/>
                  <a:ext cx="309"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ea typeface="ＭＳ Ｐゴシック" charset="0"/>
                  </a:endParaRPr>
                </a:p>
              </p:txBody>
            </p:sp>
            <p:sp>
              <p:nvSpPr>
                <p:cNvPr id="326" name="Oval 87">
                  <a:extLst>
                    <a:ext uri="{FF2B5EF4-FFF2-40B4-BE49-F238E27FC236}">
                      <a16:creationId xmlns:a16="http://schemas.microsoft.com/office/drawing/2014/main" id="{E903BD80-A54A-8A48-9EEB-3D7E3560FFD2}"/>
                    </a:ext>
                  </a:extLst>
                </p:cNvPr>
                <p:cNvSpPr>
                  <a:spLocks noChangeArrowheads="1"/>
                </p:cNvSpPr>
                <p:nvPr/>
              </p:nvSpPr>
              <p:spPr bwMode="auto">
                <a:xfrm>
                  <a:off x="2906" y="2938"/>
                  <a:ext cx="312"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grpSp>
          <p:grpSp>
            <p:nvGrpSpPr>
              <p:cNvPr id="319" name="Group 88">
                <a:extLst>
                  <a:ext uri="{FF2B5EF4-FFF2-40B4-BE49-F238E27FC236}">
                    <a16:creationId xmlns:a16="http://schemas.microsoft.com/office/drawing/2014/main" id="{05B15224-CC30-7643-A907-6606CEF96717}"/>
                  </a:ext>
                </a:extLst>
              </p:cNvPr>
              <p:cNvGrpSpPr>
                <a:grpSpLocks/>
              </p:cNvGrpSpPr>
              <p:nvPr/>
            </p:nvGrpSpPr>
            <p:grpSpPr bwMode="auto">
              <a:xfrm>
                <a:off x="2963" y="2884"/>
                <a:ext cx="185" cy="252"/>
                <a:chOff x="2964" y="2425"/>
                <a:chExt cx="188" cy="252"/>
              </a:xfrm>
            </p:grpSpPr>
            <p:sp>
              <p:nvSpPr>
                <p:cNvPr id="320" name="Rectangle 89">
                  <a:extLst>
                    <a:ext uri="{FF2B5EF4-FFF2-40B4-BE49-F238E27FC236}">
                      <a16:creationId xmlns:a16="http://schemas.microsoft.com/office/drawing/2014/main" id="{4B5C6748-BF8D-E544-8581-B2BF936E3DB7}"/>
                    </a:ext>
                  </a:extLst>
                </p:cNvPr>
                <p:cNvSpPr>
                  <a:spLocks noChangeArrowheads="1"/>
                </p:cNvSpPr>
                <p:nvPr/>
              </p:nvSpPr>
              <p:spPr bwMode="auto">
                <a:xfrm>
                  <a:off x="2982" y="2490"/>
                  <a:ext cx="146"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321" name="Text Box 90">
                  <a:extLst>
                    <a:ext uri="{FF2B5EF4-FFF2-40B4-BE49-F238E27FC236}">
                      <a16:creationId xmlns:a16="http://schemas.microsoft.com/office/drawing/2014/main" id="{CAE26135-0C9E-A14E-B40D-5A53685912F8}"/>
                    </a:ext>
                  </a:extLst>
                </p:cNvPr>
                <p:cNvSpPr txBox="1">
                  <a:spLocks noChangeArrowheads="1"/>
                </p:cNvSpPr>
                <p:nvPr/>
              </p:nvSpPr>
              <p:spPr bwMode="auto">
                <a:xfrm>
                  <a:off x="2964" y="2425"/>
                  <a:ext cx="188"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mn-lt"/>
                      <a:ea typeface="ＭＳ Ｐゴシック" charset="0"/>
                    </a:rPr>
                    <a:t>c</a:t>
                  </a:r>
                  <a:endParaRPr kumimoji="0" lang="en-US" sz="2400" b="0" i="0" u="none" strike="noStrike" kern="0" cap="none" spc="0" normalizeH="0" baseline="0" noProof="0" dirty="0">
                    <a:ln>
                      <a:noFill/>
                    </a:ln>
                    <a:solidFill>
                      <a:srgbClr val="000000"/>
                    </a:solidFill>
                    <a:effectLst/>
                    <a:uLnTx/>
                    <a:uFillTx/>
                    <a:latin typeface="+mn-lt"/>
                    <a:ea typeface="ＭＳ Ｐゴシック" charset="0"/>
                  </a:endParaRPr>
                </a:p>
              </p:txBody>
            </p:sp>
          </p:grpSp>
        </p:grpSp>
        <p:grpSp>
          <p:nvGrpSpPr>
            <p:cNvPr id="300" name="Group 91">
              <a:extLst>
                <a:ext uri="{FF2B5EF4-FFF2-40B4-BE49-F238E27FC236}">
                  <a16:creationId xmlns:a16="http://schemas.microsoft.com/office/drawing/2014/main" id="{41FECA4C-931F-6F41-A222-EF844C7E995F}"/>
                </a:ext>
              </a:extLst>
            </p:cNvPr>
            <p:cNvGrpSpPr>
              <a:grpSpLocks/>
            </p:cNvGrpSpPr>
            <p:nvPr/>
          </p:nvGrpSpPr>
          <p:grpSpPr bwMode="auto">
            <a:xfrm>
              <a:off x="2607" y="2916"/>
              <a:ext cx="316" cy="252"/>
              <a:chOff x="2217" y="2884"/>
              <a:chExt cx="316" cy="252"/>
            </a:xfrm>
          </p:grpSpPr>
          <p:sp>
            <p:nvSpPr>
              <p:cNvPr id="310" name="Oval 92">
                <a:extLst>
                  <a:ext uri="{FF2B5EF4-FFF2-40B4-BE49-F238E27FC236}">
                    <a16:creationId xmlns:a16="http://schemas.microsoft.com/office/drawing/2014/main" id="{D9B3AABA-2A51-8542-A842-AA5E310C8F05}"/>
                  </a:ext>
                </a:extLst>
              </p:cNvPr>
              <p:cNvSpPr>
                <a:spLocks noChangeArrowheads="1"/>
              </p:cNvSpPr>
              <p:nvPr/>
            </p:nvSpPr>
            <p:spPr bwMode="auto">
              <a:xfrm>
                <a:off x="2220" y="3005"/>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311" name="Line 93">
                <a:extLst>
                  <a:ext uri="{FF2B5EF4-FFF2-40B4-BE49-F238E27FC236}">
                    <a16:creationId xmlns:a16="http://schemas.microsoft.com/office/drawing/2014/main" id="{CD80F331-7D60-1340-86AF-CAD0746AEDE8}"/>
                  </a:ext>
                </a:extLst>
              </p:cNvPr>
              <p:cNvSpPr>
                <a:spLocks noChangeShapeType="1"/>
              </p:cNvSpPr>
              <p:nvPr/>
            </p:nvSpPr>
            <p:spPr bwMode="auto">
              <a:xfrm>
                <a:off x="2220" y="2998"/>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312" name="Line 94">
                <a:extLst>
                  <a:ext uri="{FF2B5EF4-FFF2-40B4-BE49-F238E27FC236}">
                    <a16:creationId xmlns:a16="http://schemas.microsoft.com/office/drawing/2014/main" id="{97E6F033-8430-3344-8096-8885BA3BE07B}"/>
                  </a:ext>
                </a:extLst>
              </p:cNvPr>
              <p:cNvSpPr>
                <a:spLocks noChangeShapeType="1"/>
              </p:cNvSpPr>
              <p:nvPr/>
            </p:nvSpPr>
            <p:spPr bwMode="auto">
              <a:xfrm>
                <a:off x="2533" y="2998"/>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313" name="Rectangle 95">
                <a:extLst>
                  <a:ext uri="{FF2B5EF4-FFF2-40B4-BE49-F238E27FC236}">
                    <a16:creationId xmlns:a16="http://schemas.microsoft.com/office/drawing/2014/main" id="{CB6EB605-452C-B044-B122-AE8AB475B1DA}"/>
                  </a:ext>
                </a:extLst>
              </p:cNvPr>
              <p:cNvSpPr>
                <a:spLocks noChangeArrowheads="1"/>
              </p:cNvSpPr>
              <p:nvPr/>
            </p:nvSpPr>
            <p:spPr bwMode="auto">
              <a:xfrm>
                <a:off x="2220" y="2998"/>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ea typeface="ＭＳ Ｐゴシック" charset="0"/>
                </a:endParaRPr>
              </a:p>
            </p:txBody>
          </p:sp>
          <p:sp>
            <p:nvSpPr>
              <p:cNvPr id="314" name="Oval 96">
                <a:extLst>
                  <a:ext uri="{FF2B5EF4-FFF2-40B4-BE49-F238E27FC236}">
                    <a16:creationId xmlns:a16="http://schemas.microsoft.com/office/drawing/2014/main" id="{C6AD4BFE-1D27-5046-BFDE-06C45A3D870F}"/>
                  </a:ext>
                </a:extLst>
              </p:cNvPr>
              <p:cNvSpPr>
                <a:spLocks noChangeArrowheads="1"/>
              </p:cNvSpPr>
              <p:nvPr/>
            </p:nvSpPr>
            <p:spPr bwMode="auto">
              <a:xfrm>
                <a:off x="2217" y="2939"/>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grpSp>
            <p:nvGrpSpPr>
              <p:cNvPr id="315" name="Group 97">
                <a:extLst>
                  <a:ext uri="{FF2B5EF4-FFF2-40B4-BE49-F238E27FC236}">
                    <a16:creationId xmlns:a16="http://schemas.microsoft.com/office/drawing/2014/main" id="{7B87D585-870A-F646-AA79-EB6F8DD77CB7}"/>
                  </a:ext>
                </a:extLst>
              </p:cNvPr>
              <p:cNvGrpSpPr>
                <a:grpSpLocks/>
              </p:cNvGrpSpPr>
              <p:nvPr/>
            </p:nvGrpSpPr>
            <p:grpSpPr bwMode="auto">
              <a:xfrm>
                <a:off x="2276" y="2884"/>
                <a:ext cx="206" cy="252"/>
                <a:chOff x="2954" y="2425"/>
                <a:chExt cx="209" cy="252"/>
              </a:xfrm>
            </p:grpSpPr>
            <p:sp>
              <p:nvSpPr>
                <p:cNvPr id="316" name="Rectangle 98">
                  <a:extLst>
                    <a:ext uri="{FF2B5EF4-FFF2-40B4-BE49-F238E27FC236}">
                      <a16:creationId xmlns:a16="http://schemas.microsoft.com/office/drawing/2014/main" id="{B4B799CD-BE4A-6544-85F3-80ABF68829CB}"/>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317" name="Text Box 99">
                  <a:extLst>
                    <a:ext uri="{FF2B5EF4-FFF2-40B4-BE49-F238E27FC236}">
                      <a16:creationId xmlns:a16="http://schemas.microsoft.com/office/drawing/2014/main" id="{3B6364EC-433F-4C4C-8692-397718480ADC}"/>
                    </a:ext>
                  </a:extLst>
                </p:cNvPr>
                <p:cNvSpPr txBox="1">
                  <a:spLocks noChangeArrowheads="1"/>
                </p:cNvSpPr>
                <p:nvPr/>
              </p:nvSpPr>
              <p:spPr bwMode="auto">
                <a:xfrm>
                  <a:off x="2954" y="2425"/>
                  <a:ext cx="209"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mn-lt"/>
                      <a:ea typeface="ＭＳ Ｐゴシック" charset="0"/>
                    </a:rPr>
                    <a:t>b</a:t>
                  </a:r>
                  <a:endParaRPr kumimoji="0" lang="en-US" sz="2400" b="0" i="0" u="none" strike="noStrike" kern="0" cap="none" spc="0" normalizeH="0" baseline="0" noProof="0" dirty="0">
                    <a:ln>
                      <a:noFill/>
                    </a:ln>
                    <a:solidFill>
                      <a:srgbClr val="000000"/>
                    </a:solidFill>
                    <a:effectLst/>
                    <a:uLnTx/>
                    <a:uFillTx/>
                    <a:latin typeface="+mn-lt"/>
                    <a:ea typeface="ＭＳ Ｐゴシック" charset="0"/>
                  </a:endParaRPr>
                </a:p>
              </p:txBody>
            </p:sp>
          </p:grpSp>
        </p:grpSp>
        <p:sp>
          <p:nvSpPr>
            <p:cNvPr id="301" name="Freeform 101">
              <a:extLst>
                <a:ext uri="{FF2B5EF4-FFF2-40B4-BE49-F238E27FC236}">
                  <a16:creationId xmlns:a16="http://schemas.microsoft.com/office/drawing/2014/main" id="{7ABA6E2F-253C-0D42-A38F-5A1AB67560D3}"/>
                </a:ext>
              </a:extLst>
            </p:cNvPr>
            <p:cNvSpPr>
              <a:spLocks/>
            </p:cNvSpPr>
            <p:nvPr/>
          </p:nvSpPr>
          <p:spPr bwMode="auto">
            <a:xfrm flipH="1">
              <a:off x="2505" y="2819"/>
              <a:ext cx="198" cy="156"/>
            </a:xfrm>
            <a:custGeom>
              <a:avLst/>
              <a:gdLst>
                <a:gd name="T0" fmla="*/ 0 w 342"/>
                <a:gd name="T1" fmla="*/ 39 h 186"/>
                <a:gd name="T2" fmla="*/ 3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type="none" w="med" len="med"/>
              <a:tailEnd type="triangle" w="med" len="me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302" name="Freeform 102">
              <a:extLst>
                <a:ext uri="{FF2B5EF4-FFF2-40B4-BE49-F238E27FC236}">
                  <a16:creationId xmlns:a16="http://schemas.microsoft.com/office/drawing/2014/main" id="{C057E363-4306-B348-91D5-8317DEE1A8FD}"/>
                </a:ext>
              </a:extLst>
            </p:cNvPr>
            <p:cNvSpPr>
              <a:spLocks/>
            </p:cNvSpPr>
            <p:nvPr/>
          </p:nvSpPr>
          <p:spPr bwMode="auto">
            <a:xfrm flipH="1" flipV="1">
              <a:off x="2484" y="3125"/>
              <a:ext cx="180" cy="141"/>
            </a:xfrm>
            <a:custGeom>
              <a:avLst/>
              <a:gdLst>
                <a:gd name="T0" fmla="*/ 0 w 342"/>
                <a:gd name="T1" fmla="*/ 15 h 186"/>
                <a:gd name="T2" fmla="*/ 1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type="triangle" w="med" len="med"/>
              <a:tailEnd type="none" w="med" len="me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303" name="Freeform 103">
              <a:extLst>
                <a:ext uri="{FF2B5EF4-FFF2-40B4-BE49-F238E27FC236}">
                  <a16:creationId xmlns:a16="http://schemas.microsoft.com/office/drawing/2014/main" id="{0AFD584E-E579-1444-B99F-1FB0E607D06D}"/>
                </a:ext>
              </a:extLst>
            </p:cNvPr>
            <p:cNvSpPr>
              <a:spLocks/>
            </p:cNvSpPr>
            <p:nvPr/>
          </p:nvSpPr>
          <p:spPr bwMode="auto">
            <a:xfrm flipV="1">
              <a:off x="2031" y="3107"/>
              <a:ext cx="204" cy="156"/>
            </a:xfrm>
            <a:custGeom>
              <a:avLst/>
              <a:gdLst>
                <a:gd name="T0" fmla="*/ 0 w 342"/>
                <a:gd name="T1" fmla="*/ 39 h 186"/>
                <a:gd name="T2" fmla="*/ 4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type="none" w="med" len="med"/>
              <a:tailEnd type="triangle" w="med" len="me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304" name="Freeform 107">
              <a:extLst>
                <a:ext uri="{FF2B5EF4-FFF2-40B4-BE49-F238E27FC236}">
                  <a16:creationId xmlns:a16="http://schemas.microsoft.com/office/drawing/2014/main" id="{052C311D-FDBD-984C-8B4C-43AD75780EC7}"/>
                </a:ext>
              </a:extLst>
            </p:cNvPr>
            <p:cNvSpPr>
              <a:spLocks/>
            </p:cNvSpPr>
            <p:nvPr/>
          </p:nvSpPr>
          <p:spPr bwMode="auto">
            <a:xfrm flipH="1" flipV="1">
              <a:off x="2400" y="3086"/>
              <a:ext cx="189" cy="153"/>
            </a:xfrm>
            <a:custGeom>
              <a:avLst/>
              <a:gdLst>
                <a:gd name="T0" fmla="*/ 0 w 342"/>
                <a:gd name="T1" fmla="*/ 32 h 186"/>
                <a:gd name="T2" fmla="*/ 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type="none" w="med" len="med"/>
              <a:tailEnd type="triangle" w="med" len="me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305" name="Freeform 108">
              <a:extLst>
                <a:ext uri="{FF2B5EF4-FFF2-40B4-BE49-F238E27FC236}">
                  <a16:creationId xmlns:a16="http://schemas.microsoft.com/office/drawing/2014/main" id="{1A81E6C6-F1CA-FA41-9DBC-2C3BBD399110}"/>
                </a:ext>
              </a:extLst>
            </p:cNvPr>
            <p:cNvSpPr>
              <a:spLocks/>
            </p:cNvSpPr>
            <p:nvPr/>
          </p:nvSpPr>
          <p:spPr bwMode="auto">
            <a:xfrm flipH="1">
              <a:off x="2124" y="3083"/>
              <a:ext cx="174" cy="147"/>
            </a:xfrm>
            <a:custGeom>
              <a:avLst/>
              <a:gdLst>
                <a:gd name="T0" fmla="*/ 0 w 342"/>
                <a:gd name="T1" fmla="*/ 22 h 186"/>
                <a:gd name="T2" fmla="*/ 1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type="none" w="med" len="med"/>
              <a:tailEnd type="triangle" w="med" len="me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306" name="Text Box 212">
              <a:extLst>
                <a:ext uri="{FF2B5EF4-FFF2-40B4-BE49-F238E27FC236}">
                  <a16:creationId xmlns:a16="http://schemas.microsoft.com/office/drawing/2014/main" id="{62F6D288-255E-5A4F-9372-F42D0C8C6ADA}"/>
                </a:ext>
              </a:extLst>
            </p:cNvPr>
            <p:cNvSpPr txBox="1">
              <a:spLocks noChangeArrowheads="1"/>
            </p:cNvSpPr>
            <p:nvPr/>
          </p:nvSpPr>
          <p:spPr bwMode="auto">
            <a:xfrm>
              <a:off x="1560" y="3823"/>
              <a:ext cx="1670" cy="52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8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99"/>
                  </a:solidFill>
                  <a:effectLst/>
                  <a:uLnTx/>
                  <a:uFillTx/>
                  <a:latin typeface="+mn-lt"/>
                  <a:ea typeface="ＭＳ Ｐゴシック" charset="0"/>
                </a:rPr>
                <a:t>given these costs,</a:t>
              </a:r>
            </a:p>
            <a:p>
              <a:pPr marL="0" marR="0" lvl="0" indent="0" algn="ctr" defTabSz="914400" eaLnBrk="0" fontAlgn="base" latinLnBrk="0" hangingPunct="0">
                <a:lnSpc>
                  <a:spcPct val="8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99"/>
                  </a:solidFill>
                  <a:effectLst/>
                  <a:uLnTx/>
                  <a:uFillTx/>
                  <a:latin typeface="+mn-lt"/>
                  <a:ea typeface="ＭＳ Ｐゴシック" charset="0"/>
                </a:rPr>
                <a:t>find new routing….</a:t>
              </a:r>
            </a:p>
            <a:p>
              <a:pPr marL="0" marR="0" lvl="0" indent="0" algn="ctr" defTabSz="914400" eaLnBrk="0" fontAlgn="base" latinLnBrk="0" hangingPunct="0">
                <a:lnSpc>
                  <a:spcPct val="8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99"/>
                  </a:solidFill>
                  <a:effectLst/>
                  <a:uLnTx/>
                  <a:uFillTx/>
                  <a:latin typeface="+mn-lt"/>
                  <a:ea typeface="ＭＳ Ｐゴシック" charset="0"/>
                </a:rPr>
                <a:t>resulting in new costs</a:t>
              </a:r>
            </a:p>
          </p:txBody>
        </p:sp>
        <p:sp>
          <p:nvSpPr>
            <p:cNvPr id="307" name="Line 215">
              <a:extLst>
                <a:ext uri="{FF2B5EF4-FFF2-40B4-BE49-F238E27FC236}">
                  <a16:creationId xmlns:a16="http://schemas.microsoft.com/office/drawing/2014/main" id="{7154F3FC-3CBE-F444-AD8C-181C5FA73D55}"/>
                </a:ext>
              </a:extLst>
            </p:cNvPr>
            <p:cNvSpPr>
              <a:spLocks noChangeShapeType="1"/>
            </p:cNvSpPr>
            <p:nvPr/>
          </p:nvSpPr>
          <p:spPr bwMode="auto">
            <a:xfrm flipV="1">
              <a:off x="2358" y="3407"/>
              <a:ext cx="0" cy="156"/>
            </a:xfrm>
            <a:prstGeom prst="line">
              <a:avLst/>
            </a:prstGeom>
            <a:noFill/>
            <a:ln w="19050">
              <a:solidFill>
                <a:srgbClr val="FF0000"/>
              </a:solidFill>
              <a:round/>
              <a:headEnd/>
              <a:tailEnd type="triangle" w="med" len="me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308" name="Line 216">
              <a:extLst>
                <a:ext uri="{FF2B5EF4-FFF2-40B4-BE49-F238E27FC236}">
                  <a16:creationId xmlns:a16="http://schemas.microsoft.com/office/drawing/2014/main" id="{BC9E228B-ADE8-F94B-AB8C-25BBFB2C5FC5}"/>
                </a:ext>
              </a:extLst>
            </p:cNvPr>
            <p:cNvSpPr>
              <a:spLocks noChangeShapeType="1"/>
            </p:cNvSpPr>
            <p:nvPr/>
          </p:nvSpPr>
          <p:spPr bwMode="auto">
            <a:xfrm flipV="1">
              <a:off x="1938" y="3119"/>
              <a:ext cx="0" cy="156"/>
            </a:xfrm>
            <a:prstGeom prst="line">
              <a:avLst/>
            </a:prstGeom>
            <a:noFill/>
            <a:ln w="19050">
              <a:solidFill>
                <a:srgbClr val="FF0000"/>
              </a:solidFill>
              <a:round/>
              <a:headEnd/>
              <a:tailEnd type="triangle" w="med" len="me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309" name="Line 217">
              <a:extLst>
                <a:ext uri="{FF2B5EF4-FFF2-40B4-BE49-F238E27FC236}">
                  <a16:creationId xmlns:a16="http://schemas.microsoft.com/office/drawing/2014/main" id="{D1A0AE2B-7EAA-564B-BD48-1A46BAD1FAB7}"/>
                </a:ext>
              </a:extLst>
            </p:cNvPr>
            <p:cNvSpPr>
              <a:spLocks noChangeShapeType="1"/>
            </p:cNvSpPr>
            <p:nvPr/>
          </p:nvSpPr>
          <p:spPr bwMode="auto">
            <a:xfrm flipV="1">
              <a:off x="2778" y="3122"/>
              <a:ext cx="0" cy="156"/>
            </a:xfrm>
            <a:prstGeom prst="line">
              <a:avLst/>
            </a:prstGeom>
            <a:noFill/>
            <a:ln w="19050">
              <a:solidFill>
                <a:srgbClr val="FF0000"/>
              </a:solidFill>
              <a:round/>
              <a:headEnd/>
              <a:tailEnd type="triangle" w="med" len="me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grpSp>
      <p:sp>
        <p:nvSpPr>
          <p:cNvPr id="343" name="Freeform 288">
            <a:extLst>
              <a:ext uri="{FF2B5EF4-FFF2-40B4-BE49-F238E27FC236}">
                <a16:creationId xmlns:a16="http://schemas.microsoft.com/office/drawing/2014/main" id="{F2F8D97F-6F30-A447-B912-F5D6FDFF59AC}"/>
              </a:ext>
            </a:extLst>
          </p:cNvPr>
          <p:cNvSpPr>
            <a:spLocks/>
          </p:cNvSpPr>
          <p:nvPr/>
        </p:nvSpPr>
        <p:spPr bwMode="auto">
          <a:xfrm>
            <a:off x="1399540" y="3698875"/>
            <a:ext cx="609600" cy="828675"/>
          </a:xfrm>
          <a:custGeom>
            <a:avLst/>
            <a:gdLst>
              <a:gd name="T0" fmla="*/ 0 w 384"/>
              <a:gd name="T1" fmla="*/ 2147483647 h 522"/>
              <a:gd name="T2" fmla="*/ 2147483647 w 384"/>
              <a:gd name="T3" fmla="*/ 2147483647 h 522"/>
              <a:gd name="T4" fmla="*/ 2147483647 w 384"/>
              <a:gd name="T5" fmla="*/ 0 h 522"/>
              <a:gd name="T6" fmla="*/ 0 60000 65536"/>
              <a:gd name="T7" fmla="*/ 0 60000 65536"/>
              <a:gd name="T8" fmla="*/ 0 60000 65536"/>
              <a:gd name="T9" fmla="*/ 0 w 384"/>
              <a:gd name="T10" fmla="*/ 0 h 522"/>
              <a:gd name="T11" fmla="*/ 384 w 384"/>
              <a:gd name="T12" fmla="*/ 522 h 522"/>
            </a:gdLst>
            <a:ahLst/>
            <a:cxnLst>
              <a:cxn ang="T6">
                <a:pos x="T0" y="T1"/>
              </a:cxn>
              <a:cxn ang="T7">
                <a:pos x="T2" y="T3"/>
              </a:cxn>
              <a:cxn ang="T8">
                <a:pos x="T4" y="T5"/>
              </a:cxn>
            </a:cxnLst>
            <a:rect l="T9" t="T10" r="T11" b="T12"/>
            <a:pathLst>
              <a:path w="384" h="522">
                <a:moveTo>
                  <a:pt x="0" y="522"/>
                </a:moveTo>
                <a:lnTo>
                  <a:pt x="384" y="249"/>
                </a:lnTo>
                <a:lnTo>
                  <a:pt x="12" y="0"/>
                </a:lnTo>
              </a:path>
            </a:pathLst>
          </a:custGeom>
          <a:noFill/>
          <a:ln w="57150" cap="flat" cmpd="sng">
            <a:solidFill>
              <a:srgbClr val="CC0000"/>
            </a:solidFill>
            <a:prstDash val="solid"/>
            <a:round/>
            <a:headEnd type="none" w="med" len="med"/>
            <a:tailEnd type="triangle" w="med" len="med"/>
          </a:ln>
          <a:extLst>
            <a:ext uri="{909E8E84-426E-40dd-AFC4-6F175D3DCCD1}">
              <a14:hiddenFill xmlns:a14="http://schemas.microsoft.com/office/drawing/2010/main" xmlns="">
                <a:solidFill>
                  <a:srgbClr val="FFFFFF"/>
                </a:solidFill>
              </a14:hiddenFill>
            </a:ext>
          </a:extLst>
        </p:spPr>
        <p:txBody>
          <a:bodyPr wrap="none"/>
          <a:lstStyle/>
          <a:p>
            <a:pPr eaLnBrk="0" fontAlgn="base" hangingPunct="0">
              <a:spcBef>
                <a:spcPct val="0"/>
              </a:spcBef>
              <a:spcAft>
                <a:spcPct val="0"/>
              </a:spcAft>
            </a:pPr>
            <a:endParaRPr lang="en-US" dirty="0">
              <a:solidFill>
                <a:srgbClr val="000000"/>
              </a:solidFill>
              <a:ea typeface="ＭＳ Ｐゴシック" charset="0"/>
            </a:endParaRPr>
          </a:p>
        </p:txBody>
      </p:sp>
      <p:sp>
        <p:nvSpPr>
          <p:cNvPr id="344" name="Line 289">
            <a:extLst>
              <a:ext uri="{FF2B5EF4-FFF2-40B4-BE49-F238E27FC236}">
                <a16:creationId xmlns:a16="http://schemas.microsoft.com/office/drawing/2014/main" id="{3CB5FA36-8FD4-D648-896B-CA0B2B49DA09}"/>
              </a:ext>
            </a:extLst>
          </p:cNvPr>
          <p:cNvSpPr>
            <a:spLocks noChangeShapeType="1"/>
          </p:cNvSpPr>
          <p:nvPr/>
        </p:nvSpPr>
        <p:spPr bwMode="auto">
          <a:xfrm flipV="1">
            <a:off x="761365" y="3779837"/>
            <a:ext cx="447675" cy="242888"/>
          </a:xfrm>
          <a:prstGeom prst="line">
            <a:avLst/>
          </a:prstGeom>
          <a:noFill/>
          <a:ln w="57150">
            <a:solidFill>
              <a:srgbClr val="CC0000"/>
            </a:solidFill>
            <a:round/>
            <a:headEnd/>
            <a:tailEnd type="triangle" w="med" len="med"/>
          </a:ln>
          <a:extLst>
            <a:ext uri="{909E8E84-426E-40dd-AFC4-6F175D3DCCD1}">
              <a14:hiddenFill xmlns:a14="http://schemas.microsoft.com/office/drawing/2010/main" xmlns="">
                <a:noFill/>
              </a14:hiddenFill>
            </a:ext>
          </a:extLst>
        </p:spPr>
        <p:txBody>
          <a:bodyPr wrap="none"/>
          <a:lstStyle/>
          <a:p>
            <a:pPr eaLnBrk="0" fontAlgn="base" hangingPunct="0">
              <a:spcBef>
                <a:spcPct val="0"/>
              </a:spcBef>
              <a:spcAft>
                <a:spcPct val="0"/>
              </a:spcAft>
            </a:pPr>
            <a:endParaRPr lang="en-US" dirty="0">
              <a:solidFill>
                <a:srgbClr val="000000"/>
              </a:solidFill>
              <a:ea typeface="ＭＳ Ｐゴシック" charset="0"/>
            </a:endParaRPr>
          </a:p>
        </p:txBody>
      </p:sp>
      <p:sp>
        <p:nvSpPr>
          <p:cNvPr id="345" name="Freeform 290">
            <a:extLst>
              <a:ext uri="{FF2B5EF4-FFF2-40B4-BE49-F238E27FC236}">
                <a16:creationId xmlns:a16="http://schemas.microsoft.com/office/drawing/2014/main" id="{0F8BEE7E-780D-8445-B11E-6D0983033332}"/>
              </a:ext>
            </a:extLst>
          </p:cNvPr>
          <p:cNvSpPr>
            <a:spLocks/>
          </p:cNvSpPr>
          <p:nvPr/>
        </p:nvSpPr>
        <p:spPr bwMode="auto">
          <a:xfrm>
            <a:off x="3695065" y="3659822"/>
            <a:ext cx="1193800" cy="866775"/>
          </a:xfrm>
          <a:custGeom>
            <a:avLst/>
            <a:gdLst>
              <a:gd name="T0" fmla="*/ 2147483647 w 752"/>
              <a:gd name="T1" fmla="*/ 2147483647 h 546"/>
              <a:gd name="T2" fmla="*/ 2147483647 w 752"/>
              <a:gd name="T3" fmla="*/ 2147483647 h 546"/>
              <a:gd name="T4" fmla="*/ 0 w 752"/>
              <a:gd name="T5" fmla="*/ 2147483647 h 546"/>
              <a:gd name="T6" fmla="*/ 2147483647 w 752"/>
              <a:gd name="T7" fmla="*/ 0 h 546"/>
              <a:gd name="T8" fmla="*/ 0 60000 65536"/>
              <a:gd name="T9" fmla="*/ 0 60000 65536"/>
              <a:gd name="T10" fmla="*/ 0 60000 65536"/>
              <a:gd name="T11" fmla="*/ 0 60000 65536"/>
              <a:gd name="T12" fmla="*/ 0 w 752"/>
              <a:gd name="T13" fmla="*/ 0 h 546"/>
              <a:gd name="T14" fmla="*/ 752 w 752"/>
              <a:gd name="T15" fmla="*/ 546 h 546"/>
            </a:gdLst>
            <a:ahLst/>
            <a:cxnLst>
              <a:cxn ang="T8">
                <a:pos x="T0" y="T1"/>
              </a:cxn>
              <a:cxn ang="T9">
                <a:pos x="T2" y="T3"/>
              </a:cxn>
              <a:cxn ang="T10">
                <a:pos x="T4" y="T5"/>
              </a:cxn>
              <a:cxn ang="T11">
                <a:pos x="T6" y="T7"/>
              </a:cxn>
            </a:cxnLst>
            <a:rect l="T12" t="T13" r="T14" b="T15"/>
            <a:pathLst>
              <a:path w="752" h="546">
                <a:moveTo>
                  <a:pt x="752" y="264"/>
                </a:moveTo>
                <a:lnTo>
                  <a:pt x="383" y="546"/>
                </a:lnTo>
                <a:lnTo>
                  <a:pt x="0" y="248"/>
                </a:lnTo>
                <a:lnTo>
                  <a:pt x="383" y="0"/>
                </a:lnTo>
              </a:path>
            </a:pathLst>
          </a:custGeom>
          <a:noFill/>
          <a:ln w="57150" cap="flat" cmpd="sng">
            <a:solidFill>
              <a:srgbClr val="CC0000"/>
            </a:solidFill>
            <a:prstDash val="solid"/>
            <a:round/>
            <a:headEnd type="none" w="med" len="med"/>
            <a:tailEnd type="triangle" w="med" len="med"/>
          </a:ln>
          <a:extLst>
            <a:ext uri="{909E8E84-426E-40dd-AFC4-6F175D3DCCD1}">
              <a14:hiddenFill xmlns:a14="http://schemas.microsoft.com/office/drawing/2010/main" xmlns="">
                <a:solidFill>
                  <a:srgbClr val="FFFFFF"/>
                </a:solidFill>
              </a14:hiddenFill>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346" name="Group 291">
            <a:extLst>
              <a:ext uri="{FF2B5EF4-FFF2-40B4-BE49-F238E27FC236}">
                <a16:creationId xmlns:a16="http://schemas.microsoft.com/office/drawing/2014/main" id="{7A57BA75-DBB7-4545-BD4D-F207C4052F64}"/>
              </a:ext>
            </a:extLst>
          </p:cNvPr>
          <p:cNvGrpSpPr>
            <a:grpSpLocks/>
          </p:cNvGrpSpPr>
          <p:nvPr/>
        </p:nvGrpSpPr>
        <p:grpSpPr bwMode="auto">
          <a:xfrm>
            <a:off x="3520440" y="3645535"/>
            <a:ext cx="1430338" cy="966787"/>
            <a:chOff x="1870" y="2772"/>
            <a:chExt cx="901" cy="609"/>
          </a:xfrm>
        </p:grpSpPr>
        <p:sp>
          <p:nvSpPr>
            <p:cNvPr id="347" name="Text Box 292">
              <a:extLst>
                <a:ext uri="{FF2B5EF4-FFF2-40B4-BE49-F238E27FC236}">
                  <a16:creationId xmlns:a16="http://schemas.microsoft.com/office/drawing/2014/main" id="{79BDE2B1-337D-6F40-978F-A789F56E7F8F}"/>
                </a:ext>
              </a:extLst>
            </p:cNvPr>
            <p:cNvSpPr txBox="1">
              <a:spLocks noChangeArrowheads="1"/>
            </p:cNvSpPr>
            <p:nvPr/>
          </p:nvSpPr>
          <p:spPr bwMode="auto">
            <a:xfrm>
              <a:off x="1870" y="2772"/>
              <a:ext cx="305" cy="1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rPr>
                <a:t>2+e</a:t>
              </a:r>
            </a:p>
          </p:txBody>
        </p:sp>
        <p:sp>
          <p:nvSpPr>
            <p:cNvPr id="348" name="Text Box 293">
              <a:extLst>
                <a:ext uri="{FF2B5EF4-FFF2-40B4-BE49-F238E27FC236}">
                  <a16:creationId xmlns:a16="http://schemas.microsoft.com/office/drawing/2014/main" id="{CFE1A08A-5A98-BA4B-8FF4-6E12BC73E129}"/>
                </a:ext>
              </a:extLst>
            </p:cNvPr>
            <p:cNvSpPr txBox="1">
              <a:spLocks noChangeArrowheads="1"/>
            </p:cNvSpPr>
            <p:nvPr/>
          </p:nvSpPr>
          <p:spPr bwMode="auto">
            <a:xfrm>
              <a:off x="2593" y="2793"/>
              <a:ext cx="178" cy="1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rPr>
                <a:t>0</a:t>
              </a:r>
            </a:p>
          </p:txBody>
        </p:sp>
        <p:sp>
          <p:nvSpPr>
            <p:cNvPr id="349" name="Text Box 294">
              <a:extLst>
                <a:ext uri="{FF2B5EF4-FFF2-40B4-BE49-F238E27FC236}">
                  <a16:creationId xmlns:a16="http://schemas.microsoft.com/office/drawing/2014/main" id="{BCEF2572-14CE-2146-B9A4-EDF963458AE5}"/>
                </a:ext>
              </a:extLst>
            </p:cNvPr>
            <p:cNvSpPr txBox="1">
              <a:spLocks noChangeArrowheads="1"/>
            </p:cNvSpPr>
            <p:nvPr/>
          </p:nvSpPr>
          <p:spPr bwMode="auto">
            <a:xfrm>
              <a:off x="2501" y="3189"/>
              <a:ext cx="178" cy="1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rPr>
                <a:t>0</a:t>
              </a:r>
            </a:p>
          </p:txBody>
        </p:sp>
        <p:sp>
          <p:nvSpPr>
            <p:cNvPr id="350" name="Text Box 295">
              <a:extLst>
                <a:ext uri="{FF2B5EF4-FFF2-40B4-BE49-F238E27FC236}">
                  <a16:creationId xmlns:a16="http://schemas.microsoft.com/office/drawing/2014/main" id="{043C6BF1-AA32-9A40-A089-5848BEB0EFE5}"/>
                </a:ext>
              </a:extLst>
            </p:cNvPr>
            <p:cNvSpPr txBox="1">
              <a:spLocks noChangeArrowheads="1"/>
            </p:cNvSpPr>
            <p:nvPr/>
          </p:nvSpPr>
          <p:spPr bwMode="auto">
            <a:xfrm>
              <a:off x="1987" y="3153"/>
              <a:ext cx="178" cy="1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rPr>
                <a:t>0</a:t>
              </a:r>
            </a:p>
          </p:txBody>
        </p:sp>
        <p:sp>
          <p:nvSpPr>
            <p:cNvPr id="351" name="Text Box 296">
              <a:extLst>
                <a:ext uri="{FF2B5EF4-FFF2-40B4-BE49-F238E27FC236}">
                  <a16:creationId xmlns:a16="http://schemas.microsoft.com/office/drawing/2014/main" id="{9E7F6502-3678-3746-AC95-C9F0FDEF3586}"/>
                </a:ext>
              </a:extLst>
            </p:cNvPr>
            <p:cNvSpPr txBox="1">
              <a:spLocks noChangeArrowheads="1"/>
            </p:cNvSpPr>
            <p:nvPr/>
          </p:nvSpPr>
          <p:spPr bwMode="auto">
            <a:xfrm>
              <a:off x="2135" y="3009"/>
              <a:ext cx="305" cy="1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rPr>
                <a:t>1+e</a:t>
              </a:r>
            </a:p>
          </p:txBody>
        </p:sp>
        <p:sp>
          <p:nvSpPr>
            <p:cNvPr id="352" name="Text Box 297">
              <a:extLst>
                <a:ext uri="{FF2B5EF4-FFF2-40B4-BE49-F238E27FC236}">
                  <a16:creationId xmlns:a16="http://schemas.microsoft.com/office/drawing/2014/main" id="{91371F66-4D47-D249-B96D-0C1B0542C550}"/>
                </a:ext>
              </a:extLst>
            </p:cNvPr>
            <p:cNvSpPr txBox="1">
              <a:spLocks noChangeArrowheads="1"/>
            </p:cNvSpPr>
            <p:nvPr/>
          </p:nvSpPr>
          <p:spPr bwMode="auto">
            <a:xfrm>
              <a:off x="2380" y="3003"/>
              <a:ext cx="178" cy="1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rPr>
                <a:t>1</a:t>
              </a:r>
            </a:p>
          </p:txBody>
        </p:sp>
      </p:grpSp>
      <p:grpSp>
        <p:nvGrpSpPr>
          <p:cNvPr id="353" name="Group 299">
            <a:extLst>
              <a:ext uri="{FF2B5EF4-FFF2-40B4-BE49-F238E27FC236}">
                <a16:creationId xmlns:a16="http://schemas.microsoft.com/office/drawing/2014/main" id="{D03D1201-3B23-5445-BF9E-637081F88A34}"/>
              </a:ext>
            </a:extLst>
          </p:cNvPr>
          <p:cNvGrpSpPr>
            <a:grpSpLocks/>
          </p:cNvGrpSpPr>
          <p:nvPr/>
        </p:nvGrpSpPr>
        <p:grpSpPr bwMode="auto">
          <a:xfrm>
            <a:off x="6509069" y="3455988"/>
            <a:ext cx="2443162" cy="2752726"/>
            <a:chOff x="1721" y="2639"/>
            <a:chExt cx="1539" cy="1734"/>
          </a:xfrm>
        </p:grpSpPr>
        <p:sp>
          <p:nvSpPr>
            <p:cNvPr id="354" name="Freeform 300">
              <a:extLst>
                <a:ext uri="{FF2B5EF4-FFF2-40B4-BE49-F238E27FC236}">
                  <a16:creationId xmlns:a16="http://schemas.microsoft.com/office/drawing/2014/main" id="{6CB721DD-BBE9-AC4A-AB5B-ADCC9AE7500E}"/>
                </a:ext>
              </a:extLst>
            </p:cNvPr>
            <p:cNvSpPr>
              <a:spLocks/>
            </p:cNvSpPr>
            <p:nvPr/>
          </p:nvSpPr>
          <p:spPr bwMode="auto">
            <a:xfrm>
              <a:off x="1752" y="2639"/>
              <a:ext cx="1225" cy="854"/>
            </a:xfrm>
            <a:custGeom>
              <a:avLst/>
              <a:gdLst>
                <a:gd name="T0" fmla="*/ 0 w 1225"/>
                <a:gd name="T1" fmla="*/ 387 h 854"/>
                <a:gd name="T2" fmla="*/ 168 w 1225"/>
                <a:gd name="T3" fmla="*/ 162 h 854"/>
                <a:gd name="T4" fmla="*/ 486 w 1225"/>
                <a:gd name="T5" fmla="*/ 18 h 854"/>
                <a:gd name="T6" fmla="*/ 822 w 1225"/>
                <a:gd name="T7" fmla="*/ 30 h 854"/>
                <a:gd name="T8" fmla="*/ 1152 w 1225"/>
                <a:gd name="T9" fmla="*/ 267 h 854"/>
                <a:gd name="T10" fmla="*/ 1188 w 1225"/>
                <a:gd name="T11" fmla="*/ 537 h 854"/>
                <a:gd name="T12" fmla="*/ 927 w 1225"/>
                <a:gd name="T13" fmla="*/ 780 h 854"/>
                <a:gd name="T14" fmla="*/ 447 w 1225"/>
                <a:gd name="T15" fmla="*/ 837 h 854"/>
                <a:gd name="T16" fmla="*/ 177 w 1225"/>
                <a:gd name="T17" fmla="*/ 675 h 854"/>
                <a:gd name="T18" fmla="*/ 0 w 1225"/>
                <a:gd name="T19" fmla="*/ 387 h 85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25"/>
                <a:gd name="T31" fmla="*/ 0 h 854"/>
                <a:gd name="T32" fmla="*/ 1225 w 1225"/>
                <a:gd name="T33" fmla="*/ 854 h 85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25" h="854">
                  <a:moveTo>
                    <a:pt x="0" y="387"/>
                  </a:moveTo>
                  <a:cubicBezTo>
                    <a:pt x="0" y="243"/>
                    <a:pt x="87" y="223"/>
                    <a:pt x="168" y="162"/>
                  </a:cubicBezTo>
                  <a:cubicBezTo>
                    <a:pt x="249" y="101"/>
                    <a:pt x="377" y="40"/>
                    <a:pt x="486" y="18"/>
                  </a:cubicBezTo>
                  <a:cubicBezTo>
                    <a:pt x="615" y="6"/>
                    <a:pt x="684" y="0"/>
                    <a:pt x="822" y="30"/>
                  </a:cubicBezTo>
                  <a:cubicBezTo>
                    <a:pt x="960" y="60"/>
                    <a:pt x="1099" y="169"/>
                    <a:pt x="1152" y="267"/>
                  </a:cubicBezTo>
                  <a:cubicBezTo>
                    <a:pt x="1213" y="351"/>
                    <a:pt x="1225" y="452"/>
                    <a:pt x="1188" y="537"/>
                  </a:cubicBezTo>
                  <a:cubicBezTo>
                    <a:pt x="1151" y="622"/>
                    <a:pt x="1050" y="730"/>
                    <a:pt x="927" y="780"/>
                  </a:cubicBezTo>
                  <a:cubicBezTo>
                    <a:pt x="804" y="830"/>
                    <a:pt x="572" y="854"/>
                    <a:pt x="447" y="837"/>
                  </a:cubicBezTo>
                  <a:cubicBezTo>
                    <a:pt x="322" y="820"/>
                    <a:pt x="251" y="750"/>
                    <a:pt x="177" y="675"/>
                  </a:cubicBezTo>
                  <a:cubicBezTo>
                    <a:pt x="103" y="600"/>
                    <a:pt x="0" y="531"/>
                    <a:pt x="0" y="387"/>
                  </a:cubicBezTo>
                  <a:close/>
                </a:path>
              </a:pathLst>
            </a:custGeom>
            <a:solidFill>
              <a:srgbClr val="9CE0FA"/>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355" name="Freeform 301">
              <a:extLst>
                <a:ext uri="{FF2B5EF4-FFF2-40B4-BE49-F238E27FC236}">
                  <a16:creationId xmlns:a16="http://schemas.microsoft.com/office/drawing/2014/main" id="{3A18A8EF-02F9-494E-B138-2D24C85E2334}"/>
                </a:ext>
              </a:extLst>
            </p:cNvPr>
            <p:cNvSpPr>
              <a:spLocks/>
            </p:cNvSpPr>
            <p:nvPr/>
          </p:nvSpPr>
          <p:spPr bwMode="auto">
            <a:xfrm>
              <a:off x="2010" y="2852"/>
              <a:ext cx="246" cy="132"/>
            </a:xfrm>
            <a:custGeom>
              <a:avLst/>
              <a:gdLst>
                <a:gd name="T0" fmla="*/ 0 w 342"/>
                <a:gd name="T1" fmla="*/ 9 h 186"/>
                <a:gd name="T2" fmla="*/ 1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type="none" w="med" len="med"/>
              <a:tailEnd type="triangle" w="med" len="me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grpSp>
          <p:nvGrpSpPr>
            <p:cNvPr id="356" name="Group 302">
              <a:extLst>
                <a:ext uri="{FF2B5EF4-FFF2-40B4-BE49-F238E27FC236}">
                  <a16:creationId xmlns:a16="http://schemas.microsoft.com/office/drawing/2014/main" id="{D6A5C241-5767-6749-89E3-11F62DE106FC}"/>
                </a:ext>
              </a:extLst>
            </p:cNvPr>
            <p:cNvGrpSpPr>
              <a:grpSpLocks/>
            </p:cNvGrpSpPr>
            <p:nvPr/>
          </p:nvGrpSpPr>
          <p:grpSpPr bwMode="auto">
            <a:xfrm>
              <a:off x="2203" y="2652"/>
              <a:ext cx="316" cy="252"/>
              <a:chOff x="1747" y="3190"/>
              <a:chExt cx="316" cy="252"/>
            </a:xfrm>
          </p:grpSpPr>
          <p:sp>
            <p:nvSpPr>
              <p:cNvPr id="394" name="Oval 303">
                <a:extLst>
                  <a:ext uri="{FF2B5EF4-FFF2-40B4-BE49-F238E27FC236}">
                    <a16:creationId xmlns:a16="http://schemas.microsoft.com/office/drawing/2014/main" id="{6BABF30B-1B35-024D-A024-826A46C479DF}"/>
                  </a:ext>
                </a:extLst>
              </p:cNvPr>
              <p:cNvSpPr>
                <a:spLocks noChangeArrowheads="1"/>
              </p:cNvSpPr>
              <p:nvPr/>
            </p:nvSpPr>
            <p:spPr bwMode="auto">
              <a:xfrm>
                <a:off x="1750" y="3308"/>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395" name="Line 304">
                <a:extLst>
                  <a:ext uri="{FF2B5EF4-FFF2-40B4-BE49-F238E27FC236}">
                    <a16:creationId xmlns:a16="http://schemas.microsoft.com/office/drawing/2014/main" id="{94CCB4BE-1EFF-D542-B248-38B8C54D1248}"/>
                  </a:ext>
                </a:extLst>
              </p:cNvPr>
              <p:cNvSpPr>
                <a:spLocks noChangeShapeType="1"/>
              </p:cNvSpPr>
              <p:nvPr/>
            </p:nvSpPr>
            <p:spPr bwMode="auto">
              <a:xfrm>
                <a:off x="1750" y="3301"/>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396" name="Line 305">
                <a:extLst>
                  <a:ext uri="{FF2B5EF4-FFF2-40B4-BE49-F238E27FC236}">
                    <a16:creationId xmlns:a16="http://schemas.microsoft.com/office/drawing/2014/main" id="{459F94D7-17FF-FE4F-B7B6-1302D15BA130}"/>
                  </a:ext>
                </a:extLst>
              </p:cNvPr>
              <p:cNvSpPr>
                <a:spLocks noChangeShapeType="1"/>
              </p:cNvSpPr>
              <p:nvPr/>
            </p:nvSpPr>
            <p:spPr bwMode="auto">
              <a:xfrm>
                <a:off x="2063" y="3301"/>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397" name="Rectangle 306">
                <a:extLst>
                  <a:ext uri="{FF2B5EF4-FFF2-40B4-BE49-F238E27FC236}">
                    <a16:creationId xmlns:a16="http://schemas.microsoft.com/office/drawing/2014/main" id="{E85885E4-4605-CC49-9E09-57D1EE39CBAE}"/>
                  </a:ext>
                </a:extLst>
              </p:cNvPr>
              <p:cNvSpPr>
                <a:spLocks noChangeArrowheads="1"/>
              </p:cNvSpPr>
              <p:nvPr/>
            </p:nvSpPr>
            <p:spPr bwMode="auto">
              <a:xfrm>
                <a:off x="1750" y="3301"/>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ea typeface="ＭＳ Ｐゴシック" charset="0"/>
                </a:endParaRPr>
              </a:p>
            </p:txBody>
          </p:sp>
          <p:sp>
            <p:nvSpPr>
              <p:cNvPr id="398" name="Oval 307">
                <a:extLst>
                  <a:ext uri="{FF2B5EF4-FFF2-40B4-BE49-F238E27FC236}">
                    <a16:creationId xmlns:a16="http://schemas.microsoft.com/office/drawing/2014/main" id="{8D9931EF-B3B8-8147-A72B-9DA5FCB631D0}"/>
                  </a:ext>
                </a:extLst>
              </p:cNvPr>
              <p:cNvSpPr>
                <a:spLocks noChangeArrowheads="1"/>
              </p:cNvSpPr>
              <p:nvPr/>
            </p:nvSpPr>
            <p:spPr bwMode="auto">
              <a:xfrm>
                <a:off x="1747" y="3242"/>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grpSp>
            <p:nvGrpSpPr>
              <p:cNvPr id="399" name="Group 308">
                <a:extLst>
                  <a:ext uri="{FF2B5EF4-FFF2-40B4-BE49-F238E27FC236}">
                    <a16:creationId xmlns:a16="http://schemas.microsoft.com/office/drawing/2014/main" id="{2A1E865B-B843-8C40-A0C5-9C77F23FD6BD}"/>
                  </a:ext>
                </a:extLst>
              </p:cNvPr>
              <p:cNvGrpSpPr>
                <a:grpSpLocks/>
              </p:cNvGrpSpPr>
              <p:nvPr/>
            </p:nvGrpSpPr>
            <p:grpSpPr bwMode="auto">
              <a:xfrm>
                <a:off x="1799" y="3190"/>
                <a:ext cx="194" cy="252"/>
                <a:chOff x="2960" y="2425"/>
                <a:chExt cx="197" cy="252"/>
              </a:xfrm>
            </p:grpSpPr>
            <p:sp>
              <p:nvSpPr>
                <p:cNvPr id="400" name="Rectangle 309">
                  <a:extLst>
                    <a:ext uri="{FF2B5EF4-FFF2-40B4-BE49-F238E27FC236}">
                      <a16:creationId xmlns:a16="http://schemas.microsoft.com/office/drawing/2014/main" id="{49A1337C-2D84-F54F-9D7D-F85B845C1063}"/>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401" name="Text Box 310">
                  <a:extLst>
                    <a:ext uri="{FF2B5EF4-FFF2-40B4-BE49-F238E27FC236}">
                      <a16:creationId xmlns:a16="http://schemas.microsoft.com/office/drawing/2014/main" id="{BAAB163B-2AEE-8647-B47D-84DDC9399540}"/>
                    </a:ext>
                  </a:extLst>
                </p:cNvPr>
                <p:cNvSpPr txBox="1">
                  <a:spLocks noChangeArrowheads="1"/>
                </p:cNvSpPr>
                <p:nvPr/>
              </p:nvSpPr>
              <p:spPr bwMode="auto">
                <a:xfrm>
                  <a:off x="2960" y="2425"/>
                  <a:ext cx="197"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mn-lt"/>
                      <a:ea typeface="ＭＳ Ｐゴシック" charset="0"/>
                    </a:rPr>
                    <a:t>a</a:t>
                  </a:r>
                  <a:endParaRPr kumimoji="0" lang="en-US" sz="2400" b="0" i="0" u="none" strike="noStrike" kern="0" cap="none" spc="0" normalizeH="0" baseline="0" noProof="0" dirty="0">
                    <a:ln>
                      <a:noFill/>
                    </a:ln>
                    <a:solidFill>
                      <a:srgbClr val="000000"/>
                    </a:solidFill>
                    <a:effectLst/>
                    <a:uLnTx/>
                    <a:uFillTx/>
                    <a:latin typeface="+mn-lt"/>
                    <a:ea typeface="ＭＳ Ｐゴシック" charset="0"/>
                  </a:endParaRPr>
                </a:p>
              </p:txBody>
            </p:sp>
          </p:grpSp>
        </p:grpSp>
        <p:grpSp>
          <p:nvGrpSpPr>
            <p:cNvPr id="357" name="Group 311">
              <a:extLst>
                <a:ext uri="{FF2B5EF4-FFF2-40B4-BE49-F238E27FC236}">
                  <a16:creationId xmlns:a16="http://schemas.microsoft.com/office/drawing/2014/main" id="{71C52F7F-2455-324D-9139-737BB34161C5}"/>
                </a:ext>
              </a:extLst>
            </p:cNvPr>
            <p:cNvGrpSpPr>
              <a:grpSpLocks/>
            </p:cNvGrpSpPr>
            <p:nvPr/>
          </p:nvGrpSpPr>
          <p:grpSpPr bwMode="auto">
            <a:xfrm>
              <a:off x="1795" y="2907"/>
              <a:ext cx="316" cy="252"/>
              <a:chOff x="2221" y="3571"/>
              <a:chExt cx="316" cy="252"/>
            </a:xfrm>
          </p:grpSpPr>
          <p:sp>
            <p:nvSpPr>
              <p:cNvPr id="386" name="Oval 312">
                <a:extLst>
                  <a:ext uri="{FF2B5EF4-FFF2-40B4-BE49-F238E27FC236}">
                    <a16:creationId xmlns:a16="http://schemas.microsoft.com/office/drawing/2014/main" id="{04AAD591-F899-1D46-97A6-A7804AD3994E}"/>
                  </a:ext>
                </a:extLst>
              </p:cNvPr>
              <p:cNvSpPr>
                <a:spLocks noChangeArrowheads="1"/>
              </p:cNvSpPr>
              <p:nvPr/>
            </p:nvSpPr>
            <p:spPr bwMode="auto">
              <a:xfrm>
                <a:off x="2224" y="3695"/>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387" name="Line 313">
                <a:extLst>
                  <a:ext uri="{FF2B5EF4-FFF2-40B4-BE49-F238E27FC236}">
                    <a16:creationId xmlns:a16="http://schemas.microsoft.com/office/drawing/2014/main" id="{6A13CDD6-C8A8-A846-A670-FDE9208D7D95}"/>
                  </a:ext>
                </a:extLst>
              </p:cNvPr>
              <p:cNvSpPr>
                <a:spLocks noChangeShapeType="1"/>
              </p:cNvSpPr>
              <p:nvPr/>
            </p:nvSpPr>
            <p:spPr bwMode="auto">
              <a:xfrm>
                <a:off x="2224" y="3688"/>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388" name="Line 314">
                <a:extLst>
                  <a:ext uri="{FF2B5EF4-FFF2-40B4-BE49-F238E27FC236}">
                    <a16:creationId xmlns:a16="http://schemas.microsoft.com/office/drawing/2014/main" id="{FA1FBE5F-C4FD-A04C-B2AF-40C84A401825}"/>
                  </a:ext>
                </a:extLst>
              </p:cNvPr>
              <p:cNvSpPr>
                <a:spLocks noChangeShapeType="1"/>
              </p:cNvSpPr>
              <p:nvPr/>
            </p:nvSpPr>
            <p:spPr bwMode="auto">
              <a:xfrm>
                <a:off x="2537" y="3688"/>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389" name="Rectangle 315">
                <a:extLst>
                  <a:ext uri="{FF2B5EF4-FFF2-40B4-BE49-F238E27FC236}">
                    <a16:creationId xmlns:a16="http://schemas.microsoft.com/office/drawing/2014/main" id="{3F082F7D-B365-8C4B-8238-A07ECA20382B}"/>
                  </a:ext>
                </a:extLst>
              </p:cNvPr>
              <p:cNvSpPr>
                <a:spLocks noChangeArrowheads="1"/>
              </p:cNvSpPr>
              <p:nvPr/>
            </p:nvSpPr>
            <p:spPr bwMode="auto">
              <a:xfrm>
                <a:off x="2224" y="3688"/>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ea typeface="ＭＳ Ｐゴシック" charset="0"/>
                </a:endParaRPr>
              </a:p>
            </p:txBody>
          </p:sp>
          <p:sp>
            <p:nvSpPr>
              <p:cNvPr id="390" name="Oval 316">
                <a:extLst>
                  <a:ext uri="{FF2B5EF4-FFF2-40B4-BE49-F238E27FC236}">
                    <a16:creationId xmlns:a16="http://schemas.microsoft.com/office/drawing/2014/main" id="{0DFE93F3-91FD-9B49-B71F-6CE3D4CAC2AF}"/>
                  </a:ext>
                </a:extLst>
              </p:cNvPr>
              <p:cNvSpPr>
                <a:spLocks noChangeArrowheads="1"/>
              </p:cNvSpPr>
              <p:nvPr/>
            </p:nvSpPr>
            <p:spPr bwMode="auto">
              <a:xfrm>
                <a:off x="2221" y="3629"/>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grpSp>
            <p:nvGrpSpPr>
              <p:cNvPr id="391" name="Group 317">
                <a:extLst>
                  <a:ext uri="{FF2B5EF4-FFF2-40B4-BE49-F238E27FC236}">
                    <a16:creationId xmlns:a16="http://schemas.microsoft.com/office/drawing/2014/main" id="{9899C52A-7C1B-D043-84EB-61DFFA4E91CA}"/>
                  </a:ext>
                </a:extLst>
              </p:cNvPr>
              <p:cNvGrpSpPr>
                <a:grpSpLocks/>
              </p:cNvGrpSpPr>
              <p:nvPr/>
            </p:nvGrpSpPr>
            <p:grpSpPr bwMode="auto">
              <a:xfrm>
                <a:off x="2283" y="3571"/>
                <a:ext cx="206" cy="252"/>
                <a:chOff x="2954" y="2425"/>
                <a:chExt cx="209" cy="252"/>
              </a:xfrm>
            </p:grpSpPr>
            <p:sp>
              <p:nvSpPr>
                <p:cNvPr id="392" name="Rectangle 318">
                  <a:extLst>
                    <a:ext uri="{FF2B5EF4-FFF2-40B4-BE49-F238E27FC236}">
                      <a16:creationId xmlns:a16="http://schemas.microsoft.com/office/drawing/2014/main" id="{340726E4-C896-3841-BAD6-AA37B41344AE}"/>
                    </a:ext>
                  </a:extLst>
                </p:cNvPr>
                <p:cNvSpPr>
                  <a:spLocks noChangeArrowheads="1"/>
                </p:cNvSpPr>
                <p:nvPr/>
              </p:nvSpPr>
              <p:spPr bwMode="auto">
                <a:xfrm>
                  <a:off x="2982" y="2490"/>
                  <a:ext cx="146"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393" name="Text Box 319">
                  <a:extLst>
                    <a:ext uri="{FF2B5EF4-FFF2-40B4-BE49-F238E27FC236}">
                      <a16:creationId xmlns:a16="http://schemas.microsoft.com/office/drawing/2014/main" id="{1811CFBE-D19A-5E4D-A646-89E22DE13C51}"/>
                    </a:ext>
                  </a:extLst>
                </p:cNvPr>
                <p:cNvSpPr txBox="1">
                  <a:spLocks noChangeArrowheads="1"/>
                </p:cNvSpPr>
                <p:nvPr/>
              </p:nvSpPr>
              <p:spPr bwMode="auto">
                <a:xfrm>
                  <a:off x="2954" y="2425"/>
                  <a:ext cx="209"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mn-lt"/>
                      <a:ea typeface="ＭＳ Ｐゴシック" charset="0"/>
                    </a:rPr>
                    <a:t>d</a:t>
                  </a:r>
                  <a:endParaRPr kumimoji="0" lang="en-US" sz="2400" b="0" i="0" u="none" strike="noStrike" kern="0" cap="none" spc="0" normalizeH="0" baseline="0" noProof="0" dirty="0">
                    <a:ln>
                      <a:noFill/>
                    </a:ln>
                    <a:solidFill>
                      <a:srgbClr val="000000"/>
                    </a:solidFill>
                    <a:effectLst/>
                    <a:uLnTx/>
                    <a:uFillTx/>
                    <a:latin typeface="+mn-lt"/>
                    <a:ea typeface="ＭＳ Ｐゴシック" charset="0"/>
                  </a:endParaRPr>
                </a:p>
              </p:txBody>
            </p:sp>
          </p:grpSp>
        </p:grpSp>
        <p:grpSp>
          <p:nvGrpSpPr>
            <p:cNvPr id="358" name="Group 320">
              <a:extLst>
                <a:ext uri="{FF2B5EF4-FFF2-40B4-BE49-F238E27FC236}">
                  <a16:creationId xmlns:a16="http://schemas.microsoft.com/office/drawing/2014/main" id="{ECADA3F9-E7BD-2643-B143-27535C60353D}"/>
                </a:ext>
              </a:extLst>
            </p:cNvPr>
            <p:cNvGrpSpPr>
              <a:grpSpLocks/>
            </p:cNvGrpSpPr>
            <p:nvPr/>
          </p:nvGrpSpPr>
          <p:grpSpPr bwMode="auto">
            <a:xfrm>
              <a:off x="2195" y="3198"/>
              <a:ext cx="315" cy="252"/>
              <a:chOff x="2903" y="2884"/>
              <a:chExt cx="315" cy="252"/>
            </a:xfrm>
          </p:grpSpPr>
          <p:grpSp>
            <p:nvGrpSpPr>
              <p:cNvPr id="377" name="Group 321">
                <a:extLst>
                  <a:ext uri="{FF2B5EF4-FFF2-40B4-BE49-F238E27FC236}">
                    <a16:creationId xmlns:a16="http://schemas.microsoft.com/office/drawing/2014/main" id="{B2534382-1CF8-6E41-B619-EE351AA3EDDA}"/>
                  </a:ext>
                </a:extLst>
              </p:cNvPr>
              <p:cNvGrpSpPr>
                <a:grpSpLocks/>
              </p:cNvGrpSpPr>
              <p:nvPr/>
            </p:nvGrpSpPr>
            <p:grpSpPr bwMode="auto">
              <a:xfrm>
                <a:off x="2903" y="2938"/>
                <a:ext cx="315" cy="144"/>
                <a:chOff x="2903" y="2938"/>
                <a:chExt cx="315" cy="144"/>
              </a:xfrm>
            </p:grpSpPr>
            <p:sp>
              <p:nvSpPr>
                <p:cNvPr id="381" name="Oval 322">
                  <a:extLst>
                    <a:ext uri="{FF2B5EF4-FFF2-40B4-BE49-F238E27FC236}">
                      <a16:creationId xmlns:a16="http://schemas.microsoft.com/office/drawing/2014/main" id="{E9E43530-4744-CF4D-BD54-C43BB7D8517C}"/>
                    </a:ext>
                  </a:extLst>
                </p:cNvPr>
                <p:cNvSpPr>
                  <a:spLocks noChangeArrowheads="1"/>
                </p:cNvSpPr>
                <p:nvPr/>
              </p:nvSpPr>
              <p:spPr bwMode="auto">
                <a:xfrm>
                  <a:off x="2903" y="3001"/>
                  <a:ext cx="312"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382" name="Line 323">
                  <a:extLst>
                    <a:ext uri="{FF2B5EF4-FFF2-40B4-BE49-F238E27FC236}">
                      <a16:creationId xmlns:a16="http://schemas.microsoft.com/office/drawing/2014/main" id="{60B6C0C9-8011-3B40-8BE2-2EFFDFBBA284}"/>
                    </a:ext>
                  </a:extLst>
                </p:cNvPr>
                <p:cNvSpPr>
                  <a:spLocks noChangeShapeType="1"/>
                </p:cNvSpPr>
                <p:nvPr/>
              </p:nvSpPr>
              <p:spPr bwMode="auto">
                <a:xfrm>
                  <a:off x="2903" y="2994"/>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383" name="Line 324">
                  <a:extLst>
                    <a:ext uri="{FF2B5EF4-FFF2-40B4-BE49-F238E27FC236}">
                      <a16:creationId xmlns:a16="http://schemas.microsoft.com/office/drawing/2014/main" id="{87CE0F17-3BA0-3641-8BFE-EC55DBA4F82B}"/>
                    </a:ext>
                  </a:extLst>
                </p:cNvPr>
                <p:cNvSpPr>
                  <a:spLocks noChangeShapeType="1"/>
                </p:cNvSpPr>
                <p:nvPr/>
              </p:nvSpPr>
              <p:spPr bwMode="auto">
                <a:xfrm>
                  <a:off x="3215" y="2994"/>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384" name="Rectangle 325">
                  <a:extLst>
                    <a:ext uri="{FF2B5EF4-FFF2-40B4-BE49-F238E27FC236}">
                      <a16:creationId xmlns:a16="http://schemas.microsoft.com/office/drawing/2014/main" id="{618D180E-09B2-104A-8250-97216A745AAF}"/>
                    </a:ext>
                  </a:extLst>
                </p:cNvPr>
                <p:cNvSpPr>
                  <a:spLocks noChangeArrowheads="1"/>
                </p:cNvSpPr>
                <p:nvPr/>
              </p:nvSpPr>
              <p:spPr bwMode="auto">
                <a:xfrm>
                  <a:off x="2903" y="2994"/>
                  <a:ext cx="309"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ea typeface="ＭＳ Ｐゴシック" charset="0"/>
                  </a:endParaRPr>
                </a:p>
              </p:txBody>
            </p:sp>
            <p:sp>
              <p:nvSpPr>
                <p:cNvPr id="385" name="Oval 326">
                  <a:extLst>
                    <a:ext uri="{FF2B5EF4-FFF2-40B4-BE49-F238E27FC236}">
                      <a16:creationId xmlns:a16="http://schemas.microsoft.com/office/drawing/2014/main" id="{1A72140C-76D6-7343-AF56-4944FD10C521}"/>
                    </a:ext>
                  </a:extLst>
                </p:cNvPr>
                <p:cNvSpPr>
                  <a:spLocks noChangeArrowheads="1"/>
                </p:cNvSpPr>
                <p:nvPr/>
              </p:nvSpPr>
              <p:spPr bwMode="auto">
                <a:xfrm>
                  <a:off x="2906" y="2938"/>
                  <a:ext cx="312"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grpSp>
          <p:grpSp>
            <p:nvGrpSpPr>
              <p:cNvPr id="378" name="Group 327">
                <a:extLst>
                  <a:ext uri="{FF2B5EF4-FFF2-40B4-BE49-F238E27FC236}">
                    <a16:creationId xmlns:a16="http://schemas.microsoft.com/office/drawing/2014/main" id="{2C076E2D-0D31-4547-9AC2-7F97774B36D8}"/>
                  </a:ext>
                </a:extLst>
              </p:cNvPr>
              <p:cNvGrpSpPr>
                <a:grpSpLocks/>
              </p:cNvGrpSpPr>
              <p:nvPr/>
            </p:nvGrpSpPr>
            <p:grpSpPr bwMode="auto">
              <a:xfrm>
                <a:off x="2963" y="2884"/>
                <a:ext cx="185" cy="252"/>
                <a:chOff x="2964" y="2425"/>
                <a:chExt cx="188" cy="252"/>
              </a:xfrm>
            </p:grpSpPr>
            <p:sp>
              <p:nvSpPr>
                <p:cNvPr id="379" name="Rectangle 328">
                  <a:extLst>
                    <a:ext uri="{FF2B5EF4-FFF2-40B4-BE49-F238E27FC236}">
                      <a16:creationId xmlns:a16="http://schemas.microsoft.com/office/drawing/2014/main" id="{5B3CF257-A74B-5C42-AD8A-A15892A20A1E}"/>
                    </a:ext>
                  </a:extLst>
                </p:cNvPr>
                <p:cNvSpPr>
                  <a:spLocks noChangeArrowheads="1"/>
                </p:cNvSpPr>
                <p:nvPr/>
              </p:nvSpPr>
              <p:spPr bwMode="auto">
                <a:xfrm>
                  <a:off x="2982" y="2490"/>
                  <a:ext cx="146"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380" name="Text Box 329">
                  <a:extLst>
                    <a:ext uri="{FF2B5EF4-FFF2-40B4-BE49-F238E27FC236}">
                      <a16:creationId xmlns:a16="http://schemas.microsoft.com/office/drawing/2014/main" id="{C53BB8EA-E520-7F44-AA57-B3806C552617}"/>
                    </a:ext>
                  </a:extLst>
                </p:cNvPr>
                <p:cNvSpPr txBox="1">
                  <a:spLocks noChangeArrowheads="1"/>
                </p:cNvSpPr>
                <p:nvPr/>
              </p:nvSpPr>
              <p:spPr bwMode="auto">
                <a:xfrm>
                  <a:off x="2964" y="2425"/>
                  <a:ext cx="188"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mn-lt"/>
                      <a:ea typeface="ＭＳ Ｐゴシック" charset="0"/>
                    </a:rPr>
                    <a:t>c</a:t>
                  </a:r>
                  <a:endParaRPr kumimoji="0" lang="en-US" sz="2400" b="0" i="0" u="none" strike="noStrike" kern="0" cap="none" spc="0" normalizeH="0" baseline="0" noProof="0" dirty="0">
                    <a:ln>
                      <a:noFill/>
                    </a:ln>
                    <a:solidFill>
                      <a:srgbClr val="000000"/>
                    </a:solidFill>
                    <a:effectLst/>
                    <a:uLnTx/>
                    <a:uFillTx/>
                    <a:latin typeface="+mn-lt"/>
                    <a:ea typeface="ＭＳ Ｐゴシック" charset="0"/>
                  </a:endParaRPr>
                </a:p>
              </p:txBody>
            </p:sp>
          </p:grpSp>
        </p:grpSp>
        <p:grpSp>
          <p:nvGrpSpPr>
            <p:cNvPr id="359" name="Group 330">
              <a:extLst>
                <a:ext uri="{FF2B5EF4-FFF2-40B4-BE49-F238E27FC236}">
                  <a16:creationId xmlns:a16="http://schemas.microsoft.com/office/drawing/2014/main" id="{41C1EB56-EB2A-FB4E-8C45-F84842153A50}"/>
                </a:ext>
              </a:extLst>
            </p:cNvPr>
            <p:cNvGrpSpPr>
              <a:grpSpLocks/>
            </p:cNvGrpSpPr>
            <p:nvPr/>
          </p:nvGrpSpPr>
          <p:grpSpPr bwMode="auto">
            <a:xfrm>
              <a:off x="2607" y="2916"/>
              <a:ext cx="316" cy="252"/>
              <a:chOff x="2217" y="2884"/>
              <a:chExt cx="316" cy="252"/>
            </a:xfrm>
          </p:grpSpPr>
          <p:sp>
            <p:nvSpPr>
              <p:cNvPr id="369" name="Oval 331">
                <a:extLst>
                  <a:ext uri="{FF2B5EF4-FFF2-40B4-BE49-F238E27FC236}">
                    <a16:creationId xmlns:a16="http://schemas.microsoft.com/office/drawing/2014/main" id="{606DB1B1-B8F6-C645-989F-6BE9366EBED4}"/>
                  </a:ext>
                </a:extLst>
              </p:cNvPr>
              <p:cNvSpPr>
                <a:spLocks noChangeArrowheads="1"/>
              </p:cNvSpPr>
              <p:nvPr/>
            </p:nvSpPr>
            <p:spPr bwMode="auto">
              <a:xfrm>
                <a:off x="2220" y="3005"/>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370" name="Line 332">
                <a:extLst>
                  <a:ext uri="{FF2B5EF4-FFF2-40B4-BE49-F238E27FC236}">
                    <a16:creationId xmlns:a16="http://schemas.microsoft.com/office/drawing/2014/main" id="{6C7F656B-E3E7-8544-8E80-D3E02A393E98}"/>
                  </a:ext>
                </a:extLst>
              </p:cNvPr>
              <p:cNvSpPr>
                <a:spLocks noChangeShapeType="1"/>
              </p:cNvSpPr>
              <p:nvPr/>
            </p:nvSpPr>
            <p:spPr bwMode="auto">
              <a:xfrm>
                <a:off x="2220" y="2998"/>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371" name="Line 333">
                <a:extLst>
                  <a:ext uri="{FF2B5EF4-FFF2-40B4-BE49-F238E27FC236}">
                    <a16:creationId xmlns:a16="http://schemas.microsoft.com/office/drawing/2014/main" id="{797B8E7D-299F-254A-AE17-81C2F8DDCF80}"/>
                  </a:ext>
                </a:extLst>
              </p:cNvPr>
              <p:cNvSpPr>
                <a:spLocks noChangeShapeType="1"/>
              </p:cNvSpPr>
              <p:nvPr/>
            </p:nvSpPr>
            <p:spPr bwMode="auto">
              <a:xfrm>
                <a:off x="2533" y="2998"/>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372" name="Rectangle 334">
                <a:extLst>
                  <a:ext uri="{FF2B5EF4-FFF2-40B4-BE49-F238E27FC236}">
                    <a16:creationId xmlns:a16="http://schemas.microsoft.com/office/drawing/2014/main" id="{09A63021-56BD-E044-A543-4E43800C9DD9}"/>
                  </a:ext>
                </a:extLst>
              </p:cNvPr>
              <p:cNvSpPr>
                <a:spLocks noChangeArrowheads="1"/>
              </p:cNvSpPr>
              <p:nvPr/>
            </p:nvSpPr>
            <p:spPr bwMode="auto">
              <a:xfrm>
                <a:off x="2220" y="2998"/>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ea typeface="ＭＳ Ｐゴシック" charset="0"/>
                </a:endParaRPr>
              </a:p>
            </p:txBody>
          </p:sp>
          <p:sp>
            <p:nvSpPr>
              <p:cNvPr id="373" name="Oval 335">
                <a:extLst>
                  <a:ext uri="{FF2B5EF4-FFF2-40B4-BE49-F238E27FC236}">
                    <a16:creationId xmlns:a16="http://schemas.microsoft.com/office/drawing/2014/main" id="{C7CBB4B1-1945-0047-B71C-82AB22526FFB}"/>
                  </a:ext>
                </a:extLst>
              </p:cNvPr>
              <p:cNvSpPr>
                <a:spLocks noChangeArrowheads="1"/>
              </p:cNvSpPr>
              <p:nvPr/>
            </p:nvSpPr>
            <p:spPr bwMode="auto">
              <a:xfrm>
                <a:off x="2217" y="2939"/>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grpSp>
            <p:nvGrpSpPr>
              <p:cNvPr id="374" name="Group 336">
                <a:extLst>
                  <a:ext uri="{FF2B5EF4-FFF2-40B4-BE49-F238E27FC236}">
                    <a16:creationId xmlns:a16="http://schemas.microsoft.com/office/drawing/2014/main" id="{FB53F95F-417D-3B4C-AB10-47BA949FA286}"/>
                  </a:ext>
                </a:extLst>
              </p:cNvPr>
              <p:cNvGrpSpPr>
                <a:grpSpLocks/>
              </p:cNvGrpSpPr>
              <p:nvPr/>
            </p:nvGrpSpPr>
            <p:grpSpPr bwMode="auto">
              <a:xfrm>
                <a:off x="2276" y="2884"/>
                <a:ext cx="206" cy="252"/>
                <a:chOff x="2954" y="2425"/>
                <a:chExt cx="209" cy="252"/>
              </a:xfrm>
            </p:grpSpPr>
            <p:sp>
              <p:nvSpPr>
                <p:cNvPr id="375" name="Rectangle 337">
                  <a:extLst>
                    <a:ext uri="{FF2B5EF4-FFF2-40B4-BE49-F238E27FC236}">
                      <a16:creationId xmlns:a16="http://schemas.microsoft.com/office/drawing/2014/main" id="{9C0A93A3-65B5-9342-9667-A16482864423}"/>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376" name="Text Box 338">
                  <a:extLst>
                    <a:ext uri="{FF2B5EF4-FFF2-40B4-BE49-F238E27FC236}">
                      <a16:creationId xmlns:a16="http://schemas.microsoft.com/office/drawing/2014/main" id="{C7262A57-E4EB-FF45-9188-A932F76B98A3}"/>
                    </a:ext>
                  </a:extLst>
                </p:cNvPr>
                <p:cNvSpPr txBox="1">
                  <a:spLocks noChangeArrowheads="1"/>
                </p:cNvSpPr>
                <p:nvPr/>
              </p:nvSpPr>
              <p:spPr bwMode="auto">
                <a:xfrm>
                  <a:off x="2954" y="2425"/>
                  <a:ext cx="209"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mn-lt"/>
                      <a:ea typeface="ＭＳ Ｐゴシック" charset="0"/>
                    </a:rPr>
                    <a:t>b</a:t>
                  </a:r>
                  <a:endParaRPr kumimoji="0" lang="en-US" sz="2400" b="0" i="0" u="none" strike="noStrike" kern="0" cap="none" spc="0" normalizeH="0" baseline="0" noProof="0" dirty="0">
                    <a:ln>
                      <a:noFill/>
                    </a:ln>
                    <a:solidFill>
                      <a:srgbClr val="000000"/>
                    </a:solidFill>
                    <a:effectLst/>
                    <a:uLnTx/>
                    <a:uFillTx/>
                    <a:latin typeface="+mn-lt"/>
                    <a:ea typeface="ＭＳ Ｐゴシック" charset="0"/>
                  </a:endParaRPr>
                </a:p>
              </p:txBody>
            </p:sp>
          </p:grpSp>
        </p:grpSp>
        <p:sp>
          <p:nvSpPr>
            <p:cNvPr id="360" name="Freeform 339">
              <a:extLst>
                <a:ext uri="{FF2B5EF4-FFF2-40B4-BE49-F238E27FC236}">
                  <a16:creationId xmlns:a16="http://schemas.microsoft.com/office/drawing/2014/main" id="{FE4D1C87-3ACE-344A-B1E6-AC65C66AC7AC}"/>
                </a:ext>
              </a:extLst>
            </p:cNvPr>
            <p:cNvSpPr>
              <a:spLocks/>
            </p:cNvSpPr>
            <p:nvPr/>
          </p:nvSpPr>
          <p:spPr bwMode="auto">
            <a:xfrm flipH="1">
              <a:off x="2505" y="2819"/>
              <a:ext cx="198" cy="156"/>
            </a:xfrm>
            <a:custGeom>
              <a:avLst/>
              <a:gdLst>
                <a:gd name="T0" fmla="*/ 0 w 342"/>
                <a:gd name="T1" fmla="*/ 39 h 186"/>
                <a:gd name="T2" fmla="*/ 3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type="none" w="med" len="med"/>
              <a:tailEnd type="triangle" w="med" len="me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361" name="Freeform 340">
              <a:extLst>
                <a:ext uri="{FF2B5EF4-FFF2-40B4-BE49-F238E27FC236}">
                  <a16:creationId xmlns:a16="http://schemas.microsoft.com/office/drawing/2014/main" id="{1F67EB19-CB12-E046-ABBE-367C9EBD5AF2}"/>
                </a:ext>
              </a:extLst>
            </p:cNvPr>
            <p:cNvSpPr>
              <a:spLocks/>
            </p:cNvSpPr>
            <p:nvPr/>
          </p:nvSpPr>
          <p:spPr bwMode="auto">
            <a:xfrm flipH="1" flipV="1">
              <a:off x="2484" y="3125"/>
              <a:ext cx="180" cy="141"/>
            </a:xfrm>
            <a:custGeom>
              <a:avLst/>
              <a:gdLst>
                <a:gd name="T0" fmla="*/ 0 w 342"/>
                <a:gd name="T1" fmla="*/ 15 h 186"/>
                <a:gd name="T2" fmla="*/ 1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type="triangle" w="med" len="med"/>
              <a:tailEnd type="none" w="med" len="me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362" name="Freeform 341">
              <a:extLst>
                <a:ext uri="{FF2B5EF4-FFF2-40B4-BE49-F238E27FC236}">
                  <a16:creationId xmlns:a16="http://schemas.microsoft.com/office/drawing/2014/main" id="{9E30013A-0776-7341-A5AD-49109879B3B0}"/>
                </a:ext>
              </a:extLst>
            </p:cNvPr>
            <p:cNvSpPr>
              <a:spLocks/>
            </p:cNvSpPr>
            <p:nvPr/>
          </p:nvSpPr>
          <p:spPr bwMode="auto">
            <a:xfrm flipV="1">
              <a:off x="2031" y="3107"/>
              <a:ext cx="204" cy="156"/>
            </a:xfrm>
            <a:custGeom>
              <a:avLst/>
              <a:gdLst>
                <a:gd name="T0" fmla="*/ 0 w 342"/>
                <a:gd name="T1" fmla="*/ 39 h 186"/>
                <a:gd name="T2" fmla="*/ 4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type="none" w="med" len="med"/>
              <a:tailEnd type="triangle" w="med" len="me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363" name="Freeform 342">
              <a:extLst>
                <a:ext uri="{FF2B5EF4-FFF2-40B4-BE49-F238E27FC236}">
                  <a16:creationId xmlns:a16="http://schemas.microsoft.com/office/drawing/2014/main" id="{D3385A6D-D07B-F544-AC6A-6BEB30E792E6}"/>
                </a:ext>
              </a:extLst>
            </p:cNvPr>
            <p:cNvSpPr>
              <a:spLocks/>
            </p:cNvSpPr>
            <p:nvPr/>
          </p:nvSpPr>
          <p:spPr bwMode="auto">
            <a:xfrm flipH="1" flipV="1">
              <a:off x="2400" y="3086"/>
              <a:ext cx="189" cy="153"/>
            </a:xfrm>
            <a:custGeom>
              <a:avLst/>
              <a:gdLst>
                <a:gd name="T0" fmla="*/ 0 w 342"/>
                <a:gd name="T1" fmla="*/ 32 h 186"/>
                <a:gd name="T2" fmla="*/ 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type="none" w="med" len="med"/>
              <a:tailEnd type="triangle" w="med" len="me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364" name="Freeform 343">
              <a:extLst>
                <a:ext uri="{FF2B5EF4-FFF2-40B4-BE49-F238E27FC236}">
                  <a16:creationId xmlns:a16="http://schemas.microsoft.com/office/drawing/2014/main" id="{C3E1BD46-7273-2745-ADB0-D13127E55E31}"/>
                </a:ext>
              </a:extLst>
            </p:cNvPr>
            <p:cNvSpPr>
              <a:spLocks/>
            </p:cNvSpPr>
            <p:nvPr/>
          </p:nvSpPr>
          <p:spPr bwMode="auto">
            <a:xfrm flipH="1">
              <a:off x="2124" y="3083"/>
              <a:ext cx="174" cy="147"/>
            </a:xfrm>
            <a:custGeom>
              <a:avLst/>
              <a:gdLst>
                <a:gd name="T0" fmla="*/ 0 w 342"/>
                <a:gd name="T1" fmla="*/ 22 h 186"/>
                <a:gd name="T2" fmla="*/ 1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type="none" w="med" len="med"/>
              <a:tailEnd type="triangle" w="med" len="me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365" name="Text Box 344">
              <a:extLst>
                <a:ext uri="{FF2B5EF4-FFF2-40B4-BE49-F238E27FC236}">
                  <a16:creationId xmlns:a16="http://schemas.microsoft.com/office/drawing/2014/main" id="{5CB374C5-0C28-C849-AD4A-313B567A36AA}"/>
                </a:ext>
              </a:extLst>
            </p:cNvPr>
            <p:cNvSpPr txBox="1">
              <a:spLocks noChangeArrowheads="1"/>
            </p:cNvSpPr>
            <p:nvPr/>
          </p:nvSpPr>
          <p:spPr bwMode="auto">
            <a:xfrm>
              <a:off x="1721" y="3846"/>
              <a:ext cx="1539" cy="52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8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99"/>
                  </a:solidFill>
                  <a:effectLst/>
                  <a:uLnTx/>
                  <a:uFillTx/>
                  <a:latin typeface="+mn-lt"/>
                  <a:ea typeface="ＭＳ Ｐゴシック" charset="0"/>
                </a:rPr>
                <a:t>given these costs,</a:t>
              </a:r>
            </a:p>
            <a:p>
              <a:pPr marL="0" marR="0" lvl="0" indent="0" algn="ctr" defTabSz="914400" eaLnBrk="0" fontAlgn="base" latinLnBrk="0" hangingPunct="0">
                <a:lnSpc>
                  <a:spcPct val="8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99"/>
                  </a:solidFill>
                  <a:effectLst/>
                  <a:uLnTx/>
                  <a:uFillTx/>
                  <a:latin typeface="+mn-lt"/>
                  <a:ea typeface="ＭＳ Ｐゴシック" charset="0"/>
                </a:rPr>
                <a:t>find new routing….</a:t>
              </a:r>
            </a:p>
            <a:p>
              <a:pPr marL="0" marR="0" lvl="0" indent="0" algn="ctr" defTabSz="914400" eaLnBrk="0" fontAlgn="base" latinLnBrk="0" hangingPunct="0">
                <a:lnSpc>
                  <a:spcPct val="8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99"/>
                  </a:solidFill>
                  <a:effectLst/>
                  <a:uLnTx/>
                  <a:uFillTx/>
                  <a:latin typeface="+mn-lt"/>
                  <a:ea typeface="ＭＳ Ｐゴシック" charset="0"/>
                </a:rPr>
                <a:t>resulting in new costs</a:t>
              </a:r>
            </a:p>
          </p:txBody>
        </p:sp>
        <p:sp>
          <p:nvSpPr>
            <p:cNvPr id="366" name="Line 345">
              <a:extLst>
                <a:ext uri="{FF2B5EF4-FFF2-40B4-BE49-F238E27FC236}">
                  <a16:creationId xmlns:a16="http://schemas.microsoft.com/office/drawing/2014/main" id="{1446D8D8-ACC7-CF48-B1C9-0E37D49764BD}"/>
                </a:ext>
              </a:extLst>
            </p:cNvPr>
            <p:cNvSpPr>
              <a:spLocks noChangeShapeType="1"/>
            </p:cNvSpPr>
            <p:nvPr/>
          </p:nvSpPr>
          <p:spPr bwMode="auto">
            <a:xfrm flipV="1">
              <a:off x="2358" y="3407"/>
              <a:ext cx="0" cy="156"/>
            </a:xfrm>
            <a:prstGeom prst="line">
              <a:avLst/>
            </a:prstGeom>
            <a:noFill/>
            <a:ln w="19050">
              <a:solidFill>
                <a:srgbClr val="FF0000"/>
              </a:solidFill>
              <a:round/>
              <a:headEnd/>
              <a:tailEnd type="triangle" w="med" len="me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367" name="Line 346">
              <a:extLst>
                <a:ext uri="{FF2B5EF4-FFF2-40B4-BE49-F238E27FC236}">
                  <a16:creationId xmlns:a16="http://schemas.microsoft.com/office/drawing/2014/main" id="{B2F79A6E-2DF0-494C-B6A1-8356C2C27784}"/>
                </a:ext>
              </a:extLst>
            </p:cNvPr>
            <p:cNvSpPr>
              <a:spLocks noChangeShapeType="1"/>
            </p:cNvSpPr>
            <p:nvPr/>
          </p:nvSpPr>
          <p:spPr bwMode="auto">
            <a:xfrm flipV="1">
              <a:off x="1938" y="3119"/>
              <a:ext cx="0" cy="156"/>
            </a:xfrm>
            <a:prstGeom prst="line">
              <a:avLst/>
            </a:prstGeom>
            <a:noFill/>
            <a:ln w="19050">
              <a:solidFill>
                <a:srgbClr val="FF0000"/>
              </a:solidFill>
              <a:round/>
              <a:headEnd/>
              <a:tailEnd type="triangle" w="med" len="me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368" name="Line 347">
              <a:extLst>
                <a:ext uri="{FF2B5EF4-FFF2-40B4-BE49-F238E27FC236}">
                  <a16:creationId xmlns:a16="http://schemas.microsoft.com/office/drawing/2014/main" id="{FF1BE369-2781-D540-B7AB-8DC230B0B6F9}"/>
                </a:ext>
              </a:extLst>
            </p:cNvPr>
            <p:cNvSpPr>
              <a:spLocks noChangeShapeType="1"/>
            </p:cNvSpPr>
            <p:nvPr/>
          </p:nvSpPr>
          <p:spPr bwMode="auto">
            <a:xfrm flipV="1">
              <a:off x="2778" y="3122"/>
              <a:ext cx="0" cy="156"/>
            </a:xfrm>
            <a:prstGeom prst="line">
              <a:avLst/>
            </a:prstGeom>
            <a:noFill/>
            <a:ln w="19050">
              <a:solidFill>
                <a:srgbClr val="FF0000"/>
              </a:solidFill>
              <a:round/>
              <a:headEnd/>
              <a:tailEnd type="triangle" w="med" len="me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grpSp>
      <p:sp>
        <p:nvSpPr>
          <p:cNvPr id="402" name="Freeform 228">
            <a:extLst>
              <a:ext uri="{FF2B5EF4-FFF2-40B4-BE49-F238E27FC236}">
                <a16:creationId xmlns:a16="http://schemas.microsoft.com/office/drawing/2014/main" id="{AD2AFD53-10C1-434A-908B-811C3AF81841}"/>
              </a:ext>
            </a:extLst>
          </p:cNvPr>
          <p:cNvSpPr>
            <a:spLocks/>
          </p:cNvSpPr>
          <p:nvPr/>
        </p:nvSpPr>
        <p:spPr bwMode="auto">
          <a:xfrm>
            <a:off x="6926580" y="3590925"/>
            <a:ext cx="1181100" cy="952500"/>
          </a:xfrm>
          <a:custGeom>
            <a:avLst/>
            <a:gdLst>
              <a:gd name="T0" fmla="*/ 0 w 744"/>
              <a:gd name="T1" fmla="*/ 2147483647 h 600"/>
              <a:gd name="T2" fmla="*/ 2147483647 w 744"/>
              <a:gd name="T3" fmla="*/ 2147483647 h 600"/>
              <a:gd name="T4" fmla="*/ 2147483647 w 744"/>
              <a:gd name="T5" fmla="*/ 2147483647 h 600"/>
              <a:gd name="T6" fmla="*/ 2147483647 w 744"/>
              <a:gd name="T7" fmla="*/ 2147483647 h 600"/>
              <a:gd name="T8" fmla="*/ 2147483647 w 744"/>
              <a:gd name="T9" fmla="*/ 0 h 600"/>
              <a:gd name="T10" fmla="*/ 0 60000 65536"/>
              <a:gd name="T11" fmla="*/ 0 60000 65536"/>
              <a:gd name="T12" fmla="*/ 0 60000 65536"/>
              <a:gd name="T13" fmla="*/ 0 60000 65536"/>
              <a:gd name="T14" fmla="*/ 0 60000 65536"/>
              <a:gd name="T15" fmla="*/ 0 w 744"/>
              <a:gd name="T16" fmla="*/ 0 h 600"/>
              <a:gd name="T17" fmla="*/ 744 w 744"/>
              <a:gd name="T18" fmla="*/ 600 h 600"/>
            </a:gdLst>
            <a:ahLst/>
            <a:cxnLst>
              <a:cxn ang="T10">
                <a:pos x="T0" y="T1"/>
              </a:cxn>
              <a:cxn ang="T11">
                <a:pos x="T2" y="T3"/>
              </a:cxn>
              <a:cxn ang="T12">
                <a:pos x="T4" y="T5"/>
              </a:cxn>
              <a:cxn ang="T13">
                <a:pos x="T6" y="T7"/>
              </a:cxn>
              <a:cxn ang="T14">
                <a:pos x="T8" y="T9"/>
              </a:cxn>
            </a:cxnLst>
            <a:rect l="T15" t="T16" r="T17" b="T18"/>
            <a:pathLst>
              <a:path w="744" h="600">
                <a:moveTo>
                  <a:pt x="0" y="294"/>
                </a:moveTo>
                <a:lnTo>
                  <a:pt x="387" y="600"/>
                </a:lnTo>
                <a:lnTo>
                  <a:pt x="744" y="304"/>
                </a:lnTo>
                <a:lnTo>
                  <a:pt x="429" y="66"/>
                </a:lnTo>
                <a:lnTo>
                  <a:pt x="354" y="0"/>
                </a:lnTo>
              </a:path>
            </a:pathLst>
          </a:custGeom>
          <a:noFill/>
          <a:ln w="57150" cap="flat" cmpd="sng">
            <a:solidFill>
              <a:srgbClr val="CC0000"/>
            </a:solidFill>
            <a:prstDash val="solid"/>
            <a:round/>
            <a:headEnd type="none" w="med" len="med"/>
            <a:tailEnd type="triangle" w="med" len="med"/>
          </a:ln>
          <a:extLst>
            <a:ext uri="{909E8E84-426E-40dd-AFC4-6F175D3DCCD1}">
              <a14:hiddenFill xmlns:a14="http://schemas.microsoft.com/office/drawing/2010/main" xmlns="">
                <a:solidFill>
                  <a:srgbClr val="FFFFFF"/>
                </a:solidFill>
              </a14:hiddenFill>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403" name="Group 348">
            <a:extLst>
              <a:ext uri="{FF2B5EF4-FFF2-40B4-BE49-F238E27FC236}">
                <a16:creationId xmlns:a16="http://schemas.microsoft.com/office/drawing/2014/main" id="{94BA1AC8-F2CC-1A42-BF7D-652B11FA14B8}"/>
              </a:ext>
            </a:extLst>
          </p:cNvPr>
          <p:cNvGrpSpPr>
            <a:grpSpLocks/>
          </p:cNvGrpSpPr>
          <p:nvPr/>
        </p:nvGrpSpPr>
        <p:grpSpPr bwMode="auto">
          <a:xfrm>
            <a:off x="6844030" y="3668712"/>
            <a:ext cx="1493838" cy="990600"/>
            <a:chOff x="-186" y="1184"/>
            <a:chExt cx="941" cy="624"/>
          </a:xfrm>
        </p:grpSpPr>
        <p:sp>
          <p:nvSpPr>
            <p:cNvPr id="404" name="Text Box 270">
              <a:extLst>
                <a:ext uri="{FF2B5EF4-FFF2-40B4-BE49-F238E27FC236}">
                  <a16:creationId xmlns:a16="http://schemas.microsoft.com/office/drawing/2014/main" id="{84BD772A-6D84-3343-B307-0053F25874FB}"/>
                </a:ext>
              </a:extLst>
            </p:cNvPr>
            <p:cNvSpPr txBox="1">
              <a:spLocks noChangeArrowheads="1"/>
            </p:cNvSpPr>
            <p:nvPr/>
          </p:nvSpPr>
          <p:spPr bwMode="auto">
            <a:xfrm>
              <a:off x="-186" y="1199"/>
              <a:ext cx="178" cy="1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rPr>
                <a:t>0</a:t>
              </a:r>
            </a:p>
          </p:txBody>
        </p:sp>
        <p:sp>
          <p:nvSpPr>
            <p:cNvPr id="405" name="Text Box 274">
              <a:extLst>
                <a:ext uri="{FF2B5EF4-FFF2-40B4-BE49-F238E27FC236}">
                  <a16:creationId xmlns:a16="http://schemas.microsoft.com/office/drawing/2014/main" id="{57C2172E-A89C-4A4C-851F-BBF0C35EACBA}"/>
                </a:ext>
              </a:extLst>
            </p:cNvPr>
            <p:cNvSpPr txBox="1">
              <a:spLocks noChangeArrowheads="1"/>
            </p:cNvSpPr>
            <p:nvPr/>
          </p:nvSpPr>
          <p:spPr bwMode="auto">
            <a:xfrm>
              <a:off x="450" y="1184"/>
              <a:ext cx="305" cy="1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rPr>
                <a:t>2+e</a:t>
              </a:r>
            </a:p>
          </p:txBody>
        </p:sp>
        <p:sp>
          <p:nvSpPr>
            <p:cNvPr id="406" name="Text Box 275">
              <a:extLst>
                <a:ext uri="{FF2B5EF4-FFF2-40B4-BE49-F238E27FC236}">
                  <a16:creationId xmlns:a16="http://schemas.microsoft.com/office/drawing/2014/main" id="{E5FF566A-79C1-8843-A018-064993FAD0BE}"/>
                </a:ext>
              </a:extLst>
            </p:cNvPr>
            <p:cNvSpPr txBox="1">
              <a:spLocks noChangeArrowheads="1"/>
            </p:cNvSpPr>
            <p:nvPr/>
          </p:nvSpPr>
          <p:spPr bwMode="auto">
            <a:xfrm>
              <a:off x="340" y="1616"/>
              <a:ext cx="305" cy="1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rPr>
                <a:t>1+e</a:t>
              </a:r>
            </a:p>
          </p:txBody>
        </p:sp>
        <p:sp>
          <p:nvSpPr>
            <p:cNvPr id="407" name="Text Box 276">
              <a:extLst>
                <a:ext uri="{FF2B5EF4-FFF2-40B4-BE49-F238E27FC236}">
                  <a16:creationId xmlns:a16="http://schemas.microsoft.com/office/drawing/2014/main" id="{26462907-18D2-764B-AFDE-404A8D29FFC8}"/>
                </a:ext>
              </a:extLst>
            </p:cNvPr>
            <p:cNvSpPr txBox="1">
              <a:spLocks noChangeArrowheads="1"/>
            </p:cNvSpPr>
            <p:nvPr/>
          </p:nvSpPr>
          <p:spPr bwMode="auto">
            <a:xfrm>
              <a:off x="-132" y="1580"/>
              <a:ext cx="178" cy="1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rPr>
                <a:t>1</a:t>
              </a:r>
            </a:p>
          </p:txBody>
        </p:sp>
        <p:sp>
          <p:nvSpPr>
            <p:cNvPr id="408" name="Text Box 279">
              <a:extLst>
                <a:ext uri="{FF2B5EF4-FFF2-40B4-BE49-F238E27FC236}">
                  <a16:creationId xmlns:a16="http://schemas.microsoft.com/office/drawing/2014/main" id="{92CDFFF3-ECF8-9244-B357-9432C33AC5D3}"/>
                </a:ext>
              </a:extLst>
            </p:cNvPr>
            <p:cNvSpPr txBox="1">
              <a:spLocks noChangeArrowheads="1"/>
            </p:cNvSpPr>
            <p:nvPr/>
          </p:nvSpPr>
          <p:spPr bwMode="auto">
            <a:xfrm>
              <a:off x="79" y="1436"/>
              <a:ext cx="178" cy="1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rPr>
                <a:t>0</a:t>
              </a:r>
            </a:p>
          </p:txBody>
        </p:sp>
        <p:sp>
          <p:nvSpPr>
            <p:cNvPr id="409" name="Text Box 280">
              <a:extLst>
                <a:ext uri="{FF2B5EF4-FFF2-40B4-BE49-F238E27FC236}">
                  <a16:creationId xmlns:a16="http://schemas.microsoft.com/office/drawing/2014/main" id="{ED747468-F599-E849-9D19-56596D2D3638}"/>
                </a:ext>
              </a:extLst>
            </p:cNvPr>
            <p:cNvSpPr txBox="1">
              <a:spLocks noChangeArrowheads="1"/>
            </p:cNvSpPr>
            <p:nvPr/>
          </p:nvSpPr>
          <p:spPr bwMode="auto">
            <a:xfrm>
              <a:off x="261" y="1430"/>
              <a:ext cx="178" cy="1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rPr>
                <a:t>0</a:t>
              </a:r>
            </a:p>
          </p:txBody>
        </p:sp>
      </p:grpSp>
      <p:grpSp>
        <p:nvGrpSpPr>
          <p:cNvPr id="410" name="Group 349">
            <a:extLst>
              <a:ext uri="{FF2B5EF4-FFF2-40B4-BE49-F238E27FC236}">
                <a16:creationId xmlns:a16="http://schemas.microsoft.com/office/drawing/2014/main" id="{94255287-EFDF-3C43-9755-C90363D2DA86}"/>
              </a:ext>
            </a:extLst>
          </p:cNvPr>
          <p:cNvGrpSpPr>
            <a:grpSpLocks/>
          </p:cNvGrpSpPr>
          <p:nvPr/>
        </p:nvGrpSpPr>
        <p:grpSpPr bwMode="auto">
          <a:xfrm>
            <a:off x="9495792" y="3505198"/>
            <a:ext cx="2443162" cy="2703511"/>
            <a:chOff x="1632" y="2639"/>
            <a:chExt cx="1539" cy="1703"/>
          </a:xfrm>
        </p:grpSpPr>
        <p:sp>
          <p:nvSpPr>
            <p:cNvPr id="411" name="Freeform 350">
              <a:extLst>
                <a:ext uri="{FF2B5EF4-FFF2-40B4-BE49-F238E27FC236}">
                  <a16:creationId xmlns:a16="http://schemas.microsoft.com/office/drawing/2014/main" id="{4B1EB5F7-A79C-6446-980C-81A96EFCACEB}"/>
                </a:ext>
              </a:extLst>
            </p:cNvPr>
            <p:cNvSpPr>
              <a:spLocks/>
            </p:cNvSpPr>
            <p:nvPr/>
          </p:nvSpPr>
          <p:spPr bwMode="auto">
            <a:xfrm>
              <a:off x="1752" y="2639"/>
              <a:ext cx="1225" cy="854"/>
            </a:xfrm>
            <a:custGeom>
              <a:avLst/>
              <a:gdLst>
                <a:gd name="T0" fmla="*/ 0 w 1225"/>
                <a:gd name="T1" fmla="*/ 387 h 854"/>
                <a:gd name="T2" fmla="*/ 168 w 1225"/>
                <a:gd name="T3" fmla="*/ 162 h 854"/>
                <a:gd name="T4" fmla="*/ 486 w 1225"/>
                <a:gd name="T5" fmla="*/ 18 h 854"/>
                <a:gd name="T6" fmla="*/ 822 w 1225"/>
                <a:gd name="T7" fmla="*/ 30 h 854"/>
                <a:gd name="T8" fmla="*/ 1152 w 1225"/>
                <a:gd name="T9" fmla="*/ 267 h 854"/>
                <a:gd name="T10" fmla="*/ 1188 w 1225"/>
                <a:gd name="T11" fmla="*/ 537 h 854"/>
                <a:gd name="T12" fmla="*/ 927 w 1225"/>
                <a:gd name="T13" fmla="*/ 780 h 854"/>
                <a:gd name="T14" fmla="*/ 447 w 1225"/>
                <a:gd name="T15" fmla="*/ 837 h 854"/>
                <a:gd name="T16" fmla="*/ 177 w 1225"/>
                <a:gd name="T17" fmla="*/ 675 h 854"/>
                <a:gd name="T18" fmla="*/ 0 w 1225"/>
                <a:gd name="T19" fmla="*/ 387 h 85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25"/>
                <a:gd name="T31" fmla="*/ 0 h 854"/>
                <a:gd name="T32" fmla="*/ 1225 w 1225"/>
                <a:gd name="T33" fmla="*/ 854 h 85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25" h="854">
                  <a:moveTo>
                    <a:pt x="0" y="387"/>
                  </a:moveTo>
                  <a:cubicBezTo>
                    <a:pt x="0" y="243"/>
                    <a:pt x="87" y="223"/>
                    <a:pt x="168" y="162"/>
                  </a:cubicBezTo>
                  <a:cubicBezTo>
                    <a:pt x="249" y="101"/>
                    <a:pt x="377" y="40"/>
                    <a:pt x="486" y="18"/>
                  </a:cubicBezTo>
                  <a:cubicBezTo>
                    <a:pt x="615" y="6"/>
                    <a:pt x="684" y="0"/>
                    <a:pt x="822" y="30"/>
                  </a:cubicBezTo>
                  <a:cubicBezTo>
                    <a:pt x="960" y="60"/>
                    <a:pt x="1099" y="169"/>
                    <a:pt x="1152" y="267"/>
                  </a:cubicBezTo>
                  <a:cubicBezTo>
                    <a:pt x="1213" y="351"/>
                    <a:pt x="1225" y="452"/>
                    <a:pt x="1188" y="537"/>
                  </a:cubicBezTo>
                  <a:cubicBezTo>
                    <a:pt x="1151" y="622"/>
                    <a:pt x="1050" y="730"/>
                    <a:pt x="927" y="780"/>
                  </a:cubicBezTo>
                  <a:cubicBezTo>
                    <a:pt x="804" y="830"/>
                    <a:pt x="572" y="854"/>
                    <a:pt x="447" y="837"/>
                  </a:cubicBezTo>
                  <a:cubicBezTo>
                    <a:pt x="322" y="820"/>
                    <a:pt x="251" y="750"/>
                    <a:pt x="177" y="675"/>
                  </a:cubicBezTo>
                  <a:cubicBezTo>
                    <a:pt x="103" y="600"/>
                    <a:pt x="0" y="531"/>
                    <a:pt x="0" y="387"/>
                  </a:cubicBezTo>
                  <a:close/>
                </a:path>
              </a:pathLst>
            </a:custGeom>
            <a:solidFill>
              <a:srgbClr val="9CE0FA"/>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412" name="Freeform 351">
              <a:extLst>
                <a:ext uri="{FF2B5EF4-FFF2-40B4-BE49-F238E27FC236}">
                  <a16:creationId xmlns:a16="http://schemas.microsoft.com/office/drawing/2014/main" id="{2CE2F8E8-7ADA-9E4E-9F63-AE01952A5832}"/>
                </a:ext>
              </a:extLst>
            </p:cNvPr>
            <p:cNvSpPr>
              <a:spLocks/>
            </p:cNvSpPr>
            <p:nvPr/>
          </p:nvSpPr>
          <p:spPr bwMode="auto">
            <a:xfrm>
              <a:off x="2010" y="2852"/>
              <a:ext cx="246" cy="132"/>
            </a:xfrm>
            <a:custGeom>
              <a:avLst/>
              <a:gdLst>
                <a:gd name="T0" fmla="*/ 0 w 342"/>
                <a:gd name="T1" fmla="*/ 9 h 186"/>
                <a:gd name="T2" fmla="*/ 1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type="none" w="med" len="med"/>
              <a:tailEnd type="triangle" w="med" len="me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grpSp>
          <p:nvGrpSpPr>
            <p:cNvPr id="413" name="Group 352">
              <a:extLst>
                <a:ext uri="{FF2B5EF4-FFF2-40B4-BE49-F238E27FC236}">
                  <a16:creationId xmlns:a16="http://schemas.microsoft.com/office/drawing/2014/main" id="{E5AD917F-E74E-B648-BB37-9CB65BAF572A}"/>
                </a:ext>
              </a:extLst>
            </p:cNvPr>
            <p:cNvGrpSpPr>
              <a:grpSpLocks/>
            </p:cNvGrpSpPr>
            <p:nvPr/>
          </p:nvGrpSpPr>
          <p:grpSpPr bwMode="auto">
            <a:xfrm>
              <a:off x="2203" y="2652"/>
              <a:ext cx="316" cy="252"/>
              <a:chOff x="1747" y="3190"/>
              <a:chExt cx="316" cy="252"/>
            </a:xfrm>
          </p:grpSpPr>
          <p:sp>
            <p:nvSpPr>
              <p:cNvPr id="453" name="Oval 353">
                <a:extLst>
                  <a:ext uri="{FF2B5EF4-FFF2-40B4-BE49-F238E27FC236}">
                    <a16:creationId xmlns:a16="http://schemas.microsoft.com/office/drawing/2014/main" id="{E47068A6-695F-844D-A480-9B38A3EA615A}"/>
                  </a:ext>
                </a:extLst>
              </p:cNvPr>
              <p:cNvSpPr>
                <a:spLocks noChangeArrowheads="1"/>
              </p:cNvSpPr>
              <p:nvPr/>
            </p:nvSpPr>
            <p:spPr bwMode="auto">
              <a:xfrm>
                <a:off x="1750" y="3308"/>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454" name="Line 354">
                <a:extLst>
                  <a:ext uri="{FF2B5EF4-FFF2-40B4-BE49-F238E27FC236}">
                    <a16:creationId xmlns:a16="http://schemas.microsoft.com/office/drawing/2014/main" id="{2F2B2C6A-798A-CE43-B0A4-D68F8763CDE1}"/>
                  </a:ext>
                </a:extLst>
              </p:cNvPr>
              <p:cNvSpPr>
                <a:spLocks noChangeShapeType="1"/>
              </p:cNvSpPr>
              <p:nvPr/>
            </p:nvSpPr>
            <p:spPr bwMode="auto">
              <a:xfrm>
                <a:off x="1750" y="3301"/>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455" name="Line 355">
                <a:extLst>
                  <a:ext uri="{FF2B5EF4-FFF2-40B4-BE49-F238E27FC236}">
                    <a16:creationId xmlns:a16="http://schemas.microsoft.com/office/drawing/2014/main" id="{33B39B6C-B89C-7A4F-BC1D-B7B7361746F4}"/>
                  </a:ext>
                </a:extLst>
              </p:cNvPr>
              <p:cNvSpPr>
                <a:spLocks noChangeShapeType="1"/>
              </p:cNvSpPr>
              <p:nvPr/>
            </p:nvSpPr>
            <p:spPr bwMode="auto">
              <a:xfrm>
                <a:off x="2063" y="3301"/>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456" name="Rectangle 356">
                <a:extLst>
                  <a:ext uri="{FF2B5EF4-FFF2-40B4-BE49-F238E27FC236}">
                    <a16:creationId xmlns:a16="http://schemas.microsoft.com/office/drawing/2014/main" id="{F9C1F477-E60A-A543-AE1B-FD2C42F79CDB}"/>
                  </a:ext>
                </a:extLst>
              </p:cNvPr>
              <p:cNvSpPr>
                <a:spLocks noChangeArrowheads="1"/>
              </p:cNvSpPr>
              <p:nvPr/>
            </p:nvSpPr>
            <p:spPr bwMode="auto">
              <a:xfrm>
                <a:off x="1750" y="3301"/>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ea typeface="ＭＳ Ｐゴシック" charset="0"/>
                </a:endParaRPr>
              </a:p>
            </p:txBody>
          </p:sp>
          <p:sp>
            <p:nvSpPr>
              <p:cNvPr id="457" name="Oval 357">
                <a:extLst>
                  <a:ext uri="{FF2B5EF4-FFF2-40B4-BE49-F238E27FC236}">
                    <a16:creationId xmlns:a16="http://schemas.microsoft.com/office/drawing/2014/main" id="{AD0C98AE-D777-2D43-A110-686116326E18}"/>
                  </a:ext>
                </a:extLst>
              </p:cNvPr>
              <p:cNvSpPr>
                <a:spLocks noChangeArrowheads="1"/>
              </p:cNvSpPr>
              <p:nvPr/>
            </p:nvSpPr>
            <p:spPr bwMode="auto">
              <a:xfrm>
                <a:off x="1747" y="3242"/>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grpSp>
            <p:nvGrpSpPr>
              <p:cNvPr id="458" name="Group 358">
                <a:extLst>
                  <a:ext uri="{FF2B5EF4-FFF2-40B4-BE49-F238E27FC236}">
                    <a16:creationId xmlns:a16="http://schemas.microsoft.com/office/drawing/2014/main" id="{10E12F87-A379-1F4E-804C-960B69FF2269}"/>
                  </a:ext>
                </a:extLst>
              </p:cNvPr>
              <p:cNvGrpSpPr>
                <a:grpSpLocks/>
              </p:cNvGrpSpPr>
              <p:nvPr/>
            </p:nvGrpSpPr>
            <p:grpSpPr bwMode="auto">
              <a:xfrm>
                <a:off x="1799" y="3190"/>
                <a:ext cx="194" cy="252"/>
                <a:chOff x="2960" y="2425"/>
                <a:chExt cx="197" cy="252"/>
              </a:xfrm>
            </p:grpSpPr>
            <p:sp>
              <p:nvSpPr>
                <p:cNvPr id="459" name="Rectangle 359">
                  <a:extLst>
                    <a:ext uri="{FF2B5EF4-FFF2-40B4-BE49-F238E27FC236}">
                      <a16:creationId xmlns:a16="http://schemas.microsoft.com/office/drawing/2014/main" id="{40D60A37-1A78-A14B-AEF0-6B32C20CAAB7}"/>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460" name="Text Box 360">
                  <a:extLst>
                    <a:ext uri="{FF2B5EF4-FFF2-40B4-BE49-F238E27FC236}">
                      <a16:creationId xmlns:a16="http://schemas.microsoft.com/office/drawing/2014/main" id="{316A5FDF-C8F0-CD41-9FC5-F0BDFA3BBF87}"/>
                    </a:ext>
                  </a:extLst>
                </p:cNvPr>
                <p:cNvSpPr txBox="1">
                  <a:spLocks noChangeArrowheads="1"/>
                </p:cNvSpPr>
                <p:nvPr/>
              </p:nvSpPr>
              <p:spPr bwMode="auto">
                <a:xfrm>
                  <a:off x="2960" y="2425"/>
                  <a:ext cx="197"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mn-lt"/>
                      <a:ea typeface="ＭＳ Ｐゴシック" charset="0"/>
                    </a:rPr>
                    <a:t>a</a:t>
                  </a:r>
                  <a:endParaRPr kumimoji="0" lang="en-US" sz="2400" b="0" i="0" u="none" strike="noStrike" kern="0" cap="none" spc="0" normalizeH="0" baseline="0" noProof="0" dirty="0">
                    <a:ln>
                      <a:noFill/>
                    </a:ln>
                    <a:solidFill>
                      <a:srgbClr val="000000"/>
                    </a:solidFill>
                    <a:effectLst/>
                    <a:uLnTx/>
                    <a:uFillTx/>
                    <a:latin typeface="+mn-lt"/>
                    <a:ea typeface="ＭＳ Ｐゴシック" charset="0"/>
                  </a:endParaRPr>
                </a:p>
              </p:txBody>
            </p:sp>
          </p:grpSp>
        </p:grpSp>
        <p:grpSp>
          <p:nvGrpSpPr>
            <p:cNvPr id="414" name="Group 361">
              <a:extLst>
                <a:ext uri="{FF2B5EF4-FFF2-40B4-BE49-F238E27FC236}">
                  <a16:creationId xmlns:a16="http://schemas.microsoft.com/office/drawing/2014/main" id="{CC54C3FD-25A0-6C43-A265-DE0DE9E46FC9}"/>
                </a:ext>
              </a:extLst>
            </p:cNvPr>
            <p:cNvGrpSpPr>
              <a:grpSpLocks/>
            </p:cNvGrpSpPr>
            <p:nvPr/>
          </p:nvGrpSpPr>
          <p:grpSpPr bwMode="auto">
            <a:xfrm>
              <a:off x="1795" y="2907"/>
              <a:ext cx="316" cy="252"/>
              <a:chOff x="2221" y="3571"/>
              <a:chExt cx="316" cy="252"/>
            </a:xfrm>
          </p:grpSpPr>
          <p:sp>
            <p:nvSpPr>
              <p:cNvPr id="443" name="Oval 362">
                <a:extLst>
                  <a:ext uri="{FF2B5EF4-FFF2-40B4-BE49-F238E27FC236}">
                    <a16:creationId xmlns:a16="http://schemas.microsoft.com/office/drawing/2014/main" id="{35AB7C39-7DC0-1D46-A27B-29E8564A2F34}"/>
                  </a:ext>
                </a:extLst>
              </p:cNvPr>
              <p:cNvSpPr>
                <a:spLocks noChangeArrowheads="1"/>
              </p:cNvSpPr>
              <p:nvPr/>
            </p:nvSpPr>
            <p:spPr bwMode="auto">
              <a:xfrm>
                <a:off x="2224" y="3695"/>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446" name="Line 363">
                <a:extLst>
                  <a:ext uri="{FF2B5EF4-FFF2-40B4-BE49-F238E27FC236}">
                    <a16:creationId xmlns:a16="http://schemas.microsoft.com/office/drawing/2014/main" id="{DF710DEA-DD86-324B-AFE6-765A0E619F73}"/>
                  </a:ext>
                </a:extLst>
              </p:cNvPr>
              <p:cNvSpPr>
                <a:spLocks noChangeShapeType="1"/>
              </p:cNvSpPr>
              <p:nvPr/>
            </p:nvSpPr>
            <p:spPr bwMode="auto">
              <a:xfrm>
                <a:off x="2224" y="3688"/>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447" name="Line 364">
                <a:extLst>
                  <a:ext uri="{FF2B5EF4-FFF2-40B4-BE49-F238E27FC236}">
                    <a16:creationId xmlns:a16="http://schemas.microsoft.com/office/drawing/2014/main" id="{F0CD32C2-F2CA-6A48-8963-9086298E6B71}"/>
                  </a:ext>
                </a:extLst>
              </p:cNvPr>
              <p:cNvSpPr>
                <a:spLocks noChangeShapeType="1"/>
              </p:cNvSpPr>
              <p:nvPr/>
            </p:nvSpPr>
            <p:spPr bwMode="auto">
              <a:xfrm>
                <a:off x="2537" y="3688"/>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448" name="Rectangle 365">
                <a:extLst>
                  <a:ext uri="{FF2B5EF4-FFF2-40B4-BE49-F238E27FC236}">
                    <a16:creationId xmlns:a16="http://schemas.microsoft.com/office/drawing/2014/main" id="{49E2D868-65B8-7C4F-85B9-8DE28484B6D2}"/>
                  </a:ext>
                </a:extLst>
              </p:cNvPr>
              <p:cNvSpPr>
                <a:spLocks noChangeArrowheads="1"/>
              </p:cNvSpPr>
              <p:nvPr/>
            </p:nvSpPr>
            <p:spPr bwMode="auto">
              <a:xfrm>
                <a:off x="2224" y="3688"/>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ea typeface="ＭＳ Ｐゴシック" charset="0"/>
                </a:endParaRPr>
              </a:p>
            </p:txBody>
          </p:sp>
          <p:sp>
            <p:nvSpPr>
              <p:cNvPr id="449" name="Oval 366">
                <a:extLst>
                  <a:ext uri="{FF2B5EF4-FFF2-40B4-BE49-F238E27FC236}">
                    <a16:creationId xmlns:a16="http://schemas.microsoft.com/office/drawing/2014/main" id="{21F2D8CD-5D48-724B-941C-D5C7C4F5638C}"/>
                  </a:ext>
                </a:extLst>
              </p:cNvPr>
              <p:cNvSpPr>
                <a:spLocks noChangeArrowheads="1"/>
              </p:cNvSpPr>
              <p:nvPr/>
            </p:nvSpPr>
            <p:spPr bwMode="auto">
              <a:xfrm>
                <a:off x="2221" y="3629"/>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grpSp>
            <p:nvGrpSpPr>
              <p:cNvPr id="450" name="Group 367">
                <a:extLst>
                  <a:ext uri="{FF2B5EF4-FFF2-40B4-BE49-F238E27FC236}">
                    <a16:creationId xmlns:a16="http://schemas.microsoft.com/office/drawing/2014/main" id="{ECC3C74D-C5FA-9B4E-A556-F7A2076AC349}"/>
                  </a:ext>
                </a:extLst>
              </p:cNvPr>
              <p:cNvGrpSpPr>
                <a:grpSpLocks/>
              </p:cNvGrpSpPr>
              <p:nvPr/>
            </p:nvGrpSpPr>
            <p:grpSpPr bwMode="auto">
              <a:xfrm>
                <a:off x="2283" y="3571"/>
                <a:ext cx="206" cy="252"/>
                <a:chOff x="2954" y="2425"/>
                <a:chExt cx="209" cy="252"/>
              </a:xfrm>
            </p:grpSpPr>
            <p:sp>
              <p:nvSpPr>
                <p:cNvPr id="451" name="Rectangle 368">
                  <a:extLst>
                    <a:ext uri="{FF2B5EF4-FFF2-40B4-BE49-F238E27FC236}">
                      <a16:creationId xmlns:a16="http://schemas.microsoft.com/office/drawing/2014/main" id="{8B135D8A-7EF3-AF40-A335-0E0A5FB83E83}"/>
                    </a:ext>
                  </a:extLst>
                </p:cNvPr>
                <p:cNvSpPr>
                  <a:spLocks noChangeArrowheads="1"/>
                </p:cNvSpPr>
                <p:nvPr/>
              </p:nvSpPr>
              <p:spPr bwMode="auto">
                <a:xfrm>
                  <a:off x="2982" y="2490"/>
                  <a:ext cx="146"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452" name="Text Box 369">
                  <a:extLst>
                    <a:ext uri="{FF2B5EF4-FFF2-40B4-BE49-F238E27FC236}">
                      <a16:creationId xmlns:a16="http://schemas.microsoft.com/office/drawing/2014/main" id="{127AAAAB-7C00-8941-842E-97CEE122F442}"/>
                    </a:ext>
                  </a:extLst>
                </p:cNvPr>
                <p:cNvSpPr txBox="1">
                  <a:spLocks noChangeArrowheads="1"/>
                </p:cNvSpPr>
                <p:nvPr/>
              </p:nvSpPr>
              <p:spPr bwMode="auto">
                <a:xfrm>
                  <a:off x="2954" y="2425"/>
                  <a:ext cx="209"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mn-lt"/>
                      <a:ea typeface="ＭＳ Ｐゴシック" charset="0"/>
                    </a:rPr>
                    <a:t>d</a:t>
                  </a:r>
                  <a:endParaRPr kumimoji="0" lang="en-US" sz="2400" b="0" i="0" u="none" strike="noStrike" kern="0" cap="none" spc="0" normalizeH="0" baseline="0" noProof="0" dirty="0">
                    <a:ln>
                      <a:noFill/>
                    </a:ln>
                    <a:solidFill>
                      <a:srgbClr val="000000"/>
                    </a:solidFill>
                    <a:effectLst/>
                    <a:uLnTx/>
                    <a:uFillTx/>
                    <a:latin typeface="+mn-lt"/>
                    <a:ea typeface="ＭＳ Ｐゴシック" charset="0"/>
                  </a:endParaRPr>
                </a:p>
              </p:txBody>
            </p:sp>
          </p:grpSp>
        </p:grpSp>
        <p:grpSp>
          <p:nvGrpSpPr>
            <p:cNvPr id="415" name="Group 370">
              <a:extLst>
                <a:ext uri="{FF2B5EF4-FFF2-40B4-BE49-F238E27FC236}">
                  <a16:creationId xmlns:a16="http://schemas.microsoft.com/office/drawing/2014/main" id="{D84D5BA5-56D2-3B4C-BBD1-DD179DF60702}"/>
                </a:ext>
              </a:extLst>
            </p:cNvPr>
            <p:cNvGrpSpPr>
              <a:grpSpLocks/>
            </p:cNvGrpSpPr>
            <p:nvPr/>
          </p:nvGrpSpPr>
          <p:grpSpPr bwMode="auto">
            <a:xfrm>
              <a:off x="2195" y="3198"/>
              <a:ext cx="315" cy="252"/>
              <a:chOff x="2903" y="2884"/>
              <a:chExt cx="315" cy="252"/>
            </a:xfrm>
          </p:grpSpPr>
          <p:grpSp>
            <p:nvGrpSpPr>
              <p:cNvPr id="434" name="Group 371">
                <a:extLst>
                  <a:ext uri="{FF2B5EF4-FFF2-40B4-BE49-F238E27FC236}">
                    <a16:creationId xmlns:a16="http://schemas.microsoft.com/office/drawing/2014/main" id="{AFCDDB50-C217-764D-AB88-CDB31C04B3C6}"/>
                  </a:ext>
                </a:extLst>
              </p:cNvPr>
              <p:cNvGrpSpPr>
                <a:grpSpLocks/>
              </p:cNvGrpSpPr>
              <p:nvPr/>
            </p:nvGrpSpPr>
            <p:grpSpPr bwMode="auto">
              <a:xfrm>
                <a:off x="2903" y="2938"/>
                <a:ext cx="315" cy="144"/>
                <a:chOff x="2903" y="2938"/>
                <a:chExt cx="315" cy="144"/>
              </a:xfrm>
            </p:grpSpPr>
            <p:sp>
              <p:nvSpPr>
                <p:cNvPr id="438" name="Oval 372">
                  <a:extLst>
                    <a:ext uri="{FF2B5EF4-FFF2-40B4-BE49-F238E27FC236}">
                      <a16:creationId xmlns:a16="http://schemas.microsoft.com/office/drawing/2014/main" id="{21172C47-9633-D34B-B580-A7488594909D}"/>
                    </a:ext>
                  </a:extLst>
                </p:cNvPr>
                <p:cNvSpPr>
                  <a:spLocks noChangeArrowheads="1"/>
                </p:cNvSpPr>
                <p:nvPr/>
              </p:nvSpPr>
              <p:spPr bwMode="auto">
                <a:xfrm>
                  <a:off x="2903" y="3001"/>
                  <a:ext cx="312"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439" name="Line 373">
                  <a:extLst>
                    <a:ext uri="{FF2B5EF4-FFF2-40B4-BE49-F238E27FC236}">
                      <a16:creationId xmlns:a16="http://schemas.microsoft.com/office/drawing/2014/main" id="{DEA2ADE2-F777-A945-8D9D-EB4FC398FF5A}"/>
                    </a:ext>
                  </a:extLst>
                </p:cNvPr>
                <p:cNvSpPr>
                  <a:spLocks noChangeShapeType="1"/>
                </p:cNvSpPr>
                <p:nvPr/>
              </p:nvSpPr>
              <p:spPr bwMode="auto">
                <a:xfrm>
                  <a:off x="2903" y="2994"/>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440" name="Line 374">
                  <a:extLst>
                    <a:ext uri="{FF2B5EF4-FFF2-40B4-BE49-F238E27FC236}">
                      <a16:creationId xmlns:a16="http://schemas.microsoft.com/office/drawing/2014/main" id="{9CE966EE-FBD1-0446-A614-A76D8800CBA4}"/>
                    </a:ext>
                  </a:extLst>
                </p:cNvPr>
                <p:cNvSpPr>
                  <a:spLocks noChangeShapeType="1"/>
                </p:cNvSpPr>
                <p:nvPr/>
              </p:nvSpPr>
              <p:spPr bwMode="auto">
                <a:xfrm>
                  <a:off x="3215" y="2994"/>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441" name="Rectangle 375">
                  <a:extLst>
                    <a:ext uri="{FF2B5EF4-FFF2-40B4-BE49-F238E27FC236}">
                      <a16:creationId xmlns:a16="http://schemas.microsoft.com/office/drawing/2014/main" id="{FA0327E6-5833-AB4B-9013-E2564F46E8A6}"/>
                    </a:ext>
                  </a:extLst>
                </p:cNvPr>
                <p:cNvSpPr>
                  <a:spLocks noChangeArrowheads="1"/>
                </p:cNvSpPr>
                <p:nvPr/>
              </p:nvSpPr>
              <p:spPr bwMode="auto">
                <a:xfrm>
                  <a:off x="2903" y="2994"/>
                  <a:ext cx="309"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ea typeface="ＭＳ Ｐゴシック" charset="0"/>
                  </a:endParaRPr>
                </a:p>
              </p:txBody>
            </p:sp>
            <p:sp>
              <p:nvSpPr>
                <p:cNvPr id="442" name="Oval 376">
                  <a:extLst>
                    <a:ext uri="{FF2B5EF4-FFF2-40B4-BE49-F238E27FC236}">
                      <a16:creationId xmlns:a16="http://schemas.microsoft.com/office/drawing/2014/main" id="{9398C505-BE49-EC42-B628-B0F91E681BA7}"/>
                    </a:ext>
                  </a:extLst>
                </p:cNvPr>
                <p:cNvSpPr>
                  <a:spLocks noChangeArrowheads="1"/>
                </p:cNvSpPr>
                <p:nvPr/>
              </p:nvSpPr>
              <p:spPr bwMode="auto">
                <a:xfrm>
                  <a:off x="2906" y="2938"/>
                  <a:ext cx="312"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grpSp>
          <p:grpSp>
            <p:nvGrpSpPr>
              <p:cNvPr id="435" name="Group 377">
                <a:extLst>
                  <a:ext uri="{FF2B5EF4-FFF2-40B4-BE49-F238E27FC236}">
                    <a16:creationId xmlns:a16="http://schemas.microsoft.com/office/drawing/2014/main" id="{3AF8BA78-2A30-3344-ABC9-180E275E7189}"/>
                  </a:ext>
                </a:extLst>
              </p:cNvPr>
              <p:cNvGrpSpPr>
                <a:grpSpLocks/>
              </p:cNvGrpSpPr>
              <p:nvPr/>
            </p:nvGrpSpPr>
            <p:grpSpPr bwMode="auto">
              <a:xfrm>
                <a:off x="2963" y="2884"/>
                <a:ext cx="185" cy="252"/>
                <a:chOff x="2964" y="2425"/>
                <a:chExt cx="188" cy="252"/>
              </a:xfrm>
            </p:grpSpPr>
            <p:sp>
              <p:nvSpPr>
                <p:cNvPr id="436" name="Rectangle 378">
                  <a:extLst>
                    <a:ext uri="{FF2B5EF4-FFF2-40B4-BE49-F238E27FC236}">
                      <a16:creationId xmlns:a16="http://schemas.microsoft.com/office/drawing/2014/main" id="{1546F4DB-A81D-C348-BD2F-799067C6A1AA}"/>
                    </a:ext>
                  </a:extLst>
                </p:cNvPr>
                <p:cNvSpPr>
                  <a:spLocks noChangeArrowheads="1"/>
                </p:cNvSpPr>
                <p:nvPr/>
              </p:nvSpPr>
              <p:spPr bwMode="auto">
                <a:xfrm>
                  <a:off x="2982" y="2490"/>
                  <a:ext cx="146"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437" name="Text Box 379">
                  <a:extLst>
                    <a:ext uri="{FF2B5EF4-FFF2-40B4-BE49-F238E27FC236}">
                      <a16:creationId xmlns:a16="http://schemas.microsoft.com/office/drawing/2014/main" id="{69EEA604-124B-444B-993C-0A60C4CED4F3}"/>
                    </a:ext>
                  </a:extLst>
                </p:cNvPr>
                <p:cNvSpPr txBox="1">
                  <a:spLocks noChangeArrowheads="1"/>
                </p:cNvSpPr>
                <p:nvPr/>
              </p:nvSpPr>
              <p:spPr bwMode="auto">
                <a:xfrm>
                  <a:off x="2964" y="2425"/>
                  <a:ext cx="188"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mn-lt"/>
                      <a:ea typeface="ＭＳ Ｐゴシック" charset="0"/>
                    </a:rPr>
                    <a:t>c</a:t>
                  </a:r>
                  <a:endParaRPr kumimoji="0" lang="en-US" sz="2400" b="0" i="0" u="none" strike="noStrike" kern="0" cap="none" spc="0" normalizeH="0" baseline="0" noProof="0" dirty="0">
                    <a:ln>
                      <a:noFill/>
                    </a:ln>
                    <a:solidFill>
                      <a:srgbClr val="000000"/>
                    </a:solidFill>
                    <a:effectLst/>
                    <a:uLnTx/>
                    <a:uFillTx/>
                    <a:latin typeface="+mn-lt"/>
                    <a:ea typeface="ＭＳ Ｐゴシック" charset="0"/>
                  </a:endParaRPr>
                </a:p>
              </p:txBody>
            </p:sp>
          </p:grpSp>
        </p:grpSp>
        <p:grpSp>
          <p:nvGrpSpPr>
            <p:cNvPr id="416" name="Group 380">
              <a:extLst>
                <a:ext uri="{FF2B5EF4-FFF2-40B4-BE49-F238E27FC236}">
                  <a16:creationId xmlns:a16="http://schemas.microsoft.com/office/drawing/2014/main" id="{61448218-CB31-2741-B597-86B4BA8797A7}"/>
                </a:ext>
              </a:extLst>
            </p:cNvPr>
            <p:cNvGrpSpPr>
              <a:grpSpLocks/>
            </p:cNvGrpSpPr>
            <p:nvPr/>
          </p:nvGrpSpPr>
          <p:grpSpPr bwMode="auto">
            <a:xfrm>
              <a:off x="2607" y="2916"/>
              <a:ext cx="316" cy="252"/>
              <a:chOff x="2217" y="2884"/>
              <a:chExt cx="316" cy="252"/>
            </a:xfrm>
          </p:grpSpPr>
          <p:sp>
            <p:nvSpPr>
              <p:cNvPr id="426" name="Oval 381">
                <a:extLst>
                  <a:ext uri="{FF2B5EF4-FFF2-40B4-BE49-F238E27FC236}">
                    <a16:creationId xmlns:a16="http://schemas.microsoft.com/office/drawing/2014/main" id="{0813A2D4-0C13-1846-B4E2-7F7CA0FA7D28}"/>
                  </a:ext>
                </a:extLst>
              </p:cNvPr>
              <p:cNvSpPr>
                <a:spLocks noChangeArrowheads="1"/>
              </p:cNvSpPr>
              <p:nvPr/>
            </p:nvSpPr>
            <p:spPr bwMode="auto">
              <a:xfrm>
                <a:off x="2220" y="3005"/>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427" name="Line 382">
                <a:extLst>
                  <a:ext uri="{FF2B5EF4-FFF2-40B4-BE49-F238E27FC236}">
                    <a16:creationId xmlns:a16="http://schemas.microsoft.com/office/drawing/2014/main" id="{64673E3F-DEE6-9A45-B3C6-BE42A2472570}"/>
                  </a:ext>
                </a:extLst>
              </p:cNvPr>
              <p:cNvSpPr>
                <a:spLocks noChangeShapeType="1"/>
              </p:cNvSpPr>
              <p:nvPr/>
            </p:nvSpPr>
            <p:spPr bwMode="auto">
              <a:xfrm>
                <a:off x="2220" y="2998"/>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428" name="Line 383">
                <a:extLst>
                  <a:ext uri="{FF2B5EF4-FFF2-40B4-BE49-F238E27FC236}">
                    <a16:creationId xmlns:a16="http://schemas.microsoft.com/office/drawing/2014/main" id="{3B8136F3-D630-2940-81F6-CB0ED1F0FAC1}"/>
                  </a:ext>
                </a:extLst>
              </p:cNvPr>
              <p:cNvSpPr>
                <a:spLocks noChangeShapeType="1"/>
              </p:cNvSpPr>
              <p:nvPr/>
            </p:nvSpPr>
            <p:spPr bwMode="auto">
              <a:xfrm>
                <a:off x="2533" y="2998"/>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429" name="Rectangle 384">
                <a:extLst>
                  <a:ext uri="{FF2B5EF4-FFF2-40B4-BE49-F238E27FC236}">
                    <a16:creationId xmlns:a16="http://schemas.microsoft.com/office/drawing/2014/main" id="{598389A7-D915-D54A-8873-708D8CAE5CF3}"/>
                  </a:ext>
                </a:extLst>
              </p:cNvPr>
              <p:cNvSpPr>
                <a:spLocks noChangeArrowheads="1"/>
              </p:cNvSpPr>
              <p:nvPr/>
            </p:nvSpPr>
            <p:spPr bwMode="auto">
              <a:xfrm>
                <a:off x="2220" y="2998"/>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ea typeface="ＭＳ Ｐゴシック" charset="0"/>
                </a:endParaRPr>
              </a:p>
            </p:txBody>
          </p:sp>
          <p:sp>
            <p:nvSpPr>
              <p:cNvPr id="430" name="Oval 385">
                <a:extLst>
                  <a:ext uri="{FF2B5EF4-FFF2-40B4-BE49-F238E27FC236}">
                    <a16:creationId xmlns:a16="http://schemas.microsoft.com/office/drawing/2014/main" id="{86E8FB75-1E3D-B642-A9CA-C90B5C3A37AD}"/>
                  </a:ext>
                </a:extLst>
              </p:cNvPr>
              <p:cNvSpPr>
                <a:spLocks noChangeArrowheads="1"/>
              </p:cNvSpPr>
              <p:nvPr/>
            </p:nvSpPr>
            <p:spPr bwMode="auto">
              <a:xfrm>
                <a:off x="2217" y="2939"/>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grpSp>
            <p:nvGrpSpPr>
              <p:cNvPr id="431" name="Group 386">
                <a:extLst>
                  <a:ext uri="{FF2B5EF4-FFF2-40B4-BE49-F238E27FC236}">
                    <a16:creationId xmlns:a16="http://schemas.microsoft.com/office/drawing/2014/main" id="{3AD03C7D-6A23-1247-A89F-2D3576F62AD8}"/>
                  </a:ext>
                </a:extLst>
              </p:cNvPr>
              <p:cNvGrpSpPr>
                <a:grpSpLocks/>
              </p:cNvGrpSpPr>
              <p:nvPr/>
            </p:nvGrpSpPr>
            <p:grpSpPr bwMode="auto">
              <a:xfrm>
                <a:off x="2276" y="2884"/>
                <a:ext cx="206" cy="252"/>
                <a:chOff x="2954" y="2425"/>
                <a:chExt cx="209" cy="252"/>
              </a:xfrm>
            </p:grpSpPr>
            <p:sp>
              <p:nvSpPr>
                <p:cNvPr id="432" name="Rectangle 387">
                  <a:extLst>
                    <a:ext uri="{FF2B5EF4-FFF2-40B4-BE49-F238E27FC236}">
                      <a16:creationId xmlns:a16="http://schemas.microsoft.com/office/drawing/2014/main" id="{E40E4762-6B1C-9543-9ECC-E99723078FCB}"/>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433" name="Text Box 388">
                  <a:extLst>
                    <a:ext uri="{FF2B5EF4-FFF2-40B4-BE49-F238E27FC236}">
                      <a16:creationId xmlns:a16="http://schemas.microsoft.com/office/drawing/2014/main" id="{4D7750F0-814E-024F-8097-2BFE4CA3957E}"/>
                    </a:ext>
                  </a:extLst>
                </p:cNvPr>
                <p:cNvSpPr txBox="1">
                  <a:spLocks noChangeArrowheads="1"/>
                </p:cNvSpPr>
                <p:nvPr/>
              </p:nvSpPr>
              <p:spPr bwMode="auto">
                <a:xfrm>
                  <a:off x="2954" y="2425"/>
                  <a:ext cx="209"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mn-lt"/>
                      <a:ea typeface="ＭＳ Ｐゴシック" charset="0"/>
                    </a:rPr>
                    <a:t>b</a:t>
                  </a:r>
                  <a:endParaRPr kumimoji="0" lang="en-US" sz="2400" b="0" i="0" u="none" strike="noStrike" kern="0" cap="none" spc="0" normalizeH="0" baseline="0" noProof="0" dirty="0">
                    <a:ln>
                      <a:noFill/>
                    </a:ln>
                    <a:solidFill>
                      <a:srgbClr val="000000"/>
                    </a:solidFill>
                    <a:effectLst/>
                    <a:uLnTx/>
                    <a:uFillTx/>
                    <a:latin typeface="+mn-lt"/>
                    <a:ea typeface="ＭＳ Ｐゴシック" charset="0"/>
                  </a:endParaRPr>
                </a:p>
              </p:txBody>
            </p:sp>
          </p:grpSp>
        </p:grpSp>
        <p:sp>
          <p:nvSpPr>
            <p:cNvPr id="417" name="Freeform 389">
              <a:extLst>
                <a:ext uri="{FF2B5EF4-FFF2-40B4-BE49-F238E27FC236}">
                  <a16:creationId xmlns:a16="http://schemas.microsoft.com/office/drawing/2014/main" id="{E8CFA42E-8AC2-3F4F-822A-F534B0945135}"/>
                </a:ext>
              </a:extLst>
            </p:cNvPr>
            <p:cNvSpPr>
              <a:spLocks/>
            </p:cNvSpPr>
            <p:nvPr/>
          </p:nvSpPr>
          <p:spPr bwMode="auto">
            <a:xfrm flipH="1">
              <a:off x="2505" y="2819"/>
              <a:ext cx="198" cy="156"/>
            </a:xfrm>
            <a:custGeom>
              <a:avLst/>
              <a:gdLst>
                <a:gd name="T0" fmla="*/ 0 w 342"/>
                <a:gd name="T1" fmla="*/ 39 h 186"/>
                <a:gd name="T2" fmla="*/ 3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type="none" w="med" len="med"/>
              <a:tailEnd type="triangle" w="med" len="me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418" name="Freeform 390">
              <a:extLst>
                <a:ext uri="{FF2B5EF4-FFF2-40B4-BE49-F238E27FC236}">
                  <a16:creationId xmlns:a16="http://schemas.microsoft.com/office/drawing/2014/main" id="{37EC0BF4-AA60-A94F-8A36-5C2D5581C767}"/>
                </a:ext>
              </a:extLst>
            </p:cNvPr>
            <p:cNvSpPr>
              <a:spLocks/>
            </p:cNvSpPr>
            <p:nvPr/>
          </p:nvSpPr>
          <p:spPr bwMode="auto">
            <a:xfrm flipH="1" flipV="1">
              <a:off x="2484" y="3125"/>
              <a:ext cx="180" cy="141"/>
            </a:xfrm>
            <a:custGeom>
              <a:avLst/>
              <a:gdLst>
                <a:gd name="T0" fmla="*/ 0 w 342"/>
                <a:gd name="T1" fmla="*/ 15 h 186"/>
                <a:gd name="T2" fmla="*/ 1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type="triangle" w="med" len="med"/>
              <a:tailEnd type="none" w="med" len="me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419" name="Freeform 391">
              <a:extLst>
                <a:ext uri="{FF2B5EF4-FFF2-40B4-BE49-F238E27FC236}">
                  <a16:creationId xmlns:a16="http://schemas.microsoft.com/office/drawing/2014/main" id="{78D9B5AA-D521-2946-9A0B-0FDC0609DFD7}"/>
                </a:ext>
              </a:extLst>
            </p:cNvPr>
            <p:cNvSpPr>
              <a:spLocks/>
            </p:cNvSpPr>
            <p:nvPr/>
          </p:nvSpPr>
          <p:spPr bwMode="auto">
            <a:xfrm flipV="1">
              <a:off x="2031" y="3107"/>
              <a:ext cx="204" cy="156"/>
            </a:xfrm>
            <a:custGeom>
              <a:avLst/>
              <a:gdLst>
                <a:gd name="T0" fmla="*/ 0 w 342"/>
                <a:gd name="T1" fmla="*/ 39 h 186"/>
                <a:gd name="T2" fmla="*/ 4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type="none" w="med" len="med"/>
              <a:tailEnd type="triangle" w="med" len="me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420" name="Freeform 392">
              <a:extLst>
                <a:ext uri="{FF2B5EF4-FFF2-40B4-BE49-F238E27FC236}">
                  <a16:creationId xmlns:a16="http://schemas.microsoft.com/office/drawing/2014/main" id="{6AB252B5-1DA0-B344-97C1-D2E39115E1A7}"/>
                </a:ext>
              </a:extLst>
            </p:cNvPr>
            <p:cNvSpPr>
              <a:spLocks/>
            </p:cNvSpPr>
            <p:nvPr/>
          </p:nvSpPr>
          <p:spPr bwMode="auto">
            <a:xfrm flipH="1" flipV="1">
              <a:off x="2400" y="3086"/>
              <a:ext cx="189" cy="153"/>
            </a:xfrm>
            <a:custGeom>
              <a:avLst/>
              <a:gdLst>
                <a:gd name="T0" fmla="*/ 0 w 342"/>
                <a:gd name="T1" fmla="*/ 32 h 186"/>
                <a:gd name="T2" fmla="*/ 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type="none" w="med" len="med"/>
              <a:tailEnd type="triangle" w="med" len="me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421" name="Freeform 393">
              <a:extLst>
                <a:ext uri="{FF2B5EF4-FFF2-40B4-BE49-F238E27FC236}">
                  <a16:creationId xmlns:a16="http://schemas.microsoft.com/office/drawing/2014/main" id="{D0AEBA19-9900-8540-A049-294375484794}"/>
                </a:ext>
              </a:extLst>
            </p:cNvPr>
            <p:cNvSpPr>
              <a:spLocks/>
            </p:cNvSpPr>
            <p:nvPr/>
          </p:nvSpPr>
          <p:spPr bwMode="auto">
            <a:xfrm flipH="1">
              <a:off x="2124" y="3083"/>
              <a:ext cx="174" cy="147"/>
            </a:xfrm>
            <a:custGeom>
              <a:avLst/>
              <a:gdLst>
                <a:gd name="T0" fmla="*/ 0 w 342"/>
                <a:gd name="T1" fmla="*/ 22 h 186"/>
                <a:gd name="T2" fmla="*/ 1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type="none" w="med" len="med"/>
              <a:tailEnd type="triangle" w="med" len="me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422" name="Text Box 394">
              <a:extLst>
                <a:ext uri="{FF2B5EF4-FFF2-40B4-BE49-F238E27FC236}">
                  <a16:creationId xmlns:a16="http://schemas.microsoft.com/office/drawing/2014/main" id="{3ACA8E40-4D49-5849-B041-0A5A98647F1C}"/>
                </a:ext>
              </a:extLst>
            </p:cNvPr>
            <p:cNvSpPr txBox="1">
              <a:spLocks noChangeArrowheads="1"/>
            </p:cNvSpPr>
            <p:nvPr/>
          </p:nvSpPr>
          <p:spPr bwMode="auto">
            <a:xfrm>
              <a:off x="1632" y="3815"/>
              <a:ext cx="1539" cy="52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8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99"/>
                  </a:solidFill>
                  <a:effectLst/>
                  <a:uLnTx/>
                  <a:uFillTx/>
                  <a:latin typeface="+mn-lt"/>
                  <a:ea typeface="ＭＳ Ｐゴシック" charset="0"/>
                </a:rPr>
                <a:t>given these costs,</a:t>
              </a:r>
            </a:p>
            <a:p>
              <a:pPr marL="0" marR="0" lvl="0" indent="0" algn="ctr" defTabSz="914400" eaLnBrk="0" fontAlgn="base" latinLnBrk="0" hangingPunct="0">
                <a:lnSpc>
                  <a:spcPct val="8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99"/>
                  </a:solidFill>
                  <a:effectLst/>
                  <a:uLnTx/>
                  <a:uFillTx/>
                  <a:latin typeface="+mn-lt"/>
                  <a:ea typeface="ＭＳ Ｐゴシック" charset="0"/>
                </a:rPr>
                <a:t>find new routing….</a:t>
              </a:r>
            </a:p>
            <a:p>
              <a:pPr marL="0" marR="0" lvl="0" indent="0" algn="ctr" defTabSz="914400" eaLnBrk="0" fontAlgn="base" latinLnBrk="0" hangingPunct="0">
                <a:lnSpc>
                  <a:spcPct val="8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99"/>
                  </a:solidFill>
                  <a:effectLst/>
                  <a:uLnTx/>
                  <a:uFillTx/>
                  <a:latin typeface="+mn-lt"/>
                  <a:ea typeface="ＭＳ Ｐゴシック" charset="0"/>
                </a:rPr>
                <a:t>resulting in new costs</a:t>
              </a:r>
            </a:p>
          </p:txBody>
        </p:sp>
        <p:sp>
          <p:nvSpPr>
            <p:cNvPr id="423" name="Line 395">
              <a:extLst>
                <a:ext uri="{FF2B5EF4-FFF2-40B4-BE49-F238E27FC236}">
                  <a16:creationId xmlns:a16="http://schemas.microsoft.com/office/drawing/2014/main" id="{A7911D93-5338-594E-9B3D-0FF6930D9AB7}"/>
                </a:ext>
              </a:extLst>
            </p:cNvPr>
            <p:cNvSpPr>
              <a:spLocks noChangeShapeType="1"/>
            </p:cNvSpPr>
            <p:nvPr/>
          </p:nvSpPr>
          <p:spPr bwMode="auto">
            <a:xfrm flipV="1">
              <a:off x="2358" y="3407"/>
              <a:ext cx="0" cy="156"/>
            </a:xfrm>
            <a:prstGeom prst="line">
              <a:avLst/>
            </a:prstGeom>
            <a:noFill/>
            <a:ln w="19050">
              <a:solidFill>
                <a:srgbClr val="FF0000"/>
              </a:solidFill>
              <a:round/>
              <a:headEnd/>
              <a:tailEnd type="triangle" w="med" len="me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424" name="Line 396">
              <a:extLst>
                <a:ext uri="{FF2B5EF4-FFF2-40B4-BE49-F238E27FC236}">
                  <a16:creationId xmlns:a16="http://schemas.microsoft.com/office/drawing/2014/main" id="{DA733CC8-DCAA-024E-B4D2-9805836E7B32}"/>
                </a:ext>
              </a:extLst>
            </p:cNvPr>
            <p:cNvSpPr>
              <a:spLocks noChangeShapeType="1"/>
            </p:cNvSpPr>
            <p:nvPr/>
          </p:nvSpPr>
          <p:spPr bwMode="auto">
            <a:xfrm flipV="1">
              <a:off x="1938" y="3119"/>
              <a:ext cx="0" cy="156"/>
            </a:xfrm>
            <a:prstGeom prst="line">
              <a:avLst/>
            </a:prstGeom>
            <a:noFill/>
            <a:ln w="19050">
              <a:solidFill>
                <a:srgbClr val="FF0000"/>
              </a:solidFill>
              <a:round/>
              <a:headEnd/>
              <a:tailEnd type="triangle" w="med" len="me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425" name="Line 397">
              <a:extLst>
                <a:ext uri="{FF2B5EF4-FFF2-40B4-BE49-F238E27FC236}">
                  <a16:creationId xmlns:a16="http://schemas.microsoft.com/office/drawing/2014/main" id="{D68B55E0-C27A-9846-AA4C-3ED30314A43B}"/>
                </a:ext>
              </a:extLst>
            </p:cNvPr>
            <p:cNvSpPr>
              <a:spLocks noChangeShapeType="1"/>
            </p:cNvSpPr>
            <p:nvPr/>
          </p:nvSpPr>
          <p:spPr bwMode="auto">
            <a:xfrm flipV="1">
              <a:off x="2778" y="3122"/>
              <a:ext cx="0" cy="156"/>
            </a:xfrm>
            <a:prstGeom prst="line">
              <a:avLst/>
            </a:prstGeom>
            <a:noFill/>
            <a:ln w="19050">
              <a:solidFill>
                <a:srgbClr val="FF0000"/>
              </a:solidFill>
              <a:round/>
              <a:headEnd/>
              <a:tailEnd type="triangle" w="med" len="me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grpSp>
      <p:sp>
        <p:nvSpPr>
          <p:cNvPr id="461" name="Freeform 398">
            <a:extLst>
              <a:ext uri="{FF2B5EF4-FFF2-40B4-BE49-F238E27FC236}">
                <a16:creationId xmlns:a16="http://schemas.microsoft.com/office/drawing/2014/main" id="{8CBA310A-8A3C-0C4D-A513-41824EBB7B24}"/>
              </a:ext>
            </a:extLst>
          </p:cNvPr>
          <p:cNvSpPr>
            <a:spLocks/>
          </p:cNvSpPr>
          <p:nvPr/>
        </p:nvSpPr>
        <p:spPr bwMode="auto">
          <a:xfrm>
            <a:off x="10048240" y="3706812"/>
            <a:ext cx="1193800" cy="866775"/>
          </a:xfrm>
          <a:custGeom>
            <a:avLst/>
            <a:gdLst>
              <a:gd name="T0" fmla="*/ 2147483647 w 752"/>
              <a:gd name="T1" fmla="*/ 2147483647 h 546"/>
              <a:gd name="T2" fmla="*/ 2147483647 w 752"/>
              <a:gd name="T3" fmla="*/ 2147483647 h 546"/>
              <a:gd name="T4" fmla="*/ 0 w 752"/>
              <a:gd name="T5" fmla="*/ 2147483647 h 546"/>
              <a:gd name="T6" fmla="*/ 2147483647 w 752"/>
              <a:gd name="T7" fmla="*/ 0 h 546"/>
              <a:gd name="T8" fmla="*/ 0 60000 65536"/>
              <a:gd name="T9" fmla="*/ 0 60000 65536"/>
              <a:gd name="T10" fmla="*/ 0 60000 65536"/>
              <a:gd name="T11" fmla="*/ 0 60000 65536"/>
              <a:gd name="T12" fmla="*/ 0 w 752"/>
              <a:gd name="T13" fmla="*/ 0 h 546"/>
              <a:gd name="T14" fmla="*/ 752 w 752"/>
              <a:gd name="T15" fmla="*/ 546 h 546"/>
            </a:gdLst>
            <a:ahLst/>
            <a:cxnLst>
              <a:cxn ang="T8">
                <a:pos x="T0" y="T1"/>
              </a:cxn>
              <a:cxn ang="T9">
                <a:pos x="T2" y="T3"/>
              </a:cxn>
              <a:cxn ang="T10">
                <a:pos x="T4" y="T5"/>
              </a:cxn>
              <a:cxn ang="T11">
                <a:pos x="T6" y="T7"/>
              </a:cxn>
            </a:cxnLst>
            <a:rect l="T12" t="T13" r="T14" b="T15"/>
            <a:pathLst>
              <a:path w="752" h="546">
                <a:moveTo>
                  <a:pt x="752" y="264"/>
                </a:moveTo>
                <a:lnTo>
                  <a:pt x="383" y="546"/>
                </a:lnTo>
                <a:lnTo>
                  <a:pt x="0" y="248"/>
                </a:lnTo>
                <a:lnTo>
                  <a:pt x="383" y="0"/>
                </a:lnTo>
              </a:path>
            </a:pathLst>
          </a:custGeom>
          <a:noFill/>
          <a:ln w="57150" cap="flat" cmpd="sng">
            <a:solidFill>
              <a:srgbClr val="CC0000"/>
            </a:solidFill>
            <a:prstDash val="solid"/>
            <a:round/>
            <a:headEnd type="none" w="med" len="med"/>
            <a:tailEnd type="triangle" w="med" len="med"/>
          </a:ln>
          <a:extLst>
            <a:ext uri="{909E8E84-426E-40dd-AFC4-6F175D3DCCD1}">
              <a14:hiddenFill xmlns:a14="http://schemas.microsoft.com/office/drawing/2010/main" xmlns="">
                <a:solidFill>
                  <a:srgbClr val="FFFFFF"/>
                </a:solidFill>
              </a14:hiddenFill>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462" name="Group 399">
            <a:extLst>
              <a:ext uri="{FF2B5EF4-FFF2-40B4-BE49-F238E27FC236}">
                <a16:creationId xmlns:a16="http://schemas.microsoft.com/office/drawing/2014/main" id="{7ABC5AED-795A-2C49-AE42-8284B798689A}"/>
              </a:ext>
            </a:extLst>
          </p:cNvPr>
          <p:cNvGrpSpPr>
            <a:grpSpLocks/>
          </p:cNvGrpSpPr>
          <p:nvPr/>
        </p:nvGrpSpPr>
        <p:grpSpPr bwMode="auto">
          <a:xfrm>
            <a:off x="9873615" y="3692525"/>
            <a:ext cx="1430338" cy="966787"/>
            <a:chOff x="1870" y="2772"/>
            <a:chExt cx="901" cy="609"/>
          </a:xfrm>
        </p:grpSpPr>
        <p:sp>
          <p:nvSpPr>
            <p:cNvPr id="463" name="Text Box 400">
              <a:extLst>
                <a:ext uri="{FF2B5EF4-FFF2-40B4-BE49-F238E27FC236}">
                  <a16:creationId xmlns:a16="http://schemas.microsoft.com/office/drawing/2014/main" id="{99037B7C-2191-0D42-8E06-A14F7212B33D}"/>
                </a:ext>
              </a:extLst>
            </p:cNvPr>
            <p:cNvSpPr txBox="1">
              <a:spLocks noChangeArrowheads="1"/>
            </p:cNvSpPr>
            <p:nvPr/>
          </p:nvSpPr>
          <p:spPr bwMode="auto">
            <a:xfrm>
              <a:off x="1870" y="2772"/>
              <a:ext cx="305" cy="1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rPr>
                <a:t>2+e</a:t>
              </a:r>
            </a:p>
          </p:txBody>
        </p:sp>
        <p:sp>
          <p:nvSpPr>
            <p:cNvPr id="464" name="Text Box 401">
              <a:extLst>
                <a:ext uri="{FF2B5EF4-FFF2-40B4-BE49-F238E27FC236}">
                  <a16:creationId xmlns:a16="http://schemas.microsoft.com/office/drawing/2014/main" id="{71D8509A-2870-E94B-BD83-F1850A2DF295}"/>
                </a:ext>
              </a:extLst>
            </p:cNvPr>
            <p:cNvSpPr txBox="1">
              <a:spLocks noChangeArrowheads="1"/>
            </p:cNvSpPr>
            <p:nvPr/>
          </p:nvSpPr>
          <p:spPr bwMode="auto">
            <a:xfrm>
              <a:off x="2593" y="2793"/>
              <a:ext cx="178" cy="1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rPr>
                <a:t>0</a:t>
              </a:r>
            </a:p>
          </p:txBody>
        </p:sp>
        <p:sp>
          <p:nvSpPr>
            <p:cNvPr id="465" name="Text Box 402">
              <a:extLst>
                <a:ext uri="{FF2B5EF4-FFF2-40B4-BE49-F238E27FC236}">
                  <a16:creationId xmlns:a16="http://schemas.microsoft.com/office/drawing/2014/main" id="{FA7E8DC1-7F88-8742-9976-F3CFB1DBBF2D}"/>
                </a:ext>
              </a:extLst>
            </p:cNvPr>
            <p:cNvSpPr txBox="1">
              <a:spLocks noChangeArrowheads="1"/>
            </p:cNvSpPr>
            <p:nvPr/>
          </p:nvSpPr>
          <p:spPr bwMode="auto">
            <a:xfrm>
              <a:off x="2501" y="3189"/>
              <a:ext cx="178" cy="1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rPr>
                <a:t>0</a:t>
              </a:r>
            </a:p>
          </p:txBody>
        </p:sp>
        <p:sp>
          <p:nvSpPr>
            <p:cNvPr id="466" name="Text Box 403">
              <a:extLst>
                <a:ext uri="{FF2B5EF4-FFF2-40B4-BE49-F238E27FC236}">
                  <a16:creationId xmlns:a16="http://schemas.microsoft.com/office/drawing/2014/main" id="{BD3BA28F-AA6A-7644-BF77-AA4DD99F3CEF}"/>
                </a:ext>
              </a:extLst>
            </p:cNvPr>
            <p:cNvSpPr txBox="1">
              <a:spLocks noChangeArrowheads="1"/>
            </p:cNvSpPr>
            <p:nvPr/>
          </p:nvSpPr>
          <p:spPr bwMode="auto">
            <a:xfrm>
              <a:off x="1987" y="3153"/>
              <a:ext cx="178" cy="1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rPr>
                <a:t>0</a:t>
              </a:r>
            </a:p>
          </p:txBody>
        </p:sp>
        <p:sp>
          <p:nvSpPr>
            <p:cNvPr id="467" name="Text Box 404">
              <a:extLst>
                <a:ext uri="{FF2B5EF4-FFF2-40B4-BE49-F238E27FC236}">
                  <a16:creationId xmlns:a16="http://schemas.microsoft.com/office/drawing/2014/main" id="{F1AD7012-A4F5-974B-A3CC-56CE08B3F75D}"/>
                </a:ext>
              </a:extLst>
            </p:cNvPr>
            <p:cNvSpPr txBox="1">
              <a:spLocks noChangeArrowheads="1"/>
            </p:cNvSpPr>
            <p:nvPr/>
          </p:nvSpPr>
          <p:spPr bwMode="auto">
            <a:xfrm>
              <a:off x="2135" y="3009"/>
              <a:ext cx="305" cy="1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rPr>
                <a:t>1+e</a:t>
              </a:r>
            </a:p>
          </p:txBody>
        </p:sp>
        <p:sp>
          <p:nvSpPr>
            <p:cNvPr id="468" name="Text Box 405">
              <a:extLst>
                <a:ext uri="{FF2B5EF4-FFF2-40B4-BE49-F238E27FC236}">
                  <a16:creationId xmlns:a16="http://schemas.microsoft.com/office/drawing/2014/main" id="{85C4596C-58BB-894A-95A3-3EA3C72DFBB2}"/>
                </a:ext>
              </a:extLst>
            </p:cNvPr>
            <p:cNvSpPr txBox="1">
              <a:spLocks noChangeArrowheads="1"/>
            </p:cNvSpPr>
            <p:nvPr/>
          </p:nvSpPr>
          <p:spPr bwMode="auto">
            <a:xfrm>
              <a:off x="2380" y="3003"/>
              <a:ext cx="178" cy="1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rPr>
                <a:t>1</a:t>
              </a:r>
            </a:p>
          </p:txBody>
        </p:sp>
      </p:grpSp>
      <p:sp>
        <p:nvSpPr>
          <p:cNvPr id="469" name="Rectangle 3">
            <a:extLst>
              <a:ext uri="{FF2B5EF4-FFF2-40B4-BE49-F238E27FC236}">
                <a16:creationId xmlns:a16="http://schemas.microsoft.com/office/drawing/2014/main" id="{2B25C40C-5E57-2E4E-BB2C-C3C589C0AA48}"/>
              </a:ext>
            </a:extLst>
          </p:cNvPr>
          <p:cNvSpPr txBox="1">
            <a:spLocks noChangeArrowheads="1"/>
          </p:cNvSpPr>
          <p:nvPr/>
        </p:nvSpPr>
        <p:spPr>
          <a:xfrm>
            <a:off x="627698" y="1762759"/>
            <a:ext cx="10792142" cy="1201667"/>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indent="-271463">
              <a:defRPr/>
            </a:pPr>
            <a:r>
              <a:rPr lang="en-US" dirty="0"/>
              <a:t>sample scenario:</a:t>
            </a:r>
          </a:p>
          <a:p>
            <a:pPr marL="744538" lvl="1" indent="-271463">
              <a:lnSpc>
                <a:spcPct val="100000"/>
              </a:lnSpc>
              <a:spcBef>
                <a:spcPts val="0"/>
              </a:spcBef>
              <a:defRPr/>
            </a:pPr>
            <a:r>
              <a:rPr lang="en-US" dirty="0"/>
              <a:t>routing to destination a, traffic entering at d, c, e with rates 1, e (&lt;1), 1</a:t>
            </a:r>
          </a:p>
          <a:p>
            <a:pPr marL="744538" lvl="1" indent="-271463">
              <a:lnSpc>
                <a:spcPct val="100000"/>
              </a:lnSpc>
              <a:spcBef>
                <a:spcPts val="0"/>
              </a:spcBef>
              <a:defRPr/>
            </a:pPr>
            <a:r>
              <a:rPr lang="en-US" dirty="0"/>
              <a:t>link costs are directional, and volume-dependent</a:t>
            </a:r>
          </a:p>
          <a:p>
            <a:pPr>
              <a:buFont typeface="Wingdings" charset="0"/>
              <a:buNone/>
              <a:defRPr/>
            </a:pPr>
            <a:endParaRPr lang="en-US" sz="2400" dirty="0"/>
          </a:p>
        </p:txBody>
      </p:sp>
      <p:grpSp>
        <p:nvGrpSpPr>
          <p:cNvPr id="476" name="Group 475">
            <a:extLst>
              <a:ext uri="{FF2B5EF4-FFF2-40B4-BE49-F238E27FC236}">
                <a16:creationId xmlns:a16="http://schemas.microsoft.com/office/drawing/2014/main" id="{E4A59EDE-07FC-4344-A364-9AF704FDF84B}"/>
              </a:ext>
            </a:extLst>
          </p:cNvPr>
          <p:cNvGrpSpPr/>
          <p:nvPr/>
        </p:nvGrpSpPr>
        <p:grpSpPr>
          <a:xfrm>
            <a:off x="3365818" y="4272915"/>
            <a:ext cx="1854835" cy="769620"/>
            <a:chOff x="490538" y="4465955"/>
            <a:chExt cx="1854835" cy="769620"/>
          </a:xfrm>
        </p:grpSpPr>
        <p:sp>
          <p:nvSpPr>
            <p:cNvPr id="477" name="Text Box 52">
              <a:extLst>
                <a:ext uri="{FF2B5EF4-FFF2-40B4-BE49-F238E27FC236}">
                  <a16:creationId xmlns:a16="http://schemas.microsoft.com/office/drawing/2014/main" id="{C4892482-F5D9-184D-A870-E368DCD5EFEE}"/>
                </a:ext>
              </a:extLst>
            </p:cNvPr>
            <p:cNvSpPr txBox="1">
              <a:spLocks noChangeArrowheads="1"/>
            </p:cNvSpPr>
            <p:nvPr/>
          </p:nvSpPr>
          <p:spPr bwMode="auto">
            <a:xfrm>
              <a:off x="1167130" y="4868862"/>
              <a:ext cx="31115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mn-lt"/>
                  <a:ea typeface="ＭＳ Ｐゴシック" charset="0"/>
                </a:rPr>
                <a:t>e</a:t>
              </a:r>
              <a:endParaRPr kumimoji="0" lang="en-US" sz="2400" b="0" i="0" u="none" strike="noStrike" kern="0" cap="none" spc="0" normalizeH="0" baseline="0" noProof="0" dirty="0">
                <a:ln>
                  <a:noFill/>
                </a:ln>
                <a:solidFill>
                  <a:srgbClr val="000000"/>
                </a:solidFill>
                <a:effectLst/>
                <a:uLnTx/>
                <a:uFillTx/>
                <a:latin typeface="+mn-lt"/>
                <a:ea typeface="ＭＳ Ｐゴシック" charset="0"/>
              </a:endParaRPr>
            </a:p>
          </p:txBody>
        </p:sp>
        <p:sp>
          <p:nvSpPr>
            <p:cNvPr id="478" name="Text Box 54">
              <a:extLst>
                <a:ext uri="{FF2B5EF4-FFF2-40B4-BE49-F238E27FC236}">
                  <a16:creationId xmlns:a16="http://schemas.microsoft.com/office/drawing/2014/main" id="{C3881C69-8957-A744-9162-22C435FF04A7}"/>
                </a:ext>
              </a:extLst>
            </p:cNvPr>
            <p:cNvSpPr txBox="1">
              <a:spLocks noChangeArrowheads="1"/>
            </p:cNvSpPr>
            <p:nvPr/>
          </p:nvSpPr>
          <p:spPr bwMode="auto">
            <a:xfrm>
              <a:off x="490538" y="4472940"/>
              <a:ext cx="3111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mn-lt"/>
                  <a:ea typeface="ＭＳ Ｐゴシック" charset="0"/>
                </a:rPr>
                <a:t>1</a:t>
              </a:r>
              <a:endParaRPr kumimoji="0" lang="en-US" sz="2400" b="0" i="0" u="none" strike="noStrike" kern="0" cap="none" spc="0" normalizeH="0" baseline="0" noProof="0" dirty="0">
                <a:ln>
                  <a:noFill/>
                </a:ln>
                <a:solidFill>
                  <a:srgbClr val="000000"/>
                </a:solidFill>
                <a:effectLst/>
                <a:uLnTx/>
                <a:uFillTx/>
                <a:latin typeface="+mn-lt"/>
                <a:ea typeface="ＭＳ Ｐゴシック" charset="0"/>
              </a:endParaRPr>
            </a:p>
          </p:txBody>
        </p:sp>
        <p:sp>
          <p:nvSpPr>
            <p:cNvPr id="479" name="Text Box 56">
              <a:extLst>
                <a:ext uri="{FF2B5EF4-FFF2-40B4-BE49-F238E27FC236}">
                  <a16:creationId xmlns:a16="http://schemas.microsoft.com/office/drawing/2014/main" id="{9D3241F4-EEAC-8549-8395-A23FBD06A99D}"/>
                </a:ext>
              </a:extLst>
            </p:cNvPr>
            <p:cNvSpPr txBox="1">
              <a:spLocks noChangeArrowheads="1"/>
            </p:cNvSpPr>
            <p:nvPr/>
          </p:nvSpPr>
          <p:spPr bwMode="auto">
            <a:xfrm>
              <a:off x="2034223" y="4465955"/>
              <a:ext cx="3111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mn-lt"/>
                  <a:ea typeface="ＭＳ Ｐゴシック" charset="0"/>
                </a:rPr>
                <a:t>1</a:t>
              </a:r>
              <a:endParaRPr kumimoji="0" lang="en-US" sz="2400" b="0" i="0" u="none" strike="noStrike" kern="0" cap="none" spc="0" normalizeH="0" baseline="0" noProof="0" dirty="0">
                <a:ln>
                  <a:noFill/>
                </a:ln>
                <a:solidFill>
                  <a:srgbClr val="000000"/>
                </a:solidFill>
                <a:effectLst/>
                <a:uLnTx/>
                <a:uFillTx/>
                <a:latin typeface="+mn-lt"/>
                <a:ea typeface="ＭＳ Ｐゴシック" charset="0"/>
              </a:endParaRPr>
            </a:p>
          </p:txBody>
        </p:sp>
      </p:grpSp>
      <p:grpSp>
        <p:nvGrpSpPr>
          <p:cNvPr id="480" name="Group 479">
            <a:extLst>
              <a:ext uri="{FF2B5EF4-FFF2-40B4-BE49-F238E27FC236}">
                <a16:creationId xmlns:a16="http://schemas.microsoft.com/office/drawing/2014/main" id="{E1E04B41-4842-E54F-823F-548EC045317C}"/>
              </a:ext>
            </a:extLst>
          </p:cNvPr>
          <p:cNvGrpSpPr/>
          <p:nvPr/>
        </p:nvGrpSpPr>
        <p:grpSpPr>
          <a:xfrm>
            <a:off x="6576378" y="4293235"/>
            <a:ext cx="1854835" cy="769620"/>
            <a:chOff x="490538" y="4465955"/>
            <a:chExt cx="1854835" cy="769620"/>
          </a:xfrm>
        </p:grpSpPr>
        <p:sp>
          <p:nvSpPr>
            <p:cNvPr id="481" name="Text Box 52">
              <a:extLst>
                <a:ext uri="{FF2B5EF4-FFF2-40B4-BE49-F238E27FC236}">
                  <a16:creationId xmlns:a16="http://schemas.microsoft.com/office/drawing/2014/main" id="{91598559-8B3C-0B4F-966D-B74F51E9DE87}"/>
                </a:ext>
              </a:extLst>
            </p:cNvPr>
            <p:cNvSpPr txBox="1">
              <a:spLocks noChangeArrowheads="1"/>
            </p:cNvSpPr>
            <p:nvPr/>
          </p:nvSpPr>
          <p:spPr bwMode="auto">
            <a:xfrm>
              <a:off x="1167130" y="4868862"/>
              <a:ext cx="31115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mn-lt"/>
                  <a:ea typeface="ＭＳ Ｐゴシック" charset="0"/>
                </a:rPr>
                <a:t>e</a:t>
              </a:r>
              <a:endParaRPr kumimoji="0" lang="en-US" sz="2400" b="0" i="0" u="none" strike="noStrike" kern="0" cap="none" spc="0" normalizeH="0" baseline="0" noProof="0" dirty="0">
                <a:ln>
                  <a:noFill/>
                </a:ln>
                <a:solidFill>
                  <a:srgbClr val="000000"/>
                </a:solidFill>
                <a:effectLst/>
                <a:uLnTx/>
                <a:uFillTx/>
                <a:latin typeface="+mn-lt"/>
                <a:ea typeface="ＭＳ Ｐゴシック" charset="0"/>
              </a:endParaRPr>
            </a:p>
          </p:txBody>
        </p:sp>
        <p:sp>
          <p:nvSpPr>
            <p:cNvPr id="482" name="Text Box 54">
              <a:extLst>
                <a:ext uri="{FF2B5EF4-FFF2-40B4-BE49-F238E27FC236}">
                  <a16:creationId xmlns:a16="http://schemas.microsoft.com/office/drawing/2014/main" id="{32E7C389-98BE-B34E-B6E2-083D461B8EC9}"/>
                </a:ext>
              </a:extLst>
            </p:cNvPr>
            <p:cNvSpPr txBox="1">
              <a:spLocks noChangeArrowheads="1"/>
            </p:cNvSpPr>
            <p:nvPr/>
          </p:nvSpPr>
          <p:spPr bwMode="auto">
            <a:xfrm>
              <a:off x="490538" y="4472940"/>
              <a:ext cx="3111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mn-lt"/>
                  <a:ea typeface="ＭＳ Ｐゴシック" charset="0"/>
                </a:rPr>
                <a:t>1</a:t>
              </a:r>
              <a:endParaRPr kumimoji="0" lang="en-US" sz="2400" b="0" i="0" u="none" strike="noStrike" kern="0" cap="none" spc="0" normalizeH="0" baseline="0" noProof="0" dirty="0">
                <a:ln>
                  <a:noFill/>
                </a:ln>
                <a:solidFill>
                  <a:srgbClr val="000000"/>
                </a:solidFill>
                <a:effectLst/>
                <a:uLnTx/>
                <a:uFillTx/>
                <a:latin typeface="+mn-lt"/>
                <a:ea typeface="ＭＳ Ｐゴシック" charset="0"/>
              </a:endParaRPr>
            </a:p>
          </p:txBody>
        </p:sp>
        <p:sp>
          <p:nvSpPr>
            <p:cNvPr id="483" name="Text Box 56">
              <a:extLst>
                <a:ext uri="{FF2B5EF4-FFF2-40B4-BE49-F238E27FC236}">
                  <a16:creationId xmlns:a16="http://schemas.microsoft.com/office/drawing/2014/main" id="{416A5A64-7B8F-FC47-9C48-ABF58F14B97E}"/>
                </a:ext>
              </a:extLst>
            </p:cNvPr>
            <p:cNvSpPr txBox="1">
              <a:spLocks noChangeArrowheads="1"/>
            </p:cNvSpPr>
            <p:nvPr/>
          </p:nvSpPr>
          <p:spPr bwMode="auto">
            <a:xfrm>
              <a:off x="2034223" y="4465955"/>
              <a:ext cx="3111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mn-lt"/>
                  <a:ea typeface="ＭＳ Ｐゴシック" charset="0"/>
                </a:rPr>
                <a:t>1</a:t>
              </a:r>
              <a:endParaRPr kumimoji="0" lang="en-US" sz="2400" b="0" i="0" u="none" strike="noStrike" kern="0" cap="none" spc="0" normalizeH="0" baseline="0" noProof="0" dirty="0">
                <a:ln>
                  <a:noFill/>
                </a:ln>
                <a:solidFill>
                  <a:srgbClr val="000000"/>
                </a:solidFill>
                <a:effectLst/>
                <a:uLnTx/>
                <a:uFillTx/>
                <a:latin typeface="+mn-lt"/>
                <a:ea typeface="ＭＳ Ｐゴシック" charset="0"/>
              </a:endParaRPr>
            </a:p>
          </p:txBody>
        </p:sp>
      </p:grpSp>
      <p:grpSp>
        <p:nvGrpSpPr>
          <p:cNvPr id="484" name="Group 483">
            <a:extLst>
              <a:ext uri="{FF2B5EF4-FFF2-40B4-BE49-F238E27FC236}">
                <a16:creationId xmlns:a16="http://schemas.microsoft.com/office/drawing/2014/main" id="{77CA27CC-335F-954C-8841-29204C989B2D}"/>
              </a:ext>
            </a:extLst>
          </p:cNvPr>
          <p:cNvGrpSpPr/>
          <p:nvPr/>
        </p:nvGrpSpPr>
        <p:grpSpPr>
          <a:xfrm>
            <a:off x="9705658" y="4313555"/>
            <a:ext cx="1854835" cy="769620"/>
            <a:chOff x="490538" y="4465955"/>
            <a:chExt cx="1854835" cy="769620"/>
          </a:xfrm>
        </p:grpSpPr>
        <p:sp>
          <p:nvSpPr>
            <p:cNvPr id="485" name="Text Box 52">
              <a:extLst>
                <a:ext uri="{FF2B5EF4-FFF2-40B4-BE49-F238E27FC236}">
                  <a16:creationId xmlns:a16="http://schemas.microsoft.com/office/drawing/2014/main" id="{F5769656-1C84-634E-AFC9-06A5868C204F}"/>
                </a:ext>
              </a:extLst>
            </p:cNvPr>
            <p:cNvSpPr txBox="1">
              <a:spLocks noChangeArrowheads="1"/>
            </p:cNvSpPr>
            <p:nvPr/>
          </p:nvSpPr>
          <p:spPr bwMode="auto">
            <a:xfrm>
              <a:off x="1167130" y="4868862"/>
              <a:ext cx="31115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mn-lt"/>
                  <a:ea typeface="ＭＳ Ｐゴシック" charset="0"/>
                </a:rPr>
                <a:t>e</a:t>
              </a:r>
              <a:endParaRPr kumimoji="0" lang="en-US" sz="2400" b="0" i="0" u="none" strike="noStrike" kern="0" cap="none" spc="0" normalizeH="0" baseline="0" noProof="0" dirty="0">
                <a:ln>
                  <a:noFill/>
                </a:ln>
                <a:solidFill>
                  <a:srgbClr val="000000"/>
                </a:solidFill>
                <a:effectLst/>
                <a:uLnTx/>
                <a:uFillTx/>
                <a:latin typeface="+mn-lt"/>
                <a:ea typeface="ＭＳ Ｐゴシック" charset="0"/>
              </a:endParaRPr>
            </a:p>
          </p:txBody>
        </p:sp>
        <p:sp>
          <p:nvSpPr>
            <p:cNvPr id="486" name="Text Box 54">
              <a:extLst>
                <a:ext uri="{FF2B5EF4-FFF2-40B4-BE49-F238E27FC236}">
                  <a16:creationId xmlns:a16="http://schemas.microsoft.com/office/drawing/2014/main" id="{1054ED10-BACF-DD45-9558-1CF4CC88DBA9}"/>
                </a:ext>
              </a:extLst>
            </p:cNvPr>
            <p:cNvSpPr txBox="1">
              <a:spLocks noChangeArrowheads="1"/>
            </p:cNvSpPr>
            <p:nvPr/>
          </p:nvSpPr>
          <p:spPr bwMode="auto">
            <a:xfrm>
              <a:off x="490538" y="4472940"/>
              <a:ext cx="3111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mn-lt"/>
                  <a:ea typeface="ＭＳ Ｐゴシック" charset="0"/>
                </a:rPr>
                <a:t>1</a:t>
              </a:r>
              <a:endParaRPr kumimoji="0" lang="en-US" sz="2400" b="0" i="0" u="none" strike="noStrike" kern="0" cap="none" spc="0" normalizeH="0" baseline="0" noProof="0" dirty="0">
                <a:ln>
                  <a:noFill/>
                </a:ln>
                <a:solidFill>
                  <a:srgbClr val="000000"/>
                </a:solidFill>
                <a:effectLst/>
                <a:uLnTx/>
                <a:uFillTx/>
                <a:latin typeface="+mn-lt"/>
                <a:ea typeface="ＭＳ Ｐゴシック" charset="0"/>
              </a:endParaRPr>
            </a:p>
          </p:txBody>
        </p:sp>
        <p:sp>
          <p:nvSpPr>
            <p:cNvPr id="487" name="Text Box 56">
              <a:extLst>
                <a:ext uri="{FF2B5EF4-FFF2-40B4-BE49-F238E27FC236}">
                  <a16:creationId xmlns:a16="http://schemas.microsoft.com/office/drawing/2014/main" id="{CA594A24-D623-ED4A-AF78-D42A26AAF3BE}"/>
                </a:ext>
              </a:extLst>
            </p:cNvPr>
            <p:cNvSpPr txBox="1">
              <a:spLocks noChangeArrowheads="1"/>
            </p:cNvSpPr>
            <p:nvPr/>
          </p:nvSpPr>
          <p:spPr bwMode="auto">
            <a:xfrm>
              <a:off x="2034223" y="4465955"/>
              <a:ext cx="3111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mn-lt"/>
                  <a:ea typeface="ＭＳ Ｐゴシック" charset="0"/>
                </a:rPr>
                <a:t>1</a:t>
              </a:r>
              <a:endParaRPr kumimoji="0" lang="en-US" sz="2400" b="0" i="0" u="none" strike="noStrike" kern="0" cap="none" spc="0" normalizeH="0" baseline="0" noProof="0" dirty="0">
                <a:ln>
                  <a:noFill/>
                </a:ln>
                <a:solidFill>
                  <a:srgbClr val="000000"/>
                </a:solidFill>
                <a:effectLst/>
                <a:uLnTx/>
                <a:uFillTx/>
                <a:latin typeface="+mn-lt"/>
                <a:ea typeface="ＭＳ Ｐゴシック" charset="0"/>
              </a:endParaRPr>
            </a:p>
          </p:txBody>
        </p:sp>
      </p:grpSp>
    </p:spTree>
    <p:extLst>
      <p:ext uri="{BB962C8B-B14F-4D97-AF65-F5344CB8AC3E}">
        <p14:creationId xmlns:p14="http://schemas.microsoft.com/office/powerpoint/2010/main" val="194898519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94"/>
                                        </p:tgtEl>
                                        <p:attrNameLst>
                                          <p:attrName>style.visibility</p:attrName>
                                        </p:attrNameLst>
                                      </p:cBhvr>
                                      <p:to>
                                        <p:strVal val="visible"/>
                                      </p:to>
                                    </p:set>
                                    <p:animEffect transition="in" filter="dissolve">
                                      <p:cBhvr>
                                        <p:cTn id="7" dur="500"/>
                                        <p:tgtEl>
                                          <p:spTgt spid="294"/>
                                        </p:tgtEl>
                                      </p:cBhvr>
                                    </p:animEffect>
                                  </p:childTnLst>
                                </p:cTn>
                              </p:par>
                              <p:par>
                                <p:cTn id="8" presetID="9" presetClass="entr" presetSubtype="0" fill="hold" nodeType="withEffect">
                                  <p:stCondLst>
                                    <p:cond delay="0"/>
                                  </p:stCondLst>
                                  <p:childTnLst>
                                    <p:set>
                                      <p:cBhvr>
                                        <p:cTn id="9" dur="1" fill="hold">
                                          <p:stCondLst>
                                            <p:cond delay="0"/>
                                          </p:stCondLst>
                                        </p:cTn>
                                        <p:tgtEl>
                                          <p:spTgt spid="476"/>
                                        </p:tgtEl>
                                        <p:attrNameLst>
                                          <p:attrName>style.visibility</p:attrName>
                                        </p:attrNameLst>
                                      </p:cBhvr>
                                      <p:to>
                                        <p:strVal val="visible"/>
                                      </p:to>
                                    </p:set>
                                    <p:animEffect transition="in" filter="dissolve">
                                      <p:cBhvr>
                                        <p:cTn id="10" dur="500"/>
                                        <p:tgtEl>
                                          <p:spTgt spid="476"/>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345"/>
                                        </p:tgtEl>
                                        <p:attrNameLst>
                                          <p:attrName>style.visibility</p:attrName>
                                        </p:attrNameLst>
                                      </p:cBhvr>
                                      <p:to>
                                        <p:strVal val="visible"/>
                                      </p:to>
                                    </p:set>
                                    <p:animEffect transition="in" filter="dissolve">
                                      <p:cBhvr>
                                        <p:cTn id="15" dur="500"/>
                                        <p:tgtEl>
                                          <p:spTgt spid="345"/>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346"/>
                                        </p:tgtEl>
                                        <p:attrNameLst>
                                          <p:attrName>style.visibility</p:attrName>
                                        </p:attrNameLst>
                                      </p:cBhvr>
                                      <p:to>
                                        <p:strVal val="visible"/>
                                      </p:to>
                                    </p:set>
                                    <p:animEffect transition="in" filter="dissolve">
                                      <p:cBhvr>
                                        <p:cTn id="20" dur="500"/>
                                        <p:tgtEl>
                                          <p:spTgt spid="346"/>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353"/>
                                        </p:tgtEl>
                                        <p:attrNameLst>
                                          <p:attrName>style.visibility</p:attrName>
                                        </p:attrNameLst>
                                      </p:cBhvr>
                                      <p:to>
                                        <p:strVal val="visible"/>
                                      </p:to>
                                    </p:set>
                                    <p:animEffect transition="in" filter="dissolve">
                                      <p:cBhvr>
                                        <p:cTn id="25" dur="500"/>
                                        <p:tgtEl>
                                          <p:spTgt spid="353"/>
                                        </p:tgtEl>
                                      </p:cBhvr>
                                    </p:animEffect>
                                  </p:childTnLst>
                                </p:cTn>
                              </p:par>
                              <p:par>
                                <p:cTn id="26" presetID="9" presetClass="entr" presetSubtype="0" fill="hold" nodeType="withEffect">
                                  <p:stCondLst>
                                    <p:cond delay="0"/>
                                  </p:stCondLst>
                                  <p:childTnLst>
                                    <p:set>
                                      <p:cBhvr>
                                        <p:cTn id="27" dur="1" fill="hold">
                                          <p:stCondLst>
                                            <p:cond delay="0"/>
                                          </p:stCondLst>
                                        </p:cTn>
                                        <p:tgtEl>
                                          <p:spTgt spid="480"/>
                                        </p:tgtEl>
                                        <p:attrNameLst>
                                          <p:attrName>style.visibility</p:attrName>
                                        </p:attrNameLst>
                                      </p:cBhvr>
                                      <p:to>
                                        <p:strVal val="visible"/>
                                      </p:to>
                                    </p:set>
                                    <p:animEffect transition="in" filter="dissolve">
                                      <p:cBhvr>
                                        <p:cTn id="28" dur="500"/>
                                        <p:tgtEl>
                                          <p:spTgt spid="480"/>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402"/>
                                        </p:tgtEl>
                                        <p:attrNameLst>
                                          <p:attrName>style.visibility</p:attrName>
                                        </p:attrNameLst>
                                      </p:cBhvr>
                                      <p:to>
                                        <p:strVal val="visible"/>
                                      </p:to>
                                    </p:set>
                                    <p:animEffect transition="in" filter="dissolve">
                                      <p:cBhvr>
                                        <p:cTn id="33" dur="500"/>
                                        <p:tgtEl>
                                          <p:spTgt spid="402"/>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nodeType="clickEffect">
                                  <p:stCondLst>
                                    <p:cond delay="0"/>
                                  </p:stCondLst>
                                  <p:childTnLst>
                                    <p:set>
                                      <p:cBhvr>
                                        <p:cTn id="37" dur="1" fill="hold">
                                          <p:stCondLst>
                                            <p:cond delay="0"/>
                                          </p:stCondLst>
                                        </p:cTn>
                                        <p:tgtEl>
                                          <p:spTgt spid="403"/>
                                        </p:tgtEl>
                                        <p:attrNameLst>
                                          <p:attrName>style.visibility</p:attrName>
                                        </p:attrNameLst>
                                      </p:cBhvr>
                                      <p:to>
                                        <p:strVal val="visible"/>
                                      </p:to>
                                    </p:set>
                                    <p:animEffect transition="in" filter="dissolve">
                                      <p:cBhvr>
                                        <p:cTn id="38" dur="500"/>
                                        <p:tgtEl>
                                          <p:spTgt spid="403"/>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nodeType="clickEffect">
                                  <p:stCondLst>
                                    <p:cond delay="0"/>
                                  </p:stCondLst>
                                  <p:childTnLst>
                                    <p:set>
                                      <p:cBhvr>
                                        <p:cTn id="42" dur="1" fill="hold">
                                          <p:stCondLst>
                                            <p:cond delay="0"/>
                                          </p:stCondLst>
                                        </p:cTn>
                                        <p:tgtEl>
                                          <p:spTgt spid="410"/>
                                        </p:tgtEl>
                                        <p:attrNameLst>
                                          <p:attrName>style.visibility</p:attrName>
                                        </p:attrNameLst>
                                      </p:cBhvr>
                                      <p:to>
                                        <p:strVal val="visible"/>
                                      </p:to>
                                    </p:set>
                                    <p:animEffect transition="in" filter="dissolve">
                                      <p:cBhvr>
                                        <p:cTn id="43" dur="500"/>
                                        <p:tgtEl>
                                          <p:spTgt spid="410"/>
                                        </p:tgtEl>
                                      </p:cBhvr>
                                    </p:animEffect>
                                  </p:childTnLst>
                                </p:cTn>
                              </p:par>
                              <p:par>
                                <p:cTn id="44" presetID="9" presetClass="entr" presetSubtype="0" fill="hold" nodeType="withEffect">
                                  <p:stCondLst>
                                    <p:cond delay="0"/>
                                  </p:stCondLst>
                                  <p:childTnLst>
                                    <p:set>
                                      <p:cBhvr>
                                        <p:cTn id="45" dur="1" fill="hold">
                                          <p:stCondLst>
                                            <p:cond delay="0"/>
                                          </p:stCondLst>
                                        </p:cTn>
                                        <p:tgtEl>
                                          <p:spTgt spid="484"/>
                                        </p:tgtEl>
                                        <p:attrNameLst>
                                          <p:attrName>style.visibility</p:attrName>
                                        </p:attrNameLst>
                                      </p:cBhvr>
                                      <p:to>
                                        <p:strVal val="visible"/>
                                      </p:to>
                                    </p:set>
                                    <p:animEffect transition="in" filter="dissolve">
                                      <p:cBhvr>
                                        <p:cTn id="46" dur="500"/>
                                        <p:tgtEl>
                                          <p:spTgt spid="484"/>
                                        </p:tgtEl>
                                      </p:cBhvr>
                                    </p:animEffect>
                                  </p:childTnLst>
                                </p:cTn>
                              </p:par>
                            </p:childTnLst>
                          </p:cTn>
                        </p:par>
                        <p:par>
                          <p:cTn id="47" fill="hold">
                            <p:stCondLst>
                              <p:cond delay="500"/>
                            </p:stCondLst>
                            <p:childTnLst>
                              <p:par>
                                <p:cTn id="48" presetID="9" presetClass="entr" presetSubtype="0" fill="hold" grpId="0" nodeType="afterEffect">
                                  <p:stCondLst>
                                    <p:cond delay="0"/>
                                  </p:stCondLst>
                                  <p:childTnLst>
                                    <p:set>
                                      <p:cBhvr>
                                        <p:cTn id="49" dur="1" fill="hold">
                                          <p:stCondLst>
                                            <p:cond delay="0"/>
                                          </p:stCondLst>
                                        </p:cTn>
                                        <p:tgtEl>
                                          <p:spTgt spid="461"/>
                                        </p:tgtEl>
                                        <p:attrNameLst>
                                          <p:attrName>style.visibility</p:attrName>
                                        </p:attrNameLst>
                                      </p:cBhvr>
                                      <p:to>
                                        <p:strVal val="visible"/>
                                      </p:to>
                                    </p:set>
                                    <p:animEffect transition="in" filter="dissolve">
                                      <p:cBhvr>
                                        <p:cTn id="50" dur="500"/>
                                        <p:tgtEl>
                                          <p:spTgt spid="461"/>
                                        </p:tgtEl>
                                      </p:cBhvr>
                                    </p:animEffect>
                                  </p:childTnLst>
                                </p:cTn>
                              </p:par>
                            </p:childTnLst>
                          </p:cTn>
                        </p:par>
                        <p:par>
                          <p:cTn id="51" fill="hold">
                            <p:stCondLst>
                              <p:cond delay="1000"/>
                            </p:stCondLst>
                            <p:childTnLst>
                              <p:par>
                                <p:cTn id="52" presetID="9" presetClass="entr" presetSubtype="0" fill="hold" nodeType="afterEffect">
                                  <p:stCondLst>
                                    <p:cond delay="0"/>
                                  </p:stCondLst>
                                  <p:childTnLst>
                                    <p:set>
                                      <p:cBhvr>
                                        <p:cTn id="53" dur="1" fill="hold">
                                          <p:stCondLst>
                                            <p:cond delay="0"/>
                                          </p:stCondLst>
                                        </p:cTn>
                                        <p:tgtEl>
                                          <p:spTgt spid="462"/>
                                        </p:tgtEl>
                                        <p:attrNameLst>
                                          <p:attrName>style.visibility</p:attrName>
                                        </p:attrNameLst>
                                      </p:cBhvr>
                                      <p:to>
                                        <p:strVal val="visible"/>
                                      </p:to>
                                    </p:set>
                                    <p:animEffect transition="in" filter="dissolve">
                                      <p:cBhvr>
                                        <p:cTn id="54" dur="500"/>
                                        <p:tgtEl>
                                          <p:spTgt spid="4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5" grpId="0" animBg="1"/>
      <p:bldP spid="402" grpId="0" animBg="1"/>
      <p:bldP spid="461"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Rectangle 2"/>
          <p:cNvSpPr txBox="1">
            <a:spLocks noChangeArrowheads="1"/>
          </p:cNvSpPr>
          <p:nvPr/>
        </p:nvSpPr>
        <p:spPr bwMode="auto">
          <a:xfrm>
            <a:off x="7709406" y="166437"/>
            <a:ext cx="2958596" cy="538318"/>
          </a:xfrm>
          <a:prstGeom prst="rect">
            <a:avLst/>
          </a:prstGeom>
          <a:solidFill>
            <a:srgbClr val="FF0000"/>
          </a:solidFill>
          <a:ln>
            <a:noFill/>
          </a:ln>
        </p:spPr>
        <p:txBody>
          <a:bodyPr vert="horz" wrap="square" lIns="91440" tIns="45720" rIns="91440" bIns="45720" numCol="1" anchor="ctr" anchorCtr="0" compatLnSpc="1">
            <a:prstTxWarp prst="textNoShape">
              <a:avLst/>
            </a:prstTxWarp>
          </a:bodyPr>
          <a:lstStyle>
            <a:lvl1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1pPr>
            <a:lvl2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2pPr>
            <a:lvl3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3pPr>
            <a:lvl4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4pPr>
            <a:lvl5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5pPr>
            <a:lvl6pPr marL="457200" algn="l" rtl="0" eaLnBrk="0" fontAlgn="base" hangingPunct="0">
              <a:spcBef>
                <a:spcPct val="0"/>
              </a:spcBef>
              <a:spcAft>
                <a:spcPct val="0"/>
              </a:spcAft>
              <a:defRPr sz="4000" u="sng">
                <a:solidFill>
                  <a:schemeClr val="accent2"/>
                </a:solidFill>
                <a:latin typeface="Comic Sans MS" pitchFamily="66" charset="0"/>
              </a:defRPr>
            </a:lvl6pPr>
            <a:lvl7pPr marL="914400" algn="l" rtl="0" eaLnBrk="0" fontAlgn="base" hangingPunct="0">
              <a:spcBef>
                <a:spcPct val="0"/>
              </a:spcBef>
              <a:spcAft>
                <a:spcPct val="0"/>
              </a:spcAft>
              <a:defRPr sz="4000" u="sng">
                <a:solidFill>
                  <a:schemeClr val="accent2"/>
                </a:solidFill>
                <a:latin typeface="Comic Sans MS" pitchFamily="66" charset="0"/>
              </a:defRPr>
            </a:lvl7pPr>
            <a:lvl8pPr marL="1371600" algn="l" rtl="0" eaLnBrk="0" fontAlgn="base" hangingPunct="0">
              <a:spcBef>
                <a:spcPct val="0"/>
              </a:spcBef>
              <a:spcAft>
                <a:spcPct val="0"/>
              </a:spcAft>
              <a:defRPr sz="4000" u="sng">
                <a:solidFill>
                  <a:schemeClr val="accent2"/>
                </a:solidFill>
                <a:latin typeface="Comic Sans MS" pitchFamily="66" charset="0"/>
              </a:defRPr>
            </a:lvl8pPr>
            <a:lvl9pPr marL="1828800" algn="l" rtl="0" eaLnBrk="0" fontAlgn="base" hangingPunct="0">
              <a:spcBef>
                <a:spcPct val="0"/>
              </a:spcBef>
              <a:spcAft>
                <a:spcPct val="0"/>
              </a:spcAft>
              <a:defRPr sz="4000" u="sng">
                <a:solidFill>
                  <a:schemeClr val="accent2"/>
                </a:solidFill>
                <a:latin typeface="Comic Sans MS" pitchFamily="66" charset="0"/>
              </a:defRPr>
            </a:lvl9pPr>
          </a:lstStyle>
          <a:p>
            <a:pPr algn="r" eaLnBrk="1" hangingPunct="1"/>
            <a:r>
              <a:rPr lang="en-US" sz="2800" dirty="0">
                <a:solidFill>
                  <a:schemeClr val="bg1"/>
                </a:solidFill>
                <a:latin typeface="Arial"/>
                <a:ea typeface="ＭＳ Ｐゴシック" pitchFamily="34" charset="-128"/>
                <a:cs typeface="Arial"/>
              </a:rPr>
              <a:t>Exercise 5.0 </a:t>
            </a:r>
          </a:p>
        </p:txBody>
      </p:sp>
      <p:sp>
        <p:nvSpPr>
          <p:cNvPr id="9" name="TextBox 8"/>
          <p:cNvSpPr txBox="1"/>
          <p:nvPr/>
        </p:nvSpPr>
        <p:spPr>
          <a:xfrm>
            <a:off x="1852424" y="1478075"/>
            <a:ext cx="4116311" cy="4493538"/>
          </a:xfrm>
          <a:prstGeom prst="rect">
            <a:avLst/>
          </a:prstGeom>
          <a:noFill/>
        </p:spPr>
        <p:txBody>
          <a:bodyPr wrap="square" rtlCol="0">
            <a:spAutoFit/>
          </a:bodyPr>
          <a:lstStyle/>
          <a:p>
            <a:r>
              <a:rPr lang="en-US" altLang="en-US" sz="2200" dirty="0"/>
              <a:t>Routers in nodes </a:t>
            </a:r>
            <a:r>
              <a:rPr lang="en-US" altLang="en-US" sz="2200" i="1" dirty="0">
                <a:solidFill>
                  <a:srgbClr val="FF0000"/>
                </a:solidFill>
                <a:latin typeface="Times New Roman"/>
                <a:cs typeface="Times New Roman"/>
              </a:rPr>
              <a:t>u, v, w, x, y </a:t>
            </a:r>
            <a:r>
              <a:rPr lang="en-US" altLang="en-US" sz="2200" dirty="0"/>
              <a:t>and </a:t>
            </a:r>
            <a:r>
              <a:rPr lang="en-US" altLang="en-US" sz="2200" i="1" dirty="0">
                <a:solidFill>
                  <a:srgbClr val="FF0000"/>
                </a:solidFill>
                <a:latin typeface="Times New Roman"/>
                <a:cs typeface="Times New Roman"/>
              </a:rPr>
              <a:t>z</a:t>
            </a:r>
            <a:r>
              <a:rPr lang="en-US" altLang="en-US" sz="2200" dirty="0"/>
              <a:t> have been assigned with link cost value as stated in the diagram.</a:t>
            </a:r>
          </a:p>
          <a:p>
            <a:endParaRPr lang="en-US" altLang="en-US" sz="2200" dirty="0"/>
          </a:p>
          <a:p>
            <a:pPr marL="457200" indent="-457200">
              <a:buAutoNum type="alphaLcParenBoth"/>
              <a:defRPr/>
            </a:pPr>
            <a:r>
              <a:rPr lang="en-US" sz="2200" dirty="0"/>
              <a:t>Construct table least cost paths from node </a:t>
            </a:r>
            <a:r>
              <a:rPr lang="en-US" sz="2200" i="1" dirty="0">
                <a:solidFill>
                  <a:srgbClr val="FF0000"/>
                </a:solidFill>
                <a:latin typeface="Times New Roman"/>
                <a:cs typeface="Times New Roman"/>
              </a:rPr>
              <a:t>z</a:t>
            </a:r>
            <a:r>
              <a:rPr lang="en-US" sz="2200" dirty="0"/>
              <a:t> </a:t>
            </a:r>
            <a:r>
              <a:rPr lang="en-US" altLang="ja-JP" sz="2200" dirty="0"/>
              <a:t>to node </a:t>
            </a:r>
            <a:r>
              <a:rPr lang="en-US" altLang="ja-JP" sz="2200" i="1" dirty="0">
                <a:solidFill>
                  <a:srgbClr val="FF0000"/>
                </a:solidFill>
                <a:latin typeface="Times New Roman"/>
                <a:cs typeface="Times New Roman"/>
              </a:rPr>
              <a:t>u</a:t>
            </a:r>
          </a:p>
          <a:p>
            <a:pPr marL="800100" lvl="2" indent="-342900">
              <a:buFont typeface="Arial"/>
              <a:buChar char="•"/>
              <a:defRPr/>
            </a:pPr>
            <a:r>
              <a:rPr lang="en-US" sz="2200" dirty="0"/>
              <a:t>construct shortest path tree by tracing predecessor nodes</a:t>
            </a:r>
          </a:p>
          <a:p>
            <a:pPr marL="457200" indent="-457200">
              <a:buAutoNum type="alphaLcParenBoth"/>
              <a:defRPr/>
            </a:pPr>
            <a:r>
              <a:rPr lang="en-US" sz="2200" dirty="0"/>
              <a:t>Computes least cost paths from node </a:t>
            </a:r>
            <a:r>
              <a:rPr lang="en-US" sz="2200" i="1" dirty="0">
                <a:solidFill>
                  <a:srgbClr val="FF0000"/>
                </a:solidFill>
                <a:latin typeface="Times New Roman"/>
                <a:cs typeface="Times New Roman"/>
              </a:rPr>
              <a:t>z</a:t>
            </a:r>
            <a:r>
              <a:rPr lang="en-US" sz="2200" dirty="0"/>
              <a:t> </a:t>
            </a:r>
            <a:r>
              <a:rPr lang="en-US" altLang="ja-JP" sz="2200" dirty="0"/>
              <a:t>to node </a:t>
            </a:r>
            <a:r>
              <a:rPr lang="en-US" altLang="ja-JP" sz="2200" i="1" dirty="0">
                <a:solidFill>
                  <a:srgbClr val="FF0000"/>
                </a:solidFill>
                <a:latin typeface="Times New Roman"/>
                <a:cs typeface="Times New Roman"/>
              </a:rPr>
              <a:t>u</a:t>
            </a:r>
          </a:p>
          <a:p>
            <a:pPr marL="457200" indent="-457200">
              <a:buAutoNum type="alphaLcParenBoth"/>
              <a:defRPr/>
            </a:pPr>
            <a:r>
              <a:rPr lang="en-US" sz="2200" dirty="0"/>
              <a:t>Produce forwarding table for node </a:t>
            </a:r>
            <a:r>
              <a:rPr lang="en-US" sz="2200" i="1" dirty="0">
                <a:solidFill>
                  <a:srgbClr val="FF0000"/>
                </a:solidFill>
                <a:latin typeface="Times New Roman"/>
                <a:cs typeface="Times New Roman"/>
              </a:rPr>
              <a:t>z</a:t>
            </a:r>
          </a:p>
        </p:txBody>
      </p:sp>
      <p:pic>
        <p:nvPicPr>
          <p:cNvPr id="11" name="Picture 10" descr="Screen Shot 2016-04-16 at 10.25.22 PM.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259994" y="1527171"/>
            <a:ext cx="4326935" cy="2890590"/>
          </a:xfrm>
          <a:prstGeom prst="rect">
            <a:avLst/>
          </a:prstGeom>
        </p:spPr>
      </p:pic>
      <p:sp>
        <p:nvSpPr>
          <p:cNvPr id="10" name="Title 41"/>
          <p:cNvSpPr txBox="1">
            <a:spLocks/>
          </p:cNvSpPr>
          <p:nvPr/>
        </p:nvSpPr>
        <p:spPr bwMode="auto">
          <a:xfrm>
            <a:off x="2885105" y="937405"/>
            <a:ext cx="7772400" cy="43549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l" rtl="0" eaLnBrk="0" fontAlgn="base" hangingPunct="0">
              <a:spcBef>
                <a:spcPct val="0"/>
              </a:spcBef>
              <a:spcAft>
                <a:spcPct val="0"/>
              </a:spcAft>
              <a:defRPr sz="4400">
                <a:solidFill>
                  <a:srgbClr val="000099"/>
                </a:solidFill>
                <a:latin typeface="+mj-lt"/>
                <a:ea typeface="ＭＳ Ｐゴシック" charset="0"/>
                <a:cs typeface="+mj-cs"/>
              </a:defRPr>
            </a:lvl1pPr>
            <a:lvl2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2pPr>
            <a:lvl3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3pPr>
            <a:lvl4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4pPr>
            <a:lvl5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5pPr>
            <a:lvl6pPr marL="457200" algn="l" rtl="0" fontAlgn="base">
              <a:spcBef>
                <a:spcPct val="0"/>
              </a:spcBef>
              <a:spcAft>
                <a:spcPct val="0"/>
              </a:spcAft>
              <a:defRPr sz="4400">
                <a:solidFill>
                  <a:srgbClr val="000099"/>
                </a:solidFill>
                <a:latin typeface="Gill Sans MT" pitchFamily="34" charset="0"/>
                <a:cs typeface="Arial" charset="0"/>
              </a:defRPr>
            </a:lvl6pPr>
            <a:lvl7pPr marL="914400" algn="l" rtl="0" fontAlgn="base">
              <a:spcBef>
                <a:spcPct val="0"/>
              </a:spcBef>
              <a:spcAft>
                <a:spcPct val="0"/>
              </a:spcAft>
              <a:defRPr sz="4400">
                <a:solidFill>
                  <a:srgbClr val="000099"/>
                </a:solidFill>
                <a:latin typeface="Gill Sans MT" pitchFamily="34" charset="0"/>
                <a:cs typeface="Arial" charset="0"/>
              </a:defRPr>
            </a:lvl7pPr>
            <a:lvl8pPr marL="1371600" algn="l" rtl="0" fontAlgn="base">
              <a:spcBef>
                <a:spcPct val="0"/>
              </a:spcBef>
              <a:spcAft>
                <a:spcPct val="0"/>
              </a:spcAft>
              <a:defRPr sz="4400">
                <a:solidFill>
                  <a:srgbClr val="000099"/>
                </a:solidFill>
                <a:latin typeface="Gill Sans MT" pitchFamily="34" charset="0"/>
                <a:cs typeface="Arial" charset="0"/>
              </a:defRPr>
            </a:lvl8pPr>
            <a:lvl9pPr marL="1828800" algn="l" rtl="0" fontAlgn="base">
              <a:spcBef>
                <a:spcPct val="0"/>
              </a:spcBef>
              <a:spcAft>
                <a:spcPct val="0"/>
              </a:spcAft>
              <a:defRPr sz="4400">
                <a:solidFill>
                  <a:srgbClr val="000099"/>
                </a:solidFill>
                <a:latin typeface="Gill Sans MT" pitchFamily="34" charset="0"/>
                <a:cs typeface="Arial" charset="0"/>
              </a:defRPr>
            </a:lvl9pPr>
          </a:lstStyle>
          <a:p>
            <a:pPr algn="r" eaLnBrk="1" hangingPunct="1"/>
            <a:r>
              <a:rPr lang="en-US" sz="2400" dirty="0" err="1">
                <a:solidFill>
                  <a:srgbClr val="00B9FA"/>
                </a:solidFill>
                <a:latin typeface="Arial"/>
                <a:ea typeface="ＭＳ Ｐゴシック" pitchFamily="34" charset="-128"/>
                <a:cs typeface="Arial"/>
              </a:rPr>
              <a:t>Dijkstra’s</a:t>
            </a:r>
            <a:r>
              <a:rPr lang="en-US" sz="2400" dirty="0">
                <a:solidFill>
                  <a:srgbClr val="00B9FA"/>
                </a:solidFill>
                <a:latin typeface="Arial"/>
                <a:ea typeface="ＭＳ Ｐゴシック" pitchFamily="34" charset="-128"/>
                <a:cs typeface="Arial"/>
              </a:rPr>
              <a:t> Algorithm</a:t>
            </a:r>
          </a:p>
        </p:txBody>
      </p:sp>
      <p:sp>
        <p:nvSpPr>
          <p:cNvPr id="6" name="Slide Number Placeholder 4">
            <a:extLst>
              <a:ext uri="{FF2B5EF4-FFF2-40B4-BE49-F238E27FC236}">
                <a16:creationId xmlns:a16="http://schemas.microsoft.com/office/drawing/2014/main" id="{20951948-B008-E644-A413-AF8F2E6FBCAF}"/>
              </a:ext>
            </a:extLst>
          </p:cNvPr>
          <p:cNvSpPr>
            <a:spLocks noGrp="1"/>
          </p:cNvSpPr>
          <p:nvPr>
            <p:ph type="sldNum" sz="quarter" idx="4"/>
          </p:nvPr>
        </p:nvSpPr>
        <p:spPr>
          <a:xfrm>
            <a:off x="9219616" y="6443089"/>
            <a:ext cx="2743200" cy="365125"/>
          </a:xfrm>
        </p:spPr>
        <p:txBody>
          <a:bodyPr/>
          <a:lstStyle/>
          <a:p>
            <a:r>
              <a:rPr lang="en-US" smtClean="0"/>
              <a:t>Network Layer: 5-</a:t>
            </a:r>
            <a:fld id="{C4204591-24BD-A542-B9D5-F8D8A88D2FEE}" type="slidenum">
              <a:rPr lang="en-US" smtClean="0"/>
              <a:pPr/>
              <a:t>21</a:t>
            </a:fld>
            <a:endParaRPr lang="en-US" dirty="0"/>
          </a:p>
        </p:txBody>
      </p:sp>
    </p:spTree>
    <p:extLst>
      <p:ext uri="{BB962C8B-B14F-4D97-AF65-F5344CB8AC3E}">
        <p14:creationId xmlns:p14="http://schemas.microsoft.com/office/powerpoint/2010/main" val="18230781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Rectangle 2"/>
          <p:cNvSpPr txBox="1">
            <a:spLocks noChangeArrowheads="1"/>
          </p:cNvSpPr>
          <p:nvPr/>
        </p:nvSpPr>
        <p:spPr bwMode="auto">
          <a:xfrm>
            <a:off x="7709406" y="166437"/>
            <a:ext cx="2958596" cy="538318"/>
          </a:xfrm>
          <a:prstGeom prst="rect">
            <a:avLst/>
          </a:prstGeom>
          <a:solidFill>
            <a:srgbClr val="FF0000"/>
          </a:solidFill>
          <a:ln>
            <a:noFill/>
          </a:ln>
        </p:spPr>
        <p:txBody>
          <a:bodyPr vert="horz" wrap="square" lIns="91440" tIns="45720" rIns="91440" bIns="45720" numCol="1" anchor="ctr" anchorCtr="0" compatLnSpc="1">
            <a:prstTxWarp prst="textNoShape">
              <a:avLst/>
            </a:prstTxWarp>
          </a:bodyPr>
          <a:lstStyle>
            <a:lvl1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1pPr>
            <a:lvl2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2pPr>
            <a:lvl3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3pPr>
            <a:lvl4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4pPr>
            <a:lvl5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5pPr>
            <a:lvl6pPr marL="457200" algn="l" rtl="0" eaLnBrk="0" fontAlgn="base" hangingPunct="0">
              <a:spcBef>
                <a:spcPct val="0"/>
              </a:spcBef>
              <a:spcAft>
                <a:spcPct val="0"/>
              </a:spcAft>
              <a:defRPr sz="4000" u="sng">
                <a:solidFill>
                  <a:schemeClr val="accent2"/>
                </a:solidFill>
                <a:latin typeface="Comic Sans MS" pitchFamily="66" charset="0"/>
              </a:defRPr>
            </a:lvl6pPr>
            <a:lvl7pPr marL="914400" algn="l" rtl="0" eaLnBrk="0" fontAlgn="base" hangingPunct="0">
              <a:spcBef>
                <a:spcPct val="0"/>
              </a:spcBef>
              <a:spcAft>
                <a:spcPct val="0"/>
              </a:spcAft>
              <a:defRPr sz="4000" u="sng">
                <a:solidFill>
                  <a:schemeClr val="accent2"/>
                </a:solidFill>
                <a:latin typeface="Comic Sans MS" pitchFamily="66" charset="0"/>
              </a:defRPr>
            </a:lvl7pPr>
            <a:lvl8pPr marL="1371600" algn="l" rtl="0" eaLnBrk="0" fontAlgn="base" hangingPunct="0">
              <a:spcBef>
                <a:spcPct val="0"/>
              </a:spcBef>
              <a:spcAft>
                <a:spcPct val="0"/>
              </a:spcAft>
              <a:defRPr sz="4000" u="sng">
                <a:solidFill>
                  <a:schemeClr val="accent2"/>
                </a:solidFill>
                <a:latin typeface="Comic Sans MS" pitchFamily="66" charset="0"/>
              </a:defRPr>
            </a:lvl8pPr>
            <a:lvl9pPr marL="1828800" algn="l" rtl="0" eaLnBrk="0" fontAlgn="base" hangingPunct="0">
              <a:spcBef>
                <a:spcPct val="0"/>
              </a:spcBef>
              <a:spcAft>
                <a:spcPct val="0"/>
              </a:spcAft>
              <a:defRPr sz="4000" u="sng">
                <a:solidFill>
                  <a:schemeClr val="accent2"/>
                </a:solidFill>
                <a:latin typeface="Comic Sans MS" pitchFamily="66" charset="0"/>
              </a:defRPr>
            </a:lvl9pPr>
          </a:lstStyle>
          <a:p>
            <a:pPr algn="r" eaLnBrk="1" hangingPunct="1"/>
            <a:r>
              <a:rPr lang="en-US" sz="2800" dirty="0">
                <a:solidFill>
                  <a:schemeClr val="bg1"/>
                </a:solidFill>
                <a:latin typeface="Arial"/>
                <a:ea typeface="ＭＳ Ｐゴシック" pitchFamily="34" charset="-128"/>
                <a:cs typeface="Arial"/>
              </a:rPr>
              <a:t>Exercise 5.1 </a:t>
            </a:r>
          </a:p>
        </p:txBody>
      </p:sp>
      <p:sp>
        <p:nvSpPr>
          <p:cNvPr id="9" name="TextBox 8"/>
          <p:cNvSpPr txBox="1"/>
          <p:nvPr/>
        </p:nvSpPr>
        <p:spPr>
          <a:xfrm>
            <a:off x="1852424" y="1478076"/>
            <a:ext cx="4116311" cy="4154983"/>
          </a:xfrm>
          <a:prstGeom prst="rect">
            <a:avLst/>
          </a:prstGeom>
          <a:noFill/>
        </p:spPr>
        <p:txBody>
          <a:bodyPr wrap="square" rtlCol="0">
            <a:spAutoFit/>
          </a:bodyPr>
          <a:lstStyle/>
          <a:p>
            <a:r>
              <a:rPr lang="en-US" altLang="en-US" sz="2200" dirty="0"/>
              <a:t>Routers in nodes </a:t>
            </a:r>
            <a:r>
              <a:rPr lang="en-US" altLang="en-US" sz="2200" i="1" dirty="0">
                <a:solidFill>
                  <a:srgbClr val="FF0000"/>
                </a:solidFill>
                <a:latin typeface="Times New Roman"/>
                <a:cs typeface="Times New Roman"/>
              </a:rPr>
              <a:t>A, B, C, D, E </a:t>
            </a:r>
            <a:r>
              <a:rPr lang="en-US" altLang="en-US" sz="2200" dirty="0"/>
              <a:t>and </a:t>
            </a:r>
            <a:r>
              <a:rPr lang="en-US" altLang="en-US" sz="2200" i="1" dirty="0">
                <a:solidFill>
                  <a:srgbClr val="FF0000"/>
                </a:solidFill>
                <a:latin typeface="Times New Roman"/>
                <a:cs typeface="Times New Roman"/>
              </a:rPr>
              <a:t>F</a:t>
            </a:r>
            <a:r>
              <a:rPr lang="en-US" altLang="en-US" sz="2200" dirty="0"/>
              <a:t> have been assigned with link cost value as stated in the diagram. </a:t>
            </a:r>
          </a:p>
          <a:p>
            <a:endParaRPr lang="en-US" altLang="en-US" sz="2200" dirty="0"/>
          </a:p>
          <a:p>
            <a:pPr marL="457200" indent="-457200">
              <a:buAutoNum type="alphaLcParenBoth"/>
              <a:defRPr/>
            </a:pPr>
            <a:r>
              <a:rPr lang="en-US" sz="2200" dirty="0"/>
              <a:t>Construct table least cost paths from node </a:t>
            </a:r>
            <a:r>
              <a:rPr lang="en-US" sz="2200" i="1" dirty="0">
                <a:solidFill>
                  <a:srgbClr val="FF0000"/>
                </a:solidFill>
                <a:latin typeface="Times New Roman"/>
                <a:cs typeface="Times New Roman"/>
              </a:rPr>
              <a:t>A</a:t>
            </a:r>
            <a:r>
              <a:rPr lang="en-US" sz="2200" dirty="0"/>
              <a:t> </a:t>
            </a:r>
            <a:r>
              <a:rPr lang="en-US" altLang="ja-JP" sz="2200" dirty="0"/>
              <a:t>to node </a:t>
            </a:r>
            <a:r>
              <a:rPr lang="en-US" altLang="ja-JP" sz="2200" i="1" dirty="0">
                <a:solidFill>
                  <a:srgbClr val="FF0000"/>
                </a:solidFill>
                <a:latin typeface="Times New Roman"/>
                <a:cs typeface="Times New Roman"/>
              </a:rPr>
              <a:t>F </a:t>
            </a:r>
            <a:r>
              <a:rPr lang="en-US" sz="2200" dirty="0"/>
              <a:t>using </a:t>
            </a:r>
            <a:r>
              <a:rPr lang="en-US" sz="2200" dirty="0" err="1"/>
              <a:t>Dijkstra’s</a:t>
            </a:r>
            <a:r>
              <a:rPr lang="en-US" sz="2200" dirty="0"/>
              <a:t> algorithm</a:t>
            </a:r>
          </a:p>
          <a:p>
            <a:pPr marL="457200" indent="-457200">
              <a:buAutoNum type="alphaLcParenBoth"/>
              <a:defRPr/>
            </a:pPr>
            <a:r>
              <a:rPr lang="en-US" sz="2200" dirty="0"/>
              <a:t>Draw least cost paths from node </a:t>
            </a:r>
            <a:r>
              <a:rPr lang="en-US" sz="2200" i="1" dirty="0">
                <a:solidFill>
                  <a:srgbClr val="FF0000"/>
                </a:solidFill>
                <a:latin typeface="Times New Roman"/>
                <a:cs typeface="Times New Roman"/>
              </a:rPr>
              <a:t>A</a:t>
            </a:r>
            <a:r>
              <a:rPr lang="en-US" sz="2200" dirty="0"/>
              <a:t> </a:t>
            </a:r>
            <a:r>
              <a:rPr lang="en-US" altLang="ja-JP" sz="2200" dirty="0"/>
              <a:t>to node </a:t>
            </a:r>
            <a:r>
              <a:rPr lang="en-US" altLang="ja-JP" sz="2200" i="1" dirty="0">
                <a:solidFill>
                  <a:srgbClr val="FF0000"/>
                </a:solidFill>
                <a:latin typeface="Times New Roman"/>
                <a:cs typeface="Times New Roman"/>
              </a:rPr>
              <a:t>F</a:t>
            </a:r>
          </a:p>
          <a:p>
            <a:pPr marL="457200" indent="-457200">
              <a:buAutoNum type="alphaLcParenBoth"/>
              <a:defRPr/>
            </a:pPr>
            <a:r>
              <a:rPr lang="en-US" sz="2200" dirty="0"/>
              <a:t>Produce forwarding table for node </a:t>
            </a:r>
            <a:r>
              <a:rPr lang="en-US" sz="2200" i="1" dirty="0">
                <a:solidFill>
                  <a:srgbClr val="FF0000"/>
                </a:solidFill>
                <a:latin typeface="Times New Roman"/>
                <a:cs typeface="Times New Roman"/>
              </a:rPr>
              <a:t>A</a:t>
            </a:r>
          </a:p>
        </p:txBody>
      </p:sp>
      <p:sp>
        <p:nvSpPr>
          <p:cNvPr id="2" name="Rectangle 1"/>
          <p:cNvSpPr/>
          <p:nvPr/>
        </p:nvSpPr>
        <p:spPr>
          <a:xfrm>
            <a:off x="1524000" y="6611780"/>
            <a:ext cx="7183692" cy="246221"/>
          </a:xfrm>
          <a:prstGeom prst="rect">
            <a:avLst/>
          </a:prstGeom>
        </p:spPr>
        <p:txBody>
          <a:bodyPr wrap="square">
            <a:spAutoFit/>
          </a:bodyPr>
          <a:lstStyle/>
          <a:p>
            <a:r>
              <a:rPr lang="en-US" sz="1000" i="1" dirty="0">
                <a:solidFill>
                  <a:schemeClr val="bg1">
                    <a:lumMod val="50000"/>
                  </a:schemeClr>
                </a:solidFill>
                <a:latin typeface="Times New Roman"/>
                <a:cs typeface="Times New Roman"/>
              </a:rPr>
              <a:t>http://www4.ncsu.edu/~</a:t>
            </a:r>
            <a:r>
              <a:rPr lang="en-US" sz="1000" i="1" dirty="0" err="1">
                <a:solidFill>
                  <a:schemeClr val="bg1">
                    <a:lumMod val="50000"/>
                  </a:schemeClr>
                </a:solidFill>
                <a:latin typeface="Times New Roman"/>
                <a:cs typeface="Times New Roman"/>
              </a:rPr>
              <a:t>chou</a:t>
            </a:r>
            <a:r>
              <a:rPr lang="en-US" sz="1000" i="1" dirty="0">
                <a:solidFill>
                  <a:schemeClr val="bg1">
                    <a:lumMod val="50000"/>
                  </a:schemeClr>
                </a:solidFill>
                <a:latin typeface="Times New Roman"/>
                <a:cs typeface="Times New Roman"/>
              </a:rPr>
              <a:t>/course/Diagrams/distance-</a:t>
            </a:r>
            <a:r>
              <a:rPr lang="en-US" sz="1000" i="1" dirty="0" err="1">
                <a:solidFill>
                  <a:schemeClr val="bg1">
                    <a:lumMod val="50000"/>
                  </a:schemeClr>
                </a:solidFill>
                <a:latin typeface="Times New Roman"/>
                <a:cs typeface="Times New Roman"/>
              </a:rPr>
              <a:t>vector.gif</a:t>
            </a:r>
            <a:endParaRPr lang="en-US" sz="1000" i="1" dirty="0">
              <a:solidFill>
                <a:schemeClr val="bg1">
                  <a:lumMod val="50000"/>
                </a:schemeClr>
              </a:solidFill>
              <a:latin typeface="Times New Roman"/>
              <a:cs typeface="Times New Roman"/>
            </a:endParaRPr>
          </a:p>
        </p:txBody>
      </p:sp>
      <p:pic>
        <p:nvPicPr>
          <p:cNvPr id="4" name="Picture 3"/>
          <p:cNvPicPr>
            <a:picLocks noChangeAspect="1"/>
          </p:cNvPicPr>
          <p:nvPr/>
        </p:nvPicPr>
        <p:blipFill>
          <a:blip r:embed="rId2"/>
          <a:stretch>
            <a:fillRect/>
          </a:stretch>
        </p:blipFill>
        <p:spPr>
          <a:xfrm>
            <a:off x="6852534" y="953636"/>
            <a:ext cx="3804519" cy="2312380"/>
          </a:xfrm>
          <a:prstGeom prst="rect">
            <a:avLst/>
          </a:prstGeom>
        </p:spPr>
      </p:pic>
      <p:sp>
        <p:nvSpPr>
          <p:cNvPr id="6" name="Slide Number Placeholder 4">
            <a:extLst>
              <a:ext uri="{FF2B5EF4-FFF2-40B4-BE49-F238E27FC236}">
                <a16:creationId xmlns:a16="http://schemas.microsoft.com/office/drawing/2014/main" id="{20951948-B008-E644-A413-AF8F2E6FBCAF}"/>
              </a:ext>
            </a:extLst>
          </p:cNvPr>
          <p:cNvSpPr>
            <a:spLocks noGrp="1"/>
          </p:cNvSpPr>
          <p:nvPr>
            <p:ph type="sldNum" sz="quarter" idx="4"/>
          </p:nvPr>
        </p:nvSpPr>
        <p:spPr>
          <a:xfrm>
            <a:off x="9219616" y="6443089"/>
            <a:ext cx="2743200" cy="365125"/>
          </a:xfrm>
        </p:spPr>
        <p:txBody>
          <a:bodyPr/>
          <a:lstStyle/>
          <a:p>
            <a:r>
              <a:rPr lang="en-US" smtClean="0"/>
              <a:t>Network Layer: 5-</a:t>
            </a:r>
            <a:fld id="{C4204591-24BD-A542-B9D5-F8D8A88D2FEE}" type="slidenum">
              <a:rPr lang="en-US" smtClean="0"/>
              <a:pPr/>
              <a:t>22</a:t>
            </a:fld>
            <a:endParaRPr lang="en-US" dirty="0"/>
          </a:p>
        </p:txBody>
      </p:sp>
    </p:spTree>
    <p:extLst>
      <p:ext uri="{BB962C8B-B14F-4D97-AF65-F5344CB8AC3E}">
        <p14:creationId xmlns:p14="http://schemas.microsoft.com/office/powerpoint/2010/main" val="373283763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Rectangle 2"/>
          <p:cNvSpPr txBox="1">
            <a:spLocks noChangeArrowheads="1"/>
          </p:cNvSpPr>
          <p:nvPr/>
        </p:nvSpPr>
        <p:spPr bwMode="auto">
          <a:xfrm>
            <a:off x="7709406" y="166437"/>
            <a:ext cx="2958596" cy="538318"/>
          </a:xfrm>
          <a:prstGeom prst="rect">
            <a:avLst/>
          </a:prstGeom>
          <a:solidFill>
            <a:srgbClr val="FF0000"/>
          </a:solidFill>
          <a:ln>
            <a:noFill/>
          </a:ln>
        </p:spPr>
        <p:txBody>
          <a:bodyPr vert="horz" wrap="square" lIns="91440" tIns="45720" rIns="91440" bIns="45720" numCol="1" anchor="ctr" anchorCtr="0" compatLnSpc="1">
            <a:prstTxWarp prst="textNoShape">
              <a:avLst/>
            </a:prstTxWarp>
          </a:bodyPr>
          <a:lstStyle>
            <a:lvl1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1pPr>
            <a:lvl2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2pPr>
            <a:lvl3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3pPr>
            <a:lvl4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4pPr>
            <a:lvl5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5pPr>
            <a:lvl6pPr marL="457200" algn="l" rtl="0" eaLnBrk="0" fontAlgn="base" hangingPunct="0">
              <a:spcBef>
                <a:spcPct val="0"/>
              </a:spcBef>
              <a:spcAft>
                <a:spcPct val="0"/>
              </a:spcAft>
              <a:defRPr sz="4000" u="sng">
                <a:solidFill>
                  <a:schemeClr val="accent2"/>
                </a:solidFill>
                <a:latin typeface="Comic Sans MS" pitchFamily="66" charset="0"/>
              </a:defRPr>
            </a:lvl6pPr>
            <a:lvl7pPr marL="914400" algn="l" rtl="0" eaLnBrk="0" fontAlgn="base" hangingPunct="0">
              <a:spcBef>
                <a:spcPct val="0"/>
              </a:spcBef>
              <a:spcAft>
                <a:spcPct val="0"/>
              </a:spcAft>
              <a:defRPr sz="4000" u="sng">
                <a:solidFill>
                  <a:schemeClr val="accent2"/>
                </a:solidFill>
                <a:latin typeface="Comic Sans MS" pitchFamily="66" charset="0"/>
              </a:defRPr>
            </a:lvl7pPr>
            <a:lvl8pPr marL="1371600" algn="l" rtl="0" eaLnBrk="0" fontAlgn="base" hangingPunct="0">
              <a:spcBef>
                <a:spcPct val="0"/>
              </a:spcBef>
              <a:spcAft>
                <a:spcPct val="0"/>
              </a:spcAft>
              <a:defRPr sz="4000" u="sng">
                <a:solidFill>
                  <a:schemeClr val="accent2"/>
                </a:solidFill>
                <a:latin typeface="Comic Sans MS" pitchFamily="66" charset="0"/>
              </a:defRPr>
            </a:lvl8pPr>
            <a:lvl9pPr marL="1828800" algn="l" rtl="0" eaLnBrk="0" fontAlgn="base" hangingPunct="0">
              <a:spcBef>
                <a:spcPct val="0"/>
              </a:spcBef>
              <a:spcAft>
                <a:spcPct val="0"/>
              </a:spcAft>
              <a:defRPr sz="4000" u="sng">
                <a:solidFill>
                  <a:schemeClr val="accent2"/>
                </a:solidFill>
                <a:latin typeface="Comic Sans MS" pitchFamily="66" charset="0"/>
              </a:defRPr>
            </a:lvl9pPr>
          </a:lstStyle>
          <a:p>
            <a:pPr algn="r" eaLnBrk="1" hangingPunct="1"/>
            <a:r>
              <a:rPr lang="en-US" sz="2800" dirty="0">
                <a:solidFill>
                  <a:schemeClr val="bg1"/>
                </a:solidFill>
                <a:latin typeface="Arial"/>
                <a:ea typeface="ＭＳ Ｐゴシック" pitchFamily="34" charset="-128"/>
                <a:cs typeface="Arial"/>
              </a:rPr>
              <a:t>Exercise 5.2 </a:t>
            </a:r>
          </a:p>
        </p:txBody>
      </p:sp>
      <p:sp>
        <p:nvSpPr>
          <p:cNvPr id="9" name="TextBox 8"/>
          <p:cNvSpPr txBox="1"/>
          <p:nvPr/>
        </p:nvSpPr>
        <p:spPr>
          <a:xfrm>
            <a:off x="1852424" y="1478076"/>
            <a:ext cx="4116311" cy="4154983"/>
          </a:xfrm>
          <a:prstGeom prst="rect">
            <a:avLst/>
          </a:prstGeom>
          <a:noFill/>
        </p:spPr>
        <p:txBody>
          <a:bodyPr wrap="square" rtlCol="0">
            <a:spAutoFit/>
          </a:bodyPr>
          <a:lstStyle/>
          <a:p>
            <a:r>
              <a:rPr lang="en-US" altLang="en-US" sz="2200" dirty="0"/>
              <a:t>Routers in nodes </a:t>
            </a:r>
            <a:r>
              <a:rPr lang="en-US" altLang="en-US" sz="2200" i="1" dirty="0">
                <a:solidFill>
                  <a:srgbClr val="FF0000"/>
                </a:solidFill>
                <a:latin typeface="Times New Roman"/>
                <a:cs typeface="Times New Roman"/>
              </a:rPr>
              <a:t>A, B, C, D, E, </a:t>
            </a:r>
            <a:r>
              <a:rPr lang="en-US" altLang="en-US" sz="2200" dirty="0"/>
              <a:t>and </a:t>
            </a:r>
            <a:r>
              <a:rPr lang="en-US" altLang="en-US" sz="2200" i="1" dirty="0">
                <a:solidFill>
                  <a:srgbClr val="FF0000"/>
                </a:solidFill>
                <a:latin typeface="Times New Roman"/>
                <a:cs typeface="Times New Roman"/>
              </a:rPr>
              <a:t>F</a:t>
            </a:r>
            <a:r>
              <a:rPr lang="en-US" altLang="en-US" sz="2200" dirty="0"/>
              <a:t> have been assigned with link cost value as stated in the diagram. </a:t>
            </a:r>
          </a:p>
          <a:p>
            <a:endParaRPr lang="en-US" altLang="en-US" sz="2200" dirty="0"/>
          </a:p>
          <a:p>
            <a:pPr marL="457200" indent="-457200">
              <a:buAutoNum type="alphaLcParenBoth"/>
              <a:defRPr/>
            </a:pPr>
            <a:r>
              <a:rPr lang="en-US" sz="2200" dirty="0"/>
              <a:t>Construct table least cost paths from node </a:t>
            </a:r>
            <a:r>
              <a:rPr lang="en-US" sz="2200" i="1" dirty="0">
                <a:solidFill>
                  <a:srgbClr val="FF0000"/>
                </a:solidFill>
                <a:latin typeface="Times New Roman"/>
                <a:cs typeface="Times New Roman"/>
              </a:rPr>
              <a:t>D</a:t>
            </a:r>
            <a:r>
              <a:rPr lang="en-US" sz="2200" dirty="0"/>
              <a:t> </a:t>
            </a:r>
            <a:r>
              <a:rPr lang="en-US" altLang="ja-JP" sz="2200" dirty="0"/>
              <a:t>to node </a:t>
            </a:r>
            <a:r>
              <a:rPr lang="en-US" altLang="ja-JP" sz="2200" i="1" dirty="0">
                <a:solidFill>
                  <a:srgbClr val="FF0000"/>
                </a:solidFill>
                <a:latin typeface="Times New Roman"/>
                <a:cs typeface="Times New Roman"/>
              </a:rPr>
              <a:t>H </a:t>
            </a:r>
            <a:r>
              <a:rPr lang="en-US" sz="2200" dirty="0"/>
              <a:t>using </a:t>
            </a:r>
            <a:r>
              <a:rPr lang="en-US" sz="2200" dirty="0" err="1"/>
              <a:t>Dijkstra’s</a:t>
            </a:r>
            <a:r>
              <a:rPr lang="en-US" sz="2200" dirty="0"/>
              <a:t> algorithm</a:t>
            </a:r>
          </a:p>
          <a:p>
            <a:pPr marL="457200" indent="-457200">
              <a:buAutoNum type="alphaLcParenBoth"/>
              <a:defRPr/>
            </a:pPr>
            <a:r>
              <a:rPr lang="en-US" sz="2200" dirty="0"/>
              <a:t>Draw least cost paths from node </a:t>
            </a:r>
            <a:r>
              <a:rPr lang="en-US" sz="2200" i="1" dirty="0">
                <a:solidFill>
                  <a:srgbClr val="FF0000"/>
                </a:solidFill>
                <a:latin typeface="Times New Roman"/>
                <a:cs typeface="Times New Roman"/>
              </a:rPr>
              <a:t>D</a:t>
            </a:r>
            <a:r>
              <a:rPr lang="en-US" sz="2200" dirty="0"/>
              <a:t> </a:t>
            </a:r>
            <a:r>
              <a:rPr lang="en-US" altLang="ja-JP" sz="2200" dirty="0"/>
              <a:t>to node </a:t>
            </a:r>
            <a:r>
              <a:rPr lang="en-US" altLang="ja-JP" sz="2200" i="1" dirty="0">
                <a:solidFill>
                  <a:srgbClr val="FF0000"/>
                </a:solidFill>
                <a:latin typeface="Times New Roman"/>
                <a:cs typeface="Times New Roman"/>
              </a:rPr>
              <a:t>H</a:t>
            </a:r>
          </a:p>
          <a:p>
            <a:pPr marL="457200" indent="-457200">
              <a:buAutoNum type="alphaLcParenBoth"/>
              <a:defRPr/>
            </a:pPr>
            <a:r>
              <a:rPr lang="en-US" sz="2200" dirty="0"/>
              <a:t>Produce forwarding table for node </a:t>
            </a:r>
            <a:r>
              <a:rPr lang="en-US" sz="2200" i="1" dirty="0">
                <a:solidFill>
                  <a:srgbClr val="FF0000"/>
                </a:solidFill>
                <a:latin typeface="Times New Roman"/>
                <a:cs typeface="Times New Roman"/>
              </a:rPr>
              <a:t>D</a:t>
            </a:r>
          </a:p>
        </p:txBody>
      </p:sp>
      <p:sp>
        <p:nvSpPr>
          <p:cNvPr id="2" name="Rectangle 1"/>
          <p:cNvSpPr/>
          <p:nvPr/>
        </p:nvSpPr>
        <p:spPr>
          <a:xfrm>
            <a:off x="1524000" y="6611780"/>
            <a:ext cx="7183692" cy="246221"/>
          </a:xfrm>
          <a:prstGeom prst="rect">
            <a:avLst/>
          </a:prstGeom>
        </p:spPr>
        <p:txBody>
          <a:bodyPr wrap="square">
            <a:spAutoFit/>
          </a:bodyPr>
          <a:lstStyle/>
          <a:p>
            <a:r>
              <a:rPr lang="en-US" sz="1000" i="1" dirty="0">
                <a:solidFill>
                  <a:srgbClr val="7F7F7F"/>
                </a:solidFill>
                <a:latin typeface="Times New Roman"/>
                <a:cs typeface="Times New Roman"/>
              </a:rPr>
              <a:t>https://</a:t>
            </a:r>
            <a:r>
              <a:rPr lang="en-US" sz="1000" i="1" dirty="0" err="1">
                <a:solidFill>
                  <a:srgbClr val="7F7F7F"/>
                </a:solidFill>
                <a:latin typeface="Times New Roman"/>
                <a:cs typeface="Times New Roman"/>
              </a:rPr>
              <a:t>i.stack.imgur.com</a:t>
            </a:r>
            <a:r>
              <a:rPr lang="en-US" sz="1000" i="1" dirty="0">
                <a:solidFill>
                  <a:srgbClr val="7F7F7F"/>
                </a:solidFill>
                <a:latin typeface="Times New Roman"/>
                <a:cs typeface="Times New Roman"/>
              </a:rPr>
              <a:t>/bcz2a.jpg</a:t>
            </a:r>
          </a:p>
        </p:txBody>
      </p:sp>
      <p:pic>
        <p:nvPicPr>
          <p:cNvPr id="16" name="Picture 15" descr="Screen Shot 2017-04-13 at 10.53.26 AM.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464981" y="998581"/>
            <a:ext cx="2937540" cy="2684141"/>
          </a:xfrm>
          <a:prstGeom prst="rect">
            <a:avLst/>
          </a:prstGeom>
        </p:spPr>
      </p:pic>
      <p:sp>
        <p:nvSpPr>
          <p:cNvPr id="6" name="Slide Number Placeholder 4">
            <a:extLst>
              <a:ext uri="{FF2B5EF4-FFF2-40B4-BE49-F238E27FC236}">
                <a16:creationId xmlns:a16="http://schemas.microsoft.com/office/drawing/2014/main" id="{20951948-B008-E644-A413-AF8F2E6FBCAF}"/>
              </a:ext>
            </a:extLst>
          </p:cNvPr>
          <p:cNvSpPr>
            <a:spLocks noGrp="1"/>
          </p:cNvSpPr>
          <p:nvPr>
            <p:ph type="sldNum" sz="quarter" idx="4"/>
          </p:nvPr>
        </p:nvSpPr>
        <p:spPr>
          <a:xfrm>
            <a:off x="9219616" y="6443089"/>
            <a:ext cx="2743200" cy="365125"/>
          </a:xfrm>
        </p:spPr>
        <p:txBody>
          <a:bodyPr/>
          <a:lstStyle/>
          <a:p>
            <a:r>
              <a:rPr lang="en-US" smtClean="0"/>
              <a:t>Network Layer: 5-</a:t>
            </a:r>
            <a:fld id="{C4204591-24BD-A542-B9D5-F8D8A88D2FEE}" type="slidenum">
              <a:rPr lang="en-US" smtClean="0"/>
              <a:pPr/>
              <a:t>23</a:t>
            </a:fld>
            <a:endParaRPr lang="en-US" dirty="0"/>
          </a:p>
        </p:txBody>
      </p:sp>
    </p:spTree>
    <p:extLst>
      <p:ext uri="{BB962C8B-B14F-4D97-AF65-F5344CB8AC3E}">
        <p14:creationId xmlns:p14="http://schemas.microsoft.com/office/powerpoint/2010/main" val="26295103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Rectangle 2"/>
          <p:cNvSpPr txBox="1">
            <a:spLocks noChangeArrowheads="1"/>
          </p:cNvSpPr>
          <p:nvPr/>
        </p:nvSpPr>
        <p:spPr bwMode="auto">
          <a:xfrm>
            <a:off x="7709406" y="166437"/>
            <a:ext cx="2958596" cy="538318"/>
          </a:xfrm>
          <a:prstGeom prst="rect">
            <a:avLst/>
          </a:prstGeom>
          <a:solidFill>
            <a:srgbClr val="FF0000"/>
          </a:solidFill>
          <a:ln>
            <a:noFill/>
          </a:ln>
        </p:spPr>
        <p:txBody>
          <a:bodyPr vert="horz" wrap="square" lIns="91440" tIns="45720" rIns="91440" bIns="45720" numCol="1" anchor="ctr" anchorCtr="0" compatLnSpc="1">
            <a:prstTxWarp prst="textNoShape">
              <a:avLst/>
            </a:prstTxWarp>
          </a:bodyPr>
          <a:lstStyle>
            <a:lvl1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1pPr>
            <a:lvl2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2pPr>
            <a:lvl3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3pPr>
            <a:lvl4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4pPr>
            <a:lvl5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5pPr>
            <a:lvl6pPr marL="457200" algn="l" rtl="0" eaLnBrk="0" fontAlgn="base" hangingPunct="0">
              <a:spcBef>
                <a:spcPct val="0"/>
              </a:spcBef>
              <a:spcAft>
                <a:spcPct val="0"/>
              </a:spcAft>
              <a:defRPr sz="4000" u="sng">
                <a:solidFill>
                  <a:schemeClr val="accent2"/>
                </a:solidFill>
                <a:latin typeface="Comic Sans MS" pitchFamily="66" charset="0"/>
              </a:defRPr>
            </a:lvl6pPr>
            <a:lvl7pPr marL="914400" algn="l" rtl="0" eaLnBrk="0" fontAlgn="base" hangingPunct="0">
              <a:spcBef>
                <a:spcPct val="0"/>
              </a:spcBef>
              <a:spcAft>
                <a:spcPct val="0"/>
              </a:spcAft>
              <a:defRPr sz="4000" u="sng">
                <a:solidFill>
                  <a:schemeClr val="accent2"/>
                </a:solidFill>
                <a:latin typeface="Comic Sans MS" pitchFamily="66" charset="0"/>
              </a:defRPr>
            </a:lvl7pPr>
            <a:lvl8pPr marL="1371600" algn="l" rtl="0" eaLnBrk="0" fontAlgn="base" hangingPunct="0">
              <a:spcBef>
                <a:spcPct val="0"/>
              </a:spcBef>
              <a:spcAft>
                <a:spcPct val="0"/>
              </a:spcAft>
              <a:defRPr sz="4000" u="sng">
                <a:solidFill>
                  <a:schemeClr val="accent2"/>
                </a:solidFill>
                <a:latin typeface="Comic Sans MS" pitchFamily="66" charset="0"/>
              </a:defRPr>
            </a:lvl8pPr>
            <a:lvl9pPr marL="1828800" algn="l" rtl="0" eaLnBrk="0" fontAlgn="base" hangingPunct="0">
              <a:spcBef>
                <a:spcPct val="0"/>
              </a:spcBef>
              <a:spcAft>
                <a:spcPct val="0"/>
              </a:spcAft>
              <a:defRPr sz="4000" u="sng">
                <a:solidFill>
                  <a:schemeClr val="accent2"/>
                </a:solidFill>
                <a:latin typeface="Comic Sans MS" pitchFamily="66" charset="0"/>
              </a:defRPr>
            </a:lvl9pPr>
          </a:lstStyle>
          <a:p>
            <a:pPr algn="r" eaLnBrk="1" hangingPunct="1"/>
            <a:r>
              <a:rPr lang="en-US" sz="2800" dirty="0">
                <a:solidFill>
                  <a:schemeClr val="bg1"/>
                </a:solidFill>
                <a:latin typeface="Arial"/>
                <a:ea typeface="ＭＳ Ｐゴシック" pitchFamily="34" charset="-128"/>
                <a:cs typeface="Arial"/>
              </a:rPr>
              <a:t>Exercise 5.3 </a:t>
            </a:r>
          </a:p>
        </p:txBody>
      </p:sp>
      <p:sp>
        <p:nvSpPr>
          <p:cNvPr id="9" name="TextBox 8"/>
          <p:cNvSpPr txBox="1"/>
          <p:nvPr/>
        </p:nvSpPr>
        <p:spPr>
          <a:xfrm>
            <a:off x="1852424" y="1478076"/>
            <a:ext cx="4116311" cy="4154983"/>
          </a:xfrm>
          <a:prstGeom prst="rect">
            <a:avLst/>
          </a:prstGeom>
          <a:noFill/>
        </p:spPr>
        <p:txBody>
          <a:bodyPr wrap="square" rtlCol="0">
            <a:spAutoFit/>
          </a:bodyPr>
          <a:lstStyle/>
          <a:p>
            <a:r>
              <a:rPr lang="en-US" altLang="en-US" sz="2200" dirty="0"/>
              <a:t>Routers in nodes </a:t>
            </a:r>
            <a:r>
              <a:rPr lang="en-US" altLang="en-US" sz="2200" i="1" dirty="0">
                <a:solidFill>
                  <a:srgbClr val="FF0000"/>
                </a:solidFill>
                <a:latin typeface="Times New Roman"/>
                <a:cs typeface="Times New Roman"/>
              </a:rPr>
              <a:t>A, B, C, D, E, F, G </a:t>
            </a:r>
            <a:r>
              <a:rPr lang="en-US" altLang="en-US" sz="2200" dirty="0"/>
              <a:t>and </a:t>
            </a:r>
            <a:r>
              <a:rPr lang="en-US" altLang="en-US" sz="2200" i="1" dirty="0">
                <a:solidFill>
                  <a:srgbClr val="FF0000"/>
                </a:solidFill>
                <a:latin typeface="Times New Roman"/>
                <a:cs typeface="Times New Roman"/>
              </a:rPr>
              <a:t>H</a:t>
            </a:r>
            <a:r>
              <a:rPr lang="en-US" altLang="en-US" sz="2200" dirty="0"/>
              <a:t> have been assigned with link cost value as stated in the diagram. </a:t>
            </a:r>
          </a:p>
          <a:p>
            <a:endParaRPr lang="en-US" altLang="en-US" sz="2200" dirty="0"/>
          </a:p>
          <a:p>
            <a:pPr marL="457200" indent="-457200">
              <a:buAutoNum type="alphaLcParenBoth"/>
              <a:defRPr/>
            </a:pPr>
            <a:r>
              <a:rPr lang="en-US" sz="2200" dirty="0"/>
              <a:t>Construct table least cost paths from node </a:t>
            </a:r>
            <a:r>
              <a:rPr lang="en-US" sz="2200" i="1" dirty="0">
                <a:solidFill>
                  <a:srgbClr val="FF0000"/>
                </a:solidFill>
                <a:latin typeface="Times New Roman"/>
                <a:cs typeface="Times New Roman"/>
              </a:rPr>
              <a:t>D</a:t>
            </a:r>
            <a:r>
              <a:rPr lang="en-US" sz="2200" dirty="0"/>
              <a:t> </a:t>
            </a:r>
            <a:r>
              <a:rPr lang="en-US" altLang="ja-JP" sz="2200" dirty="0"/>
              <a:t>to node </a:t>
            </a:r>
            <a:r>
              <a:rPr lang="en-US" altLang="ja-JP" sz="2200" i="1" dirty="0">
                <a:solidFill>
                  <a:srgbClr val="FF0000"/>
                </a:solidFill>
                <a:latin typeface="Times New Roman"/>
                <a:cs typeface="Times New Roman"/>
              </a:rPr>
              <a:t>H </a:t>
            </a:r>
            <a:r>
              <a:rPr lang="en-US" sz="2200" dirty="0"/>
              <a:t>using </a:t>
            </a:r>
            <a:r>
              <a:rPr lang="en-US" sz="2200" dirty="0" err="1"/>
              <a:t>Dijkstra’s</a:t>
            </a:r>
            <a:r>
              <a:rPr lang="en-US" sz="2200" dirty="0"/>
              <a:t> algorithm</a:t>
            </a:r>
          </a:p>
          <a:p>
            <a:pPr marL="457200" indent="-457200">
              <a:buAutoNum type="alphaLcParenBoth"/>
              <a:defRPr/>
            </a:pPr>
            <a:r>
              <a:rPr lang="en-US" sz="2200" dirty="0"/>
              <a:t>Draw least cost paths from node </a:t>
            </a:r>
            <a:r>
              <a:rPr lang="en-US" sz="2200" i="1" dirty="0">
                <a:solidFill>
                  <a:srgbClr val="FF0000"/>
                </a:solidFill>
                <a:latin typeface="Times New Roman"/>
                <a:cs typeface="Times New Roman"/>
              </a:rPr>
              <a:t>D</a:t>
            </a:r>
            <a:r>
              <a:rPr lang="en-US" sz="2200" dirty="0"/>
              <a:t> </a:t>
            </a:r>
            <a:r>
              <a:rPr lang="en-US" altLang="ja-JP" sz="2200" dirty="0"/>
              <a:t>to node </a:t>
            </a:r>
            <a:r>
              <a:rPr lang="en-US" altLang="ja-JP" sz="2200" i="1" dirty="0">
                <a:solidFill>
                  <a:srgbClr val="FF0000"/>
                </a:solidFill>
                <a:latin typeface="Times New Roman"/>
                <a:cs typeface="Times New Roman"/>
              </a:rPr>
              <a:t>H</a:t>
            </a:r>
          </a:p>
          <a:p>
            <a:pPr marL="457200" indent="-457200">
              <a:buAutoNum type="alphaLcParenBoth"/>
              <a:defRPr/>
            </a:pPr>
            <a:r>
              <a:rPr lang="en-US" sz="2200" dirty="0"/>
              <a:t>Produce forwarding table for node </a:t>
            </a:r>
            <a:r>
              <a:rPr lang="en-US" sz="2200" i="1" dirty="0">
                <a:solidFill>
                  <a:srgbClr val="FF0000"/>
                </a:solidFill>
                <a:latin typeface="Times New Roman"/>
                <a:cs typeface="Times New Roman"/>
              </a:rPr>
              <a:t>D</a:t>
            </a:r>
          </a:p>
        </p:txBody>
      </p:sp>
      <p:sp>
        <p:nvSpPr>
          <p:cNvPr id="2" name="Rectangle 1"/>
          <p:cNvSpPr/>
          <p:nvPr/>
        </p:nvSpPr>
        <p:spPr>
          <a:xfrm>
            <a:off x="1524000" y="6611780"/>
            <a:ext cx="7183692" cy="246221"/>
          </a:xfrm>
          <a:prstGeom prst="rect">
            <a:avLst/>
          </a:prstGeom>
        </p:spPr>
        <p:txBody>
          <a:bodyPr wrap="square">
            <a:spAutoFit/>
          </a:bodyPr>
          <a:lstStyle/>
          <a:p>
            <a:r>
              <a:rPr lang="en-US" sz="1000" i="1" dirty="0">
                <a:solidFill>
                  <a:schemeClr val="bg1">
                    <a:lumMod val="50000"/>
                  </a:schemeClr>
                </a:solidFill>
                <a:latin typeface="Times New Roman"/>
                <a:cs typeface="Times New Roman"/>
              </a:rPr>
              <a:t>http://s3.amazonaws.com/answer-board-image/6bfef7b5-05b9-4210-afb5-712510e57a37.jpeg</a:t>
            </a:r>
          </a:p>
        </p:txBody>
      </p:sp>
      <p:pic>
        <p:nvPicPr>
          <p:cNvPr id="10" name="Picture 9"/>
          <p:cNvPicPr>
            <a:picLocks noChangeAspect="1"/>
          </p:cNvPicPr>
          <p:nvPr/>
        </p:nvPicPr>
        <p:blipFill>
          <a:blip r:embed="rId2"/>
          <a:stretch>
            <a:fillRect/>
          </a:stretch>
        </p:blipFill>
        <p:spPr>
          <a:xfrm>
            <a:off x="5957616" y="942369"/>
            <a:ext cx="4622800" cy="2717800"/>
          </a:xfrm>
          <a:prstGeom prst="rect">
            <a:avLst/>
          </a:prstGeom>
        </p:spPr>
      </p:pic>
      <p:sp>
        <p:nvSpPr>
          <p:cNvPr id="6" name="Slide Number Placeholder 4">
            <a:extLst>
              <a:ext uri="{FF2B5EF4-FFF2-40B4-BE49-F238E27FC236}">
                <a16:creationId xmlns:a16="http://schemas.microsoft.com/office/drawing/2014/main" id="{20951948-B008-E644-A413-AF8F2E6FBCAF}"/>
              </a:ext>
            </a:extLst>
          </p:cNvPr>
          <p:cNvSpPr>
            <a:spLocks noGrp="1"/>
          </p:cNvSpPr>
          <p:nvPr>
            <p:ph type="sldNum" sz="quarter" idx="4"/>
          </p:nvPr>
        </p:nvSpPr>
        <p:spPr>
          <a:xfrm>
            <a:off x="9219616" y="6443089"/>
            <a:ext cx="2743200" cy="365125"/>
          </a:xfrm>
        </p:spPr>
        <p:txBody>
          <a:bodyPr/>
          <a:lstStyle/>
          <a:p>
            <a:r>
              <a:rPr lang="en-US" smtClean="0"/>
              <a:t>Network Layer: 5-</a:t>
            </a:r>
            <a:fld id="{C4204591-24BD-A542-B9D5-F8D8A88D2FEE}" type="slidenum">
              <a:rPr lang="en-US" smtClean="0"/>
              <a:pPr/>
              <a:t>24</a:t>
            </a:fld>
            <a:endParaRPr lang="en-US" dirty="0"/>
          </a:p>
        </p:txBody>
      </p:sp>
    </p:spTree>
    <p:extLst>
      <p:ext uri="{BB962C8B-B14F-4D97-AF65-F5344CB8AC3E}">
        <p14:creationId xmlns:p14="http://schemas.microsoft.com/office/powerpoint/2010/main" val="20810457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“control plane” roadmap</a:t>
            </a:r>
            <a:endParaRPr lang="en-US" sz="4400"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761675" y="4155197"/>
            <a:ext cx="5066531" cy="1937764"/>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9575" indent="-293688">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network management, configuration </a:t>
            </a:r>
          </a:p>
          <a:p>
            <a:pPr marL="685800" lvl="1" indent="-219075">
              <a:buClr>
                <a:schemeClr val="bg1">
                  <a:lumMod val="75000"/>
                </a:schemeClr>
              </a:buClr>
            </a:pPr>
            <a:r>
              <a:rPr lang="en-US" altLang="en-US" sz="2800" dirty="0">
                <a:solidFill>
                  <a:schemeClr val="bg1">
                    <a:lumMod val="75000"/>
                  </a:schemeClr>
                </a:solidFill>
                <a:ea typeface="ＭＳ Ｐゴシック" panose="020B0600070205080204" pitchFamily="34" charset="-128"/>
                <a:cs typeface="ＭＳ Ｐゴシック" panose="020B0600070205080204" pitchFamily="34" charset="-128"/>
              </a:rPr>
              <a:t>SNMP</a:t>
            </a:r>
          </a:p>
          <a:p>
            <a:pPr marL="685800" lvl="1" indent="-219075">
              <a:buClr>
                <a:schemeClr val="bg1">
                  <a:lumMod val="75000"/>
                </a:schemeClr>
              </a:buClr>
            </a:pPr>
            <a:r>
              <a:rPr lang="en-US" altLang="en-US" sz="2800" dirty="0">
                <a:solidFill>
                  <a:schemeClr val="bg1">
                    <a:lumMod val="75000"/>
                  </a:schemeClr>
                </a:solidFill>
                <a:ea typeface="ＭＳ Ｐゴシック" panose="020B0600070205080204" pitchFamily="34" charset="-128"/>
                <a:cs typeface="ＭＳ Ｐゴシック" panose="020B0600070205080204" pitchFamily="34" charset="-128"/>
              </a:rPr>
              <a:t>NETCONF/YANG (NOT COVERED)</a:t>
            </a:r>
          </a:p>
          <a:p>
            <a:pPr lvl="1"/>
            <a:endParaRPr lang="en-US" alt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622456" y="1361615"/>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introduction</a:t>
            </a:r>
          </a:p>
          <a:p>
            <a:pPr marL="285750" indent="-274638">
              <a:spcBef>
                <a:spcPts val="600"/>
              </a:spcBef>
              <a:buClr>
                <a:srgbClr val="0000A8"/>
              </a:buClr>
            </a:pPr>
            <a:r>
              <a:rPr lang="en-US" altLang="en-US" sz="3600" dirty="0">
                <a:ea typeface="ＭＳ Ｐゴシック" panose="020B0600070205080204" pitchFamily="34" charset="-128"/>
                <a:cs typeface="Arial" panose="020B0604020202020204" pitchFamily="34" charset="0"/>
              </a:rPr>
              <a:t>routing protocols</a:t>
            </a:r>
          </a:p>
          <a:p>
            <a:pPr marL="746125" lvl="1" indent="-273050">
              <a:spcBef>
                <a:spcPts val="600"/>
              </a:spcBef>
              <a:buClr>
                <a:schemeClr val="bg1">
                  <a:lumMod val="75000"/>
                </a:schemeClr>
              </a:buClr>
              <a:buFont typeface="Wingdings" pitchFamily="2" charset="2"/>
              <a:buChar cha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link state</a:t>
            </a:r>
          </a:p>
          <a:p>
            <a:pPr marL="746125" lvl="1" indent="-273050">
              <a:spcBef>
                <a:spcPts val="600"/>
              </a:spcBef>
              <a:buFont typeface="Wingdings" pitchFamily="2" charset="2"/>
              <a:buChar char="§"/>
            </a:pPr>
            <a:r>
              <a:rPr lang="en-US" altLang="en-US" sz="3200" dirty="0">
                <a:solidFill>
                  <a:srgbClr val="C00000"/>
                </a:solidFill>
                <a:ea typeface="ＭＳ Ｐゴシック" panose="020B0600070205080204" pitchFamily="34" charset="-128"/>
                <a:cs typeface="Arial" panose="020B0604020202020204" pitchFamily="34" charset="0"/>
              </a:rPr>
              <a:t>distance vector</a:t>
            </a:r>
          </a:p>
          <a:p>
            <a:pPr marL="285750" indent="-285750">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intra-ISP routing: OSPF</a:t>
            </a:r>
          </a:p>
          <a:p>
            <a:pPr marL="285750" indent="-285750">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routing among ISPs: BGP</a:t>
            </a:r>
          </a:p>
          <a:p>
            <a:pPr marL="285750" indent="-285750">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SDN control plane</a:t>
            </a:r>
          </a:p>
          <a:p>
            <a:pPr marL="285750" indent="-285750">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Internet Control Message Protocol </a:t>
            </a:r>
            <a:r>
              <a:rPr lang="en-US" altLang="en-US" sz="3200" dirty="0" smtClean="0">
                <a:solidFill>
                  <a:schemeClr val="bg1">
                    <a:lumMod val="75000"/>
                  </a:schemeClr>
                </a:solidFill>
                <a:ea typeface="ＭＳ Ｐゴシック" panose="020B0600070205080204" pitchFamily="34" charset="-128"/>
                <a:cs typeface="ＭＳ Ｐゴシック" panose="020B0600070205080204" pitchFamily="34" charset="-128"/>
              </a:rPr>
              <a:t>(ICMP)</a:t>
            </a:r>
            <a:endPar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endParaRPr>
          </a:p>
          <a:p>
            <a:pPr marL="466725" indent="-409575">
              <a:spcBef>
                <a:spcPts val="600"/>
              </a:spcBef>
              <a:buNone/>
            </a:pPr>
            <a:endParaRPr lang="en-US" altLang="en-US" sz="3200" dirty="0">
              <a:ea typeface="ＭＳ Ｐゴシック" panose="020B0600070205080204" pitchFamily="34" charset="-128"/>
              <a:cs typeface="Arial" panose="020B0604020202020204" pitchFamily="34" charset="0"/>
            </a:endParaRPr>
          </a:p>
        </p:txBody>
      </p:sp>
      <p:sp>
        <p:nvSpPr>
          <p:cNvPr id="11" name="Slide Number Placeholder 4">
            <a:extLst>
              <a:ext uri="{FF2B5EF4-FFF2-40B4-BE49-F238E27FC236}">
                <a16:creationId xmlns:a16="http://schemas.microsoft.com/office/drawing/2014/main" id="{60E442AF-0FD6-9040-9BFF-CE4BE886AA41}"/>
              </a:ext>
            </a:extLst>
          </p:cNvPr>
          <p:cNvSpPr>
            <a:spLocks noGrp="1"/>
          </p:cNvSpPr>
          <p:nvPr>
            <p:ph type="sldNum" sz="quarter" idx="4"/>
          </p:nvPr>
        </p:nvSpPr>
        <p:spPr>
          <a:xfrm>
            <a:off x="9219616" y="6443089"/>
            <a:ext cx="2743200" cy="365125"/>
          </a:xfrm>
        </p:spPr>
        <p:txBody>
          <a:bodyPr/>
          <a:lstStyle/>
          <a:p>
            <a:r>
              <a:rPr lang="en-US" dirty="0"/>
              <a:t>Network Layer: 5-</a:t>
            </a:r>
            <a:fld id="{C4204591-24BD-A542-B9D5-F8D8A88D2FEE}" type="slidenum">
              <a:rPr lang="en-US" smtClean="0"/>
              <a:pPr/>
              <a:t>25</a:t>
            </a:fld>
            <a:endParaRPr lang="en-US" dirty="0"/>
          </a:p>
        </p:txBody>
      </p:sp>
    </p:spTree>
    <p:extLst>
      <p:ext uri="{BB962C8B-B14F-4D97-AF65-F5344CB8AC3E}">
        <p14:creationId xmlns:p14="http://schemas.microsoft.com/office/powerpoint/2010/main" val="10997963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Content Placeholder 6">
            <a:extLst>
              <a:ext uri="{FF2B5EF4-FFF2-40B4-BE49-F238E27FC236}">
                <a16:creationId xmlns:a16="http://schemas.microsoft.com/office/drawing/2014/main" id="{CAD535FA-3323-5A43-A352-F3C8C44E3B62}"/>
              </a:ext>
            </a:extLst>
          </p:cNvPr>
          <p:cNvSpPr>
            <a:spLocks noGrp="1"/>
          </p:cNvSpPr>
          <p:nvPr>
            <p:ph idx="1"/>
          </p:nvPr>
        </p:nvSpPr>
        <p:spPr>
          <a:xfrm>
            <a:off x="838200" y="1724027"/>
            <a:ext cx="10813026" cy="517728"/>
          </a:xfrm>
        </p:spPr>
        <p:txBody>
          <a:bodyPr>
            <a:normAutofit lnSpcReduction="10000"/>
          </a:bodyPr>
          <a:lstStyle/>
          <a:p>
            <a:pPr marL="130175" indent="0">
              <a:buNone/>
            </a:pPr>
            <a:r>
              <a:rPr lang="en-US" sz="3200" dirty="0"/>
              <a:t>Based on </a:t>
            </a:r>
            <a:r>
              <a:rPr lang="en-US" sz="3200" i="1" dirty="0">
                <a:solidFill>
                  <a:srgbClr val="0000A8"/>
                </a:solidFill>
              </a:rPr>
              <a:t>Bellman-Ford</a:t>
            </a:r>
            <a:r>
              <a:rPr lang="en-US" sz="3200" dirty="0"/>
              <a:t> (BF) equation (dynamic programming):</a:t>
            </a:r>
          </a:p>
          <a:p>
            <a:endParaRPr lang="en-US" dirty="0"/>
          </a:p>
        </p:txBody>
      </p:sp>
      <p:sp>
        <p:nvSpPr>
          <p:cNvPr id="6" name="Title 5">
            <a:extLst>
              <a:ext uri="{FF2B5EF4-FFF2-40B4-BE49-F238E27FC236}">
                <a16:creationId xmlns:a16="http://schemas.microsoft.com/office/drawing/2014/main" id="{CE544A75-190C-D540-8EFD-BF5721DA6B9A}"/>
              </a:ext>
            </a:extLst>
          </p:cNvPr>
          <p:cNvSpPr>
            <a:spLocks noGrp="1"/>
          </p:cNvSpPr>
          <p:nvPr>
            <p:ph type="title"/>
          </p:nvPr>
        </p:nvSpPr>
        <p:spPr/>
        <p:txBody>
          <a:bodyPr/>
          <a:lstStyle/>
          <a:p>
            <a:r>
              <a:rPr lang="en-US" dirty="0"/>
              <a:t>Distance vector algorithm </a:t>
            </a:r>
          </a:p>
        </p:txBody>
      </p:sp>
      <p:sp>
        <p:nvSpPr>
          <p:cNvPr id="5" name="Slide Number Placeholder 4">
            <a:extLst>
              <a:ext uri="{FF2B5EF4-FFF2-40B4-BE49-F238E27FC236}">
                <a16:creationId xmlns:a16="http://schemas.microsoft.com/office/drawing/2014/main" id="{99B8655F-134F-9941-B2F1-519DACDBD5AE}"/>
              </a:ext>
            </a:extLst>
          </p:cNvPr>
          <p:cNvSpPr>
            <a:spLocks noGrp="1"/>
          </p:cNvSpPr>
          <p:nvPr>
            <p:ph type="sldNum" sz="quarter" idx="4"/>
          </p:nvPr>
        </p:nvSpPr>
        <p:spPr/>
        <p:txBody>
          <a:bodyPr/>
          <a:lstStyle/>
          <a:p>
            <a:r>
              <a:rPr lang="en-US" dirty="0"/>
              <a:t>Network Layer: 5-</a:t>
            </a:r>
            <a:fld id="{C4204591-24BD-A542-B9D5-F8D8A88D2FEE}" type="slidenum">
              <a:rPr lang="en-US" smtClean="0"/>
              <a:pPr/>
              <a:t>26</a:t>
            </a:fld>
            <a:endParaRPr lang="en-US" dirty="0"/>
          </a:p>
        </p:txBody>
      </p:sp>
      <p:grpSp>
        <p:nvGrpSpPr>
          <p:cNvPr id="30" name="Group 29">
            <a:extLst>
              <a:ext uri="{FF2B5EF4-FFF2-40B4-BE49-F238E27FC236}">
                <a16:creationId xmlns:a16="http://schemas.microsoft.com/office/drawing/2014/main" id="{2FFC0ED4-C8EE-C348-BF6A-3B5057DBF745}"/>
              </a:ext>
            </a:extLst>
          </p:cNvPr>
          <p:cNvGrpSpPr/>
          <p:nvPr/>
        </p:nvGrpSpPr>
        <p:grpSpPr>
          <a:xfrm>
            <a:off x="1902542" y="2507226"/>
            <a:ext cx="8854256" cy="2757948"/>
            <a:chOff x="1902542" y="2507226"/>
            <a:chExt cx="8854256" cy="2757948"/>
          </a:xfrm>
        </p:grpSpPr>
        <p:sp>
          <p:nvSpPr>
            <p:cNvPr id="8" name="Rectangle 3">
              <a:extLst>
                <a:ext uri="{FF2B5EF4-FFF2-40B4-BE49-F238E27FC236}">
                  <a16:creationId xmlns:a16="http://schemas.microsoft.com/office/drawing/2014/main" id="{16172113-4B9B-B44F-B37E-0F9E92FBDD04}"/>
                </a:ext>
              </a:extLst>
            </p:cNvPr>
            <p:cNvSpPr txBox="1">
              <a:spLocks noChangeArrowheads="1"/>
            </p:cNvSpPr>
            <p:nvPr/>
          </p:nvSpPr>
          <p:spPr>
            <a:xfrm>
              <a:off x="2803423" y="3288890"/>
              <a:ext cx="7953375" cy="1976284"/>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charset="0"/>
                <a:buNone/>
              </a:pPr>
              <a:r>
                <a:rPr lang="en-US" sz="3000" dirty="0">
                  <a:latin typeface="Arial" panose="020B0604020202020204" pitchFamily="34" charset="0"/>
                  <a:cs typeface="Arial" panose="020B0604020202020204" pitchFamily="34" charset="0"/>
                </a:rPr>
                <a:t>Let </a:t>
              </a:r>
              <a:r>
                <a:rPr lang="en-US" sz="3000" i="1" dirty="0">
                  <a:latin typeface="Arial" panose="020B0604020202020204" pitchFamily="34" charset="0"/>
                  <a:cs typeface="Arial" panose="020B0604020202020204" pitchFamily="34" charset="0"/>
                </a:rPr>
                <a:t>D</a:t>
              </a:r>
              <a:r>
                <a:rPr lang="en-US" sz="3000" i="1" baseline="-25000" dirty="0">
                  <a:latin typeface="Arial" panose="020B0604020202020204" pitchFamily="34" charset="0"/>
                  <a:cs typeface="Arial" panose="020B0604020202020204" pitchFamily="34" charset="0"/>
                </a:rPr>
                <a:t>x</a:t>
              </a:r>
              <a:r>
                <a:rPr lang="en-US" sz="3000" i="1" dirty="0">
                  <a:latin typeface="Arial" panose="020B0604020202020204" pitchFamily="34" charset="0"/>
                  <a:cs typeface="Arial" panose="020B0604020202020204" pitchFamily="34" charset="0"/>
                </a:rPr>
                <a:t>(y): </a:t>
              </a:r>
              <a:r>
                <a:rPr lang="en-US" sz="3000" dirty="0">
                  <a:latin typeface="Arial" panose="020B0604020202020204" pitchFamily="34" charset="0"/>
                  <a:cs typeface="Arial" panose="020B0604020202020204" pitchFamily="34" charset="0"/>
                </a:rPr>
                <a:t>cost of least-cost path from </a:t>
              </a:r>
              <a:r>
                <a:rPr lang="en-US" sz="3000" i="1" dirty="0">
                  <a:latin typeface="Arial" panose="020B0604020202020204" pitchFamily="34" charset="0"/>
                  <a:cs typeface="Arial" panose="020B0604020202020204" pitchFamily="34" charset="0"/>
                </a:rPr>
                <a:t>x</a:t>
              </a:r>
              <a:r>
                <a:rPr lang="en-US" sz="3000" dirty="0">
                  <a:latin typeface="Arial" panose="020B0604020202020204" pitchFamily="34" charset="0"/>
                  <a:cs typeface="Arial" panose="020B0604020202020204" pitchFamily="34" charset="0"/>
                </a:rPr>
                <a:t> to </a:t>
              </a:r>
              <a:r>
                <a:rPr lang="en-US" sz="3000" i="1" dirty="0">
                  <a:latin typeface="Arial" panose="020B0604020202020204" pitchFamily="34" charset="0"/>
                  <a:cs typeface="Arial" panose="020B0604020202020204" pitchFamily="34" charset="0"/>
                </a:rPr>
                <a:t>y</a:t>
              </a:r>
              <a:r>
                <a:rPr lang="en-US" sz="3000" dirty="0">
                  <a:latin typeface="Arial" panose="020B0604020202020204" pitchFamily="34" charset="0"/>
                  <a:cs typeface="Arial" panose="020B0604020202020204" pitchFamily="34" charset="0"/>
                </a:rPr>
                <a:t>.</a:t>
              </a:r>
            </a:p>
            <a:p>
              <a:pPr>
                <a:buFont typeface="Wingdings" charset="0"/>
                <a:buNone/>
              </a:pPr>
              <a:r>
                <a:rPr lang="en-US" sz="3000" dirty="0">
                  <a:latin typeface="Arial" panose="020B0604020202020204" pitchFamily="34" charset="0"/>
                  <a:cs typeface="Arial" panose="020B0604020202020204" pitchFamily="34" charset="0"/>
                </a:rPr>
                <a:t>Then:</a:t>
              </a:r>
            </a:p>
            <a:p>
              <a:pPr>
                <a:buFont typeface="Wingdings" charset="0"/>
                <a:buNone/>
              </a:pPr>
              <a:r>
                <a:rPr lang="en-US" dirty="0">
                  <a:solidFill>
                    <a:srgbClr val="CC0000"/>
                  </a:solidFill>
                  <a:latin typeface="Arial" panose="020B0604020202020204" pitchFamily="34" charset="0"/>
                  <a:cs typeface="Arial" panose="020B0604020202020204" pitchFamily="34" charset="0"/>
                </a:rPr>
                <a:t>   </a:t>
              </a:r>
              <a:r>
                <a:rPr lang="en-US" sz="3200" i="1" dirty="0">
                  <a:solidFill>
                    <a:srgbClr val="CC0000"/>
                  </a:solidFill>
                  <a:latin typeface="Arial" panose="020B0604020202020204" pitchFamily="34" charset="0"/>
                  <a:cs typeface="Arial" panose="020B0604020202020204" pitchFamily="34" charset="0"/>
                </a:rPr>
                <a:t>D</a:t>
              </a:r>
              <a:r>
                <a:rPr lang="en-US" sz="3200" i="1" baseline="-25000" dirty="0">
                  <a:solidFill>
                    <a:srgbClr val="CC0000"/>
                  </a:solidFill>
                  <a:latin typeface="Arial" panose="020B0604020202020204" pitchFamily="34" charset="0"/>
                  <a:cs typeface="Arial" panose="020B0604020202020204" pitchFamily="34" charset="0"/>
                </a:rPr>
                <a:t>x</a:t>
              </a:r>
              <a:r>
                <a:rPr lang="en-US" sz="3200" i="1" dirty="0">
                  <a:solidFill>
                    <a:srgbClr val="CC0000"/>
                  </a:solidFill>
                  <a:latin typeface="Arial" panose="020B0604020202020204" pitchFamily="34" charset="0"/>
                  <a:cs typeface="Arial" panose="020B0604020202020204" pitchFamily="34" charset="0"/>
                </a:rPr>
                <a:t>(y) = </a:t>
              </a:r>
              <a:r>
                <a:rPr lang="en-US" sz="3200" dirty="0">
                  <a:solidFill>
                    <a:srgbClr val="CC0000"/>
                  </a:solidFill>
                  <a:latin typeface="Arial" panose="020B0604020202020204" pitchFamily="34" charset="0"/>
                  <a:cs typeface="Arial" panose="020B0604020202020204" pitchFamily="34" charset="0"/>
                </a:rPr>
                <a:t>min</a:t>
              </a:r>
              <a:r>
                <a:rPr lang="en-US" sz="3200" i="1" baseline="-25000" dirty="0">
                  <a:solidFill>
                    <a:srgbClr val="CC0000"/>
                  </a:solidFill>
                  <a:latin typeface="Arial" panose="020B0604020202020204" pitchFamily="34" charset="0"/>
                  <a:cs typeface="Arial" panose="020B0604020202020204" pitchFamily="34" charset="0"/>
                </a:rPr>
                <a:t>v</a:t>
              </a:r>
              <a:r>
                <a:rPr lang="en-US" sz="3200" i="1" dirty="0">
                  <a:solidFill>
                    <a:srgbClr val="CC0000"/>
                  </a:solidFill>
                  <a:latin typeface="Arial" panose="020B0604020202020204" pitchFamily="34" charset="0"/>
                  <a:cs typeface="Arial" panose="020B0604020202020204" pitchFamily="34" charset="0"/>
                </a:rPr>
                <a:t> { c</a:t>
              </a:r>
              <a:r>
                <a:rPr lang="en-US" sz="3200" i="1" baseline="-25000" dirty="0">
                  <a:solidFill>
                    <a:srgbClr val="CC0000"/>
                  </a:solidFill>
                  <a:latin typeface="Arial" panose="020B0604020202020204" pitchFamily="34" charset="0"/>
                  <a:cs typeface="Arial" panose="020B0604020202020204" pitchFamily="34" charset="0"/>
                </a:rPr>
                <a:t>x,v </a:t>
              </a:r>
              <a:r>
                <a:rPr lang="en-US" sz="3200" i="1" dirty="0">
                  <a:solidFill>
                    <a:srgbClr val="CC0000"/>
                  </a:solidFill>
                  <a:latin typeface="Arial" panose="020B0604020202020204" pitchFamily="34" charset="0"/>
                  <a:cs typeface="Arial" panose="020B0604020202020204" pitchFamily="34" charset="0"/>
                </a:rPr>
                <a:t>+ D</a:t>
              </a:r>
              <a:r>
                <a:rPr lang="en-US" sz="3200" i="1" baseline="-25000" dirty="0">
                  <a:solidFill>
                    <a:srgbClr val="CC0000"/>
                  </a:solidFill>
                  <a:latin typeface="Arial" panose="020B0604020202020204" pitchFamily="34" charset="0"/>
                  <a:cs typeface="Arial" panose="020B0604020202020204" pitchFamily="34" charset="0"/>
                </a:rPr>
                <a:t>v</a:t>
              </a:r>
              <a:r>
                <a:rPr lang="en-US" sz="3200" i="1" dirty="0">
                  <a:solidFill>
                    <a:srgbClr val="CC0000"/>
                  </a:solidFill>
                  <a:latin typeface="Arial" panose="020B0604020202020204" pitchFamily="34" charset="0"/>
                  <a:cs typeface="Arial" panose="020B0604020202020204" pitchFamily="34" charset="0"/>
                </a:rPr>
                <a:t>(y) }</a:t>
              </a:r>
            </a:p>
            <a:p>
              <a:pPr>
                <a:buFont typeface="Wingdings" charset="0"/>
                <a:buNone/>
              </a:pPr>
              <a:r>
                <a:rPr lang="en-US" sz="3200" dirty="0">
                  <a:latin typeface="Arial" panose="020B0604020202020204" pitchFamily="34" charset="0"/>
                  <a:cs typeface="Arial" panose="020B0604020202020204" pitchFamily="34" charset="0"/>
                </a:rPr>
                <a:t>   </a:t>
              </a:r>
            </a:p>
            <a:p>
              <a:pPr>
                <a:buFont typeface="Wingdings" charset="0"/>
                <a:buNone/>
              </a:pPr>
              <a:endParaRPr lang="en-US" dirty="0">
                <a:latin typeface="Gill Sans MT" charset="0"/>
              </a:endParaRPr>
            </a:p>
          </p:txBody>
        </p:sp>
        <p:sp>
          <p:nvSpPr>
            <p:cNvPr id="9" name="Rectangle 8">
              <a:extLst>
                <a:ext uri="{FF2B5EF4-FFF2-40B4-BE49-F238E27FC236}">
                  <a16:creationId xmlns:a16="http://schemas.microsoft.com/office/drawing/2014/main" id="{CB5C580C-1126-504E-8FA4-8CD48ACEC90C}"/>
                </a:ext>
              </a:extLst>
            </p:cNvPr>
            <p:cNvSpPr/>
            <p:nvPr/>
          </p:nvSpPr>
          <p:spPr>
            <a:xfrm>
              <a:off x="1902542" y="2743199"/>
              <a:ext cx="8686800" cy="2182761"/>
            </a:xfrm>
            <a:prstGeom prst="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TextBox 9">
              <a:extLst>
                <a:ext uri="{FF2B5EF4-FFF2-40B4-BE49-F238E27FC236}">
                  <a16:creationId xmlns:a16="http://schemas.microsoft.com/office/drawing/2014/main" id="{19693CD9-8C4E-4040-AB87-525C3BB2DD5B}"/>
                </a:ext>
              </a:extLst>
            </p:cNvPr>
            <p:cNvSpPr txBox="1"/>
            <p:nvPr/>
          </p:nvSpPr>
          <p:spPr>
            <a:xfrm>
              <a:off x="2418735" y="2507226"/>
              <a:ext cx="3047501" cy="461665"/>
            </a:xfrm>
            <a:prstGeom prst="rect">
              <a:avLst/>
            </a:prstGeom>
            <a:solidFill>
              <a:schemeClr val="bg1"/>
            </a:solidFill>
          </p:spPr>
          <p:txBody>
            <a:bodyPr wrap="none" rtlCol="0">
              <a:spAutoFit/>
            </a:bodyPr>
            <a:lstStyle/>
            <a:p>
              <a:r>
                <a:rPr lang="en-US" sz="2400" dirty="0">
                  <a:solidFill>
                    <a:srgbClr val="C00000"/>
                  </a:solidFill>
                </a:rPr>
                <a:t>Bellman-Ford equation</a:t>
              </a:r>
            </a:p>
          </p:txBody>
        </p:sp>
      </p:grpSp>
      <p:grpSp>
        <p:nvGrpSpPr>
          <p:cNvPr id="20" name="Group 19">
            <a:extLst>
              <a:ext uri="{FF2B5EF4-FFF2-40B4-BE49-F238E27FC236}">
                <a16:creationId xmlns:a16="http://schemas.microsoft.com/office/drawing/2014/main" id="{CAC9B7B6-F48D-464C-80B7-D4E3FFE8A0DD}"/>
              </a:ext>
            </a:extLst>
          </p:cNvPr>
          <p:cNvGrpSpPr/>
          <p:nvPr/>
        </p:nvGrpSpPr>
        <p:grpSpPr>
          <a:xfrm>
            <a:off x="882140" y="4742711"/>
            <a:ext cx="4443412" cy="1557316"/>
            <a:chOff x="2040982" y="4374411"/>
            <a:chExt cx="4443412" cy="1557316"/>
          </a:xfrm>
        </p:grpSpPr>
        <p:sp>
          <p:nvSpPr>
            <p:cNvPr id="13" name="Text Box 8">
              <a:extLst>
                <a:ext uri="{FF2B5EF4-FFF2-40B4-BE49-F238E27FC236}">
                  <a16:creationId xmlns:a16="http://schemas.microsoft.com/office/drawing/2014/main" id="{3EF53877-706D-1B4F-97A3-D4D8AB9B3440}"/>
                </a:ext>
              </a:extLst>
            </p:cNvPr>
            <p:cNvSpPr txBox="1">
              <a:spLocks noChangeArrowheads="1"/>
            </p:cNvSpPr>
            <p:nvPr/>
          </p:nvSpPr>
          <p:spPr bwMode="auto">
            <a:xfrm>
              <a:off x="2040982" y="5474527"/>
              <a:ext cx="4443412"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i="1" dirty="0">
                  <a:latin typeface="+mn-lt"/>
                </a:rPr>
                <a:t>min</a:t>
              </a:r>
              <a:r>
                <a:rPr lang="en-US" dirty="0">
                  <a:latin typeface="+mn-lt"/>
                </a:rPr>
                <a:t> taken over all neighbors</a:t>
              </a:r>
              <a:r>
                <a:rPr lang="en-US" i="1" dirty="0">
                  <a:latin typeface="+mn-lt"/>
                </a:rPr>
                <a:t> v </a:t>
              </a:r>
              <a:r>
                <a:rPr lang="en-US" dirty="0">
                  <a:latin typeface="+mn-lt"/>
                </a:rPr>
                <a:t>of </a:t>
              </a:r>
              <a:r>
                <a:rPr lang="en-US" i="1" dirty="0">
                  <a:latin typeface="+mn-lt"/>
                </a:rPr>
                <a:t>x</a:t>
              </a:r>
            </a:p>
          </p:txBody>
        </p:sp>
        <p:sp>
          <p:nvSpPr>
            <p:cNvPr id="15" name="Line 10">
              <a:extLst>
                <a:ext uri="{FF2B5EF4-FFF2-40B4-BE49-F238E27FC236}">
                  <a16:creationId xmlns:a16="http://schemas.microsoft.com/office/drawing/2014/main" id="{C88D2D32-84DC-074E-91A8-72F035B287D6}"/>
                </a:ext>
              </a:extLst>
            </p:cNvPr>
            <p:cNvSpPr>
              <a:spLocks noChangeShapeType="1"/>
            </p:cNvSpPr>
            <p:nvPr/>
          </p:nvSpPr>
          <p:spPr bwMode="auto">
            <a:xfrm>
              <a:off x="6409694" y="4374411"/>
              <a:ext cx="0" cy="1357464"/>
            </a:xfrm>
            <a:prstGeom prst="line">
              <a:avLst/>
            </a:prstGeom>
            <a:noFill/>
            <a:ln w="12700">
              <a:solidFill>
                <a:srgbClr val="0000A8"/>
              </a:solidFill>
              <a:round/>
              <a:headEnd/>
              <a:tailEnd/>
            </a:ln>
            <a:extLst>
              <a:ext uri="{909E8E84-426E-40dd-AFC4-6F175D3DCCD1}">
                <a14:hiddenFill xmlns:a14="http://schemas.microsoft.com/office/drawing/2010/main" xmlns="">
                  <a:noFill/>
                </a14:hiddenFill>
              </a:ext>
            </a:extLst>
          </p:spPr>
          <p:txBody>
            <a:bodyPr wrap="none"/>
            <a:lstStyle/>
            <a:p>
              <a:endParaRPr lang="en-US" dirty="0"/>
            </a:p>
          </p:txBody>
        </p:sp>
      </p:grpSp>
      <p:grpSp>
        <p:nvGrpSpPr>
          <p:cNvPr id="29" name="Group 28">
            <a:extLst>
              <a:ext uri="{FF2B5EF4-FFF2-40B4-BE49-F238E27FC236}">
                <a16:creationId xmlns:a16="http://schemas.microsoft.com/office/drawing/2014/main" id="{59653ED9-AAD1-2C47-B7F8-1C4C9C2392B7}"/>
              </a:ext>
            </a:extLst>
          </p:cNvPr>
          <p:cNvGrpSpPr/>
          <p:nvPr/>
        </p:nvGrpSpPr>
        <p:grpSpPr>
          <a:xfrm>
            <a:off x="6490417" y="4684735"/>
            <a:ext cx="4855304" cy="1072830"/>
            <a:chOff x="6490417" y="4684735"/>
            <a:chExt cx="4855304" cy="1072830"/>
          </a:xfrm>
        </p:grpSpPr>
        <p:sp>
          <p:nvSpPr>
            <p:cNvPr id="14" name="Text Box 9">
              <a:extLst>
                <a:ext uri="{FF2B5EF4-FFF2-40B4-BE49-F238E27FC236}">
                  <a16:creationId xmlns:a16="http://schemas.microsoft.com/office/drawing/2014/main" id="{84D3DDF1-A07C-4944-BFAD-0934045A41C5}"/>
                </a:ext>
              </a:extLst>
            </p:cNvPr>
            <p:cNvSpPr txBox="1">
              <a:spLocks noChangeArrowheads="1"/>
            </p:cNvSpPr>
            <p:nvPr/>
          </p:nvSpPr>
          <p:spPr bwMode="auto">
            <a:xfrm>
              <a:off x="6490417" y="5295900"/>
              <a:ext cx="4855304"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i="1" dirty="0">
                  <a:latin typeface="+mn-lt"/>
                </a:rPr>
                <a:t>v</a:t>
              </a:r>
              <a:r>
                <a:rPr lang="en-US" dirty="0">
                  <a:latin typeface="+mn-lt"/>
                </a:rPr>
                <a:t>’s estimated least-cost-path cost to </a:t>
              </a:r>
              <a:r>
                <a:rPr lang="en-US" i="1" dirty="0">
                  <a:latin typeface="+mn-lt"/>
                </a:rPr>
                <a:t>y</a:t>
              </a:r>
            </a:p>
          </p:txBody>
        </p:sp>
        <p:cxnSp>
          <p:nvCxnSpPr>
            <p:cNvPr id="24" name="Straight Connector 23">
              <a:extLst>
                <a:ext uri="{FF2B5EF4-FFF2-40B4-BE49-F238E27FC236}">
                  <a16:creationId xmlns:a16="http://schemas.microsoft.com/office/drawing/2014/main" id="{897FA599-E18E-564C-8B44-C47AC16DEBD6}"/>
                </a:ext>
              </a:extLst>
            </p:cNvPr>
            <p:cNvCxnSpPr>
              <a:cxnSpLocks/>
            </p:cNvCxnSpPr>
            <p:nvPr/>
          </p:nvCxnSpPr>
          <p:spPr>
            <a:xfrm flipV="1">
              <a:off x="6789107" y="4684735"/>
              <a:ext cx="0" cy="713983"/>
            </a:xfrm>
            <a:prstGeom prst="line">
              <a:avLst/>
            </a:prstGeom>
            <a:ln w="12700">
              <a:solidFill>
                <a:srgbClr val="0000A8"/>
              </a:solidFill>
            </a:ln>
          </p:spPr>
          <p:style>
            <a:lnRef idx="1">
              <a:schemeClr val="accent1"/>
            </a:lnRef>
            <a:fillRef idx="0">
              <a:schemeClr val="accent1"/>
            </a:fillRef>
            <a:effectRef idx="0">
              <a:schemeClr val="accent1"/>
            </a:effectRef>
            <a:fontRef idx="minor">
              <a:schemeClr val="tx1"/>
            </a:fontRef>
          </p:style>
        </p:cxnSp>
      </p:grpSp>
      <p:grpSp>
        <p:nvGrpSpPr>
          <p:cNvPr id="28" name="Group 27">
            <a:extLst>
              <a:ext uri="{FF2B5EF4-FFF2-40B4-BE49-F238E27FC236}">
                <a16:creationId xmlns:a16="http://schemas.microsoft.com/office/drawing/2014/main" id="{D9DDF3FC-7958-1A4C-9958-CFEED50F7D04}"/>
              </a:ext>
            </a:extLst>
          </p:cNvPr>
          <p:cNvGrpSpPr/>
          <p:nvPr/>
        </p:nvGrpSpPr>
        <p:grpSpPr>
          <a:xfrm>
            <a:off x="5898825" y="4749453"/>
            <a:ext cx="3734933" cy="1589812"/>
            <a:chOff x="5898825" y="4749453"/>
            <a:chExt cx="3734933" cy="1589812"/>
          </a:xfrm>
        </p:grpSpPr>
        <p:sp>
          <p:nvSpPr>
            <p:cNvPr id="12" name="Text Box 7">
              <a:extLst>
                <a:ext uri="{FF2B5EF4-FFF2-40B4-BE49-F238E27FC236}">
                  <a16:creationId xmlns:a16="http://schemas.microsoft.com/office/drawing/2014/main" id="{4E51D062-C026-C442-99A3-A58F234CF451}"/>
                </a:ext>
              </a:extLst>
            </p:cNvPr>
            <p:cNvSpPr txBox="1">
              <a:spLocks noChangeArrowheads="1"/>
            </p:cNvSpPr>
            <p:nvPr/>
          </p:nvSpPr>
          <p:spPr bwMode="auto">
            <a:xfrm>
              <a:off x="5898825" y="5877600"/>
              <a:ext cx="3734933"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dirty="0">
                  <a:latin typeface="+mn-lt"/>
                </a:rPr>
                <a:t>direct cost of link from</a:t>
              </a:r>
              <a:r>
                <a:rPr lang="en-US" i="1" dirty="0">
                  <a:latin typeface="+mn-lt"/>
                </a:rPr>
                <a:t> x </a:t>
              </a:r>
              <a:r>
                <a:rPr lang="en-US" dirty="0">
                  <a:latin typeface="+mn-lt"/>
                </a:rPr>
                <a:t>to </a:t>
              </a:r>
              <a:r>
                <a:rPr lang="en-US" i="1" dirty="0">
                  <a:latin typeface="+mn-lt"/>
                </a:rPr>
                <a:t>v</a:t>
              </a:r>
            </a:p>
          </p:txBody>
        </p:sp>
        <p:cxnSp>
          <p:nvCxnSpPr>
            <p:cNvPr id="25" name="Straight Connector 24">
              <a:extLst>
                <a:ext uri="{FF2B5EF4-FFF2-40B4-BE49-F238E27FC236}">
                  <a16:creationId xmlns:a16="http://schemas.microsoft.com/office/drawing/2014/main" id="{DBA47127-1CA2-C945-9F12-07114230EB74}"/>
                </a:ext>
              </a:extLst>
            </p:cNvPr>
            <p:cNvCxnSpPr>
              <a:cxnSpLocks/>
            </p:cNvCxnSpPr>
            <p:nvPr/>
          </p:nvCxnSpPr>
          <p:spPr>
            <a:xfrm flipV="1">
              <a:off x="5901847" y="4749453"/>
              <a:ext cx="0" cy="1338196"/>
            </a:xfrm>
            <a:prstGeom prst="line">
              <a:avLst/>
            </a:prstGeom>
            <a:ln w="12700">
              <a:solidFill>
                <a:srgbClr val="0000A8"/>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55007122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dissolve">
                                      <p:cBhvr>
                                        <p:cTn id="7" dur="500"/>
                                        <p:tgtEl>
                                          <p:spTgt spid="3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8"/>
                                        </p:tgtEl>
                                        <p:attrNameLst>
                                          <p:attrName>style.visibility</p:attrName>
                                        </p:attrNameLst>
                                      </p:cBhvr>
                                      <p:to>
                                        <p:strVal val="visible"/>
                                      </p:to>
                                    </p:set>
                                    <p:animEffect transition="in" filter="dissolve">
                                      <p:cBhvr>
                                        <p:cTn id="12" dur="500"/>
                                        <p:tgtEl>
                                          <p:spTgt spid="2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9"/>
                                        </p:tgtEl>
                                        <p:attrNameLst>
                                          <p:attrName>style.visibility</p:attrName>
                                        </p:attrNameLst>
                                      </p:cBhvr>
                                      <p:to>
                                        <p:strVal val="visible"/>
                                      </p:to>
                                    </p:set>
                                    <p:animEffect transition="in" filter="dissolve">
                                      <p:cBhvr>
                                        <p:cTn id="17" dur="500"/>
                                        <p:tgtEl>
                                          <p:spTgt spid="29"/>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0"/>
                                        </p:tgtEl>
                                        <p:attrNameLst>
                                          <p:attrName>style.visibility</p:attrName>
                                        </p:attrNameLst>
                                      </p:cBhvr>
                                      <p:to>
                                        <p:strVal val="visible"/>
                                      </p:to>
                                    </p:set>
                                    <p:animEffect transition="in" filter="dissolve">
                                      <p:cBhvr>
                                        <p:cTn id="22"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CE544A75-190C-D540-8EFD-BF5721DA6B9A}"/>
              </a:ext>
            </a:extLst>
          </p:cNvPr>
          <p:cNvSpPr>
            <a:spLocks noGrp="1"/>
          </p:cNvSpPr>
          <p:nvPr>
            <p:ph type="title"/>
          </p:nvPr>
        </p:nvSpPr>
        <p:spPr/>
        <p:txBody>
          <a:bodyPr/>
          <a:lstStyle/>
          <a:p>
            <a:r>
              <a:rPr lang="en-US" dirty="0"/>
              <a:t>Distance vector algorithm </a:t>
            </a:r>
          </a:p>
        </p:txBody>
      </p:sp>
      <p:sp>
        <p:nvSpPr>
          <p:cNvPr id="5" name="Slide Number Placeholder 4">
            <a:extLst>
              <a:ext uri="{FF2B5EF4-FFF2-40B4-BE49-F238E27FC236}">
                <a16:creationId xmlns:a16="http://schemas.microsoft.com/office/drawing/2014/main" id="{99B8655F-134F-9941-B2F1-519DACDBD5AE}"/>
              </a:ext>
            </a:extLst>
          </p:cNvPr>
          <p:cNvSpPr>
            <a:spLocks noGrp="1"/>
          </p:cNvSpPr>
          <p:nvPr>
            <p:ph type="sldNum" sz="quarter" idx="4"/>
          </p:nvPr>
        </p:nvSpPr>
        <p:spPr/>
        <p:txBody>
          <a:bodyPr/>
          <a:lstStyle/>
          <a:p>
            <a:r>
              <a:rPr lang="en-US" dirty="0"/>
              <a:t>Network Layer: 5-</a:t>
            </a:r>
            <a:fld id="{C4204591-24BD-A542-B9D5-F8D8A88D2FEE}" type="slidenum">
              <a:rPr lang="en-US" smtClean="0"/>
              <a:pPr/>
              <a:t>27</a:t>
            </a:fld>
            <a:endParaRPr lang="en-US" dirty="0"/>
          </a:p>
        </p:txBody>
      </p:sp>
      <p:sp>
        <p:nvSpPr>
          <p:cNvPr id="21" name="Rectangle 3">
            <a:extLst>
              <a:ext uri="{FF2B5EF4-FFF2-40B4-BE49-F238E27FC236}">
                <a16:creationId xmlns:a16="http://schemas.microsoft.com/office/drawing/2014/main" id="{E33E7BCD-C9D1-7D45-9F57-213BDDBFDBF8}"/>
              </a:ext>
            </a:extLst>
          </p:cNvPr>
          <p:cNvSpPr txBox="1">
            <a:spLocks noChangeArrowheads="1"/>
          </p:cNvSpPr>
          <p:nvPr/>
        </p:nvSpPr>
        <p:spPr>
          <a:xfrm>
            <a:off x="696238" y="1449887"/>
            <a:ext cx="10815181" cy="138099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charset="0"/>
              <a:buNone/>
              <a:defRPr/>
            </a:pPr>
            <a:r>
              <a:rPr lang="en-US" sz="3200" dirty="0">
                <a:solidFill>
                  <a:srgbClr val="CC0000"/>
                </a:solidFill>
              </a:rPr>
              <a:t>key idea: </a:t>
            </a:r>
          </a:p>
          <a:p>
            <a:pPr marL="460375" indent="-330200">
              <a:defRPr/>
            </a:pPr>
            <a:r>
              <a:rPr lang="en-US" dirty="0"/>
              <a:t>from time-to-time, each node sends its own distance vector estimate to neighbors</a:t>
            </a:r>
          </a:p>
        </p:txBody>
      </p:sp>
      <p:sp>
        <p:nvSpPr>
          <p:cNvPr id="23" name="Rectangle 5">
            <a:extLst>
              <a:ext uri="{FF2B5EF4-FFF2-40B4-BE49-F238E27FC236}">
                <a16:creationId xmlns:a16="http://schemas.microsoft.com/office/drawing/2014/main" id="{64DF72B6-39CC-344C-9D00-C68FD6E10584}"/>
              </a:ext>
            </a:extLst>
          </p:cNvPr>
          <p:cNvSpPr>
            <a:spLocks noChangeArrowheads="1"/>
          </p:cNvSpPr>
          <p:nvPr/>
        </p:nvSpPr>
        <p:spPr bwMode="auto">
          <a:xfrm>
            <a:off x="824173" y="4778050"/>
            <a:ext cx="10674719" cy="15001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7663" indent="-347663">
              <a:lnSpc>
                <a:spcPct val="90000"/>
              </a:lnSpc>
              <a:spcBef>
                <a:spcPct val="20000"/>
              </a:spcBef>
              <a:buClr>
                <a:srgbClr val="0000A8"/>
              </a:buClr>
              <a:buSzPct val="100000"/>
              <a:buFont typeface="Wingdings" pitchFamily="2" charset="2"/>
              <a:buChar char="§"/>
            </a:pPr>
            <a:r>
              <a:rPr lang="en-US" sz="2800" dirty="0"/>
              <a:t>under minor, natural conditions, the estimate </a:t>
            </a:r>
            <a:r>
              <a:rPr lang="en-US" sz="2800" i="1" dirty="0">
                <a:cs typeface="Times New Roman" charset="0"/>
              </a:rPr>
              <a:t>D</a:t>
            </a:r>
            <a:r>
              <a:rPr lang="en-US" sz="2800" i="1" baseline="-30000" dirty="0">
                <a:cs typeface="Times New Roman" charset="0"/>
              </a:rPr>
              <a:t>x</a:t>
            </a:r>
            <a:r>
              <a:rPr lang="en-US" sz="2800" i="1" dirty="0">
                <a:cs typeface="Times New Roman" charset="0"/>
              </a:rPr>
              <a:t>(y) converge to the actual least cost </a:t>
            </a:r>
            <a:r>
              <a:rPr lang="en-US" sz="2800" dirty="0"/>
              <a:t>d</a:t>
            </a:r>
            <a:r>
              <a:rPr lang="en-US" sz="2800" baseline="-25000" dirty="0"/>
              <a:t>x</a:t>
            </a:r>
            <a:r>
              <a:rPr lang="en-US" sz="2800" dirty="0"/>
              <a:t>(y)</a:t>
            </a:r>
            <a:r>
              <a:rPr lang="en-US" sz="2400" dirty="0"/>
              <a:t> </a:t>
            </a:r>
          </a:p>
        </p:txBody>
      </p:sp>
      <p:grpSp>
        <p:nvGrpSpPr>
          <p:cNvPr id="4" name="Group 3">
            <a:extLst>
              <a:ext uri="{FF2B5EF4-FFF2-40B4-BE49-F238E27FC236}">
                <a16:creationId xmlns:a16="http://schemas.microsoft.com/office/drawing/2014/main" id="{2D26794A-966A-6D45-813B-D1EAD011046F}"/>
              </a:ext>
            </a:extLst>
          </p:cNvPr>
          <p:cNvGrpSpPr/>
          <p:nvPr/>
        </p:nvGrpSpPr>
        <p:grpSpPr>
          <a:xfrm>
            <a:off x="648222" y="2792259"/>
            <a:ext cx="10815181" cy="1412234"/>
            <a:chOff x="648222" y="2792259"/>
            <a:chExt cx="10815181" cy="1412234"/>
          </a:xfrm>
        </p:grpSpPr>
        <p:sp>
          <p:nvSpPr>
            <p:cNvPr id="22" name="Rectangle 4">
              <a:extLst>
                <a:ext uri="{FF2B5EF4-FFF2-40B4-BE49-F238E27FC236}">
                  <a16:creationId xmlns:a16="http://schemas.microsoft.com/office/drawing/2014/main" id="{8820A465-F22E-4E44-9E83-58539B59DFB8}"/>
                </a:ext>
              </a:extLst>
            </p:cNvPr>
            <p:cNvSpPr>
              <a:spLocks noChangeArrowheads="1"/>
            </p:cNvSpPr>
            <p:nvPr/>
          </p:nvSpPr>
          <p:spPr bwMode="auto">
            <a:xfrm>
              <a:off x="2556528" y="3681273"/>
              <a:ext cx="6709465" cy="5232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nchor="ctr">
              <a:spAutoFit/>
            </a:bodyPr>
            <a:lstStyle/>
            <a:p>
              <a:r>
                <a:rPr lang="en-US" sz="2800" i="1" dirty="0">
                  <a:solidFill>
                    <a:srgbClr val="CC0000"/>
                  </a:solidFill>
                  <a:cs typeface="Times New Roman" charset="0"/>
                </a:rPr>
                <a:t>D</a:t>
              </a:r>
              <a:r>
                <a:rPr lang="en-US" sz="2800" i="1" baseline="-30000" dirty="0">
                  <a:solidFill>
                    <a:srgbClr val="CC0000"/>
                  </a:solidFill>
                  <a:cs typeface="Times New Roman" charset="0"/>
                </a:rPr>
                <a:t>x</a:t>
              </a:r>
              <a:r>
                <a:rPr lang="en-US" sz="2800" i="1" dirty="0">
                  <a:solidFill>
                    <a:srgbClr val="CC0000"/>
                  </a:solidFill>
                  <a:cs typeface="Times New Roman" charset="0"/>
                </a:rPr>
                <a:t>(y) ← min</a:t>
              </a:r>
              <a:r>
                <a:rPr lang="en-US" sz="2800" i="1" baseline="-30000" dirty="0">
                  <a:solidFill>
                    <a:srgbClr val="CC0000"/>
                  </a:solidFill>
                  <a:cs typeface="Times New Roman" charset="0"/>
                </a:rPr>
                <a:t>v</a:t>
              </a:r>
              <a:r>
                <a:rPr lang="en-US" sz="2800" i="1" dirty="0">
                  <a:solidFill>
                    <a:srgbClr val="CC0000"/>
                  </a:solidFill>
                  <a:cs typeface="Times New Roman" charset="0"/>
                </a:rPr>
                <a:t>{c</a:t>
              </a:r>
              <a:r>
                <a:rPr lang="en-US" sz="2800" i="1" baseline="-25000" dirty="0">
                  <a:solidFill>
                    <a:srgbClr val="CC0000"/>
                  </a:solidFill>
                  <a:cs typeface="Times New Roman" charset="0"/>
                </a:rPr>
                <a:t>x,v </a:t>
              </a:r>
              <a:r>
                <a:rPr lang="en-US" sz="2800" i="1" dirty="0">
                  <a:solidFill>
                    <a:srgbClr val="CC0000"/>
                  </a:solidFill>
                  <a:cs typeface="Times New Roman" charset="0"/>
                </a:rPr>
                <a:t>+ D</a:t>
              </a:r>
              <a:r>
                <a:rPr lang="en-US" sz="2800" i="1" baseline="-30000" dirty="0">
                  <a:solidFill>
                    <a:srgbClr val="CC0000"/>
                  </a:solidFill>
                  <a:cs typeface="Times New Roman" charset="0"/>
                </a:rPr>
                <a:t>v</a:t>
              </a:r>
              <a:r>
                <a:rPr lang="en-US" sz="2800" i="1" dirty="0">
                  <a:solidFill>
                    <a:srgbClr val="CC0000"/>
                  </a:solidFill>
                  <a:cs typeface="Times New Roman" charset="0"/>
                </a:rPr>
                <a:t>(y)}  </a:t>
              </a:r>
              <a:r>
                <a:rPr lang="en-US" sz="2800" dirty="0">
                  <a:cs typeface="Times New Roman" charset="0"/>
                </a:rPr>
                <a:t>for each node </a:t>
              </a:r>
              <a:r>
                <a:rPr lang="en-US" sz="2800" i="1" dirty="0">
                  <a:cs typeface="Times New Roman" charset="0"/>
                </a:rPr>
                <a:t>y</a:t>
              </a:r>
              <a:r>
                <a:rPr lang="en-US" sz="2800" dirty="0">
                  <a:cs typeface="Times New Roman" charset="0"/>
                </a:rPr>
                <a:t> </a:t>
              </a:r>
              <a:r>
                <a:rPr lang="en-US" sz="2800" dirty="0">
                  <a:ea typeface="MS Mincho" charset="0"/>
                  <a:cs typeface="MS Mincho" charset="0"/>
                </a:rPr>
                <a:t>∊</a:t>
              </a:r>
              <a:r>
                <a:rPr lang="en-US" sz="2800" dirty="0">
                  <a:cs typeface="Times New Roman" charset="0"/>
                </a:rPr>
                <a:t> </a:t>
              </a:r>
              <a:r>
                <a:rPr lang="en-US" sz="2800" i="1" dirty="0">
                  <a:cs typeface="Times New Roman" charset="0"/>
                </a:rPr>
                <a:t>N</a:t>
              </a:r>
            </a:p>
          </p:txBody>
        </p:sp>
        <p:sp>
          <p:nvSpPr>
            <p:cNvPr id="26" name="Rectangle 3">
              <a:extLst>
                <a:ext uri="{FF2B5EF4-FFF2-40B4-BE49-F238E27FC236}">
                  <a16:creationId xmlns:a16="http://schemas.microsoft.com/office/drawing/2014/main" id="{76402688-900A-584B-96BE-A2D2A8F80C55}"/>
                </a:ext>
              </a:extLst>
            </p:cNvPr>
            <p:cNvSpPr txBox="1">
              <a:spLocks noChangeArrowheads="1"/>
            </p:cNvSpPr>
            <p:nvPr/>
          </p:nvSpPr>
          <p:spPr>
            <a:xfrm>
              <a:off x="648222" y="2792259"/>
              <a:ext cx="10815181" cy="101565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indent="-330200">
                <a:defRPr/>
              </a:pPr>
              <a:r>
                <a:rPr lang="en-US" dirty="0"/>
                <a:t>when </a:t>
              </a:r>
              <a:r>
                <a:rPr lang="en-US" i="1" dirty="0"/>
                <a:t>x</a:t>
              </a:r>
              <a:r>
                <a:rPr lang="en-US" dirty="0"/>
                <a:t> receives new DV estimate from any neighbor, it updates its own DV using B-F equation:</a:t>
              </a:r>
            </a:p>
          </p:txBody>
        </p:sp>
      </p:grpSp>
    </p:spTree>
    <p:extLst>
      <p:ext uri="{BB962C8B-B14F-4D97-AF65-F5344CB8AC3E}">
        <p14:creationId xmlns:p14="http://schemas.microsoft.com/office/powerpoint/2010/main" val="33536762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3"/>
                                        </p:tgtEl>
                                        <p:attrNameLst>
                                          <p:attrName>style.visibility</p:attrName>
                                        </p:attrNameLst>
                                      </p:cBhvr>
                                      <p:to>
                                        <p:strVal val="visible"/>
                                      </p:to>
                                    </p:set>
                                    <p:animEffect transition="in" filter="dissolve">
                                      <p:cBhvr>
                                        <p:cTn id="12"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22" name="Rectangle 90121"/>
          <p:cNvSpPr/>
          <p:nvPr/>
        </p:nvSpPr>
        <p:spPr bwMode="auto">
          <a:xfrm>
            <a:off x="3225160" y="4560990"/>
            <a:ext cx="4356846" cy="689876"/>
          </a:xfrm>
          <a:prstGeom prst="rect">
            <a:avLst/>
          </a:prstGeom>
          <a:solidFill>
            <a:schemeClr val="bg1">
              <a:lumMod val="85000"/>
              <a:alpha val="80000"/>
            </a:schemeClr>
          </a:solidFill>
          <a:ln w="9525" cap="flat" cmpd="sng" algn="ctr">
            <a:solidFill>
              <a:schemeClr val="bg1">
                <a:lumMod val="65000"/>
              </a:schemeClr>
            </a:solidFill>
            <a:prstDash val="solid"/>
            <a:round/>
            <a:headEnd type="none" w="med" len="med"/>
            <a:tailEnd type="none" w="med" len="med"/>
          </a:ln>
          <a:effectLst>
            <a:outerShdw blurRad="190500" dist="50800" dir="3600000" algn="ctr" rotWithShape="0">
              <a:schemeClr val="bg1"/>
            </a:outerShdw>
          </a:effectLst>
        </p:spPr>
        <p:txBody>
          <a:bodyPr vert="horz" wrap="none" lIns="91440" tIns="45720" rIns="91440" bIns="45720" numCol="1" rtlCol="0" anchor="t" anchorCtr="0" compatLnSpc="1">
            <a:prstTxWarp prst="textNoShape">
              <a:avLst/>
            </a:prstTxWarp>
          </a:bodyPr>
          <a:lstStyle/>
          <a:p>
            <a:pPr eaLnBrk="0" fontAlgn="base" hangingPunct="0">
              <a:spcBef>
                <a:spcPct val="0"/>
              </a:spcBef>
              <a:spcAft>
                <a:spcPct val="0"/>
              </a:spcAft>
            </a:pPr>
            <a:endParaRPr lang="en-US">
              <a:latin typeface="Arial" charset="0"/>
            </a:endParaRPr>
          </a:p>
        </p:txBody>
      </p:sp>
      <p:cxnSp>
        <p:nvCxnSpPr>
          <p:cNvPr id="76" name="Straight Connector 75"/>
          <p:cNvCxnSpPr/>
          <p:nvPr/>
        </p:nvCxnSpPr>
        <p:spPr bwMode="auto">
          <a:xfrm>
            <a:off x="3225161" y="1711256"/>
            <a:ext cx="1" cy="2361792"/>
          </a:xfrm>
          <a:prstGeom prst="line">
            <a:avLst/>
          </a:prstGeom>
          <a:solidFill>
            <a:schemeClr val="accent1"/>
          </a:solidFill>
          <a:ln w="12700" cap="flat" cmpd="sng" algn="ctr">
            <a:solidFill>
              <a:schemeClr val="tx1"/>
            </a:solidFill>
            <a:prstDash val="dash"/>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sp>
        <p:nvSpPr>
          <p:cNvPr id="76803" name="Slide Number Placeholder 5"/>
          <p:cNvSpPr>
            <a:spLocks noGrp="1"/>
          </p:cNvSpPr>
          <p:nvPr>
            <p:ph type="sldNum" sz="quarter" idx="12"/>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a:solidFill>
                  <a:schemeClr val="tx1"/>
                </a:solidFill>
                <a:latin typeface="Arial" charset="0"/>
                <a:ea typeface="ＭＳ Ｐゴシック" pitchFamily="34" charset="-128"/>
              </a:defRPr>
            </a:lvl1pPr>
            <a:lvl2pPr marL="742950" indent="-285750">
              <a:defRPr>
                <a:solidFill>
                  <a:schemeClr val="tx1"/>
                </a:solidFill>
                <a:latin typeface="Arial" charset="0"/>
                <a:ea typeface="ＭＳ Ｐゴシック" pitchFamily="34" charset="-128"/>
              </a:defRPr>
            </a:lvl2pPr>
            <a:lvl3pPr marL="1143000" indent="-228600">
              <a:defRPr>
                <a:solidFill>
                  <a:schemeClr val="tx1"/>
                </a:solidFill>
                <a:latin typeface="Arial" charset="0"/>
                <a:ea typeface="ＭＳ Ｐゴシック" pitchFamily="34" charset="-128"/>
              </a:defRPr>
            </a:lvl3pPr>
            <a:lvl4pPr marL="1600200" indent="-228600">
              <a:defRPr>
                <a:solidFill>
                  <a:schemeClr val="tx1"/>
                </a:solidFill>
                <a:latin typeface="Arial" charset="0"/>
                <a:ea typeface="ＭＳ Ｐゴシック" pitchFamily="34" charset="-128"/>
              </a:defRPr>
            </a:lvl4pPr>
            <a:lvl5pPr marL="2057400" indent="-22860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r>
              <a:rPr lang="en-US" altLang="en-US" dirty="0">
                <a:latin typeface="Tahoma" pitchFamily="34" charset="0"/>
              </a:rPr>
              <a:t>5</a:t>
            </a:r>
            <a:r>
              <a:rPr lang="en-US" altLang="en-US" dirty="0" smtClean="0">
                <a:latin typeface="Tahoma" pitchFamily="34" charset="0"/>
              </a:rPr>
              <a:t>-</a:t>
            </a:r>
            <a:fld id="{1A87C6A9-C1CD-4380-92AC-BEA6EDC2F359}" type="slidenum">
              <a:rPr lang="en-US" altLang="en-US" smtClean="0">
                <a:latin typeface="Tahoma" pitchFamily="34" charset="0"/>
              </a:rPr>
              <a:pPr/>
              <a:t>28</a:t>
            </a:fld>
            <a:endParaRPr lang="en-US" altLang="en-US" dirty="0">
              <a:latin typeface="Tahoma" pitchFamily="34" charset="0"/>
            </a:endParaRPr>
          </a:p>
        </p:txBody>
      </p:sp>
      <p:sp>
        <p:nvSpPr>
          <p:cNvPr id="21" name="Rectangle 2"/>
          <p:cNvSpPr txBox="1">
            <a:spLocks noChangeArrowheads="1"/>
          </p:cNvSpPr>
          <p:nvPr/>
        </p:nvSpPr>
        <p:spPr bwMode="auto">
          <a:xfrm>
            <a:off x="6021718" y="140786"/>
            <a:ext cx="4646282" cy="6279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l" rtl="0" eaLnBrk="0" fontAlgn="base" hangingPunct="0">
              <a:spcBef>
                <a:spcPct val="0"/>
              </a:spcBef>
              <a:spcAft>
                <a:spcPct val="0"/>
              </a:spcAft>
              <a:defRPr sz="4400">
                <a:solidFill>
                  <a:srgbClr val="000099"/>
                </a:solidFill>
                <a:latin typeface="+mj-lt"/>
                <a:ea typeface="ＭＳ Ｐゴシック" charset="0"/>
                <a:cs typeface="+mj-cs"/>
              </a:defRPr>
            </a:lvl1pPr>
            <a:lvl2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2pPr>
            <a:lvl3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3pPr>
            <a:lvl4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4pPr>
            <a:lvl5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5pPr>
            <a:lvl6pPr marL="457200" algn="l" rtl="0" fontAlgn="base">
              <a:spcBef>
                <a:spcPct val="0"/>
              </a:spcBef>
              <a:spcAft>
                <a:spcPct val="0"/>
              </a:spcAft>
              <a:defRPr sz="4400">
                <a:solidFill>
                  <a:srgbClr val="000099"/>
                </a:solidFill>
                <a:latin typeface="Gill Sans MT" pitchFamily="34" charset="0"/>
                <a:cs typeface="Arial" charset="0"/>
              </a:defRPr>
            </a:lvl6pPr>
            <a:lvl7pPr marL="914400" algn="l" rtl="0" fontAlgn="base">
              <a:spcBef>
                <a:spcPct val="0"/>
              </a:spcBef>
              <a:spcAft>
                <a:spcPct val="0"/>
              </a:spcAft>
              <a:defRPr sz="4400">
                <a:solidFill>
                  <a:srgbClr val="000099"/>
                </a:solidFill>
                <a:latin typeface="Gill Sans MT" pitchFamily="34" charset="0"/>
                <a:cs typeface="Arial" charset="0"/>
              </a:defRPr>
            </a:lvl7pPr>
            <a:lvl8pPr marL="1371600" algn="l" rtl="0" fontAlgn="base">
              <a:spcBef>
                <a:spcPct val="0"/>
              </a:spcBef>
              <a:spcAft>
                <a:spcPct val="0"/>
              </a:spcAft>
              <a:defRPr sz="4400">
                <a:solidFill>
                  <a:srgbClr val="000099"/>
                </a:solidFill>
                <a:latin typeface="Gill Sans MT" pitchFamily="34" charset="0"/>
                <a:cs typeface="Arial" charset="0"/>
              </a:defRPr>
            </a:lvl8pPr>
            <a:lvl9pPr marL="1828800" algn="l" rtl="0" fontAlgn="base">
              <a:spcBef>
                <a:spcPct val="0"/>
              </a:spcBef>
              <a:spcAft>
                <a:spcPct val="0"/>
              </a:spcAft>
              <a:defRPr sz="4400">
                <a:solidFill>
                  <a:srgbClr val="000099"/>
                </a:solidFill>
                <a:latin typeface="Gill Sans MT" pitchFamily="34" charset="0"/>
                <a:cs typeface="Arial" charset="0"/>
              </a:defRPr>
            </a:lvl9pPr>
          </a:lstStyle>
          <a:p>
            <a:pPr algn="r" eaLnBrk="1" hangingPunct="1"/>
            <a:r>
              <a:rPr lang="en-US" altLang="ja-JP" sz="2800" dirty="0">
                <a:solidFill>
                  <a:schemeClr val="tx1"/>
                </a:solidFill>
                <a:latin typeface="Arial"/>
                <a:ea typeface="ＭＳ Ｐゴシック" pitchFamily="34" charset="-128"/>
                <a:cs typeface="Arial"/>
              </a:rPr>
              <a:t>The Distance Vector (DV)</a:t>
            </a:r>
            <a:endParaRPr lang="en-US" sz="2800" dirty="0">
              <a:solidFill>
                <a:schemeClr val="tx1"/>
              </a:solidFill>
              <a:latin typeface="Arial"/>
              <a:ea typeface="ＭＳ Ｐゴシック" pitchFamily="34" charset="-128"/>
              <a:cs typeface="Arial"/>
            </a:endParaRPr>
          </a:p>
        </p:txBody>
      </p:sp>
      <p:grpSp>
        <p:nvGrpSpPr>
          <p:cNvPr id="5" name="Group 4"/>
          <p:cNvGrpSpPr/>
          <p:nvPr/>
        </p:nvGrpSpPr>
        <p:grpSpPr>
          <a:xfrm>
            <a:off x="2528253" y="3637332"/>
            <a:ext cx="7403521" cy="1613535"/>
            <a:chOff x="1004252" y="3086481"/>
            <a:chExt cx="7403521" cy="1613535"/>
          </a:xfrm>
        </p:grpSpPr>
        <p:sp>
          <p:nvSpPr>
            <p:cNvPr id="10" name="Rectangle 3"/>
            <p:cNvSpPr txBox="1">
              <a:spLocks noChangeArrowheads="1"/>
            </p:cNvSpPr>
            <p:nvPr/>
          </p:nvSpPr>
          <p:spPr bwMode="auto">
            <a:xfrm>
              <a:off x="1004252" y="3086481"/>
              <a:ext cx="7403521" cy="1613535"/>
            </a:xfrm>
            <a:prstGeom prst="rect">
              <a:avLst/>
            </a:prstGeom>
            <a:noFill/>
            <a:ln w="9525">
              <a:noFill/>
              <a:miter lim="800000"/>
              <a:headEnd/>
              <a:tailEnd/>
            </a:ln>
            <a:extLst>
              <a:ext uri="{909E8E84-426E-40dd-AFC4-6F175D3DCCD1}">
                <a14:hiddenFill xmlns=""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65000"/>
                <a:buFont typeface="Wingdings" pitchFamily="2" charset="2"/>
                <a:buChar char="v"/>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Wingdings" pitchFamily="2" charset="2"/>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a:lnSpc>
                  <a:spcPct val="100000"/>
                </a:lnSpc>
                <a:buFont typeface="Wingdings" charset="0"/>
                <a:buNone/>
                <a:defRPr/>
              </a:pPr>
              <a:r>
                <a:rPr lang="en-US" sz="2200" i="1" kern="0" dirty="0">
                  <a:solidFill>
                    <a:schemeClr val="bg1"/>
                  </a:solidFill>
                  <a:latin typeface="Arial"/>
                  <a:cs typeface="Arial"/>
                </a:rPr>
                <a:t>Bellman-Ford equation (dynamic programming)</a:t>
              </a:r>
            </a:p>
            <a:p>
              <a:pPr>
                <a:lnSpc>
                  <a:spcPct val="100000"/>
                </a:lnSpc>
                <a:buFont typeface="Wingdings" charset="0"/>
                <a:buNone/>
                <a:defRPr/>
              </a:pPr>
              <a:r>
                <a:rPr lang="en-US" sz="2200" kern="0" dirty="0">
                  <a:solidFill>
                    <a:schemeClr val="bg1"/>
                  </a:solidFill>
                  <a:latin typeface="Arial"/>
                  <a:cs typeface="Arial"/>
                </a:rPr>
                <a:t>let             </a:t>
              </a:r>
              <a:r>
                <a:rPr lang="en-US" sz="2200" kern="0" dirty="0">
                  <a:solidFill>
                    <a:schemeClr val="bg1"/>
                  </a:solidFill>
                  <a:latin typeface="Arial"/>
                  <a:cs typeface="Arial"/>
                  <a:sym typeface="Wingdings"/>
                </a:rPr>
                <a:t></a:t>
              </a:r>
              <a:r>
                <a:rPr lang="en-US" sz="2200" kern="0" dirty="0">
                  <a:solidFill>
                    <a:schemeClr val="bg1"/>
                  </a:solidFill>
                  <a:latin typeface="Arial"/>
                  <a:cs typeface="Arial"/>
                </a:rPr>
                <a:t> cost of least-cost path from </a:t>
              </a:r>
              <a:r>
                <a:rPr lang="en-US" sz="2200" i="1" kern="0" dirty="0">
                  <a:solidFill>
                    <a:schemeClr val="bg1"/>
                  </a:solidFill>
                  <a:latin typeface="Times New Roman"/>
                  <a:cs typeface="Times New Roman"/>
                </a:rPr>
                <a:t>x</a:t>
              </a:r>
              <a:r>
                <a:rPr lang="en-US" sz="2200" kern="0" dirty="0">
                  <a:solidFill>
                    <a:schemeClr val="bg1"/>
                  </a:solidFill>
                  <a:latin typeface="Arial"/>
                  <a:cs typeface="Arial"/>
                </a:rPr>
                <a:t> to </a:t>
              </a:r>
              <a:r>
                <a:rPr lang="en-US" sz="2200" i="1" kern="0" dirty="0">
                  <a:solidFill>
                    <a:schemeClr val="bg1"/>
                  </a:solidFill>
                  <a:latin typeface="Times New Roman"/>
                  <a:cs typeface="Times New Roman"/>
                </a:rPr>
                <a:t>y</a:t>
              </a:r>
            </a:p>
            <a:p>
              <a:pPr>
                <a:lnSpc>
                  <a:spcPct val="100000"/>
                </a:lnSpc>
                <a:buNone/>
                <a:defRPr/>
              </a:pPr>
              <a:endParaRPr lang="en-US" sz="1000" kern="0" dirty="0">
                <a:latin typeface="Arial"/>
                <a:cs typeface="Arial"/>
              </a:endParaRPr>
            </a:p>
            <a:p>
              <a:pPr>
                <a:lnSpc>
                  <a:spcPct val="100000"/>
                </a:lnSpc>
                <a:buNone/>
                <a:defRPr/>
              </a:pPr>
              <a:r>
                <a:rPr lang="en-US" sz="2200" kern="0" dirty="0">
                  <a:solidFill>
                    <a:schemeClr val="bg1"/>
                  </a:solidFill>
                  <a:latin typeface="Arial"/>
                  <a:cs typeface="Arial"/>
                </a:rPr>
                <a:t>then   </a:t>
              </a:r>
              <a:r>
                <a:rPr lang="en-US" sz="2200" kern="0" dirty="0">
                  <a:solidFill>
                    <a:srgbClr val="CC0000"/>
                  </a:solidFill>
                  <a:latin typeface="Arial"/>
                  <a:cs typeface="Arial"/>
                </a:rPr>
                <a:t>                                                </a:t>
              </a:r>
              <a:endParaRPr lang="en-US" altLang="en-US" sz="2200" i="1" dirty="0">
                <a:solidFill>
                  <a:schemeClr val="bg1"/>
                </a:solidFill>
                <a:latin typeface="Arial"/>
                <a:cs typeface="Arial"/>
              </a:endParaRPr>
            </a:p>
            <a:p>
              <a:pPr>
                <a:lnSpc>
                  <a:spcPct val="100000"/>
                </a:lnSpc>
                <a:buFont typeface="Wingdings" charset="0"/>
                <a:buNone/>
                <a:defRPr/>
              </a:pPr>
              <a:endParaRPr lang="en-US" sz="2200" kern="0" dirty="0">
                <a:solidFill>
                  <a:srgbClr val="CC0000"/>
                </a:solidFill>
                <a:latin typeface="Arial"/>
                <a:cs typeface="Arial"/>
              </a:endParaRPr>
            </a:p>
            <a:p>
              <a:pPr>
                <a:lnSpc>
                  <a:spcPct val="100000"/>
                </a:lnSpc>
                <a:buFont typeface="Wingdings" charset="0"/>
                <a:buNone/>
                <a:defRPr/>
              </a:pPr>
              <a:r>
                <a:rPr lang="en-US" sz="2200" kern="0" dirty="0">
                  <a:latin typeface="Arial"/>
                  <a:cs typeface="Arial"/>
                </a:rPr>
                <a:t>   </a:t>
              </a:r>
            </a:p>
            <a:p>
              <a:pPr>
                <a:lnSpc>
                  <a:spcPct val="100000"/>
                </a:lnSpc>
                <a:buFont typeface="Wingdings" charset="0"/>
                <a:buNone/>
                <a:defRPr/>
              </a:pPr>
              <a:endParaRPr lang="en-US" sz="2200" kern="0" dirty="0">
                <a:latin typeface="Arial"/>
                <a:cs typeface="Arial"/>
              </a:endParaRPr>
            </a:p>
          </p:txBody>
        </p:sp>
        <p:graphicFrame>
          <p:nvGraphicFramePr>
            <p:cNvPr id="3" name="Object 2"/>
            <p:cNvGraphicFramePr>
              <a:graphicFrameLocks noChangeAspect="1"/>
            </p:cNvGraphicFramePr>
            <p:nvPr/>
          </p:nvGraphicFramePr>
          <p:xfrm>
            <a:off x="1881188" y="4110038"/>
            <a:ext cx="3530600" cy="431800"/>
          </p:xfrm>
          <a:graphic>
            <a:graphicData uri="http://schemas.openxmlformats.org/presentationml/2006/ole">
              <mc:AlternateContent xmlns:mc="http://schemas.openxmlformats.org/markup-compatibility/2006">
                <mc:Choice xmlns:v="urn:schemas-microsoft-com:vml" Requires="v">
                  <p:oleObj spid="_x0000_s3151" name="Equation" r:id="rId3" imgW="1765300" imgH="215900" progId="Equation.3">
                    <p:embed/>
                  </p:oleObj>
                </mc:Choice>
                <mc:Fallback>
                  <p:oleObj name="Equation" r:id="rId3" imgW="1765300" imgH="215900" progId="Equation.3">
                    <p:embed/>
                    <p:pic>
                      <p:nvPicPr>
                        <p:cNvPr id="3" name="Object 2"/>
                        <p:cNvPicPr/>
                        <p:nvPr/>
                      </p:nvPicPr>
                      <p:blipFill>
                        <a:blip r:embed="rId4"/>
                        <a:stretch>
                          <a:fillRect/>
                        </a:stretch>
                      </p:blipFill>
                      <p:spPr>
                        <a:xfrm>
                          <a:off x="1881188" y="4110038"/>
                          <a:ext cx="3530600" cy="431800"/>
                        </a:xfrm>
                        <a:prstGeom prst="rect">
                          <a:avLst/>
                        </a:prstGeom>
                      </p:spPr>
                    </p:pic>
                  </p:oleObj>
                </mc:Fallback>
              </mc:AlternateContent>
            </a:graphicData>
          </a:graphic>
        </p:graphicFrame>
      </p:grpSp>
      <p:sp>
        <p:nvSpPr>
          <p:cNvPr id="27" name="Title 41"/>
          <p:cNvSpPr txBox="1">
            <a:spLocks/>
          </p:cNvSpPr>
          <p:nvPr/>
        </p:nvSpPr>
        <p:spPr bwMode="auto">
          <a:xfrm>
            <a:off x="2885105" y="937405"/>
            <a:ext cx="7772400" cy="43549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l" rtl="0" eaLnBrk="0" fontAlgn="base" hangingPunct="0">
              <a:spcBef>
                <a:spcPct val="0"/>
              </a:spcBef>
              <a:spcAft>
                <a:spcPct val="0"/>
              </a:spcAft>
              <a:defRPr sz="4400">
                <a:solidFill>
                  <a:srgbClr val="000099"/>
                </a:solidFill>
                <a:latin typeface="+mj-lt"/>
                <a:ea typeface="ＭＳ Ｐゴシック" charset="0"/>
                <a:cs typeface="+mj-cs"/>
              </a:defRPr>
            </a:lvl1pPr>
            <a:lvl2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2pPr>
            <a:lvl3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3pPr>
            <a:lvl4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4pPr>
            <a:lvl5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5pPr>
            <a:lvl6pPr marL="457200" algn="l" rtl="0" fontAlgn="base">
              <a:spcBef>
                <a:spcPct val="0"/>
              </a:spcBef>
              <a:spcAft>
                <a:spcPct val="0"/>
              </a:spcAft>
              <a:defRPr sz="4400">
                <a:solidFill>
                  <a:srgbClr val="000099"/>
                </a:solidFill>
                <a:latin typeface="Gill Sans MT" pitchFamily="34" charset="0"/>
                <a:cs typeface="Arial" charset="0"/>
              </a:defRPr>
            </a:lvl6pPr>
            <a:lvl7pPr marL="914400" algn="l" rtl="0" fontAlgn="base">
              <a:spcBef>
                <a:spcPct val="0"/>
              </a:spcBef>
              <a:spcAft>
                <a:spcPct val="0"/>
              </a:spcAft>
              <a:defRPr sz="4400">
                <a:solidFill>
                  <a:srgbClr val="000099"/>
                </a:solidFill>
                <a:latin typeface="Gill Sans MT" pitchFamily="34" charset="0"/>
                <a:cs typeface="Arial" charset="0"/>
              </a:defRPr>
            </a:lvl7pPr>
            <a:lvl8pPr marL="1371600" algn="l" rtl="0" fontAlgn="base">
              <a:spcBef>
                <a:spcPct val="0"/>
              </a:spcBef>
              <a:spcAft>
                <a:spcPct val="0"/>
              </a:spcAft>
              <a:defRPr sz="4400">
                <a:solidFill>
                  <a:srgbClr val="000099"/>
                </a:solidFill>
                <a:latin typeface="Gill Sans MT" pitchFamily="34" charset="0"/>
                <a:cs typeface="Arial" charset="0"/>
              </a:defRPr>
            </a:lvl8pPr>
            <a:lvl9pPr marL="1828800" algn="l" rtl="0" fontAlgn="base">
              <a:spcBef>
                <a:spcPct val="0"/>
              </a:spcBef>
              <a:spcAft>
                <a:spcPct val="0"/>
              </a:spcAft>
              <a:defRPr sz="4400">
                <a:solidFill>
                  <a:srgbClr val="000099"/>
                </a:solidFill>
                <a:latin typeface="Gill Sans MT" pitchFamily="34" charset="0"/>
                <a:cs typeface="Arial" charset="0"/>
              </a:defRPr>
            </a:lvl9pPr>
          </a:lstStyle>
          <a:p>
            <a:pPr algn="r" eaLnBrk="1" hangingPunct="1"/>
            <a:r>
              <a:rPr lang="en-US" sz="2400" dirty="0">
                <a:solidFill>
                  <a:srgbClr val="00B9FA"/>
                </a:solidFill>
                <a:latin typeface="Arial"/>
                <a:ea typeface="ＭＳ Ｐゴシック" pitchFamily="34" charset="-128"/>
                <a:cs typeface="Arial"/>
              </a:rPr>
              <a:t>Bellman-Ford</a:t>
            </a:r>
          </a:p>
        </p:txBody>
      </p:sp>
      <p:grpSp>
        <p:nvGrpSpPr>
          <p:cNvPr id="90115" name="Group 90114"/>
          <p:cNvGrpSpPr/>
          <p:nvPr/>
        </p:nvGrpSpPr>
        <p:grpSpPr>
          <a:xfrm>
            <a:off x="3011279" y="1711256"/>
            <a:ext cx="4790506" cy="2361792"/>
            <a:chOff x="1784733" y="1590068"/>
            <a:chExt cx="4790506" cy="2361792"/>
          </a:xfrm>
        </p:grpSpPr>
        <p:cxnSp>
          <p:nvCxnSpPr>
            <p:cNvPr id="16" name="Straight Connector 15"/>
            <p:cNvCxnSpPr/>
            <p:nvPr/>
          </p:nvCxnSpPr>
          <p:spPr bwMode="auto">
            <a:xfrm>
              <a:off x="3488426" y="1590068"/>
              <a:ext cx="1" cy="2361792"/>
            </a:xfrm>
            <a:prstGeom prst="line">
              <a:avLst/>
            </a:prstGeom>
            <a:solidFill>
              <a:schemeClr val="accent1"/>
            </a:solidFill>
            <a:ln w="12700" cap="flat" cmpd="sng" algn="ctr">
              <a:solidFill>
                <a:schemeClr val="tx1"/>
              </a:solidFill>
              <a:prstDash val="dash"/>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sp>
          <p:nvSpPr>
            <p:cNvPr id="32" name="Oval 31"/>
            <p:cNvSpPr/>
            <p:nvPr/>
          </p:nvSpPr>
          <p:spPr bwMode="auto">
            <a:xfrm>
              <a:off x="3244587" y="2533880"/>
              <a:ext cx="451691" cy="451691"/>
            </a:xfrm>
            <a:prstGeom prst="ellipse">
              <a:avLst/>
            </a:prstGeom>
            <a:solidFill>
              <a:schemeClr val="bg1"/>
            </a:solidFill>
            <a:ln w="9525" cap="flat" cmpd="sng" algn="ctr">
              <a:solidFill>
                <a:srgbClr val="FF0000"/>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vert="horz" wrap="none" lIns="91440" tIns="45720" rIns="91440" bIns="45720" numCol="1" rtlCol="0" anchor="t" anchorCtr="0" compatLnSpc="1">
              <a:prstTxWarp prst="textNoShape">
                <a:avLst/>
              </a:prstTxWarp>
            </a:bodyPr>
            <a:lstStyle/>
            <a:p>
              <a:pPr eaLnBrk="0" fontAlgn="base" hangingPunct="0">
                <a:spcBef>
                  <a:spcPct val="0"/>
                </a:spcBef>
                <a:spcAft>
                  <a:spcPct val="0"/>
                </a:spcAft>
              </a:pPr>
              <a:endParaRPr lang="en-US">
                <a:latin typeface="Arial" charset="0"/>
              </a:endParaRPr>
            </a:p>
          </p:txBody>
        </p:sp>
        <p:cxnSp>
          <p:nvCxnSpPr>
            <p:cNvPr id="39" name="Straight Connector 38"/>
            <p:cNvCxnSpPr/>
            <p:nvPr/>
          </p:nvCxnSpPr>
          <p:spPr bwMode="auto">
            <a:xfrm>
              <a:off x="6341555" y="1590068"/>
              <a:ext cx="1" cy="2361792"/>
            </a:xfrm>
            <a:prstGeom prst="line">
              <a:avLst/>
            </a:prstGeom>
            <a:solidFill>
              <a:schemeClr val="accent1"/>
            </a:solidFill>
            <a:ln w="12700" cap="flat" cmpd="sng" algn="ctr">
              <a:solidFill>
                <a:schemeClr val="tx1"/>
              </a:solidFill>
              <a:prstDash val="dash"/>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sp>
          <p:nvSpPr>
            <p:cNvPr id="9" name="Oval 8"/>
            <p:cNvSpPr/>
            <p:nvPr/>
          </p:nvSpPr>
          <p:spPr bwMode="auto">
            <a:xfrm>
              <a:off x="1784733" y="2533880"/>
              <a:ext cx="451691" cy="451691"/>
            </a:xfrm>
            <a:prstGeom prst="ellipse">
              <a:avLst/>
            </a:prstGeom>
            <a:solidFill>
              <a:srgbClr val="FF0000"/>
            </a:solidFill>
            <a:ln w="9525" cap="flat" cmpd="sng" algn="ctr">
              <a:no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vert="horz" wrap="none" lIns="91440" tIns="45720" rIns="91440" bIns="45720" numCol="1" rtlCol="0" anchor="t" anchorCtr="0" compatLnSpc="1">
              <a:prstTxWarp prst="textNoShape">
                <a:avLst/>
              </a:prstTxWarp>
            </a:bodyPr>
            <a:lstStyle/>
            <a:p>
              <a:pPr eaLnBrk="0" fontAlgn="base" hangingPunct="0">
                <a:spcBef>
                  <a:spcPct val="0"/>
                </a:spcBef>
                <a:spcAft>
                  <a:spcPct val="0"/>
                </a:spcAft>
              </a:pPr>
              <a:endParaRPr lang="en-US">
                <a:latin typeface="Arial" charset="0"/>
              </a:endParaRPr>
            </a:p>
          </p:txBody>
        </p:sp>
        <p:sp>
          <p:nvSpPr>
            <p:cNvPr id="11" name="TextBox 10"/>
            <p:cNvSpPr txBox="1"/>
            <p:nvPr/>
          </p:nvSpPr>
          <p:spPr>
            <a:xfrm>
              <a:off x="1855728" y="2533880"/>
              <a:ext cx="309700" cy="430887"/>
            </a:xfrm>
            <a:prstGeom prst="rect">
              <a:avLst/>
            </a:prstGeom>
            <a:noFill/>
          </p:spPr>
          <p:txBody>
            <a:bodyPr wrap="none" rtlCol="0">
              <a:spAutoFit/>
            </a:bodyPr>
            <a:lstStyle/>
            <a:p>
              <a:r>
                <a:rPr lang="en-US" sz="2200" i="1">
                  <a:solidFill>
                    <a:schemeClr val="bg1"/>
                  </a:solidFill>
                  <a:latin typeface="Times New Roman" charset="0"/>
                  <a:ea typeface="Times New Roman" charset="0"/>
                  <a:cs typeface="Times New Roman" charset="0"/>
                </a:rPr>
                <a:t>x</a:t>
              </a:r>
            </a:p>
          </p:txBody>
        </p:sp>
        <p:sp>
          <p:nvSpPr>
            <p:cNvPr id="28" name="Oval 27"/>
            <p:cNvSpPr/>
            <p:nvPr/>
          </p:nvSpPr>
          <p:spPr bwMode="auto">
            <a:xfrm>
              <a:off x="6123548" y="2533880"/>
              <a:ext cx="451691" cy="451691"/>
            </a:xfrm>
            <a:prstGeom prst="ellipse">
              <a:avLst/>
            </a:prstGeom>
            <a:solidFill>
              <a:schemeClr val="bg1"/>
            </a:solidFill>
            <a:ln w="9525" cap="flat" cmpd="sng" algn="ctr">
              <a:solidFill>
                <a:srgbClr val="FF0000"/>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vert="horz" wrap="none" lIns="91440" tIns="45720" rIns="91440" bIns="45720" numCol="1" rtlCol="0" anchor="t" anchorCtr="0" compatLnSpc="1">
              <a:prstTxWarp prst="textNoShape">
                <a:avLst/>
              </a:prstTxWarp>
            </a:bodyPr>
            <a:lstStyle/>
            <a:p>
              <a:pPr eaLnBrk="0" fontAlgn="base" hangingPunct="0">
                <a:spcBef>
                  <a:spcPct val="0"/>
                </a:spcBef>
                <a:spcAft>
                  <a:spcPct val="0"/>
                </a:spcAft>
              </a:pPr>
              <a:endParaRPr lang="en-US">
                <a:latin typeface="Arial" charset="0"/>
              </a:endParaRPr>
            </a:p>
          </p:txBody>
        </p:sp>
        <p:sp>
          <p:nvSpPr>
            <p:cNvPr id="29" name="TextBox 28"/>
            <p:cNvSpPr txBox="1"/>
            <p:nvPr/>
          </p:nvSpPr>
          <p:spPr>
            <a:xfrm>
              <a:off x="6194543" y="2533880"/>
              <a:ext cx="309700" cy="430887"/>
            </a:xfrm>
            <a:prstGeom prst="rect">
              <a:avLst/>
            </a:prstGeom>
            <a:noFill/>
          </p:spPr>
          <p:txBody>
            <a:bodyPr wrap="none" rtlCol="0">
              <a:spAutoFit/>
            </a:bodyPr>
            <a:lstStyle/>
            <a:p>
              <a:r>
                <a:rPr lang="en-US" sz="2200" i="1" dirty="0">
                  <a:solidFill>
                    <a:srgbClr val="FF0000"/>
                  </a:solidFill>
                  <a:latin typeface="Times New Roman" charset="0"/>
                  <a:ea typeface="Times New Roman" charset="0"/>
                  <a:cs typeface="Times New Roman" charset="0"/>
                </a:rPr>
                <a:t>y</a:t>
              </a:r>
            </a:p>
          </p:txBody>
        </p:sp>
        <p:sp>
          <p:nvSpPr>
            <p:cNvPr id="30" name="Oval 29"/>
            <p:cNvSpPr/>
            <p:nvPr/>
          </p:nvSpPr>
          <p:spPr bwMode="auto">
            <a:xfrm>
              <a:off x="3951269" y="1758366"/>
              <a:ext cx="451691" cy="451691"/>
            </a:xfrm>
            <a:prstGeom prst="ellipse">
              <a:avLst/>
            </a:prstGeom>
            <a:noFill/>
            <a:ln w="9525" cap="flat" cmpd="sng" algn="ctr">
              <a:solidFill>
                <a:schemeClr val="accent2"/>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vert="horz" wrap="none" lIns="91440" tIns="45720" rIns="91440" bIns="45720" numCol="1" rtlCol="0" anchor="t" anchorCtr="0" compatLnSpc="1">
              <a:prstTxWarp prst="textNoShape">
                <a:avLst/>
              </a:prstTxWarp>
            </a:bodyPr>
            <a:lstStyle/>
            <a:p>
              <a:pPr eaLnBrk="0" fontAlgn="base" hangingPunct="0">
                <a:spcBef>
                  <a:spcPct val="0"/>
                </a:spcBef>
                <a:spcAft>
                  <a:spcPct val="0"/>
                </a:spcAft>
              </a:pPr>
              <a:endParaRPr lang="en-US">
                <a:latin typeface="Arial" charset="0"/>
              </a:endParaRPr>
            </a:p>
          </p:txBody>
        </p:sp>
        <p:sp>
          <p:nvSpPr>
            <p:cNvPr id="31" name="Oval 30"/>
            <p:cNvSpPr/>
            <p:nvPr/>
          </p:nvSpPr>
          <p:spPr bwMode="auto">
            <a:xfrm>
              <a:off x="5284126" y="1758365"/>
              <a:ext cx="451691" cy="451691"/>
            </a:xfrm>
            <a:prstGeom prst="ellipse">
              <a:avLst/>
            </a:prstGeom>
            <a:noFill/>
            <a:ln w="9525" cap="flat" cmpd="sng" algn="ctr">
              <a:solidFill>
                <a:schemeClr val="accent2"/>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vert="horz" wrap="none" lIns="91440" tIns="45720" rIns="91440" bIns="45720" numCol="1" rtlCol="0" anchor="t" anchorCtr="0" compatLnSpc="1">
              <a:prstTxWarp prst="textNoShape">
                <a:avLst/>
              </a:prstTxWarp>
            </a:bodyPr>
            <a:lstStyle/>
            <a:p>
              <a:pPr eaLnBrk="0" fontAlgn="base" hangingPunct="0">
                <a:spcBef>
                  <a:spcPct val="0"/>
                </a:spcBef>
                <a:spcAft>
                  <a:spcPct val="0"/>
                </a:spcAft>
              </a:pPr>
              <a:endParaRPr lang="en-US">
                <a:latin typeface="Arial" charset="0"/>
              </a:endParaRPr>
            </a:p>
          </p:txBody>
        </p:sp>
        <p:sp>
          <p:nvSpPr>
            <p:cNvPr id="33" name="Oval 32"/>
            <p:cNvSpPr/>
            <p:nvPr/>
          </p:nvSpPr>
          <p:spPr bwMode="auto">
            <a:xfrm>
              <a:off x="4649602" y="2533880"/>
              <a:ext cx="451691" cy="451691"/>
            </a:xfrm>
            <a:prstGeom prst="ellipse">
              <a:avLst/>
            </a:prstGeom>
            <a:noFill/>
            <a:ln w="9525" cap="flat" cmpd="sng" algn="ctr">
              <a:solidFill>
                <a:schemeClr val="accent2"/>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vert="horz" wrap="none" lIns="91440" tIns="45720" rIns="91440" bIns="45720" numCol="1" rtlCol="0" anchor="t" anchorCtr="0" compatLnSpc="1">
              <a:prstTxWarp prst="textNoShape">
                <a:avLst/>
              </a:prstTxWarp>
            </a:bodyPr>
            <a:lstStyle/>
            <a:p>
              <a:pPr eaLnBrk="0" fontAlgn="base" hangingPunct="0">
                <a:spcBef>
                  <a:spcPct val="0"/>
                </a:spcBef>
                <a:spcAft>
                  <a:spcPct val="0"/>
                </a:spcAft>
              </a:pPr>
              <a:endParaRPr lang="en-US">
                <a:latin typeface="Arial" charset="0"/>
              </a:endParaRPr>
            </a:p>
          </p:txBody>
        </p:sp>
        <p:sp>
          <p:nvSpPr>
            <p:cNvPr id="40" name="TextBox 39"/>
            <p:cNvSpPr txBox="1"/>
            <p:nvPr/>
          </p:nvSpPr>
          <p:spPr>
            <a:xfrm>
              <a:off x="3340616" y="2511846"/>
              <a:ext cx="309700" cy="430887"/>
            </a:xfrm>
            <a:prstGeom prst="rect">
              <a:avLst/>
            </a:prstGeom>
            <a:noFill/>
          </p:spPr>
          <p:txBody>
            <a:bodyPr wrap="none" rtlCol="0">
              <a:spAutoFit/>
            </a:bodyPr>
            <a:lstStyle/>
            <a:p>
              <a:r>
                <a:rPr lang="en-US" sz="2200" i="1" dirty="0">
                  <a:latin typeface="Times New Roman" charset="0"/>
                  <a:ea typeface="Times New Roman" charset="0"/>
                  <a:cs typeface="Times New Roman" charset="0"/>
                </a:rPr>
                <a:t>v</a:t>
              </a:r>
            </a:p>
          </p:txBody>
        </p:sp>
        <p:cxnSp>
          <p:nvCxnSpPr>
            <p:cNvPr id="37" name="Straight Connector 36"/>
            <p:cNvCxnSpPr>
              <a:stCxn id="9" idx="6"/>
              <a:endCxn id="32" idx="2"/>
            </p:cNvCxnSpPr>
            <p:nvPr/>
          </p:nvCxnSpPr>
          <p:spPr bwMode="auto">
            <a:xfrm>
              <a:off x="2236424" y="2759726"/>
              <a:ext cx="1008163" cy="0"/>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43" name="Straight Connector 42"/>
            <p:cNvCxnSpPr>
              <a:stCxn id="32" idx="7"/>
              <a:endCxn id="30" idx="3"/>
            </p:cNvCxnSpPr>
            <p:nvPr/>
          </p:nvCxnSpPr>
          <p:spPr bwMode="auto">
            <a:xfrm flipV="1">
              <a:off x="3630129" y="2143908"/>
              <a:ext cx="387289" cy="456121"/>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47" name="Straight Connector 46"/>
            <p:cNvCxnSpPr>
              <a:stCxn id="30" idx="6"/>
              <a:endCxn id="31" idx="2"/>
            </p:cNvCxnSpPr>
            <p:nvPr/>
          </p:nvCxnSpPr>
          <p:spPr bwMode="auto">
            <a:xfrm flipV="1">
              <a:off x="4402960" y="1984211"/>
              <a:ext cx="881166" cy="1"/>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50" name="Straight Connector 49"/>
            <p:cNvCxnSpPr>
              <a:stCxn id="31" idx="5"/>
              <a:endCxn id="28" idx="1"/>
            </p:cNvCxnSpPr>
            <p:nvPr/>
          </p:nvCxnSpPr>
          <p:spPr bwMode="auto">
            <a:xfrm>
              <a:off x="5669668" y="2143907"/>
              <a:ext cx="520029" cy="456122"/>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54" name="Straight Connector 53"/>
            <p:cNvCxnSpPr>
              <a:stCxn id="33" idx="6"/>
              <a:endCxn id="28" idx="2"/>
            </p:cNvCxnSpPr>
            <p:nvPr/>
          </p:nvCxnSpPr>
          <p:spPr bwMode="auto">
            <a:xfrm>
              <a:off x="5101293" y="2759726"/>
              <a:ext cx="1022255" cy="0"/>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57" name="Straight Connector 56"/>
            <p:cNvCxnSpPr>
              <a:stCxn id="32" idx="6"/>
              <a:endCxn id="33" idx="2"/>
            </p:cNvCxnSpPr>
            <p:nvPr/>
          </p:nvCxnSpPr>
          <p:spPr bwMode="auto">
            <a:xfrm>
              <a:off x="3696278" y="2759726"/>
              <a:ext cx="953324" cy="0"/>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70" name="Straight Connector 69"/>
            <p:cNvCxnSpPr>
              <a:stCxn id="30" idx="5"/>
              <a:endCxn id="33" idx="1"/>
            </p:cNvCxnSpPr>
            <p:nvPr/>
          </p:nvCxnSpPr>
          <p:spPr bwMode="auto">
            <a:xfrm>
              <a:off x="4336811" y="2143908"/>
              <a:ext cx="378940" cy="456121"/>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sp>
        <p:nvSpPr>
          <p:cNvPr id="90119" name="Arc 90118"/>
          <p:cNvSpPr/>
          <p:nvPr/>
        </p:nvSpPr>
        <p:spPr bwMode="auto">
          <a:xfrm rot="10800000">
            <a:off x="4827562" y="2613184"/>
            <a:ext cx="2754445" cy="901474"/>
          </a:xfrm>
          <a:prstGeom prst="arc">
            <a:avLst>
              <a:gd name="adj1" fmla="val 10920557"/>
              <a:gd name="adj2" fmla="val 0"/>
            </a:avLst>
          </a:prstGeom>
          <a:no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vert="horz" wrap="none" lIns="91440" tIns="45720" rIns="91440" bIns="45720" numCol="1" rtlCol="0" anchor="t" anchorCtr="0" compatLnSpc="1">
            <a:prstTxWarp prst="textNoShape">
              <a:avLst/>
            </a:prstTxWarp>
          </a:bodyPr>
          <a:lstStyle/>
          <a:p>
            <a:pPr eaLnBrk="0" fontAlgn="base" hangingPunct="0">
              <a:spcBef>
                <a:spcPct val="0"/>
              </a:spcBef>
              <a:spcAft>
                <a:spcPct val="0"/>
              </a:spcAft>
            </a:pPr>
            <a:endParaRPr lang="en-US">
              <a:latin typeface="Arial" charset="0"/>
            </a:endParaRPr>
          </a:p>
        </p:txBody>
      </p:sp>
      <p:grpSp>
        <p:nvGrpSpPr>
          <p:cNvPr id="90120" name="Group 90119"/>
          <p:cNvGrpSpPr/>
          <p:nvPr/>
        </p:nvGrpSpPr>
        <p:grpSpPr>
          <a:xfrm>
            <a:off x="3237124" y="3857605"/>
            <a:ext cx="1477848" cy="430887"/>
            <a:chOff x="1713124" y="3416924"/>
            <a:chExt cx="1477848" cy="430887"/>
          </a:xfrm>
        </p:grpSpPr>
        <p:cxnSp>
          <p:nvCxnSpPr>
            <p:cNvPr id="90118" name="Straight Arrow Connector 90117"/>
            <p:cNvCxnSpPr/>
            <p:nvPr/>
          </p:nvCxnSpPr>
          <p:spPr bwMode="auto">
            <a:xfrm>
              <a:off x="1713124" y="3434519"/>
              <a:ext cx="1477848" cy="0"/>
            </a:xfrm>
            <a:prstGeom prst="straightConnector1">
              <a:avLst/>
            </a:prstGeom>
            <a:solidFill>
              <a:schemeClr val="accent1"/>
            </a:solidFill>
            <a:ln w="9525" cap="flat" cmpd="sng" algn="ctr">
              <a:solidFill>
                <a:srgbClr val="FF0000"/>
              </a:solidFill>
              <a:prstDash val="dash"/>
              <a:round/>
              <a:headEnd type="triangle" w="lg" len="med"/>
              <a:tailEnd type="triangle" w="lg"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sp>
          <p:nvSpPr>
            <p:cNvPr id="80" name="TextBox 79"/>
            <p:cNvSpPr txBox="1"/>
            <p:nvPr/>
          </p:nvSpPr>
          <p:spPr>
            <a:xfrm>
              <a:off x="2063541" y="3416924"/>
              <a:ext cx="819455" cy="430887"/>
            </a:xfrm>
            <a:prstGeom prst="rect">
              <a:avLst/>
            </a:prstGeom>
            <a:noFill/>
          </p:spPr>
          <p:txBody>
            <a:bodyPr wrap="none" rtlCol="0">
              <a:spAutoFit/>
            </a:bodyPr>
            <a:lstStyle/>
            <a:p>
              <a:r>
                <a:rPr lang="en-US" sz="2200" i="1" dirty="0">
                  <a:solidFill>
                    <a:srgbClr val="FF0000"/>
                  </a:solidFill>
                  <a:latin typeface="Times New Roman" charset="0"/>
                  <a:ea typeface="Times New Roman" charset="0"/>
                  <a:cs typeface="Times New Roman" charset="0"/>
                </a:rPr>
                <a:t>c(</a:t>
              </a:r>
              <a:r>
                <a:rPr lang="en-US" sz="2200" i="1" dirty="0" err="1">
                  <a:solidFill>
                    <a:srgbClr val="FF0000"/>
                  </a:solidFill>
                  <a:latin typeface="Times New Roman" charset="0"/>
                  <a:ea typeface="Times New Roman" charset="0"/>
                  <a:cs typeface="Times New Roman" charset="0"/>
                </a:rPr>
                <a:t>x,v</a:t>
              </a:r>
              <a:r>
                <a:rPr lang="en-US" sz="2200" i="1" dirty="0">
                  <a:solidFill>
                    <a:srgbClr val="FF0000"/>
                  </a:solidFill>
                  <a:latin typeface="Times New Roman" charset="0"/>
                  <a:ea typeface="Times New Roman" charset="0"/>
                  <a:cs typeface="Times New Roman" charset="0"/>
                </a:rPr>
                <a:t>)</a:t>
              </a:r>
            </a:p>
          </p:txBody>
        </p:sp>
      </p:grpSp>
      <p:grpSp>
        <p:nvGrpSpPr>
          <p:cNvPr id="83" name="Group 82"/>
          <p:cNvGrpSpPr/>
          <p:nvPr/>
        </p:nvGrpSpPr>
        <p:grpSpPr>
          <a:xfrm>
            <a:off x="4741373" y="3875200"/>
            <a:ext cx="2826729" cy="430887"/>
            <a:chOff x="1713124" y="3427285"/>
            <a:chExt cx="2826729" cy="430887"/>
          </a:xfrm>
        </p:grpSpPr>
        <p:cxnSp>
          <p:nvCxnSpPr>
            <p:cNvPr id="84" name="Straight Arrow Connector 83"/>
            <p:cNvCxnSpPr/>
            <p:nvPr/>
          </p:nvCxnSpPr>
          <p:spPr bwMode="auto">
            <a:xfrm flipV="1">
              <a:off x="1713124" y="3427285"/>
              <a:ext cx="2826729" cy="7234"/>
            </a:xfrm>
            <a:prstGeom prst="straightConnector1">
              <a:avLst/>
            </a:prstGeom>
            <a:solidFill>
              <a:schemeClr val="accent1"/>
            </a:solidFill>
            <a:ln w="9525" cap="flat" cmpd="sng" algn="ctr">
              <a:solidFill>
                <a:srgbClr val="FF0000"/>
              </a:solidFill>
              <a:prstDash val="dash"/>
              <a:round/>
              <a:headEnd type="triangle" w="lg" len="med"/>
              <a:tailEnd type="triangle" w="lg"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sp>
          <p:nvSpPr>
            <p:cNvPr id="85" name="TextBox 84"/>
            <p:cNvSpPr txBox="1"/>
            <p:nvPr/>
          </p:nvSpPr>
          <p:spPr>
            <a:xfrm>
              <a:off x="2703560" y="3427285"/>
              <a:ext cx="723275" cy="430887"/>
            </a:xfrm>
            <a:prstGeom prst="rect">
              <a:avLst/>
            </a:prstGeom>
            <a:noFill/>
          </p:spPr>
          <p:txBody>
            <a:bodyPr wrap="none" rtlCol="0">
              <a:spAutoFit/>
            </a:bodyPr>
            <a:lstStyle/>
            <a:p>
              <a:r>
                <a:rPr lang="en-US" sz="2200" i="1" dirty="0">
                  <a:solidFill>
                    <a:srgbClr val="FF0000"/>
                  </a:solidFill>
                  <a:latin typeface="Times New Roman" charset="0"/>
                  <a:ea typeface="Times New Roman" charset="0"/>
                  <a:cs typeface="Times New Roman" charset="0"/>
                </a:rPr>
                <a:t>d</a:t>
              </a:r>
              <a:r>
                <a:rPr lang="en-US" sz="2200" i="1" baseline="-25000" dirty="0">
                  <a:solidFill>
                    <a:srgbClr val="FF0000"/>
                  </a:solidFill>
                  <a:latin typeface="Times New Roman" charset="0"/>
                  <a:ea typeface="Times New Roman" charset="0"/>
                  <a:cs typeface="Times New Roman" charset="0"/>
                </a:rPr>
                <a:t>v</a:t>
              </a:r>
              <a:r>
                <a:rPr lang="en-US" sz="2200" i="1" dirty="0">
                  <a:solidFill>
                    <a:srgbClr val="FF0000"/>
                  </a:solidFill>
                  <a:latin typeface="Times New Roman" charset="0"/>
                  <a:ea typeface="Times New Roman" charset="0"/>
                  <a:cs typeface="Times New Roman" charset="0"/>
                </a:rPr>
                <a:t>(y)</a:t>
              </a:r>
            </a:p>
          </p:txBody>
        </p:sp>
      </p:grpSp>
      <p:sp>
        <p:nvSpPr>
          <p:cNvPr id="88" name="Rectangle 5"/>
          <p:cNvSpPr>
            <a:spLocks noChangeArrowheads="1"/>
          </p:cNvSpPr>
          <p:nvPr/>
        </p:nvSpPr>
        <p:spPr bwMode="auto">
          <a:xfrm>
            <a:off x="2197894" y="5699208"/>
            <a:ext cx="7772400" cy="9494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marL="342900" indent="-342900">
              <a:defRPr>
                <a:solidFill>
                  <a:schemeClr val="tx1"/>
                </a:solidFill>
                <a:latin typeface="Arial" charset="0"/>
                <a:ea typeface="ＭＳ Ｐゴシック" pitchFamily="34" charset="-128"/>
              </a:defRPr>
            </a:lvl1pPr>
            <a:lvl2pPr marL="742950" indent="-285750">
              <a:defRPr>
                <a:solidFill>
                  <a:schemeClr val="tx1"/>
                </a:solidFill>
                <a:latin typeface="Arial" charset="0"/>
                <a:ea typeface="ＭＳ Ｐゴシック" pitchFamily="34" charset="-128"/>
              </a:defRPr>
            </a:lvl2pPr>
            <a:lvl3pPr marL="1143000" indent="-228600">
              <a:defRPr>
                <a:solidFill>
                  <a:schemeClr val="tx1"/>
                </a:solidFill>
                <a:latin typeface="Arial" charset="0"/>
                <a:ea typeface="ＭＳ Ｐゴシック" pitchFamily="34" charset="-128"/>
              </a:defRPr>
            </a:lvl3pPr>
            <a:lvl4pPr marL="1600200" indent="-228600">
              <a:defRPr>
                <a:solidFill>
                  <a:schemeClr val="tx1"/>
                </a:solidFill>
                <a:latin typeface="Arial" charset="0"/>
                <a:ea typeface="ＭＳ Ｐゴシック" pitchFamily="34" charset="-128"/>
              </a:defRPr>
            </a:lvl4pPr>
            <a:lvl5pPr marL="2057400" indent="-22860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spcBef>
                <a:spcPct val="20000"/>
              </a:spcBef>
              <a:buClr>
                <a:srgbClr val="000099"/>
              </a:buClr>
              <a:buSzPct val="65000"/>
              <a:buFont typeface="Wingdings" pitchFamily="2" charset="2"/>
              <a:buChar char="v"/>
            </a:pPr>
            <a:r>
              <a:rPr lang="en-US" altLang="en-US" sz="2200" dirty="0">
                <a:latin typeface="Arial"/>
                <a:cs typeface="Arial"/>
              </a:rPr>
              <a:t>under minor, natural conditions, the estimate </a:t>
            </a:r>
            <a:endParaRPr lang="en-US" altLang="en-US" sz="2200" i="1" dirty="0">
              <a:solidFill>
                <a:srgbClr val="FF0000"/>
              </a:solidFill>
              <a:latin typeface="Arial"/>
              <a:cs typeface="Arial"/>
            </a:endParaRPr>
          </a:p>
          <a:p>
            <a:pPr marL="0" indent="0">
              <a:spcBef>
                <a:spcPct val="20000"/>
              </a:spcBef>
              <a:buClr>
                <a:srgbClr val="000099"/>
              </a:buClr>
              <a:buSzPct val="65000"/>
            </a:pPr>
            <a:r>
              <a:rPr lang="en-US" altLang="en-US" sz="2200" i="1" dirty="0">
                <a:solidFill>
                  <a:srgbClr val="FF0000"/>
                </a:solidFill>
                <a:latin typeface="Arial"/>
                <a:cs typeface="Arial"/>
              </a:rPr>
              <a:t>    converge to the actual least cost</a:t>
            </a:r>
            <a:r>
              <a:rPr lang="en-US" altLang="en-US" sz="2200" dirty="0">
                <a:latin typeface="Arial"/>
                <a:cs typeface="Arial"/>
              </a:rPr>
              <a:t> </a:t>
            </a:r>
          </a:p>
        </p:txBody>
      </p:sp>
      <p:graphicFrame>
        <p:nvGraphicFramePr>
          <p:cNvPr id="89" name="Object 88"/>
          <p:cNvGraphicFramePr>
            <a:graphicFrameLocks noChangeAspect="1"/>
          </p:cNvGraphicFramePr>
          <p:nvPr>
            <p:extLst/>
          </p:nvPr>
        </p:nvGraphicFramePr>
        <p:xfrm>
          <a:off x="8231890" y="5734018"/>
          <a:ext cx="736600" cy="431800"/>
        </p:xfrm>
        <a:graphic>
          <a:graphicData uri="http://schemas.openxmlformats.org/presentationml/2006/ole">
            <mc:AlternateContent xmlns:mc="http://schemas.openxmlformats.org/markup-compatibility/2006">
              <mc:Choice xmlns:v="urn:schemas-microsoft-com:vml" Requires="v">
                <p:oleObj spid="_x0000_s3152" name="Equation" r:id="rId5" imgW="368300" imgH="215900" progId="Equation.3">
                  <p:embed/>
                </p:oleObj>
              </mc:Choice>
              <mc:Fallback>
                <p:oleObj name="Equation" r:id="rId5" imgW="368300" imgH="215900" progId="Equation.3">
                  <p:embed/>
                  <p:pic>
                    <p:nvPicPr>
                      <p:cNvPr id="89" name="Object 88"/>
                      <p:cNvPicPr/>
                      <p:nvPr/>
                    </p:nvPicPr>
                    <p:blipFill>
                      <a:blip r:embed="rId6"/>
                      <a:stretch>
                        <a:fillRect/>
                      </a:stretch>
                    </p:blipFill>
                    <p:spPr>
                      <a:xfrm>
                        <a:off x="8231890" y="5734018"/>
                        <a:ext cx="736600" cy="431800"/>
                      </a:xfrm>
                      <a:prstGeom prst="rect">
                        <a:avLst/>
                      </a:prstGeom>
                    </p:spPr>
                  </p:pic>
                </p:oleObj>
              </mc:Fallback>
            </mc:AlternateContent>
          </a:graphicData>
        </a:graphic>
      </p:graphicFrame>
      <p:graphicFrame>
        <p:nvGraphicFramePr>
          <p:cNvPr id="90" name="Object 89"/>
          <p:cNvGraphicFramePr>
            <a:graphicFrameLocks noChangeAspect="1"/>
          </p:cNvGraphicFramePr>
          <p:nvPr>
            <p:extLst/>
          </p:nvPr>
        </p:nvGraphicFramePr>
        <p:xfrm>
          <a:off x="6745288" y="6145213"/>
          <a:ext cx="736600" cy="431800"/>
        </p:xfrm>
        <a:graphic>
          <a:graphicData uri="http://schemas.openxmlformats.org/presentationml/2006/ole">
            <mc:AlternateContent xmlns:mc="http://schemas.openxmlformats.org/markup-compatibility/2006">
              <mc:Choice xmlns:v="urn:schemas-microsoft-com:vml" Requires="v">
                <p:oleObj spid="_x0000_s3153" name="Equation" r:id="rId7" imgW="368300" imgH="215900" progId="Equation.3">
                  <p:embed/>
                </p:oleObj>
              </mc:Choice>
              <mc:Fallback>
                <p:oleObj name="Equation" r:id="rId7" imgW="368300" imgH="215900" progId="Equation.3">
                  <p:embed/>
                  <p:pic>
                    <p:nvPicPr>
                      <p:cNvPr id="90" name="Object 89"/>
                      <p:cNvPicPr/>
                      <p:nvPr/>
                    </p:nvPicPr>
                    <p:blipFill>
                      <a:blip r:embed="rId8"/>
                      <a:stretch>
                        <a:fillRect/>
                      </a:stretch>
                    </p:blipFill>
                    <p:spPr>
                      <a:xfrm>
                        <a:off x="6745288" y="6145213"/>
                        <a:ext cx="736600" cy="431800"/>
                      </a:xfrm>
                      <a:prstGeom prst="rect">
                        <a:avLst/>
                      </a:prstGeom>
                    </p:spPr>
                  </p:pic>
                </p:oleObj>
              </mc:Fallback>
            </mc:AlternateContent>
          </a:graphicData>
        </a:graphic>
      </p:graphicFrame>
      <p:grpSp>
        <p:nvGrpSpPr>
          <p:cNvPr id="91" name="Group 90"/>
          <p:cNvGrpSpPr/>
          <p:nvPr/>
        </p:nvGrpSpPr>
        <p:grpSpPr>
          <a:xfrm>
            <a:off x="3219005" y="985554"/>
            <a:ext cx="4349097" cy="430887"/>
            <a:chOff x="1713124" y="3007689"/>
            <a:chExt cx="4349097" cy="430887"/>
          </a:xfrm>
        </p:grpSpPr>
        <p:cxnSp>
          <p:nvCxnSpPr>
            <p:cNvPr id="92" name="Straight Arrow Connector 91"/>
            <p:cNvCxnSpPr/>
            <p:nvPr/>
          </p:nvCxnSpPr>
          <p:spPr bwMode="auto">
            <a:xfrm>
              <a:off x="1713124" y="3434519"/>
              <a:ext cx="4349097" cy="1570"/>
            </a:xfrm>
            <a:prstGeom prst="straightConnector1">
              <a:avLst/>
            </a:prstGeom>
            <a:solidFill>
              <a:schemeClr val="accent1"/>
            </a:solidFill>
            <a:ln w="9525" cap="flat" cmpd="sng" algn="ctr">
              <a:solidFill>
                <a:srgbClr val="FF0000"/>
              </a:solidFill>
              <a:prstDash val="dash"/>
              <a:round/>
              <a:headEnd type="triangle" w="lg" len="med"/>
              <a:tailEnd type="triangle" w="lg"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sp>
          <p:nvSpPr>
            <p:cNvPr id="93" name="TextBox 92"/>
            <p:cNvSpPr txBox="1"/>
            <p:nvPr/>
          </p:nvSpPr>
          <p:spPr>
            <a:xfrm>
              <a:off x="3555223" y="3007689"/>
              <a:ext cx="723275" cy="430887"/>
            </a:xfrm>
            <a:prstGeom prst="rect">
              <a:avLst/>
            </a:prstGeom>
            <a:noFill/>
          </p:spPr>
          <p:txBody>
            <a:bodyPr wrap="none" rtlCol="0">
              <a:spAutoFit/>
            </a:bodyPr>
            <a:lstStyle/>
            <a:p>
              <a:r>
                <a:rPr lang="en-US" sz="2200" i="1" dirty="0">
                  <a:solidFill>
                    <a:srgbClr val="FF0000"/>
                  </a:solidFill>
                  <a:latin typeface="Times New Roman" charset="0"/>
                  <a:ea typeface="Times New Roman" charset="0"/>
                  <a:cs typeface="Times New Roman" charset="0"/>
                </a:rPr>
                <a:t>d</a:t>
              </a:r>
              <a:r>
                <a:rPr lang="en-US" sz="2200" i="1" baseline="-25000" dirty="0">
                  <a:solidFill>
                    <a:srgbClr val="FF0000"/>
                  </a:solidFill>
                  <a:latin typeface="Times New Roman" charset="0"/>
                  <a:ea typeface="Times New Roman" charset="0"/>
                  <a:cs typeface="Times New Roman" charset="0"/>
                </a:rPr>
                <a:t>x</a:t>
              </a:r>
              <a:r>
                <a:rPr lang="en-US" sz="2200" i="1" dirty="0">
                  <a:solidFill>
                    <a:srgbClr val="FF0000"/>
                  </a:solidFill>
                  <a:latin typeface="Times New Roman" charset="0"/>
                  <a:ea typeface="Times New Roman" charset="0"/>
                  <a:cs typeface="Times New Roman" charset="0"/>
                </a:rPr>
                <a:t>(y)</a:t>
              </a:r>
            </a:p>
          </p:txBody>
        </p:sp>
      </p:grpSp>
      <p:sp>
        <p:nvSpPr>
          <p:cNvPr id="42" name="Slide Number Placeholder 4">
            <a:extLst>
              <a:ext uri="{FF2B5EF4-FFF2-40B4-BE49-F238E27FC236}">
                <a16:creationId xmlns:a16="http://schemas.microsoft.com/office/drawing/2014/main" id="{20951948-B008-E644-A413-AF8F2E6FBCAF}"/>
              </a:ext>
            </a:extLst>
          </p:cNvPr>
          <p:cNvSpPr>
            <a:spLocks noGrp="1"/>
          </p:cNvSpPr>
          <p:nvPr>
            <p:ph type="sldNum" sz="quarter" idx="4"/>
          </p:nvPr>
        </p:nvSpPr>
        <p:spPr>
          <a:xfrm>
            <a:off x="9219616" y="6443089"/>
            <a:ext cx="2743200" cy="365125"/>
          </a:xfrm>
        </p:spPr>
        <p:txBody>
          <a:bodyPr/>
          <a:lstStyle/>
          <a:p>
            <a:r>
              <a:rPr lang="en-US" smtClean="0"/>
              <a:t>Network Layer: 5-</a:t>
            </a:r>
            <a:fld id="{C4204591-24BD-A542-B9D5-F8D8A88D2FEE}" type="slidenum">
              <a:rPr lang="en-US" smtClean="0"/>
              <a:pPr/>
              <a:t>28</a:t>
            </a:fld>
            <a:endParaRPr lang="en-US" dirty="0"/>
          </a:p>
        </p:txBody>
      </p:sp>
    </p:spTree>
    <p:extLst>
      <p:ext uri="{BB962C8B-B14F-4D97-AF65-F5344CB8AC3E}">
        <p14:creationId xmlns:p14="http://schemas.microsoft.com/office/powerpoint/2010/main" val="5503793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90115"/>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76"/>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90119"/>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91"/>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90120"/>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83"/>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88"/>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90"/>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8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119" grpId="0" animBg="1"/>
      <p:bldP spid="88"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 name="Group 17"/>
          <p:cNvGrpSpPr/>
          <p:nvPr/>
        </p:nvGrpSpPr>
        <p:grpSpPr>
          <a:xfrm>
            <a:off x="1622529" y="3569280"/>
            <a:ext cx="5802238" cy="3186076"/>
            <a:chOff x="98529" y="3569280"/>
            <a:chExt cx="5802238" cy="3186076"/>
          </a:xfrm>
        </p:grpSpPr>
        <p:sp>
          <p:nvSpPr>
            <p:cNvPr id="8" name="Rectangle 7"/>
            <p:cNvSpPr/>
            <p:nvPr/>
          </p:nvSpPr>
          <p:spPr bwMode="auto">
            <a:xfrm>
              <a:off x="98529" y="3569280"/>
              <a:ext cx="5802238" cy="3186076"/>
            </a:xfrm>
            <a:prstGeom prst="rect">
              <a:avLst/>
            </a:prstGeom>
            <a:solidFill>
              <a:schemeClr val="bg1">
                <a:lumMod val="85000"/>
              </a:schemeClr>
            </a:solid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eaLnBrk="0" fontAlgn="base" hangingPunct="0">
                <a:spcBef>
                  <a:spcPct val="0"/>
                </a:spcBef>
                <a:spcAft>
                  <a:spcPct val="0"/>
                </a:spcAft>
              </a:pPr>
              <a:endParaRPr lang="en-US">
                <a:latin typeface="Arial" charset="0"/>
              </a:endParaRPr>
            </a:p>
          </p:txBody>
        </p:sp>
        <p:cxnSp>
          <p:nvCxnSpPr>
            <p:cNvPr id="64" name="Straight Connector 63"/>
            <p:cNvCxnSpPr/>
            <p:nvPr/>
          </p:nvCxnSpPr>
          <p:spPr bwMode="auto">
            <a:xfrm>
              <a:off x="825351" y="4284203"/>
              <a:ext cx="1" cy="2361792"/>
            </a:xfrm>
            <a:prstGeom prst="line">
              <a:avLst/>
            </a:prstGeom>
            <a:solidFill>
              <a:schemeClr val="accent1"/>
            </a:solidFill>
            <a:ln w="12700" cap="flat" cmpd="sng" algn="ctr">
              <a:solidFill>
                <a:schemeClr val="tx1"/>
              </a:solidFill>
              <a:prstDash val="dash"/>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67" name="Straight Connector 66"/>
            <p:cNvCxnSpPr/>
            <p:nvPr/>
          </p:nvCxnSpPr>
          <p:spPr bwMode="auto">
            <a:xfrm>
              <a:off x="2315163" y="4284203"/>
              <a:ext cx="1" cy="2361792"/>
            </a:xfrm>
            <a:prstGeom prst="line">
              <a:avLst/>
            </a:prstGeom>
            <a:solidFill>
              <a:schemeClr val="accent1"/>
            </a:solidFill>
            <a:ln w="12700" cap="flat" cmpd="sng" algn="ctr">
              <a:solidFill>
                <a:schemeClr val="tx1"/>
              </a:solidFill>
              <a:prstDash val="dash"/>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71" name="Straight Connector 70"/>
            <p:cNvCxnSpPr/>
            <p:nvPr/>
          </p:nvCxnSpPr>
          <p:spPr bwMode="auto">
            <a:xfrm>
              <a:off x="5168292" y="4284203"/>
              <a:ext cx="1" cy="2361792"/>
            </a:xfrm>
            <a:prstGeom prst="line">
              <a:avLst/>
            </a:prstGeom>
            <a:solidFill>
              <a:schemeClr val="accent1"/>
            </a:solidFill>
            <a:ln w="12700" cap="flat" cmpd="sng" algn="ctr">
              <a:solidFill>
                <a:schemeClr val="tx1"/>
              </a:solidFill>
              <a:prstDash val="dash"/>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nvGrpSpPr>
            <p:cNvPr id="17" name="Group 16"/>
            <p:cNvGrpSpPr/>
            <p:nvPr/>
          </p:nvGrpSpPr>
          <p:grpSpPr>
            <a:xfrm>
              <a:off x="381562" y="5151374"/>
              <a:ext cx="451691" cy="451691"/>
              <a:chOff x="381562" y="5151374"/>
              <a:chExt cx="451691" cy="451691"/>
            </a:xfrm>
          </p:grpSpPr>
          <p:sp>
            <p:nvSpPr>
              <p:cNvPr id="73" name="Oval 72"/>
              <p:cNvSpPr/>
              <p:nvPr/>
            </p:nvSpPr>
            <p:spPr bwMode="auto">
              <a:xfrm>
                <a:off x="381562" y="5151374"/>
                <a:ext cx="451691" cy="451691"/>
              </a:xfrm>
              <a:prstGeom prst="ellipse">
                <a:avLst/>
              </a:prstGeom>
              <a:solidFill>
                <a:srgbClr val="FF0000"/>
              </a:solidFill>
              <a:ln w="9525" cap="flat" cmpd="sng" algn="ctr">
                <a:no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vert="horz" wrap="none" lIns="91440" tIns="45720" rIns="91440" bIns="45720" numCol="1" rtlCol="0" anchor="t" anchorCtr="0" compatLnSpc="1">
                <a:prstTxWarp prst="textNoShape">
                  <a:avLst/>
                </a:prstTxWarp>
              </a:bodyPr>
              <a:lstStyle/>
              <a:p>
                <a:pPr eaLnBrk="0" fontAlgn="base" hangingPunct="0">
                  <a:spcBef>
                    <a:spcPct val="0"/>
                  </a:spcBef>
                  <a:spcAft>
                    <a:spcPct val="0"/>
                  </a:spcAft>
                </a:pPr>
                <a:endParaRPr lang="en-US">
                  <a:latin typeface="Arial" charset="0"/>
                </a:endParaRPr>
              </a:p>
            </p:txBody>
          </p:sp>
          <p:sp>
            <p:nvSpPr>
              <p:cNvPr id="75" name="TextBox 74"/>
              <p:cNvSpPr txBox="1"/>
              <p:nvPr/>
            </p:nvSpPr>
            <p:spPr>
              <a:xfrm>
                <a:off x="452557" y="5151374"/>
                <a:ext cx="325730" cy="430887"/>
              </a:xfrm>
              <a:prstGeom prst="rect">
                <a:avLst/>
              </a:prstGeom>
              <a:noFill/>
            </p:spPr>
            <p:txBody>
              <a:bodyPr wrap="none" rtlCol="0">
                <a:spAutoFit/>
              </a:bodyPr>
              <a:lstStyle/>
              <a:p>
                <a:r>
                  <a:rPr lang="en-US" sz="2200" i="1" dirty="0">
                    <a:solidFill>
                      <a:schemeClr val="bg1"/>
                    </a:solidFill>
                    <a:latin typeface="Times New Roman" charset="0"/>
                    <a:ea typeface="Times New Roman" charset="0"/>
                    <a:cs typeface="Times New Roman" charset="0"/>
                  </a:rPr>
                  <a:t>u</a:t>
                </a:r>
              </a:p>
            </p:txBody>
          </p:sp>
        </p:grpSp>
        <p:grpSp>
          <p:nvGrpSpPr>
            <p:cNvPr id="16" name="Group 15"/>
            <p:cNvGrpSpPr/>
            <p:nvPr/>
          </p:nvGrpSpPr>
          <p:grpSpPr>
            <a:xfrm>
              <a:off x="5158297" y="5063783"/>
              <a:ext cx="451691" cy="506436"/>
              <a:chOff x="5158297" y="5063783"/>
              <a:chExt cx="451691" cy="506436"/>
            </a:xfrm>
          </p:grpSpPr>
          <p:sp>
            <p:nvSpPr>
              <p:cNvPr id="77" name="Oval 76"/>
              <p:cNvSpPr/>
              <p:nvPr/>
            </p:nvSpPr>
            <p:spPr bwMode="auto">
              <a:xfrm>
                <a:off x="5158297" y="5118528"/>
                <a:ext cx="451691" cy="451691"/>
              </a:xfrm>
              <a:prstGeom prst="ellipse">
                <a:avLst/>
              </a:prstGeom>
              <a:solidFill>
                <a:schemeClr val="bg1"/>
              </a:solidFill>
              <a:ln w="9525" cap="flat" cmpd="sng" algn="ctr">
                <a:solidFill>
                  <a:srgbClr val="FF0000"/>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vert="horz" wrap="none" lIns="91440" tIns="45720" rIns="91440" bIns="45720" numCol="1" rtlCol="0" anchor="t" anchorCtr="0" compatLnSpc="1">
                <a:prstTxWarp prst="textNoShape">
                  <a:avLst/>
                </a:prstTxWarp>
              </a:bodyPr>
              <a:lstStyle/>
              <a:p>
                <a:pPr eaLnBrk="0" fontAlgn="base" hangingPunct="0">
                  <a:spcBef>
                    <a:spcPct val="0"/>
                  </a:spcBef>
                  <a:spcAft>
                    <a:spcPct val="0"/>
                  </a:spcAft>
                </a:pPr>
                <a:endParaRPr lang="en-US">
                  <a:latin typeface="Arial" charset="0"/>
                </a:endParaRPr>
              </a:p>
            </p:txBody>
          </p:sp>
          <p:sp>
            <p:nvSpPr>
              <p:cNvPr id="79" name="TextBox 78"/>
              <p:cNvSpPr txBox="1"/>
              <p:nvPr/>
            </p:nvSpPr>
            <p:spPr>
              <a:xfrm>
                <a:off x="5229292" y="5063783"/>
                <a:ext cx="293670" cy="430887"/>
              </a:xfrm>
              <a:prstGeom prst="rect">
                <a:avLst/>
              </a:prstGeom>
              <a:noFill/>
            </p:spPr>
            <p:txBody>
              <a:bodyPr wrap="none" rtlCol="0">
                <a:spAutoFit/>
              </a:bodyPr>
              <a:lstStyle/>
              <a:p>
                <a:r>
                  <a:rPr lang="en-US" sz="2200" i="1" dirty="0">
                    <a:solidFill>
                      <a:srgbClr val="FF0000"/>
                    </a:solidFill>
                    <a:latin typeface="Times New Roman" charset="0"/>
                    <a:ea typeface="Times New Roman" charset="0"/>
                    <a:cs typeface="Times New Roman" charset="0"/>
                  </a:rPr>
                  <a:t>z</a:t>
                </a:r>
              </a:p>
            </p:txBody>
          </p:sp>
        </p:grpSp>
      </p:grpSp>
      <p:pic>
        <p:nvPicPr>
          <p:cNvPr id="60" name="Picture 59" descr="Screen Shot 2016-04-16 at 10.25.22 PM.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259994" y="1527171"/>
            <a:ext cx="4326935" cy="2890590"/>
          </a:xfrm>
          <a:prstGeom prst="rect">
            <a:avLst/>
          </a:prstGeom>
        </p:spPr>
      </p:pic>
      <p:sp>
        <p:nvSpPr>
          <p:cNvPr id="75779" name="Slide Number Placeholder 4"/>
          <p:cNvSpPr>
            <a:spLocks noGrp="1"/>
          </p:cNvSpPr>
          <p:nvPr>
            <p:ph type="sldNum" sz="quarter" idx="12"/>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a:solidFill>
                  <a:schemeClr val="tx1"/>
                </a:solidFill>
                <a:latin typeface="Arial" charset="0"/>
                <a:ea typeface="ＭＳ Ｐゴシック" pitchFamily="34" charset="-128"/>
              </a:defRPr>
            </a:lvl1pPr>
            <a:lvl2pPr marL="742950" indent="-285750">
              <a:defRPr>
                <a:solidFill>
                  <a:schemeClr val="tx1"/>
                </a:solidFill>
                <a:latin typeface="Arial" charset="0"/>
                <a:ea typeface="ＭＳ Ｐゴシック" pitchFamily="34" charset="-128"/>
              </a:defRPr>
            </a:lvl2pPr>
            <a:lvl3pPr marL="1143000" indent="-228600">
              <a:defRPr>
                <a:solidFill>
                  <a:schemeClr val="tx1"/>
                </a:solidFill>
                <a:latin typeface="Arial" charset="0"/>
                <a:ea typeface="ＭＳ Ｐゴシック" pitchFamily="34" charset="-128"/>
              </a:defRPr>
            </a:lvl3pPr>
            <a:lvl4pPr marL="1600200" indent="-228600">
              <a:defRPr>
                <a:solidFill>
                  <a:schemeClr val="tx1"/>
                </a:solidFill>
                <a:latin typeface="Arial" charset="0"/>
                <a:ea typeface="ＭＳ Ｐゴシック" pitchFamily="34" charset="-128"/>
              </a:defRPr>
            </a:lvl4pPr>
            <a:lvl5pPr marL="2057400" indent="-22860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r>
              <a:rPr lang="en-US" altLang="en-US" dirty="0">
                <a:latin typeface="Tahoma" pitchFamily="34" charset="0"/>
              </a:rPr>
              <a:t>5</a:t>
            </a:r>
            <a:r>
              <a:rPr lang="en-US" altLang="en-US" dirty="0" smtClean="0">
                <a:latin typeface="Tahoma" pitchFamily="34" charset="0"/>
              </a:rPr>
              <a:t>-</a:t>
            </a:r>
            <a:fld id="{B712E6B2-561F-4E53-8F09-7AF5A4A62D18}" type="slidenum">
              <a:rPr lang="en-US" altLang="en-US" smtClean="0">
                <a:latin typeface="Tahoma" pitchFamily="34" charset="0"/>
              </a:rPr>
              <a:pPr/>
              <a:t>29</a:t>
            </a:fld>
            <a:endParaRPr lang="en-US" altLang="en-US" dirty="0">
              <a:latin typeface="Tahoma" pitchFamily="34" charset="0"/>
            </a:endParaRPr>
          </a:p>
        </p:txBody>
      </p:sp>
      <p:sp>
        <p:nvSpPr>
          <p:cNvPr id="75783" name="Text Box 73"/>
          <p:cNvSpPr txBox="1">
            <a:spLocks noChangeArrowheads="1"/>
          </p:cNvSpPr>
          <p:nvPr/>
        </p:nvSpPr>
        <p:spPr bwMode="auto">
          <a:xfrm>
            <a:off x="1764418" y="1007172"/>
            <a:ext cx="3806876" cy="76944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charset="0"/>
                <a:ea typeface="ＭＳ Ｐゴシック" pitchFamily="34" charset="-128"/>
              </a:defRPr>
            </a:lvl1pPr>
            <a:lvl2pPr marL="742950" indent="-285750">
              <a:defRPr>
                <a:solidFill>
                  <a:schemeClr val="tx1"/>
                </a:solidFill>
                <a:latin typeface="Arial" charset="0"/>
                <a:ea typeface="ＭＳ Ｐゴシック" pitchFamily="34" charset="-128"/>
              </a:defRPr>
            </a:lvl2pPr>
            <a:lvl3pPr marL="1143000" indent="-228600">
              <a:defRPr>
                <a:solidFill>
                  <a:schemeClr val="tx1"/>
                </a:solidFill>
                <a:latin typeface="Arial" charset="0"/>
                <a:ea typeface="ＭＳ Ｐゴシック" pitchFamily="34" charset="-128"/>
              </a:defRPr>
            </a:lvl3pPr>
            <a:lvl4pPr marL="1600200" indent="-228600">
              <a:defRPr>
                <a:solidFill>
                  <a:schemeClr val="tx1"/>
                </a:solidFill>
                <a:latin typeface="Arial" charset="0"/>
                <a:ea typeface="ＭＳ Ｐゴシック" pitchFamily="34" charset="-128"/>
              </a:defRPr>
            </a:lvl4pPr>
            <a:lvl5pPr marL="2057400" indent="-22860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r>
              <a:rPr lang="en-US" altLang="en-US" sz="2200" b="1" u="sng" dirty="0"/>
              <a:t>Example</a:t>
            </a:r>
            <a:r>
              <a:rPr lang="en-US" altLang="en-US" sz="2200" dirty="0"/>
              <a:t>: </a:t>
            </a:r>
            <a:endParaRPr lang="en-US" altLang="en-US" sz="2200" dirty="0">
              <a:solidFill>
                <a:srgbClr val="CC0000"/>
              </a:solidFill>
            </a:endParaRPr>
          </a:p>
          <a:p>
            <a:r>
              <a:rPr lang="en-US" altLang="en-US" sz="2200" dirty="0"/>
              <a:t>Neighbor to </a:t>
            </a:r>
            <a:r>
              <a:rPr lang="en-US" altLang="en-US" sz="2200" i="1" dirty="0">
                <a:solidFill>
                  <a:srgbClr val="FF0000"/>
                </a:solidFill>
                <a:latin typeface="Times New Roman"/>
                <a:cs typeface="Times New Roman"/>
              </a:rPr>
              <a:t>u</a:t>
            </a:r>
            <a:r>
              <a:rPr lang="en-US" altLang="en-US" sz="2200" dirty="0"/>
              <a:t> are </a:t>
            </a:r>
            <a:r>
              <a:rPr lang="en-US" altLang="en-US" sz="2200" i="1" dirty="0">
                <a:solidFill>
                  <a:srgbClr val="FF0000"/>
                </a:solidFill>
                <a:latin typeface="Times New Roman"/>
                <a:cs typeface="Times New Roman"/>
              </a:rPr>
              <a:t>v</a:t>
            </a:r>
            <a:r>
              <a:rPr lang="en-US" altLang="en-US" sz="2200" dirty="0"/>
              <a:t>, </a:t>
            </a:r>
            <a:r>
              <a:rPr lang="en-US" altLang="en-US" sz="2200" i="1" dirty="0">
                <a:solidFill>
                  <a:srgbClr val="FF0000"/>
                </a:solidFill>
                <a:latin typeface="Times New Roman"/>
                <a:cs typeface="Times New Roman"/>
              </a:rPr>
              <a:t>x</a:t>
            </a:r>
            <a:r>
              <a:rPr lang="en-US" altLang="en-US" sz="2200" dirty="0"/>
              <a:t>, and </a:t>
            </a:r>
            <a:r>
              <a:rPr lang="en-US" altLang="en-US" sz="2200" i="1" dirty="0">
                <a:solidFill>
                  <a:srgbClr val="FF0000"/>
                </a:solidFill>
                <a:latin typeface="Times New Roman"/>
                <a:cs typeface="Times New Roman"/>
              </a:rPr>
              <a:t>w</a:t>
            </a:r>
            <a:r>
              <a:rPr lang="en-US" altLang="en-US" sz="2200" dirty="0"/>
              <a:t>;</a:t>
            </a:r>
          </a:p>
        </p:txBody>
      </p:sp>
      <p:sp>
        <p:nvSpPr>
          <p:cNvPr id="86" name="Rectangle 2"/>
          <p:cNvSpPr txBox="1">
            <a:spLocks noChangeArrowheads="1"/>
          </p:cNvSpPr>
          <p:nvPr/>
        </p:nvSpPr>
        <p:spPr bwMode="auto">
          <a:xfrm>
            <a:off x="6021718" y="140786"/>
            <a:ext cx="4646282" cy="6279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l" rtl="0" eaLnBrk="0" fontAlgn="base" hangingPunct="0">
              <a:spcBef>
                <a:spcPct val="0"/>
              </a:spcBef>
              <a:spcAft>
                <a:spcPct val="0"/>
              </a:spcAft>
              <a:defRPr sz="4400">
                <a:solidFill>
                  <a:srgbClr val="000099"/>
                </a:solidFill>
                <a:latin typeface="+mj-lt"/>
                <a:ea typeface="ＭＳ Ｐゴシック" charset="0"/>
                <a:cs typeface="+mj-cs"/>
              </a:defRPr>
            </a:lvl1pPr>
            <a:lvl2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2pPr>
            <a:lvl3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3pPr>
            <a:lvl4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4pPr>
            <a:lvl5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5pPr>
            <a:lvl6pPr marL="457200" algn="l" rtl="0" fontAlgn="base">
              <a:spcBef>
                <a:spcPct val="0"/>
              </a:spcBef>
              <a:spcAft>
                <a:spcPct val="0"/>
              </a:spcAft>
              <a:defRPr sz="4400">
                <a:solidFill>
                  <a:srgbClr val="000099"/>
                </a:solidFill>
                <a:latin typeface="Gill Sans MT" pitchFamily="34" charset="0"/>
                <a:cs typeface="Arial" charset="0"/>
              </a:defRPr>
            </a:lvl6pPr>
            <a:lvl7pPr marL="914400" algn="l" rtl="0" fontAlgn="base">
              <a:spcBef>
                <a:spcPct val="0"/>
              </a:spcBef>
              <a:spcAft>
                <a:spcPct val="0"/>
              </a:spcAft>
              <a:defRPr sz="4400">
                <a:solidFill>
                  <a:srgbClr val="000099"/>
                </a:solidFill>
                <a:latin typeface="Gill Sans MT" pitchFamily="34" charset="0"/>
                <a:cs typeface="Arial" charset="0"/>
              </a:defRPr>
            </a:lvl7pPr>
            <a:lvl8pPr marL="1371600" algn="l" rtl="0" fontAlgn="base">
              <a:spcBef>
                <a:spcPct val="0"/>
              </a:spcBef>
              <a:spcAft>
                <a:spcPct val="0"/>
              </a:spcAft>
              <a:defRPr sz="4400">
                <a:solidFill>
                  <a:srgbClr val="000099"/>
                </a:solidFill>
                <a:latin typeface="Gill Sans MT" pitchFamily="34" charset="0"/>
                <a:cs typeface="Arial" charset="0"/>
              </a:defRPr>
            </a:lvl8pPr>
            <a:lvl9pPr marL="1828800" algn="l" rtl="0" fontAlgn="base">
              <a:spcBef>
                <a:spcPct val="0"/>
              </a:spcBef>
              <a:spcAft>
                <a:spcPct val="0"/>
              </a:spcAft>
              <a:defRPr sz="4400">
                <a:solidFill>
                  <a:srgbClr val="000099"/>
                </a:solidFill>
                <a:latin typeface="Gill Sans MT" pitchFamily="34" charset="0"/>
                <a:cs typeface="Arial" charset="0"/>
              </a:defRPr>
            </a:lvl9pPr>
          </a:lstStyle>
          <a:p>
            <a:pPr algn="r" eaLnBrk="1" hangingPunct="1"/>
            <a:r>
              <a:rPr lang="en-US" altLang="ja-JP" sz="2800" dirty="0">
                <a:solidFill>
                  <a:schemeClr val="tx1"/>
                </a:solidFill>
                <a:latin typeface="Arial"/>
                <a:ea typeface="ＭＳ Ｐゴシック" pitchFamily="34" charset="-128"/>
                <a:cs typeface="Arial"/>
              </a:rPr>
              <a:t>The Distance Vector (DV)</a:t>
            </a:r>
            <a:endParaRPr lang="en-US" sz="2800" dirty="0">
              <a:solidFill>
                <a:schemeClr val="tx1"/>
              </a:solidFill>
              <a:latin typeface="Arial"/>
              <a:ea typeface="ＭＳ Ｐゴシック" pitchFamily="34" charset="-128"/>
              <a:cs typeface="Arial"/>
            </a:endParaRPr>
          </a:p>
        </p:txBody>
      </p:sp>
      <p:sp>
        <p:nvSpPr>
          <p:cNvPr id="131" name="Title 41"/>
          <p:cNvSpPr txBox="1">
            <a:spLocks/>
          </p:cNvSpPr>
          <p:nvPr/>
        </p:nvSpPr>
        <p:spPr bwMode="auto">
          <a:xfrm>
            <a:off x="2885105" y="937405"/>
            <a:ext cx="7772400" cy="43549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l" rtl="0" eaLnBrk="0" fontAlgn="base" hangingPunct="0">
              <a:spcBef>
                <a:spcPct val="0"/>
              </a:spcBef>
              <a:spcAft>
                <a:spcPct val="0"/>
              </a:spcAft>
              <a:defRPr sz="4400">
                <a:solidFill>
                  <a:srgbClr val="000099"/>
                </a:solidFill>
                <a:latin typeface="+mj-lt"/>
                <a:ea typeface="ＭＳ Ｐゴシック" charset="0"/>
                <a:cs typeface="+mj-cs"/>
              </a:defRPr>
            </a:lvl1pPr>
            <a:lvl2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2pPr>
            <a:lvl3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3pPr>
            <a:lvl4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4pPr>
            <a:lvl5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5pPr>
            <a:lvl6pPr marL="457200" algn="l" rtl="0" fontAlgn="base">
              <a:spcBef>
                <a:spcPct val="0"/>
              </a:spcBef>
              <a:spcAft>
                <a:spcPct val="0"/>
              </a:spcAft>
              <a:defRPr sz="4400">
                <a:solidFill>
                  <a:srgbClr val="000099"/>
                </a:solidFill>
                <a:latin typeface="Gill Sans MT" pitchFamily="34" charset="0"/>
                <a:cs typeface="Arial" charset="0"/>
              </a:defRPr>
            </a:lvl6pPr>
            <a:lvl7pPr marL="914400" algn="l" rtl="0" fontAlgn="base">
              <a:spcBef>
                <a:spcPct val="0"/>
              </a:spcBef>
              <a:spcAft>
                <a:spcPct val="0"/>
              </a:spcAft>
              <a:defRPr sz="4400">
                <a:solidFill>
                  <a:srgbClr val="000099"/>
                </a:solidFill>
                <a:latin typeface="Gill Sans MT" pitchFamily="34" charset="0"/>
                <a:cs typeface="Arial" charset="0"/>
              </a:defRPr>
            </a:lvl7pPr>
            <a:lvl8pPr marL="1371600" algn="l" rtl="0" fontAlgn="base">
              <a:spcBef>
                <a:spcPct val="0"/>
              </a:spcBef>
              <a:spcAft>
                <a:spcPct val="0"/>
              </a:spcAft>
              <a:defRPr sz="4400">
                <a:solidFill>
                  <a:srgbClr val="000099"/>
                </a:solidFill>
                <a:latin typeface="Gill Sans MT" pitchFamily="34" charset="0"/>
                <a:cs typeface="Arial" charset="0"/>
              </a:defRPr>
            </a:lvl8pPr>
            <a:lvl9pPr marL="1828800" algn="l" rtl="0" fontAlgn="base">
              <a:spcBef>
                <a:spcPct val="0"/>
              </a:spcBef>
              <a:spcAft>
                <a:spcPct val="0"/>
              </a:spcAft>
              <a:defRPr sz="4400">
                <a:solidFill>
                  <a:srgbClr val="000099"/>
                </a:solidFill>
                <a:latin typeface="Gill Sans MT" pitchFamily="34" charset="0"/>
                <a:cs typeface="Arial" charset="0"/>
              </a:defRPr>
            </a:lvl9pPr>
          </a:lstStyle>
          <a:p>
            <a:pPr algn="r" eaLnBrk="1" hangingPunct="1"/>
            <a:r>
              <a:rPr lang="en-US" sz="2400" dirty="0">
                <a:solidFill>
                  <a:srgbClr val="00B9FA"/>
                </a:solidFill>
                <a:latin typeface="Arial"/>
                <a:ea typeface="ＭＳ Ｐゴシック" pitchFamily="34" charset="-128"/>
                <a:cs typeface="Arial"/>
              </a:rPr>
              <a:t>Bellman-Ford</a:t>
            </a:r>
          </a:p>
        </p:txBody>
      </p:sp>
      <p:grpSp>
        <p:nvGrpSpPr>
          <p:cNvPr id="42" name="Group 41"/>
          <p:cNvGrpSpPr/>
          <p:nvPr/>
        </p:nvGrpSpPr>
        <p:grpSpPr>
          <a:xfrm>
            <a:off x="6669382" y="1904157"/>
            <a:ext cx="2411394" cy="1730026"/>
            <a:chOff x="5145382" y="1904157"/>
            <a:chExt cx="2411394" cy="1730026"/>
          </a:xfrm>
        </p:grpSpPr>
        <p:grpSp>
          <p:nvGrpSpPr>
            <p:cNvPr id="47" name="Group 46"/>
            <p:cNvGrpSpPr/>
            <p:nvPr/>
          </p:nvGrpSpPr>
          <p:grpSpPr>
            <a:xfrm>
              <a:off x="5145382" y="2890456"/>
              <a:ext cx="547381" cy="369332"/>
              <a:chOff x="5145382" y="2999946"/>
              <a:chExt cx="547381" cy="369332"/>
            </a:xfrm>
          </p:grpSpPr>
          <p:sp>
            <p:nvSpPr>
              <p:cNvPr id="48" name="Oval 47"/>
              <p:cNvSpPr/>
              <p:nvPr/>
            </p:nvSpPr>
            <p:spPr bwMode="auto">
              <a:xfrm>
                <a:off x="5145382" y="3120383"/>
                <a:ext cx="547381" cy="208026"/>
              </a:xfrm>
              <a:prstGeom prst="ellipse">
                <a:avLst/>
              </a:prstGeom>
              <a:solidFill>
                <a:srgbClr val="FF0000"/>
              </a:solid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algn="ctr" eaLnBrk="0" fontAlgn="base" hangingPunct="0">
                  <a:spcBef>
                    <a:spcPct val="0"/>
                  </a:spcBef>
                  <a:spcAft>
                    <a:spcPct val="0"/>
                  </a:spcAft>
                </a:pPr>
                <a:endParaRPr lang="en-US" dirty="0">
                  <a:latin typeface="Arial" charset="0"/>
                </a:endParaRPr>
              </a:p>
            </p:txBody>
          </p:sp>
          <p:sp>
            <p:nvSpPr>
              <p:cNvPr id="49" name="TextBox 48"/>
              <p:cNvSpPr txBox="1"/>
              <p:nvPr/>
            </p:nvSpPr>
            <p:spPr>
              <a:xfrm>
                <a:off x="5265804" y="2999946"/>
                <a:ext cx="313044" cy="369332"/>
              </a:xfrm>
              <a:prstGeom prst="rect">
                <a:avLst/>
              </a:prstGeom>
              <a:noFill/>
            </p:spPr>
            <p:txBody>
              <a:bodyPr wrap="none" rtlCol="0">
                <a:spAutoFit/>
              </a:bodyPr>
              <a:lstStyle/>
              <a:p>
                <a:r>
                  <a:rPr lang="en-US" dirty="0">
                    <a:solidFill>
                      <a:schemeClr val="bg1"/>
                    </a:solidFill>
                  </a:rPr>
                  <a:t>u</a:t>
                </a:r>
              </a:p>
            </p:txBody>
          </p:sp>
        </p:grpSp>
        <p:cxnSp>
          <p:nvCxnSpPr>
            <p:cNvPr id="50" name="Straight Connector 49"/>
            <p:cNvCxnSpPr/>
            <p:nvPr/>
          </p:nvCxnSpPr>
          <p:spPr bwMode="auto">
            <a:xfrm>
              <a:off x="5610085" y="3294174"/>
              <a:ext cx="510686" cy="340009"/>
            </a:xfrm>
            <a:prstGeom prst="line">
              <a:avLst/>
            </a:prstGeom>
            <a:solidFill>
              <a:schemeClr val="accent1"/>
            </a:solidFill>
            <a:ln w="38100" cap="flat" cmpd="sng" algn="ctr">
              <a:solidFill>
                <a:srgbClr val="FF0000"/>
              </a:solidFill>
              <a:prstDash val="solid"/>
              <a:round/>
              <a:headEnd type="none" w="med" len="med"/>
              <a:tailEnd type="triangl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53" name="Straight Connector 52"/>
            <p:cNvCxnSpPr/>
            <p:nvPr/>
          </p:nvCxnSpPr>
          <p:spPr bwMode="auto">
            <a:xfrm flipV="1">
              <a:off x="5613857" y="2620935"/>
              <a:ext cx="533938" cy="406829"/>
            </a:xfrm>
            <a:prstGeom prst="line">
              <a:avLst/>
            </a:prstGeom>
            <a:solidFill>
              <a:schemeClr val="accent1"/>
            </a:solidFill>
            <a:ln w="38100" cap="flat" cmpd="sng" algn="ctr">
              <a:solidFill>
                <a:srgbClr val="FF0000"/>
              </a:solidFill>
              <a:prstDash val="solid"/>
              <a:round/>
              <a:headEnd type="none" w="med" len="med"/>
              <a:tailEnd type="triangl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nvGrpSpPr>
            <p:cNvPr id="41" name="Group 40"/>
            <p:cNvGrpSpPr/>
            <p:nvPr/>
          </p:nvGrpSpPr>
          <p:grpSpPr>
            <a:xfrm>
              <a:off x="5421062" y="1904157"/>
              <a:ext cx="2135714" cy="1110124"/>
              <a:chOff x="5421062" y="1904157"/>
              <a:chExt cx="2135714" cy="1110124"/>
            </a:xfrm>
          </p:grpSpPr>
          <p:cxnSp>
            <p:nvCxnSpPr>
              <p:cNvPr id="55" name="Straight Connector 54"/>
              <p:cNvCxnSpPr/>
              <p:nvPr/>
            </p:nvCxnSpPr>
            <p:spPr bwMode="auto">
              <a:xfrm>
                <a:off x="7255749" y="2121066"/>
                <a:ext cx="301027" cy="206439"/>
              </a:xfrm>
              <a:prstGeom prst="line">
                <a:avLst/>
              </a:prstGeom>
              <a:solidFill>
                <a:schemeClr val="accent1"/>
              </a:solidFill>
              <a:ln w="38100" cap="flat" cmpd="sng" algn="ctr">
                <a:solidFill>
                  <a:srgbClr val="FF0000"/>
                </a:solidFill>
                <a:prstDash val="solid"/>
                <a:round/>
                <a:headEnd type="none" w="med" len="med"/>
                <a:tailEnd type="triangl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57" name="Straight Connector 56"/>
              <p:cNvCxnSpPr/>
              <p:nvPr/>
            </p:nvCxnSpPr>
            <p:spPr bwMode="auto">
              <a:xfrm>
                <a:off x="6972004" y="1958946"/>
                <a:ext cx="277777" cy="156190"/>
              </a:xfrm>
              <a:prstGeom prst="line">
                <a:avLst/>
              </a:prstGeom>
              <a:solidFill>
                <a:schemeClr val="accent1"/>
              </a:solidFill>
              <a:ln w="38100" cap="flat" cmpd="sng" algn="ctr">
                <a:solidFill>
                  <a:srgbClr val="FF0000"/>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59" name="Straight Connector 58"/>
              <p:cNvCxnSpPr/>
              <p:nvPr/>
            </p:nvCxnSpPr>
            <p:spPr bwMode="auto">
              <a:xfrm>
                <a:off x="6688260" y="1904906"/>
                <a:ext cx="304586" cy="58712"/>
              </a:xfrm>
              <a:prstGeom prst="line">
                <a:avLst/>
              </a:prstGeom>
              <a:solidFill>
                <a:schemeClr val="accent1"/>
              </a:solidFill>
              <a:ln w="38100" cap="flat" cmpd="sng" algn="ctr">
                <a:solidFill>
                  <a:srgbClr val="FF0000"/>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61" name="Straight Connector 60"/>
              <p:cNvCxnSpPr/>
              <p:nvPr/>
            </p:nvCxnSpPr>
            <p:spPr bwMode="auto">
              <a:xfrm>
                <a:off x="6426685" y="1907515"/>
                <a:ext cx="263151" cy="2351"/>
              </a:xfrm>
              <a:prstGeom prst="line">
                <a:avLst/>
              </a:prstGeom>
              <a:solidFill>
                <a:schemeClr val="accent1"/>
              </a:solidFill>
              <a:ln w="38100" cap="flat" cmpd="sng" algn="ctr">
                <a:solidFill>
                  <a:srgbClr val="FF0000"/>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66" name="Straight Connector 65"/>
              <p:cNvCxnSpPr/>
              <p:nvPr/>
            </p:nvCxnSpPr>
            <p:spPr bwMode="auto">
              <a:xfrm flipV="1">
                <a:off x="6135954" y="1904157"/>
                <a:ext cx="293138" cy="79862"/>
              </a:xfrm>
              <a:prstGeom prst="line">
                <a:avLst/>
              </a:prstGeom>
              <a:solidFill>
                <a:schemeClr val="accent1"/>
              </a:solidFill>
              <a:ln w="38100" cap="flat" cmpd="sng" algn="ctr">
                <a:solidFill>
                  <a:srgbClr val="FF0000"/>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68" name="Straight Connector 67"/>
              <p:cNvCxnSpPr/>
              <p:nvPr/>
            </p:nvCxnSpPr>
            <p:spPr bwMode="auto">
              <a:xfrm flipV="1">
                <a:off x="5921731" y="1990862"/>
                <a:ext cx="216630" cy="105364"/>
              </a:xfrm>
              <a:prstGeom prst="line">
                <a:avLst/>
              </a:prstGeom>
              <a:solidFill>
                <a:schemeClr val="accent1"/>
              </a:solidFill>
              <a:ln w="38100" cap="flat" cmpd="sng" algn="ctr">
                <a:solidFill>
                  <a:srgbClr val="FF0000"/>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70" name="Straight Connector 69"/>
              <p:cNvCxnSpPr/>
              <p:nvPr/>
            </p:nvCxnSpPr>
            <p:spPr bwMode="auto">
              <a:xfrm flipV="1">
                <a:off x="5768715" y="2103069"/>
                <a:ext cx="150323" cy="120665"/>
              </a:xfrm>
              <a:prstGeom prst="line">
                <a:avLst/>
              </a:prstGeom>
              <a:solidFill>
                <a:schemeClr val="accent1"/>
              </a:solidFill>
              <a:ln w="38100" cap="flat" cmpd="sng" algn="ctr">
                <a:solidFill>
                  <a:srgbClr val="FF0000"/>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72" name="Straight Connector 71"/>
              <p:cNvCxnSpPr/>
              <p:nvPr/>
            </p:nvCxnSpPr>
            <p:spPr bwMode="auto">
              <a:xfrm flipV="1">
                <a:off x="5651401" y="2225476"/>
                <a:ext cx="114619" cy="125765"/>
              </a:xfrm>
              <a:prstGeom prst="line">
                <a:avLst/>
              </a:prstGeom>
              <a:solidFill>
                <a:schemeClr val="accent1"/>
              </a:solidFill>
              <a:ln w="38100" cap="flat" cmpd="sng" algn="ctr">
                <a:solidFill>
                  <a:srgbClr val="FF0000"/>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74" name="Straight Connector 73"/>
              <p:cNvCxnSpPr/>
              <p:nvPr/>
            </p:nvCxnSpPr>
            <p:spPr bwMode="auto">
              <a:xfrm flipV="1">
                <a:off x="5534090" y="2347275"/>
                <a:ext cx="124203" cy="162076"/>
              </a:xfrm>
              <a:prstGeom prst="line">
                <a:avLst/>
              </a:prstGeom>
              <a:solidFill>
                <a:schemeClr val="accent1"/>
              </a:solidFill>
              <a:ln w="38100" cap="flat" cmpd="sng" algn="ctr">
                <a:solidFill>
                  <a:srgbClr val="FF0000"/>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76" name="Straight Connector 75"/>
              <p:cNvCxnSpPr/>
              <p:nvPr/>
            </p:nvCxnSpPr>
            <p:spPr bwMode="auto">
              <a:xfrm flipV="1">
                <a:off x="5472884" y="2495184"/>
                <a:ext cx="73196" cy="177377"/>
              </a:xfrm>
              <a:prstGeom prst="line">
                <a:avLst/>
              </a:prstGeom>
              <a:solidFill>
                <a:schemeClr val="accent1"/>
              </a:solidFill>
              <a:ln w="38100" cap="flat" cmpd="sng" algn="ctr">
                <a:solidFill>
                  <a:srgbClr val="FF0000"/>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78" name="Straight Connector 77"/>
              <p:cNvCxnSpPr/>
              <p:nvPr/>
            </p:nvCxnSpPr>
            <p:spPr bwMode="auto">
              <a:xfrm flipV="1">
                <a:off x="5421062" y="2673695"/>
                <a:ext cx="42594" cy="146775"/>
              </a:xfrm>
              <a:prstGeom prst="line">
                <a:avLst/>
              </a:prstGeom>
              <a:solidFill>
                <a:schemeClr val="accent1"/>
              </a:solidFill>
              <a:ln w="38100" cap="flat" cmpd="sng" algn="ctr">
                <a:solidFill>
                  <a:srgbClr val="FF0000"/>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80" name="Straight Connector 79"/>
              <p:cNvCxnSpPr/>
              <p:nvPr/>
            </p:nvCxnSpPr>
            <p:spPr bwMode="auto">
              <a:xfrm flipV="1">
                <a:off x="5426979" y="2801203"/>
                <a:ext cx="1787" cy="213078"/>
              </a:xfrm>
              <a:prstGeom prst="line">
                <a:avLst/>
              </a:prstGeom>
              <a:solidFill>
                <a:schemeClr val="accent1"/>
              </a:solidFill>
              <a:ln w="38100" cap="flat" cmpd="sng" algn="ctr">
                <a:solidFill>
                  <a:srgbClr val="FF0000"/>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grpSp>
      <p:grpSp>
        <p:nvGrpSpPr>
          <p:cNvPr id="10" name="Group 9"/>
          <p:cNvGrpSpPr/>
          <p:nvPr/>
        </p:nvGrpSpPr>
        <p:grpSpPr>
          <a:xfrm>
            <a:off x="3595325" y="4450501"/>
            <a:ext cx="451691" cy="473725"/>
            <a:chOff x="2071324" y="4231526"/>
            <a:chExt cx="451691" cy="473725"/>
          </a:xfrm>
        </p:grpSpPr>
        <p:sp>
          <p:nvSpPr>
            <p:cNvPr id="69" name="Oval 68"/>
            <p:cNvSpPr/>
            <p:nvPr/>
          </p:nvSpPr>
          <p:spPr bwMode="auto">
            <a:xfrm>
              <a:off x="2071324" y="4253560"/>
              <a:ext cx="451691" cy="451691"/>
            </a:xfrm>
            <a:prstGeom prst="ellipse">
              <a:avLst/>
            </a:prstGeom>
            <a:solidFill>
              <a:schemeClr val="bg1"/>
            </a:solidFill>
            <a:ln w="9525" cap="flat" cmpd="sng" algn="ctr">
              <a:solidFill>
                <a:srgbClr val="FF0000"/>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vert="horz" wrap="none" lIns="91440" tIns="45720" rIns="91440" bIns="45720" numCol="1" rtlCol="0" anchor="t" anchorCtr="0" compatLnSpc="1">
              <a:prstTxWarp prst="textNoShape">
                <a:avLst/>
              </a:prstTxWarp>
            </a:bodyPr>
            <a:lstStyle/>
            <a:p>
              <a:pPr eaLnBrk="0" fontAlgn="base" hangingPunct="0">
                <a:spcBef>
                  <a:spcPct val="0"/>
                </a:spcBef>
                <a:spcAft>
                  <a:spcPct val="0"/>
                </a:spcAft>
              </a:pPr>
              <a:endParaRPr lang="en-US">
                <a:latin typeface="Arial" charset="0"/>
              </a:endParaRPr>
            </a:p>
          </p:txBody>
        </p:sp>
        <p:sp>
          <p:nvSpPr>
            <p:cNvPr id="89" name="TextBox 88"/>
            <p:cNvSpPr txBox="1"/>
            <p:nvPr/>
          </p:nvSpPr>
          <p:spPr>
            <a:xfrm>
              <a:off x="2167353" y="4231526"/>
              <a:ext cx="309700" cy="430887"/>
            </a:xfrm>
            <a:prstGeom prst="rect">
              <a:avLst/>
            </a:prstGeom>
            <a:noFill/>
          </p:spPr>
          <p:txBody>
            <a:bodyPr wrap="none" rtlCol="0">
              <a:spAutoFit/>
            </a:bodyPr>
            <a:lstStyle/>
            <a:p>
              <a:r>
                <a:rPr lang="en-US" sz="2200" i="1" dirty="0">
                  <a:latin typeface="Times New Roman" charset="0"/>
                  <a:ea typeface="Times New Roman" charset="0"/>
                  <a:cs typeface="Times New Roman" charset="0"/>
                </a:rPr>
                <a:t>v</a:t>
              </a:r>
            </a:p>
          </p:txBody>
        </p:sp>
      </p:grpSp>
      <p:grpSp>
        <p:nvGrpSpPr>
          <p:cNvPr id="14" name="Group 13"/>
          <p:cNvGrpSpPr/>
          <p:nvPr/>
        </p:nvGrpSpPr>
        <p:grpSpPr>
          <a:xfrm>
            <a:off x="3594458" y="5128438"/>
            <a:ext cx="451691" cy="473725"/>
            <a:chOff x="2070457" y="4909463"/>
            <a:chExt cx="451691" cy="473725"/>
          </a:xfrm>
        </p:grpSpPr>
        <p:sp>
          <p:nvSpPr>
            <p:cNvPr id="123" name="Oval 122"/>
            <p:cNvSpPr/>
            <p:nvPr/>
          </p:nvSpPr>
          <p:spPr bwMode="auto">
            <a:xfrm>
              <a:off x="2070457" y="4931497"/>
              <a:ext cx="451691" cy="451691"/>
            </a:xfrm>
            <a:prstGeom prst="ellipse">
              <a:avLst/>
            </a:prstGeom>
            <a:solidFill>
              <a:schemeClr val="bg1"/>
            </a:solidFill>
            <a:ln w="9525" cap="flat" cmpd="sng" algn="ctr">
              <a:solidFill>
                <a:srgbClr val="FF0000"/>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vert="horz" wrap="none" lIns="91440" tIns="45720" rIns="91440" bIns="45720" numCol="1" rtlCol="0" anchor="t" anchorCtr="0" compatLnSpc="1">
              <a:prstTxWarp prst="textNoShape">
                <a:avLst/>
              </a:prstTxWarp>
            </a:bodyPr>
            <a:lstStyle/>
            <a:p>
              <a:pPr eaLnBrk="0" fontAlgn="base" hangingPunct="0">
                <a:spcBef>
                  <a:spcPct val="0"/>
                </a:spcBef>
                <a:spcAft>
                  <a:spcPct val="0"/>
                </a:spcAft>
              </a:pPr>
              <a:endParaRPr lang="en-US">
                <a:latin typeface="Arial" charset="0"/>
              </a:endParaRPr>
            </a:p>
          </p:txBody>
        </p:sp>
        <p:sp>
          <p:nvSpPr>
            <p:cNvPr id="124" name="TextBox 123"/>
            <p:cNvSpPr txBox="1"/>
            <p:nvPr/>
          </p:nvSpPr>
          <p:spPr>
            <a:xfrm>
              <a:off x="2166486" y="4909463"/>
              <a:ext cx="309700" cy="430887"/>
            </a:xfrm>
            <a:prstGeom prst="rect">
              <a:avLst/>
            </a:prstGeom>
            <a:noFill/>
          </p:spPr>
          <p:txBody>
            <a:bodyPr wrap="none" rtlCol="0">
              <a:spAutoFit/>
            </a:bodyPr>
            <a:lstStyle/>
            <a:p>
              <a:r>
                <a:rPr lang="en-US" sz="2200" i="1" dirty="0">
                  <a:latin typeface="Times New Roman" charset="0"/>
                  <a:ea typeface="Times New Roman" charset="0"/>
                  <a:cs typeface="Times New Roman" charset="0"/>
                </a:rPr>
                <a:t>x</a:t>
              </a:r>
            </a:p>
          </p:txBody>
        </p:sp>
      </p:grpSp>
      <p:grpSp>
        <p:nvGrpSpPr>
          <p:cNvPr id="11" name="Group 10"/>
          <p:cNvGrpSpPr/>
          <p:nvPr/>
        </p:nvGrpSpPr>
        <p:grpSpPr>
          <a:xfrm>
            <a:off x="3594459" y="5807259"/>
            <a:ext cx="451691" cy="473725"/>
            <a:chOff x="2070458" y="5588284"/>
            <a:chExt cx="451691" cy="473725"/>
          </a:xfrm>
        </p:grpSpPr>
        <p:sp>
          <p:nvSpPr>
            <p:cNvPr id="125" name="Oval 124"/>
            <p:cNvSpPr/>
            <p:nvPr/>
          </p:nvSpPr>
          <p:spPr bwMode="auto">
            <a:xfrm>
              <a:off x="2070458" y="5610318"/>
              <a:ext cx="451691" cy="451691"/>
            </a:xfrm>
            <a:prstGeom prst="ellipse">
              <a:avLst/>
            </a:prstGeom>
            <a:solidFill>
              <a:schemeClr val="bg1"/>
            </a:solidFill>
            <a:ln w="9525" cap="flat" cmpd="sng" algn="ctr">
              <a:solidFill>
                <a:srgbClr val="FF0000"/>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vert="horz" wrap="none" lIns="91440" tIns="45720" rIns="91440" bIns="45720" numCol="1" rtlCol="0" anchor="t" anchorCtr="0" compatLnSpc="1">
              <a:prstTxWarp prst="textNoShape">
                <a:avLst/>
              </a:prstTxWarp>
            </a:bodyPr>
            <a:lstStyle/>
            <a:p>
              <a:pPr eaLnBrk="0" fontAlgn="base" hangingPunct="0">
                <a:spcBef>
                  <a:spcPct val="0"/>
                </a:spcBef>
                <a:spcAft>
                  <a:spcPct val="0"/>
                </a:spcAft>
              </a:pPr>
              <a:endParaRPr lang="en-US">
                <a:latin typeface="Arial" charset="0"/>
              </a:endParaRPr>
            </a:p>
          </p:txBody>
        </p:sp>
        <p:sp>
          <p:nvSpPr>
            <p:cNvPr id="126" name="TextBox 125"/>
            <p:cNvSpPr txBox="1"/>
            <p:nvPr/>
          </p:nvSpPr>
          <p:spPr>
            <a:xfrm>
              <a:off x="2111747" y="5588284"/>
              <a:ext cx="372218" cy="430887"/>
            </a:xfrm>
            <a:prstGeom prst="rect">
              <a:avLst/>
            </a:prstGeom>
            <a:noFill/>
          </p:spPr>
          <p:txBody>
            <a:bodyPr wrap="none" rtlCol="0">
              <a:spAutoFit/>
            </a:bodyPr>
            <a:lstStyle/>
            <a:p>
              <a:r>
                <a:rPr lang="en-US" sz="2200" i="1" dirty="0">
                  <a:latin typeface="Times New Roman" charset="0"/>
                  <a:ea typeface="Times New Roman" charset="0"/>
                  <a:cs typeface="Times New Roman" charset="0"/>
                </a:rPr>
                <a:t>w</a:t>
              </a:r>
            </a:p>
          </p:txBody>
        </p:sp>
      </p:grpSp>
      <p:grpSp>
        <p:nvGrpSpPr>
          <p:cNvPr id="9" name="Group 8"/>
          <p:cNvGrpSpPr/>
          <p:nvPr/>
        </p:nvGrpSpPr>
        <p:grpSpPr>
          <a:xfrm>
            <a:off x="2349501" y="4207069"/>
            <a:ext cx="4330828" cy="480357"/>
            <a:chOff x="825501" y="3988094"/>
            <a:chExt cx="4330828" cy="480357"/>
          </a:xfrm>
        </p:grpSpPr>
        <p:cxnSp>
          <p:nvCxnSpPr>
            <p:cNvPr id="129" name="Straight Arrow Connector 128"/>
            <p:cNvCxnSpPr/>
            <p:nvPr/>
          </p:nvCxnSpPr>
          <p:spPr bwMode="auto">
            <a:xfrm>
              <a:off x="825501" y="4454592"/>
              <a:ext cx="1245823" cy="13859"/>
            </a:xfrm>
            <a:prstGeom prst="straightConnector1">
              <a:avLst/>
            </a:prstGeom>
            <a:solidFill>
              <a:schemeClr val="accent1"/>
            </a:solidFill>
            <a:ln w="9525" cap="flat" cmpd="sng" algn="ctr">
              <a:solidFill>
                <a:srgbClr val="FF0000"/>
              </a:solidFill>
              <a:prstDash val="dash"/>
              <a:round/>
              <a:headEnd type="triangle" w="lg" len="med"/>
              <a:tailEnd type="triangle" w="lg"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sp>
          <p:nvSpPr>
            <p:cNvPr id="130" name="TextBox 129"/>
            <p:cNvSpPr txBox="1"/>
            <p:nvPr/>
          </p:nvSpPr>
          <p:spPr>
            <a:xfrm>
              <a:off x="1175918" y="3988094"/>
              <a:ext cx="835485" cy="430887"/>
            </a:xfrm>
            <a:prstGeom prst="rect">
              <a:avLst/>
            </a:prstGeom>
            <a:noFill/>
          </p:spPr>
          <p:txBody>
            <a:bodyPr wrap="none" rtlCol="0">
              <a:spAutoFit/>
            </a:bodyPr>
            <a:lstStyle/>
            <a:p>
              <a:r>
                <a:rPr lang="en-US" sz="2200" i="1" dirty="0">
                  <a:solidFill>
                    <a:srgbClr val="FF0000"/>
                  </a:solidFill>
                  <a:latin typeface="Times New Roman" charset="0"/>
                  <a:ea typeface="Times New Roman" charset="0"/>
                  <a:cs typeface="Times New Roman" charset="0"/>
                </a:rPr>
                <a:t>c(</a:t>
              </a:r>
              <a:r>
                <a:rPr lang="en-US" sz="2200" i="1" dirty="0" err="1">
                  <a:solidFill>
                    <a:srgbClr val="FF0000"/>
                  </a:solidFill>
                  <a:latin typeface="Times New Roman" charset="0"/>
                  <a:ea typeface="Times New Roman" charset="0"/>
                  <a:cs typeface="Times New Roman" charset="0"/>
                </a:rPr>
                <a:t>u,v</a:t>
              </a:r>
              <a:r>
                <a:rPr lang="en-US" sz="2200" i="1" dirty="0">
                  <a:solidFill>
                    <a:srgbClr val="FF0000"/>
                  </a:solidFill>
                  <a:latin typeface="Times New Roman" charset="0"/>
                  <a:ea typeface="Times New Roman" charset="0"/>
                  <a:cs typeface="Times New Roman" charset="0"/>
                </a:rPr>
                <a:t>)</a:t>
              </a:r>
            </a:p>
          </p:txBody>
        </p:sp>
        <p:cxnSp>
          <p:nvCxnSpPr>
            <p:cNvPr id="133" name="Straight Arrow Connector 132"/>
            <p:cNvCxnSpPr/>
            <p:nvPr/>
          </p:nvCxnSpPr>
          <p:spPr bwMode="auto">
            <a:xfrm flipV="1">
              <a:off x="2523015" y="4467069"/>
              <a:ext cx="2633314" cy="1382"/>
            </a:xfrm>
            <a:prstGeom prst="straightConnector1">
              <a:avLst/>
            </a:prstGeom>
            <a:solidFill>
              <a:schemeClr val="accent1"/>
            </a:solidFill>
            <a:ln w="9525" cap="flat" cmpd="sng" algn="ctr">
              <a:solidFill>
                <a:srgbClr val="FF0000"/>
              </a:solidFill>
              <a:prstDash val="dash"/>
              <a:round/>
              <a:headEnd type="triangle" w="lg" len="med"/>
              <a:tailEnd type="triangle" w="lg"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sp>
          <p:nvSpPr>
            <p:cNvPr id="134" name="TextBox 133"/>
            <p:cNvSpPr txBox="1"/>
            <p:nvPr/>
          </p:nvSpPr>
          <p:spPr>
            <a:xfrm>
              <a:off x="3320185" y="4005689"/>
              <a:ext cx="707245" cy="430887"/>
            </a:xfrm>
            <a:prstGeom prst="rect">
              <a:avLst/>
            </a:prstGeom>
            <a:noFill/>
          </p:spPr>
          <p:txBody>
            <a:bodyPr wrap="none" rtlCol="0">
              <a:spAutoFit/>
            </a:bodyPr>
            <a:lstStyle/>
            <a:p>
              <a:r>
                <a:rPr lang="en-US" sz="2200" i="1" dirty="0">
                  <a:latin typeface="Times New Roman" charset="0"/>
                  <a:ea typeface="Times New Roman" charset="0"/>
                  <a:cs typeface="Times New Roman" charset="0"/>
                </a:rPr>
                <a:t>d</a:t>
              </a:r>
              <a:r>
                <a:rPr lang="en-US" sz="2200" i="1" baseline="-25000" dirty="0">
                  <a:latin typeface="Times New Roman" charset="0"/>
                  <a:ea typeface="Times New Roman" charset="0"/>
                  <a:cs typeface="Times New Roman" charset="0"/>
                </a:rPr>
                <a:t>v</a:t>
              </a:r>
              <a:r>
                <a:rPr lang="en-US" sz="2200" i="1" dirty="0">
                  <a:latin typeface="Times New Roman" charset="0"/>
                  <a:ea typeface="Times New Roman" charset="0"/>
                  <a:cs typeface="Times New Roman" charset="0"/>
                </a:rPr>
                <a:t>(z)</a:t>
              </a:r>
            </a:p>
          </p:txBody>
        </p:sp>
      </p:grpSp>
      <p:grpSp>
        <p:nvGrpSpPr>
          <p:cNvPr id="141" name="Group 140"/>
          <p:cNvGrpSpPr/>
          <p:nvPr/>
        </p:nvGrpSpPr>
        <p:grpSpPr>
          <a:xfrm>
            <a:off x="2348633" y="4895956"/>
            <a:ext cx="4330828" cy="480357"/>
            <a:chOff x="825501" y="3988094"/>
            <a:chExt cx="4330828" cy="480357"/>
          </a:xfrm>
        </p:grpSpPr>
        <p:cxnSp>
          <p:nvCxnSpPr>
            <p:cNvPr id="142" name="Straight Arrow Connector 141"/>
            <p:cNvCxnSpPr/>
            <p:nvPr/>
          </p:nvCxnSpPr>
          <p:spPr bwMode="auto">
            <a:xfrm>
              <a:off x="825501" y="4454592"/>
              <a:ext cx="1245823" cy="13859"/>
            </a:xfrm>
            <a:prstGeom prst="straightConnector1">
              <a:avLst/>
            </a:prstGeom>
            <a:solidFill>
              <a:schemeClr val="accent1"/>
            </a:solidFill>
            <a:ln w="9525" cap="flat" cmpd="sng" algn="ctr">
              <a:solidFill>
                <a:srgbClr val="FF0000"/>
              </a:solidFill>
              <a:prstDash val="dash"/>
              <a:round/>
              <a:headEnd type="triangle" w="lg" len="med"/>
              <a:tailEnd type="triangle" w="lg"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sp>
          <p:nvSpPr>
            <p:cNvPr id="143" name="TextBox 142"/>
            <p:cNvSpPr txBox="1"/>
            <p:nvPr/>
          </p:nvSpPr>
          <p:spPr>
            <a:xfrm>
              <a:off x="1175918" y="3988094"/>
              <a:ext cx="835485" cy="430887"/>
            </a:xfrm>
            <a:prstGeom prst="rect">
              <a:avLst/>
            </a:prstGeom>
            <a:noFill/>
          </p:spPr>
          <p:txBody>
            <a:bodyPr wrap="none" rtlCol="0">
              <a:spAutoFit/>
            </a:bodyPr>
            <a:lstStyle/>
            <a:p>
              <a:r>
                <a:rPr lang="en-US" sz="2200" i="1" dirty="0">
                  <a:solidFill>
                    <a:srgbClr val="FF0000"/>
                  </a:solidFill>
                  <a:latin typeface="Times New Roman" charset="0"/>
                  <a:ea typeface="Times New Roman" charset="0"/>
                  <a:cs typeface="Times New Roman" charset="0"/>
                </a:rPr>
                <a:t>c(</a:t>
              </a:r>
              <a:r>
                <a:rPr lang="en-US" sz="2200" i="1" dirty="0" err="1">
                  <a:solidFill>
                    <a:srgbClr val="FF0000"/>
                  </a:solidFill>
                  <a:latin typeface="Times New Roman" charset="0"/>
                  <a:ea typeface="Times New Roman" charset="0"/>
                  <a:cs typeface="Times New Roman" charset="0"/>
                </a:rPr>
                <a:t>u,x</a:t>
              </a:r>
              <a:r>
                <a:rPr lang="en-US" sz="2200" i="1" dirty="0">
                  <a:solidFill>
                    <a:srgbClr val="FF0000"/>
                  </a:solidFill>
                  <a:latin typeface="Times New Roman" charset="0"/>
                  <a:ea typeface="Times New Roman" charset="0"/>
                  <a:cs typeface="Times New Roman" charset="0"/>
                </a:rPr>
                <a:t>)</a:t>
              </a:r>
            </a:p>
          </p:txBody>
        </p:sp>
        <p:cxnSp>
          <p:nvCxnSpPr>
            <p:cNvPr id="144" name="Straight Arrow Connector 143"/>
            <p:cNvCxnSpPr/>
            <p:nvPr/>
          </p:nvCxnSpPr>
          <p:spPr bwMode="auto">
            <a:xfrm flipV="1">
              <a:off x="2523015" y="4467069"/>
              <a:ext cx="2633314" cy="1382"/>
            </a:xfrm>
            <a:prstGeom prst="straightConnector1">
              <a:avLst/>
            </a:prstGeom>
            <a:solidFill>
              <a:schemeClr val="accent1"/>
            </a:solidFill>
            <a:ln w="9525" cap="flat" cmpd="sng" algn="ctr">
              <a:solidFill>
                <a:srgbClr val="FF0000"/>
              </a:solidFill>
              <a:prstDash val="dash"/>
              <a:round/>
              <a:headEnd type="triangle" w="lg" len="med"/>
              <a:tailEnd type="triangle" w="lg"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sp>
          <p:nvSpPr>
            <p:cNvPr id="145" name="TextBox 144"/>
            <p:cNvSpPr txBox="1"/>
            <p:nvPr/>
          </p:nvSpPr>
          <p:spPr>
            <a:xfrm>
              <a:off x="3320185" y="4005689"/>
              <a:ext cx="707245" cy="430887"/>
            </a:xfrm>
            <a:prstGeom prst="rect">
              <a:avLst/>
            </a:prstGeom>
            <a:noFill/>
          </p:spPr>
          <p:txBody>
            <a:bodyPr wrap="none" rtlCol="0">
              <a:spAutoFit/>
            </a:bodyPr>
            <a:lstStyle/>
            <a:p>
              <a:r>
                <a:rPr lang="en-US" sz="2200" i="1" dirty="0">
                  <a:latin typeface="Times New Roman" charset="0"/>
                  <a:ea typeface="Times New Roman" charset="0"/>
                  <a:cs typeface="Times New Roman" charset="0"/>
                </a:rPr>
                <a:t>d</a:t>
              </a:r>
              <a:r>
                <a:rPr lang="en-US" sz="2200" i="1" baseline="-25000" dirty="0">
                  <a:latin typeface="Times New Roman" charset="0"/>
                  <a:ea typeface="Times New Roman" charset="0"/>
                  <a:cs typeface="Times New Roman" charset="0"/>
                </a:rPr>
                <a:t>x</a:t>
              </a:r>
              <a:r>
                <a:rPr lang="en-US" sz="2200" i="1" dirty="0">
                  <a:latin typeface="Times New Roman" charset="0"/>
                  <a:ea typeface="Times New Roman" charset="0"/>
                  <a:cs typeface="Times New Roman" charset="0"/>
                </a:rPr>
                <a:t>(z)</a:t>
              </a:r>
            </a:p>
          </p:txBody>
        </p:sp>
      </p:grpSp>
      <p:grpSp>
        <p:nvGrpSpPr>
          <p:cNvPr id="146" name="Group 145"/>
          <p:cNvGrpSpPr/>
          <p:nvPr/>
        </p:nvGrpSpPr>
        <p:grpSpPr>
          <a:xfrm>
            <a:off x="2347767" y="5606742"/>
            <a:ext cx="4330828" cy="480357"/>
            <a:chOff x="825501" y="3988094"/>
            <a:chExt cx="4330828" cy="480357"/>
          </a:xfrm>
        </p:grpSpPr>
        <p:cxnSp>
          <p:nvCxnSpPr>
            <p:cNvPr id="147" name="Straight Arrow Connector 146"/>
            <p:cNvCxnSpPr/>
            <p:nvPr/>
          </p:nvCxnSpPr>
          <p:spPr bwMode="auto">
            <a:xfrm>
              <a:off x="825501" y="4454592"/>
              <a:ext cx="1245823" cy="13859"/>
            </a:xfrm>
            <a:prstGeom prst="straightConnector1">
              <a:avLst/>
            </a:prstGeom>
            <a:solidFill>
              <a:schemeClr val="accent1"/>
            </a:solidFill>
            <a:ln w="9525" cap="flat" cmpd="sng" algn="ctr">
              <a:solidFill>
                <a:srgbClr val="FF0000"/>
              </a:solidFill>
              <a:prstDash val="dash"/>
              <a:round/>
              <a:headEnd type="triangle" w="lg" len="med"/>
              <a:tailEnd type="triangle" w="lg"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sp>
          <p:nvSpPr>
            <p:cNvPr id="148" name="TextBox 147"/>
            <p:cNvSpPr txBox="1"/>
            <p:nvPr/>
          </p:nvSpPr>
          <p:spPr>
            <a:xfrm>
              <a:off x="1175918" y="3988094"/>
              <a:ext cx="898003" cy="430887"/>
            </a:xfrm>
            <a:prstGeom prst="rect">
              <a:avLst/>
            </a:prstGeom>
            <a:noFill/>
          </p:spPr>
          <p:txBody>
            <a:bodyPr wrap="none" rtlCol="0">
              <a:spAutoFit/>
            </a:bodyPr>
            <a:lstStyle/>
            <a:p>
              <a:r>
                <a:rPr lang="en-US" sz="2200" i="1" dirty="0">
                  <a:solidFill>
                    <a:srgbClr val="FF0000"/>
                  </a:solidFill>
                  <a:latin typeface="Times New Roman" charset="0"/>
                  <a:ea typeface="Times New Roman" charset="0"/>
                  <a:cs typeface="Times New Roman" charset="0"/>
                </a:rPr>
                <a:t>c(</a:t>
              </a:r>
              <a:r>
                <a:rPr lang="en-US" sz="2200" i="1" dirty="0" err="1">
                  <a:solidFill>
                    <a:srgbClr val="FF0000"/>
                  </a:solidFill>
                  <a:latin typeface="Times New Roman" charset="0"/>
                  <a:ea typeface="Times New Roman" charset="0"/>
                  <a:cs typeface="Times New Roman" charset="0"/>
                </a:rPr>
                <a:t>u,w</a:t>
              </a:r>
              <a:r>
                <a:rPr lang="en-US" sz="2200" i="1" dirty="0">
                  <a:solidFill>
                    <a:srgbClr val="FF0000"/>
                  </a:solidFill>
                  <a:latin typeface="Times New Roman" charset="0"/>
                  <a:ea typeface="Times New Roman" charset="0"/>
                  <a:cs typeface="Times New Roman" charset="0"/>
                </a:rPr>
                <a:t>)</a:t>
              </a:r>
            </a:p>
          </p:txBody>
        </p:sp>
        <p:cxnSp>
          <p:nvCxnSpPr>
            <p:cNvPr id="149" name="Straight Arrow Connector 148"/>
            <p:cNvCxnSpPr/>
            <p:nvPr/>
          </p:nvCxnSpPr>
          <p:spPr bwMode="auto">
            <a:xfrm flipV="1">
              <a:off x="2523015" y="4467069"/>
              <a:ext cx="2633314" cy="1382"/>
            </a:xfrm>
            <a:prstGeom prst="straightConnector1">
              <a:avLst/>
            </a:prstGeom>
            <a:solidFill>
              <a:schemeClr val="accent1"/>
            </a:solidFill>
            <a:ln w="9525" cap="flat" cmpd="sng" algn="ctr">
              <a:solidFill>
                <a:srgbClr val="FF0000"/>
              </a:solidFill>
              <a:prstDash val="dash"/>
              <a:round/>
              <a:headEnd type="triangle" w="lg" len="med"/>
              <a:tailEnd type="triangle" w="lg"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sp>
          <p:nvSpPr>
            <p:cNvPr id="150" name="TextBox 149"/>
            <p:cNvSpPr txBox="1"/>
            <p:nvPr/>
          </p:nvSpPr>
          <p:spPr>
            <a:xfrm>
              <a:off x="3320185" y="4005689"/>
              <a:ext cx="748923" cy="430887"/>
            </a:xfrm>
            <a:prstGeom prst="rect">
              <a:avLst/>
            </a:prstGeom>
            <a:noFill/>
          </p:spPr>
          <p:txBody>
            <a:bodyPr wrap="none" rtlCol="0">
              <a:spAutoFit/>
            </a:bodyPr>
            <a:lstStyle/>
            <a:p>
              <a:r>
                <a:rPr lang="en-US" sz="2200" i="1" dirty="0" err="1">
                  <a:latin typeface="Times New Roman" charset="0"/>
                  <a:ea typeface="Times New Roman" charset="0"/>
                  <a:cs typeface="Times New Roman" charset="0"/>
                </a:rPr>
                <a:t>d</a:t>
              </a:r>
              <a:r>
                <a:rPr lang="en-US" sz="2200" i="1" baseline="-25000" dirty="0" err="1">
                  <a:latin typeface="Times New Roman" charset="0"/>
                  <a:ea typeface="Times New Roman" charset="0"/>
                  <a:cs typeface="Times New Roman" charset="0"/>
                </a:rPr>
                <a:t>w</a:t>
              </a:r>
              <a:r>
                <a:rPr lang="en-US" sz="2200" i="1" dirty="0">
                  <a:latin typeface="Times New Roman" charset="0"/>
                  <a:ea typeface="Times New Roman" charset="0"/>
                  <a:cs typeface="Times New Roman" charset="0"/>
                </a:rPr>
                <a:t>(z)</a:t>
              </a:r>
            </a:p>
          </p:txBody>
        </p:sp>
      </p:grpSp>
      <p:sp>
        <p:nvSpPr>
          <p:cNvPr id="62" name="Slide Number Placeholder 4">
            <a:extLst>
              <a:ext uri="{FF2B5EF4-FFF2-40B4-BE49-F238E27FC236}">
                <a16:creationId xmlns:a16="http://schemas.microsoft.com/office/drawing/2014/main" id="{20951948-B008-E644-A413-AF8F2E6FBCAF}"/>
              </a:ext>
            </a:extLst>
          </p:cNvPr>
          <p:cNvSpPr>
            <a:spLocks noGrp="1"/>
          </p:cNvSpPr>
          <p:nvPr>
            <p:ph type="sldNum" sz="quarter" idx="4"/>
          </p:nvPr>
        </p:nvSpPr>
        <p:spPr>
          <a:xfrm>
            <a:off x="9219616" y="6443089"/>
            <a:ext cx="2743200" cy="365125"/>
          </a:xfrm>
        </p:spPr>
        <p:txBody>
          <a:bodyPr/>
          <a:lstStyle/>
          <a:p>
            <a:r>
              <a:rPr lang="en-US" smtClean="0"/>
              <a:t>Network Layer: 5-</a:t>
            </a:r>
            <a:fld id="{C4204591-24BD-A542-B9D5-F8D8A88D2FEE}" type="slidenum">
              <a:rPr lang="en-US" smtClean="0"/>
              <a:pPr/>
              <a:t>29</a:t>
            </a:fld>
            <a:endParaRPr lang="en-US" dirty="0"/>
          </a:p>
        </p:txBody>
      </p:sp>
    </p:spTree>
    <p:extLst>
      <p:ext uri="{BB962C8B-B14F-4D97-AF65-F5344CB8AC3E}">
        <p14:creationId xmlns:p14="http://schemas.microsoft.com/office/powerpoint/2010/main" val="196818752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0"/>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4"/>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11"/>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9"/>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141"/>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14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4" name="Group 63"/>
          <p:cNvGrpSpPr/>
          <p:nvPr/>
        </p:nvGrpSpPr>
        <p:grpSpPr>
          <a:xfrm>
            <a:off x="1622529" y="3569280"/>
            <a:ext cx="5802238" cy="3186076"/>
            <a:chOff x="98529" y="3569280"/>
            <a:chExt cx="5802238" cy="3186076"/>
          </a:xfrm>
        </p:grpSpPr>
        <p:grpSp>
          <p:nvGrpSpPr>
            <p:cNvPr id="65" name="Group 64"/>
            <p:cNvGrpSpPr/>
            <p:nvPr/>
          </p:nvGrpSpPr>
          <p:grpSpPr>
            <a:xfrm>
              <a:off x="98529" y="3569280"/>
              <a:ext cx="5802238" cy="3186076"/>
              <a:chOff x="98529" y="3569280"/>
              <a:chExt cx="5802238" cy="3186076"/>
            </a:xfrm>
          </p:grpSpPr>
          <p:sp>
            <p:nvSpPr>
              <p:cNvPr id="119" name="Rectangle 118"/>
              <p:cNvSpPr/>
              <p:nvPr/>
            </p:nvSpPr>
            <p:spPr bwMode="auto">
              <a:xfrm>
                <a:off x="98529" y="3569280"/>
                <a:ext cx="5802238" cy="3186076"/>
              </a:xfrm>
              <a:prstGeom prst="rect">
                <a:avLst/>
              </a:prstGeom>
              <a:solidFill>
                <a:schemeClr val="bg1">
                  <a:lumMod val="85000"/>
                </a:schemeClr>
              </a:solid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eaLnBrk="0" fontAlgn="base" hangingPunct="0">
                  <a:spcBef>
                    <a:spcPct val="0"/>
                  </a:spcBef>
                  <a:spcAft>
                    <a:spcPct val="0"/>
                  </a:spcAft>
                </a:pPr>
                <a:endParaRPr lang="en-US">
                  <a:latin typeface="Arial" charset="0"/>
                </a:endParaRPr>
              </a:p>
            </p:txBody>
          </p:sp>
          <p:cxnSp>
            <p:nvCxnSpPr>
              <p:cNvPr id="120" name="Straight Connector 119"/>
              <p:cNvCxnSpPr/>
              <p:nvPr/>
            </p:nvCxnSpPr>
            <p:spPr bwMode="auto">
              <a:xfrm>
                <a:off x="825351" y="4284203"/>
                <a:ext cx="1" cy="2361792"/>
              </a:xfrm>
              <a:prstGeom prst="line">
                <a:avLst/>
              </a:prstGeom>
              <a:solidFill>
                <a:schemeClr val="accent1"/>
              </a:solidFill>
              <a:ln w="12700" cap="flat" cmpd="sng" algn="ctr">
                <a:solidFill>
                  <a:schemeClr val="tx1"/>
                </a:solidFill>
                <a:prstDash val="dash"/>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121" name="Straight Connector 120"/>
              <p:cNvCxnSpPr/>
              <p:nvPr/>
            </p:nvCxnSpPr>
            <p:spPr bwMode="auto">
              <a:xfrm>
                <a:off x="2315163" y="4284203"/>
                <a:ext cx="1" cy="2361792"/>
              </a:xfrm>
              <a:prstGeom prst="line">
                <a:avLst/>
              </a:prstGeom>
              <a:solidFill>
                <a:schemeClr val="accent1"/>
              </a:solidFill>
              <a:ln w="12700" cap="flat" cmpd="sng" algn="ctr">
                <a:solidFill>
                  <a:schemeClr val="tx1"/>
                </a:solidFill>
                <a:prstDash val="dash"/>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122" name="Straight Connector 121"/>
              <p:cNvCxnSpPr/>
              <p:nvPr/>
            </p:nvCxnSpPr>
            <p:spPr bwMode="auto">
              <a:xfrm>
                <a:off x="5168292" y="4284203"/>
                <a:ext cx="1" cy="2361792"/>
              </a:xfrm>
              <a:prstGeom prst="line">
                <a:avLst/>
              </a:prstGeom>
              <a:solidFill>
                <a:schemeClr val="accent1"/>
              </a:solidFill>
              <a:ln w="12700" cap="flat" cmpd="sng" algn="ctr">
                <a:solidFill>
                  <a:schemeClr val="tx1"/>
                </a:solidFill>
                <a:prstDash val="dash"/>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nvGrpSpPr>
              <p:cNvPr id="123" name="Group 122"/>
              <p:cNvGrpSpPr/>
              <p:nvPr/>
            </p:nvGrpSpPr>
            <p:grpSpPr>
              <a:xfrm>
                <a:off x="381562" y="5151374"/>
                <a:ext cx="451691" cy="451691"/>
                <a:chOff x="381562" y="5151374"/>
                <a:chExt cx="451691" cy="451691"/>
              </a:xfrm>
            </p:grpSpPr>
            <p:sp>
              <p:nvSpPr>
                <p:cNvPr id="128" name="Oval 127"/>
                <p:cNvSpPr/>
                <p:nvPr/>
              </p:nvSpPr>
              <p:spPr bwMode="auto">
                <a:xfrm>
                  <a:off x="381562" y="5151374"/>
                  <a:ext cx="451691" cy="451691"/>
                </a:xfrm>
                <a:prstGeom prst="ellipse">
                  <a:avLst/>
                </a:prstGeom>
                <a:solidFill>
                  <a:srgbClr val="FF0000"/>
                </a:solidFill>
                <a:ln w="9525" cap="flat" cmpd="sng" algn="ctr">
                  <a:no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vert="horz" wrap="none" lIns="91440" tIns="45720" rIns="91440" bIns="45720" numCol="1" rtlCol="0" anchor="t" anchorCtr="0" compatLnSpc="1">
                  <a:prstTxWarp prst="textNoShape">
                    <a:avLst/>
                  </a:prstTxWarp>
                </a:bodyPr>
                <a:lstStyle/>
                <a:p>
                  <a:pPr eaLnBrk="0" fontAlgn="base" hangingPunct="0">
                    <a:spcBef>
                      <a:spcPct val="0"/>
                    </a:spcBef>
                    <a:spcAft>
                      <a:spcPct val="0"/>
                    </a:spcAft>
                  </a:pPr>
                  <a:endParaRPr lang="en-US">
                    <a:latin typeface="Arial" charset="0"/>
                  </a:endParaRPr>
                </a:p>
              </p:txBody>
            </p:sp>
            <p:sp>
              <p:nvSpPr>
                <p:cNvPr id="129" name="TextBox 128"/>
                <p:cNvSpPr txBox="1"/>
                <p:nvPr/>
              </p:nvSpPr>
              <p:spPr>
                <a:xfrm>
                  <a:off x="452557" y="5151374"/>
                  <a:ext cx="325730" cy="430887"/>
                </a:xfrm>
                <a:prstGeom prst="rect">
                  <a:avLst/>
                </a:prstGeom>
                <a:noFill/>
              </p:spPr>
              <p:txBody>
                <a:bodyPr wrap="none" rtlCol="0">
                  <a:spAutoFit/>
                </a:bodyPr>
                <a:lstStyle/>
                <a:p>
                  <a:r>
                    <a:rPr lang="en-US" sz="2200" i="1" dirty="0">
                      <a:solidFill>
                        <a:schemeClr val="bg1"/>
                      </a:solidFill>
                      <a:latin typeface="Times New Roman" charset="0"/>
                      <a:ea typeface="Times New Roman" charset="0"/>
                      <a:cs typeface="Times New Roman" charset="0"/>
                    </a:rPr>
                    <a:t>u</a:t>
                  </a:r>
                </a:p>
              </p:txBody>
            </p:sp>
          </p:grpSp>
          <p:grpSp>
            <p:nvGrpSpPr>
              <p:cNvPr id="124" name="Group 123"/>
              <p:cNvGrpSpPr/>
              <p:nvPr/>
            </p:nvGrpSpPr>
            <p:grpSpPr>
              <a:xfrm>
                <a:off x="5158297" y="5063783"/>
                <a:ext cx="451691" cy="506436"/>
                <a:chOff x="5158297" y="5063783"/>
                <a:chExt cx="451691" cy="506436"/>
              </a:xfrm>
            </p:grpSpPr>
            <p:sp>
              <p:nvSpPr>
                <p:cNvPr id="125" name="Oval 124"/>
                <p:cNvSpPr/>
                <p:nvPr/>
              </p:nvSpPr>
              <p:spPr bwMode="auto">
                <a:xfrm>
                  <a:off x="5158297" y="5118528"/>
                  <a:ext cx="451691" cy="451691"/>
                </a:xfrm>
                <a:prstGeom prst="ellipse">
                  <a:avLst/>
                </a:prstGeom>
                <a:solidFill>
                  <a:schemeClr val="bg1"/>
                </a:solidFill>
                <a:ln w="9525" cap="flat" cmpd="sng" algn="ctr">
                  <a:solidFill>
                    <a:srgbClr val="FF0000"/>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vert="horz" wrap="none" lIns="91440" tIns="45720" rIns="91440" bIns="45720" numCol="1" rtlCol="0" anchor="t" anchorCtr="0" compatLnSpc="1">
                  <a:prstTxWarp prst="textNoShape">
                    <a:avLst/>
                  </a:prstTxWarp>
                </a:bodyPr>
                <a:lstStyle/>
                <a:p>
                  <a:pPr eaLnBrk="0" fontAlgn="base" hangingPunct="0">
                    <a:spcBef>
                      <a:spcPct val="0"/>
                    </a:spcBef>
                    <a:spcAft>
                      <a:spcPct val="0"/>
                    </a:spcAft>
                  </a:pPr>
                  <a:endParaRPr lang="en-US">
                    <a:latin typeface="Arial" charset="0"/>
                  </a:endParaRPr>
                </a:p>
              </p:txBody>
            </p:sp>
            <p:sp>
              <p:nvSpPr>
                <p:cNvPr id="126" name="TextBox 125"/>
                <p:cNvSpPr txBox="1"/>
                <p:nvPr/>
              </p:nvSpPr>
              <p:spPr>
                <a:xfrm>
                  <a:off x="5229292" y="5063783"/>
                  <a:ext cx="293670" cy="430887"/>
                </a:xfrm>
                <a:prstGeom prst="rect">
                  <a:avLst/>
                </a:prstGeom>
                <a:noFill/>
              </p:spPr>
              <p:txBody>
                <a:bodyPr wrap="none" rtlCol="0">
                  <a:spAutoFit/>
                </a:bodyPr>
                <a:lstStyle/>
                <a:p>
                  <a:r>
                    <a:rPr lang="en-US" sz="2200" i="1" dirty="0">
                      <a:solidFill>
                        <a:srgbClr val="FF0000"/>
                      </a:solidFill>
                      <a:latin typeface="Times New Roman" charset="0"/>
                      <a:ea typeface="Times New Roman" charset="0"/>
                      <a:cs typeface="Times New Roman" charset="0"/>
                    </a:rPr>
                    <a:t>z</a:t>
                  </a:r>
                </a:p>
              </p:txBody>
            </p:sp>
          </p:grpSp>
        </p:grpSp>
        <p:grpSp>
          <p:nvGrpSpPr>
            <p:cNvPr id="67" name="Group 66"/>
            <p:cNvGrpSpPr/>
            <p:nvPr/>
          </p:nvGrpSpPr>
          <p:grpSpPr>
            <a:xfrm>
              <a:off x="2071324" y="4450500"/>
              <a:ext cx="451691" cy="473725"/>
              <a:chOff x="2071324" y="4231526"/>
              <a:chExt cx="451691" cy="473725"/>
            </a:xfrm>
          </p:grpSpPr>
          <p:sp>
            <p:nvSpPr>
              <p:cNvPr id="116" name="Oval 115"/>
              <p:cNvSpPr/>
              <p:nvPr/>
            </p:nvSpPr>
            <p:spPr bwMode="auto">
              <a:xfrm>
                <a:off x="2071324" y="4253560"/>
                <a:ext cx="451691" cy="451691"/>
              </a:xfrm>
              <a:prstGeom prst="ellipse">
                <a:avLst/>
              </a:prstGeom>
              <a:solidFill>
                <a:schemeClr val="bg1"/>
              </a:solidFill>
              <a:ln w="9525" cap="flat" cmpd="sng" algn="ctr">
                <a:solidFill>
                  <a:srgbClr val="FF0000"/>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vert="horz" wrap="none" lIns="91440" tIns="45720" rIns="91440" bIns="45720" numCol="1" rtlCol="0" anchor="t" anchorCtr="0" compatLnSpc="1">
                <a:prstTxWarp prst="textNoShape">
                  <a:avLst/>
                </a:prstTxWarp>
              </a:bodyPr>
              <a:lstStyle/>
              <a:p>
                <a:pPr eaLnBrk="0" fontAlgn="base" hangingPunct="0">
                  <a:spcBef>
                    <a:spcPct val="0"/>
                  </a:spcBef>
                  <a:spcAft>
                    <a:spcPct val="0"/>
                  </a:spcAft>
                </a:pPr>
                <a:endParaRPr lang="en-US">
                  <a:latin typeface="Arial" charset="0"/>
                </a:endParaRPr>
              </a:p>
            </p:txBody>
          </p:sp>
          <p:sp>
            <p:nvSpPr>
              <p:cNvPr id="117" name="TextBox 116"/>
              <p:cNvSpPr txBox="1"/>
              <p:nvPr/>
            </p:nvSpPr>
            <p:spPr>
              <a:xfrm>
                <a:off x="2167353" y="4231526"/>
                <a:ext cx="309700" cy="430887"/>
              </a:xfrm>
              <a:prstGeom prst="rect">
                <a:avLst/>
              </a:prstGeom>
              <a:noFill/>
            </p:spPr>
            <p:txBody>
              <a:bodyPr wrap="none" rtlCol="0">
                <a:spAutoFit/>
              </a:bodyPr>
              <a:lstStyle/>
              <a:p>
                <a:r>
                  <a:rPr lang="en-US" sz="2200" i="1" dirty="0">
                    <a:latin typeface="Times New Roman" charset="0"/>
                    <a:ea typeface="Times New Roman" charset="0"/>
                    <a:cs typeface="Times New Roman" charset="0"/>
                  </a:rPr>
                  <a:t>v</a:t>
                </a:r>
              </a:p>
            </p:txBody>
          </p:sp>
        </p:grpSp>
        <p:grpSp>
          <p:nvGrpSpPr>
            <p:cNvPr id="69" name="Group 68"/>
            <p:cNvGrpSpPr/>
            <p:nvPr/>
          </p:nvGrpSpPr>
          <p:grpSpPr>
            <a:xfrm>
              <a:off x="2070457" y="5128437"/>
              <a:ext cx="451691" cy="473725"/>
              <a:chOff x="2070457" y="4909463"/>
              <a:chExt cx="451691" cy="473725"/>
            </a:xfrm>
          </p:grpSpPr>
          <p:sp>
            <p:nvSpPr>
              <p:cNvPr id="104" name="Oval 103"/>
              <p:cNvSpPr/>
              <p:nvPr/>
            </p:nvSpPr>
            <p:spPr bwMode="auto">
              <a:xfrm>
                <a:off x="2070457" y="4931497"/>
                <a:ext cx="451691" cy="451691"/>
              </a:xfrm>
              <a:prstGeom prst="ellipse">
                <a:avLst/>
              </a:prstGeom>
              <a:solidFill>
                <a:schemeClr val="bg1"/>
              </a:solidFill>
              <a:ln w="9525" cap="flat" cmpd="sng" algn="ctr">
                <a:solidFill>
                  <a:srgbClr val="FF0000"/>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vert="horz" wrap="none" lIns="91440" tIns="45720" rIns="91440" bIns="45720" numCol="1" rtlCol="0" anchor="t" anchorCtr="0" compatLnSpc="1">
                <a:prstTxWarp prst="textNoShape">
                  <a:avLst/>
                </a:prstTxWarp>
              </a:bodyPr>
              <a:lstStyle/>
              <a:p>
                <a:pPr eaLnBrk="0" fontAlgn="base" hangingPunct="0">
                  <a:spcBef>
                    <a:spcPct val="0"/>
                  </a:spcBef>
                  <a:spcAft>
                    <a:spcPct val="0"/>
                  </a:spcAft>
                </a:pPr>
                <a:endParaRPr lang="en-US">
                  <a:latin typeface="Arial" charset="0"/>
                </a:endParaRPr>
              </a:p>
            </p:txBody>
          </p:sp>
          <p:sp>
            <p:nvSpPr>
              <p:cNvPr id="105" name="TextBox 104"/>
              <p:cNvSpPr txBox="1"/>
              <p:nvPr/>
            </p:nvSpPr>
            <p:spPr>
              <a:xfrm>
                <a:off x="2166486" y="4909463"/>
                <a:ext cx="309700" cy="430887"/>
              </a:xfrm>
              <a:prstGeom prst="rect">
                <a:avLst/>
              </a:prstGeom>
              <a:noFill/>
            </p:spPr>
            <p:txBody>
              <a:bodyPr wrap="none" rtlCol="0">
                <a:spAutoFit/>
              </a:bodyPr>
              <a:lstStyle/>
              <a:p>
                <a:r>
                  <a:rPr lang="en-US" sz="2200" i="1" dirty="0">
                    <a:latin typeface="Times New Roman" charset="0"/>
                    <a:ea typeface="Times New Roman" charset="0"/>
                    <a:cs typeface="Times New Roman" charset="0"/>
                  </a:rPr>
                  <a:t>x</a:t>
                </a:r>
              </a:p>
            </p:txBody>
          </p:sp>
        </p:grpSp>
        <p:grpSp>
          <p:nvGrpSpPr>
            <p:cNvPr id="71" name="Group 70"/>
            <p:cNvGrpSpPr/>
            <p:nvPr/>
          </p:nvGrpSpPr>
          <p:grpSpPr>
            <a:xfrm>
              <a:off x="2070458" y="5807258"/>
              <a:ext cx="451691" cy="473725"/>
              <a:chOff x="2070458" y="5588284"/>
              <a:chExt cx="451691" cy="473725"/>
            </a:xfrm>
          </p:grpSpPr>
          <p:sp>
            <p:nvSpPr>
              <p:cNvPr id="99" name="Oval 98"/>
              <p:cNvSpPr/>
              <p:nvPr/>
            </p:nvSpPr>
            <p:spPr bwMode="auto">
              <a:xfrm>
                <a:off x="2070458" y="5610318"/>
                <a:ext cx="451691" cy="451691"/>
              </a:xfrm>
              <a:prstGeom prst="ellipse">
                <a:avLst/>
              </a:prstGeom>
              <a:solidFill>
                <a:schemeClr val="bg1"/>
              </a:solidFill>
              <a:ln w="9525" cap="flat" cmpd="sng" algn="ctr">
                <a:solidFill>
                  <a:srgbClr val="FF0000"/>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vert="horz" wrap="none" lIns="91440" tIns="45720" rIns="91440" bIns="45720" numCol="1" rtlCol="0" anchor="t" anchorCtr="0" compatLnSpc="1">
                <a:prstTxWarp prst="textNoShape">
                  <a:avLst/>
                </a:prstTxWarp>
              </a:bodyPr>
              <a:lstStyle/>
              <a:p>
                <a:pPr eaLnBrk="0" fontAlgn="base" hangingPunct="0">
                  <a:spcBef>
                    <a:spcPct val="0"/>
                  </a:spcBef>
                  <a:spcAft>
                    <a:spcPct val="0"/>
                  </a:spcAft>
                </a:pPr>
                <a:endParaRPr lang="en-US">
                  <a:latin typeface="Arial" charset="0"/>
                </a:endParaRPr>
              </a:p>
            </p:txBody>
          </p:sp>
          <p:sp>
            <p:nvSpPr>
              <p:cNvPr id="100" name="TextBox 99"/>
              <p:cNvSpPr txBox="1"/>
              <p:nvPr/>
            </p:nvSpPr>
            <p:spPr>
              <a:xfrm>
                <a:off x="2111747" y="5588284"/>
                <a:ext cx="372218" cy="430887"/>
              </a:xfrm>
              <a:prstGeom prst="rect">
                <a:avLst/>
              </a:prstGeom>
              <a:noFill/>
            </p:spPr>
            <p:txBody>
              <a:bodyPr wrap="none" rtlCol="0">
                <a:spAutoFit/>
              </a:bodyPr>
              <a:lstStyle/>
              <a:p>
                <a:r>
                  <a:rPr lang="en-US" sz="2200" i="1" dirty="0">
                    <a:latin typeface="Times New Roman" charset="0"/>
                    <a:ea typeface="Times New Roman" charset="0"/>
                    <a:cs typeface="Times New Roman" charset="0"/>
                  </a:rPr>
                  <a:t>w</a:t>
                </a:r>
              </a:p>
            </p:txBody>
          </p:sp>
        </p:grpSp>
        <p:grpSp>
          <p:nvGrpSpPr>
            <p:cNvPr id="73" name="Group 72"/>
            <p:cNvGrpSpPr/>
            <p:nvPr/>
          </p:nvGrpSpPr>
          <p:grpSpPr>
            <a:xfrm>
              <a:off x="825501" y="4207068"/>
              <a:ext cx="4330828" cy="480357"/>
              <a:chOff x="825501" y="3988094"/>
              <a:chExt cx="4330828" cy="480357"/>
            </a:xfrm>
          </p:grpSpPr>
          <p:cxnSp>
            <p:nvCxnSpPr>
              <p:cNvPr id="94" name="Straight Arrow Connector 93"/>
              <p:cNvCxnSpPr/>
              <p:nvPr/>
            </p:nvCxnSpPr>
            <p:spPr bwMode="auto">
              <a:xfrm>
                <a:off x="825501" y="4454592"/>
                <a:ext cx="1245823" cy="13859"/>
              </a:xfrm>
              <a:prstGeom prst="straightConnector1">
                <a:avLst/>
              </a:prstGeom>
              <a:solidFill>
                <a:schemeClr val="accent1"/>
              </a:solidFill>
              <a:ln w="9525" cap="flat" cmpd="sng" algn="ctr">
                <a:solidFill>
                  <a:srgbClr val="FF0000"/>
                </a:solidFill>
                <a:prstDash val="dash"/>
                <a:round/>
                <a:headEnd type="triangle" w="lg" len="med"/>
                <a:tailEnd type="triangle" w="lg"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sp>
            <p:nvSpPr>
              <p:cNvPr id="95" name="TextBox 94"/>
              <p:cNvSpPr txBox="1"/>
              <p:nvPr/>
            </p:nvSpPr>
            <p:spPr>
              <a:xfrm>
                <a:off x="1175918" y="3988094"/>
                <a:ext cx="835485" cy="430887"/>
              </a:xfrm>
              <a:prstGeom prst="rect">
                <a:avLst/>
              </a:prstGeom>
              <a:noFill/>
            </p:spPr>
            <p:txBody>
              <a:bodyPr wrap="none" rtlCol="0">
                <a:spAutoFit/>
              </a:bodyPr>
              <a:lstStyle/>
              <a:p>
                <a:r>
                  <a:rPr lang="en-US" sz="2200" i="1" dirty="0">
                    <a:solidFill>
                      <a:srgbClr val="FF0000"/>
                    </a:solidFill>
                    <a:latin typeface="Times New Roman" charset="0"/>
                    <a:ea typeface="Times New Roman" charset="0"/>
                    <a:cs typeface="Times New Roman" charset="0"/>
                  </a:rPr>
                  <a:t>c(</a:t>
                </a:r>
                <a:r>
                  <a:rPr lang="en-US" sz="2200" i="1" dirty="0" err="1">
                    <a:solidFill>
                      <a:srgbClr val="FF0000"/>
                    </a:solidFill>
                    <a:latin typeface="Times New Roman" charset="0"/>
                    <a:ea typeface="Times New Roman" charset="0"/>
                    <a:cs typeface="Times New Roman" charset="0"/>
                  </a:rPr>
                  <a:t>u,v</a:t>
                </a:r>
                <a:r>
                  <a:rPr lang="en-US" sz="2200" i="1" dirty="0">
                    <a:solidFill>
                      <a:srgbClr val="FF0000"/>
                    </a:solidFill>
                    <a:latin typeface="Times New Roman" charset="0"/>
                    <a:ea typeface="Times New Roman" charset="0"/>
                    <a:cs typeface="Times New Roman" charset="0"/>
                  </a:rPr>
                  <a:t>)</a:t>
                </a:r>
              </a:p>
            </p:txBody>
          </p:sp>
          <p:cxnSp>
            <p:nvCxnSpPr>
              <p:cNvPr id="97" name="Straight Arrow Connector 96"/>
              <p:cNvCxnSpPr/>
              <p:nvPr/>
            </p:nvCxnSpPr>
            <p:spPr bwMode="auto">
              <a:xfrm flipV="1">
                <a:off x="2523015" y="4467069"/>
                <a:ext cx="2633314" cy="1382"/>
              </a:xfrm>
              <a:prstGeom prst="straightConnector1">
                <a:avLst/>
              </a:prstGeom>
              <a:solidFill>
                <a:schemeClr val="accent1"/>
              </a:solidFill>
              <a:ln w="9525" cap="flat" cmpd="sng" algn="ctr">
                <a:solidFill>
                  <a:srgbClr val="FF0000"/>
                </a:solidFill>
                <a:prstDash val="dash"/>
                <a:round/>
                <a:headEnd type="triangle" w="lg" len="med"/>
                <a:tailEnd type="triangle" w="lg"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sp>
            <p:nvSpPr>
              <p:cNvPr id="98" name="TextBox 97"/>
              <p:cNvSpPr txBox="1"/>
              <p:nvPr/>
            </p:nvSpPr>
            <p:spPr>
              <a:xfrm>
                <a:off x="3320185" y="4005689"/>
                <a:ext cx="707245" cy="430887"/>
              </a:xfrm>
              <a:prstGeom prst="rect">
                <a:avLst/>
              </a:prstGeom>
              <a:noFill/>
            </p:spPr>
            <p:txBody>
              <a:bodyPr wrap="none" rtlCol="0">
                <a:spAutoFit/>
              </a:bodyPr>
              <a:lstStyle/>
              <a:p>
                <a:r>
                  <a:rPr lang="en-US" sz="2200" i="1" dirty="0">
                    <a:latin typeface="Times New Roman" charset="0"/>
                    <a:ea typeface="Times New Roman" charset="0"/>
                    <a:cs typeface="Times New Roman" charset="0"/>
                  </a:rPr>
                  <a:t>d</a:t>
                </a:r>
                <a:r>
                  <a:rPr lang="en-US" sz="2200" i="1" baseline="-25000" dirty="0">
                    <a:latin typeface="Times New Roman" charset="0"/>
                    <a:ea typeface="Times New Roman" charset="0"/>
                    <a:cs typeface="Times New Roman" charset="0"/>
                  </a:rPr>
                  <a:t>v</a:t>
                </a:r>
                <a:r>
                  <a:rPr lang="en-US" sz="2200" i="1" dirty="0">
                    <a:latin typeface="Times New Roman" charset="0"/>
                    <a:ea typeface="Times New Roman" charset="0"/>
                    <a:cs typeface="Times New Roman" charset="0"/>
                  </a:rPr>
                  <a:t>(z)</a:t>
                </a:r>
              </a:p>
            </p:txBody>
          </p:sp>
        </p:grpSp>
        <p:grpSp>
          <p:nvGrpSpPr>
            <p:cNvPr id="75" name="Group 74"/>
            <p:cNvGrpSpPr/>
            <p:nvPr/>
          </p:nvGrpSpPr>
          <p:grpSpPr>
            <a:xfrm>
              <a:off x="824633" y="4895955"/>
              <a:ext cx="4330828" cy="480357"/>
              <a:chOff x="825501" y="3988094"/>
              <a:chExt cx="4330828" cy="480357"/>
            </a:xfrm>
          </p:grpSpPr>
          <p:cxnSp>
            <p:nvCxnSpPr>
              <p:cNvPr id="89" name="Straight Arrow Connector 88"/>
              <p:cNvCxnSpPr/>
              <p:nvPr/>
            </p:nvCxnSpPr>
            <p:spPr bwMode="auto">
              <a:xfrm>
                <a:off x="825501" y="4454592"/>
                <a:ext cx="1245823" cy="13859"/>
              </a:xfrm>
              <a:prstGeom prst="straightConnector1">
                <a:avLst/>
              </a:prstGeom>
              <a:solidFill>
                <a:schemeClr val="accent1"/>
              </a:solidFill>
              <a:ln w="9525" cap="flat" cmpd="sng" algn="ctr">
                <a:solidFill>
                  <a:srgbClr val="FF0000"/>
                </a:solidFill>
                <a:prstDash val="dash"/>
                <a:round/>
                <a:headEnd type="triangle" w="lg" len="med"/>
                <a:tailEnd type="triangle" w="lg"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sp>
            <p:nvSpPr>
              <p:cNvPr id="90" name="TextBox 89"/>
              <p:cNvSpPr txBox="1"/>
              <p:nvPr/>
            </p:nvSpPr>
            <p:spPr>
              <a:xfrm>
                <a:off x="1175918" y="3988094"/>
                <a:ext cx="835485" cy="430887"/>
              </a:xfrm>
              <a:prstGeom prst="rect">
                <a:avLst/>
              </a:prstGeom>
              <a:noFill/>
            </p:spPr>
            <p:txBody>
              <a:bodyPr wrap="none" rtlCol="0">
                <a:spAutoFit/>
              </a:bodyPr>
              <a:lstStyle/>
              <a:p>
                <a:r>
                  <a:rPr lang="en-US" sz="2200" i="1" dirty="0">
                    <a:solidFill>
                      <a:srgbClr val="FF0000"/>
                    </a:solidFill>
                    <a:latin typeface="Times New Roman" charset="0"/>
                    <a:ea typeface="Times New Roman" charset="0"/>
                    <a:cs typeface="Times New Roman" charset="0"/>
                  </a:rPr>
                  <a:t>c(</a:t>
                </a:r>
                <a:r>
                  <a:rPr lang="en-US" sz="2200" i="1" dirty="0" err="1">
                    <a:solidFill>
                      <a:srgbClr val="FF0000"/>
                    </a:solidFill>
                    <a:latin typeface="Times New Roman" charset="0"/>
                    <a:ea typeface="Times New Roman" charset="0"/>
                    <a:cs typeface="Times New Roman" charset="0"/>
                  </a:rPr>
                  <a:t>u,x</a:t>
                </a:r>
                <a:r>
                  <a:rPr lang="en-US" sz="2200" i="1" dirty="0">
                    <a:solidFill>
                      <a:srgbClr val="FF0000"/>
                    </a:solidFill>
                    <a:latin typeface="Times New Roman" charset="0"/>
                    <a:ea typeface="Times New Roman" charset="0"/>
                    <a:cs typeface="Times New Roman" charset="0"/>
                  </a:rPr>
                  <a:t>)</a:t>
                </a:r>
              </a:p>
            </p:txBody>
          </p:sp>
          <p:cxnSp>
            <p:nvCxnSpPr>
              <p:cNvPr id="91" name="Straight Arrow Connector 90"/>
              <p:cNvCxnSpPr/>
              <p:nvPr/>
            </p:nvCxnSpPr>
            <p:spPr bwMode="auto">
              <a:xfrm flipV="1">
                <a:off x="2523015" y="4467069"/>
                <a:ext cx="2633314" cy="1382"/>
              </a:xfrm>
              <a:prstGeom prst="straightConnector1">
                <a:avLst/>
              </a:prstGeom>
              <a:solidFill>
                <a:schemeClr val="accent1"/>
              </a:solidFill>
              <a:ln w="9525" cap="flat" cmpd="sng" algn="ctr">
                <a:solidFill>
                  <a:srgbClr val="FF0000"/>
                </a:solidFill>
                <a:prstDash val="dash"/>
                <a:round/>
                <a:headEnd type="triangle" w="lg" len="med"/>
                <a:tailEnd type="triangle" w="lg"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sp>
            <p:nvSpPr>
              <p:cNvPr id="92" name="TextBox 91"/>
              <p:cNvSpPr txBox="1"/>
              <p:nvPr/>
            </p:nvSpPr>
            <p:spPr>
              <a:xfrm>
                <a:off x="3320185" y="4005689"/>
                <a:ext cx="707245" cy="430887"/>
              </a:xfrm>
              <a:prstGeom prst="rect">
                <a:avLst/>
              </a:prstGeom>
              <a:noFill/>
            </p:spPr>
            <p:txBody>
              <a:bodyPr wrap="none" rtlCol="0">
                <a:spAutoFit/>
              </a:bodyPr>
              <a:lstStyle/>
              <a:p>
                <a:r>
                  <a:rPr lang="en-US" sz="2200" i="1" dirty="0">
                    <a:latin typeface="Times New Roman" charset="0"/>
                    <a:ea typeface="Times New Roman" charset="0"/>
                    <a:cs typeface="Times New Roman" charset="0"/>
                  </a:rPr>
                  <a:t>d</a:t>
                </a:r>
                <a:r>
                  <a:rPr lang="en-US" sz="2200" i="1" baseline="-25000" dirty="0">
                    <a:latin typeface="Times New Roman" charset="0"/>
                    <a:ea typeface="Times New Roman" charset="0"/>
                    <a:cs typeface="Times New Roman" charset="0"/>
                  </a:rPr>
                  <a:t>x</a:t>
                </a:r>
                <a:r>
                  <a:rPr lang="en-US" sz="2200" i="1" dirty="0">
                    <a:latin typeface="Times New Roman" charset="0"/>
                    <a:ea typeface="Times New Roman" charset="0"/>
                    <a:cs typeface="Times New Roman" charset="0"/>
                  </a:rPr>
                  <a:t>(z)</a:t>
                </a:r>
              </a:p>
            </p:txBody>
          </p:sp>
        </p:grpSp>
        <p:grpSp>
          <p:nvGrpSpPr>
            <p:cNvPr id="77" name="Group 76"/>
            <p:cNvGrpSpPr/>
            <p:nvPr/>
          </p:nvGrpSpPr>
          <p:grpSpPr>
            <a:xfrm>
              <a:off x="823767" y="5606741"/>
              <a:ext cx="4330828" cy="480357"/>
              <a:chOff x="825501" y="3988094"/>
              <a:chExt cx="4330828" cy="480357"/>
            </a:xfrm>
          </p:grpSpPr>
          <p:cxnSp>
            <p:nvCxnSpPr>
              <p:cNvPr id="79" name="Straight Arrow Connector 78"/>
              <p:cNvCxnSpPr/>
              <p:nvPr/>
            </p:nvCxnSpPr>
            <p:spPr bwMode="auto">
              <a:xfrm>
                <a:off x="825501" y="4454592"/>
                <a:ext cx="1245823" cy="13859"/>
              </a:xfrm>
              <a:prstGeom prst="straightConnector1">
                <a:avLst/>
              </a:prstGeom>
              <a:solidFill>
                <a:schemeClr val="accent1"/>
              </a:solidFill>
              <a:ln w="9525" cap="flat" cmpd="sng" algn="ctr">
                <a:solidFill>
                  <a:srgbClr val="FF0000"/>
                </a:solidFill>
                <a:prstDash val="dash"/>
                <a:round/>
                <a:headEnd type="triangle" w="lg" len="med"/>
                <a:tailEnd type="triangle" w="lg"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sp>
            <p:nvSpPr>
              <p:cNvPr id="81" name="TextBox 80"/>
              <p:cNvSpPr txBox="1"/>
              <p:nvPr/>
            </p:nvSpPr>
            <p:spPr>
              <a:xfrm>
                <a:off x="1175918" y="3988094"/>
                <a:ext cx="898003" cy="430887"/>
              </a:xfrm>
              <a:prstGeom prst="rect">
                <a:avLst/>
              </a:prstGeom>
              <a:noFill/>
            </p:spPr>
            <p:txBody>
              <a:bodyPr wrap="none" rtlCol="0">
                <a:spAutoFit/>
              </a:bodyPr>
              <a:lstStyle/>
              <a:p>
                <a:r>
                  <a:rPr lang="en-US" sz="2200" i="1" dirty="0">
                    <a:solidFill>
                      <a:srgbClr val="FF0000"/>
                    </a:solidFill>
                    <a:latin typeface="Times New Roman" charset="0"/>
                    <a:ea typeface="Times New Roman" charset="0"/>
                    <a:cs typeface="Times New Roman" charset="0"/>
                  </a:rPr>
                  <a:t>c(</a:t>
                </a:r>
                <a:r>
                  <a:rPr lang="en-US" sz="2200" i="1" dirty="0" err="1">
                    <a:solidFill>
                      <a:srgbClr val="FF0000"/>
                    </a:solidFill>
                    <a:latin typeface="Times New Roman" charset="0"/>
                    <a:ea typeface="Times New Roman" charset="0"/>
                    <a:cs typeface="Times New Roman" charset="0"/>
                  </a:rPr>
                  <a:t>u,w</a:t>
                </a:r>
                <a:r>
                  <a:rPr lang="en-US" sz="2200" i="1" dirty="0">
                    <a:solidFill>
                      <a:srgbClr val="FF0000"/>
                    </a:solidFill>
                    <a:latin typeface="Times New Roman" charset="0"/>
                    <a:ea typeface="Times New Roman" charset="0"/>
                    <a:cs typeface="Times New Roman" charset="0"/>
                  </a:rPr>
                  <a:t>)</a:t>
                </a:r>
              </a:p>
            </p:txBody>
          </p:sp>
          <p:cxnSp>
            <p:nvCxnSpPr>
              <p:cNvPr id="82" name="Straight Arrow Connector 81"/>
              <p:cNvCxnSpPr/>
              <p:nvPr/>
            </p:nvCxnSpPr>
            <p:spPr bwMode="auto">
              <a:xfrm flipV="1">
                <a:off x="2523015" y="4467069"/>
                <a:ext cx="2633314" cy="1382"/>
              </a:xfrm>
              <a:prstGeom prst="straightConnector1">
                <a:avLst/>
              </a:prstGeom>
              <a:solidFill>
                <a:schemeClr val="accent1"/>
              </a:solidFill>
              <a:ln w="9525" cap="flat" cmpd="sng" algn="ctr">
                <a:solidFill>
                  <a:srgbClr val="FF0000"/>
                </a:solidFill>
                <a:prstDash val="dash"/>
                <a:round/>
                <a:headEnd type="triangle" w="lg" len="med"/>
                <a:tailEnd type="triangle" w="lg"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sp>
            <p:nvSpPr>
              <p:cNvPr id="88" name="TextBox 87"/>
              <p:cNvSpPr txBox="1"/>
              <p:nvPr/>
            </p:nvSpPr>
            <p:spPr>
              <a:xfrm>
                <a:off x="3320185" y="4005689"/>
                <a:ext cx="748923" cy="430887"/>
              </a:xfrm>
              <a:prstGeom prst="rect">
                <a:avLst/>
              </a:prstGeom>
              <a:noFill/>
            </p:spPr>
            <p:txBody>
              <a:bodyPr wrap="none" rtlCol="0">
                <a:spAutoFit/>
              </a:bodyPr>
              <a:lstStyle/>
              <a:p>
                <a:r>
                  <a:rPr lang="en-US" sz="2200" i="1" dirty="0" err="1">
                    <a:latin typeface="Times New Roman" charset="0"/>
                    <a:ea typeface="Times New Roman" charset="0"/>
                    <a:cs typeface="Times New Roman" charset="0"/>
                  </a:rPr>
                  <a:t>d</a:t>
                </a:r>
                <a:r>
                  <a:rPr lang="en-US" sz="2200" i="1" baseline="-25000" dirty="0" err="1">
                    <a:latin typeface="Times New Roman" charset="0"/>
                    <a:ea typeface="Times New Roman" charset="0"/>
                    <a:cs typeface="Times New Roman" charset="0"/>
                  </a:rPr>
                  <a:t>w</a:t>
                </a:r>
                <a:r>
                  <a:rPr lang="en-US" sz="2200" i="1" dirty="0">
                    <a:latin typeface="Times New Roman" charset="0"/>
                    <a:ea typeface="Times New Roman" charset="0"/>
                    <a:cs typeface="Times New Roman" charset="0"/>
                  </a:rPr>
                  <a:t>(z)</a:t>
                </a:r>
              </a:p>
            </p:txBody>
          </p:sp>
        </p:grpSp>
      </p:grpSp>
      <p:pic>
        <p:nvPicPr>
          <p:cNvPr id="60" name="Picture 59" descr="Screen Shot 2016-04-16 at 10.25.22 PM.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259994" y="1527171"/>
            <a:ext cx="4326935" cy="2890590"/>
          </a:xfrm>
          <a:prstGeom prst="rect">
            <a:avLst/>
          </a:prstGeom>
        </p:spPr>
      </p:pic>
      <p:sp>
        <p:nvSpPr>
          <p:cNvPr id="75779" name="Slide Number Placeholder 4"/>
          <p:cNvSpPr>
            <a:spLocks noGrp="1"/>
          </p:cNvSpPr>
          <p:nvPr>
            <p:ph type="sldNum" sz="quarter" idx="12"/>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a:solidFill>
                  <a:schemeClr val="tx1"/>
                </a:solidFill>
                <a:latin typeface="Arial" charset="0"/>
                <a:ea typeface="ＭＳ Ｐゴシック" pitchFamily="34" charset="-128"/>
              </a:defRPr>
            </a:lvl1pPr>
            <a:lvl2pPr marL="742950" indent="-285750">
              <a:defRPr>
                <a:solidFill>
                  <a:schemeClr val="tx1"/>
                </a:solidFill>
                <a:latin typeface="Arial" charset="0"/>
                <a:ea typeface="ＭＳ Ｐゴシック" pitchFamily="34" charset="-128"/>
              </a:defRPr>
            </a:lvl2pPr>
            <a:lvl3pPr marL="1143000" indent="-228600">
              <a:defRPr>
                <a:solidFill>
                  <a:schemeClr val="tx1"/>
                </a:solidFill>
                <a:latin typeface="Arial" charset="0"/>
                <a:ea typeface="ＭＳ Ｐゴシック" pitchFamily="34" charset="-128"/>
              </a:defRPr>
            </a:lvl3pPr>
            <a:lvl4pPr marL="1600200" indent="-228600">
              <a:defRPr>
                <a:solidFill>
                  <a:schemeClr val="tx1"/>
                </a:solidFill>
                <a:latin typeface="Arial" charset="0"/>
                <a:ea typeface="ＭＳ Ｐゴシック" pitchFamily="34" charset="-128"/>
              </a:defRPr>
            </a:lvl4pPr>
            <a:lvl5pPr marL="2057400" indent="-22860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r>
              <a:rPr lang="en-US" altLang="en-US" dirty="0">
                <a:latin typeface="Tahoma" pitchFamily="34" charset="0"/>
              </a:rPr>
              <a:t>5</a:t>
            </a:r>
            <a:r>
              <a:rPr lang="en-US" altLang="en-US" dirty="0" smtClean="0">
                <a:latin typeface="Tahoma" pitchFamily="34" charset="0"/>
              </a:rPr>
              <a:t>-</a:t>
            </a:r>
            <a:fld id="{B712E6B2-561F-4E53-8F09-7AF5A4A62D18}" type="slidenum">
              <a:rPr lang="en-US" altLang="en-US" smtClean="0">
                <a:latin typeface="Tahoma" pitchFamily="34" charset="0"/>
              </a:rPr>
              <a:pPr/>
              <a:t>30</a:t>
            </a:fld>
            <a:endParaRPr lang="en-US" altLang="en-US" dirty="0">
              <a:latin typeface="Tahoma" pitchFamily="34" charset="0"/>
            </a:endParaRPr>
          </a:p>
        </p:txBody>
      </p:sp>
      <p:sp>
        <p:nvSpPr>
          <p:cNvPr id="86" name="Rectangle 2"/>
          <p:cNvSpPr txBox="1">
            <a:spLocks noChangeArrowheads="1"/>
          </p:cNvSpPr>
          <p:nvPr/>
        </p:nvSpPr>
        <p:spPr bwMode="auto">
          <a:xfrm>
            <a:off x="6021718" y="140786"/>
            <a:ext cx="4646282" cy="6279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l" rtl="0" eaLnBrk="0" fontAlgn="base" hangingPunct="0">
              <a:spcBef>
                <a:spcPct val="0"/>
              </a:spcBef>
              <a:spcAft>
                <a:spcPct val="0"/>
              </a:spcAft>
              <a:defRPr sz="4400">
                <a:solidFill>
                  <a:srgbClr val="000099"/>
                </a:solidFill>
                <a:latin typeface="+mj-lt"/>
                <a:ea typeface="ＭＳ Ｐゴシック" charset="0"/>
                <a:cs typeface="+mj-cs"/>
              </a:defRPr>
            </a:lvl1pPr>
            <a:lvl2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2pPr>
            <a:lvl3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3pPr>
            <a:lvl4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4pPr>
            <a:lvl5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5pPr>
            <a:lvl6pPr marL="457200" algn="l" rtl="0" fontAlgn="base">
              <a:spcBef>
                <a:spcPct val="0"/>
              </a:spcBef>
              <a:spcAft>
                <a:spcPct val="0"/>
              </a:spcAft>
              <a:defRPr sz="4400">
                <a:solidFill>
                  <a:srgbClr val="000099"/>
                </a:solidFill>
                <a:latin typeface="Gill Sans MT" pitchFamily="34" charset="0"/>
                <a:cs typeface="Arial" charset="0"/>
              </a:defRPr>
            </a:lvl6pPr>
            <a:lvl7pPr marL="914400" algn="l" rtl="0" fontAlgn="base">
              <a:spcBef>
                <a:spcPct val="0"/>
              </a:spcBef>
              <a:spcAft>
                <a:spcPct val="0"/>
              </a:spcAft>
              <a:defRPr sz="4400">
                <a:solidFill>
                  <a:srgbClr val="000099"/>
                </a:solidFill>
                <a:latin typeface="Gill Sans MT" pitchFamily="34" charset="0"/>
                <a:cs typeface="Arial" charset="0"/>
              </a:defRPr>
            </a:lvl7pPr>
            <a:lvl8pPr marL="1371600" algn="l" rtl="0" fontAlgn="base">
              <a:spcBef>
                <a:spcPct val="0"/>
              </a:spcBef>
              <a:spcAft>
                <a:spcPct val="0"/>
              </a:spcAft>
              <a:defRPr sz="4400">
                <a:solidFill>
                  <a:srgbClr val="000099"/>
                </a:solidFill>
                <a:latin typeface="Gill Sans MT" pitchFamily="34" charset="0"/>
                <a:cs typeface="Arial" charset="0"/>
              </a:defRPr>
            </a:lvl8pPr>
            <a:lvl9pPr marL="1828800" algn="l" rtl="0" fontAlgn="base">
              <a:spcBef>
                <a:spcPct val="0"/>
              </a:spcBef>
              <a:spcAft>
                <a:spcPct val="0"/>
              </a:spcAft>
              <a:defRPr sz="4400">
                <a:solidFill>
                  <a:srgbClr val="000099"/>
                </a:solidFill>
                <a:latin typeface="Gill Sans MT" pitchFamily="34" charset="0"/>
                <a:cs typeface="Arial" charset="0"/>
              </a:defRPr>
            </a:lvl9pPr>
          </a:lstStyle>
          <a:p>
            <a:pPr algn="r" eaLnBrk="1" hangingPunct="1"/>
            <a:r>
              <a:rPr lang="en-US" altLang="ja-JP" sz="2800" dirty="0">
                <a:solidFill>
                  <a:schemeClr val="tx1"/>
                </a:solidFill>
                <a:latin typeface="Arial"/>
                <a:ea typeface="ＭＳ Ｐゴシック" pitchFamily="34" charset="-128"/>
                <a:cs typeface="Arial"/>
              </a:rPr>
              <a:t>The Distance Vector (DV)</a:t>
            </a:r>
            <a:endParaRPr lang="en-US" sz="2800" dirty="0">
              <a:solidFill>
                <a:schemeClr val="tx1"/>
              </a:solidFill>
              <a:latin typeface="Arial"/>
              <a:ea typeface="ＭＳ Ｐゴシック" pitchFamily="34" charset="-128"/>
              <a:cs typeface="Arial"/>
            </a:endParaRPr>
          </a:p>
        </p:txBody>
      </p:sp>
      <p:sp>
        <p:nvSpPr>
          <p:cNvPr id="13" name="Rectangle 12"/>
          <p:cNvSpPr/>
          <p:nvPr/>
        </p:nvSpPr>
        <p:spPr bwMode="auto">
          <a:xfrm>
            <a:off x="2969087" y="2343026"/>
            <a:ext cx="547381" cy="54743"/>
          </a:xfrm>
          <a:prstGeom prst="rect">
            <a:avLst/>
          </a:prstGeom>
          <a:solidFill>
            <a:srgbClr val="FFFF00"/>
          </a:solid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eaLnBrk="0" fontAlgn="base" hangingPunct="0">
              <a:spcBef>
                <a:spcPct val="0"/>
              </a:spcBef>
              <a:spcAft>
                <a:spcPct val="0"/>
              </a:spcAft>
            </a:pPr>
            <a:endParaRPr lang="en-US">
              <a:latin typeface="Arial" charset="0"/>
            </a:endParaRPr>
          </a:p>
        </p:txBody>
      </p:sp>
      <p:sp>
        <p:nvSpPr>
          <p:cNvPr id="101" name="Rectangle 100"/>
          <p:cNvSpPr/>
          <p:nvPr/>
        </p:nvSpPr>
        <p:spPr bwMode="auto">
          <a:xfrm>
            <a:off x="4358372" y="2342144"/>
            <a:ext cx="547381" cy="54743"/>
          </a:xfrm>
          <a:prstGeom prst="rect">
            <a:avLst/>
          </a:prstGeom>
          <a:solidFill>
            <a:schemeClr val="accent1"/>
          </a:solid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eaLnBrk="0" fontAlgn="base" hangingPunct="0">
              <a:spcBef>
                <a:spcPct val="0"/>
              </a:spcBef>
              <a:spcAft>
                <a:spcPct val="0"/>
              </a:spcAft>
            </a:pPr>
            <a:endParaRPr lang="en-US">
              <a:latin typeface="Arial" charset="0"/>
            </a:endParaRPr>
          </a:p>
        </p:txBody>
      </p:sp>
      <p:grpSp>
        <p:nvGrpSpPr>
          <p:cNvPr id="24" name="Group 23"/>
          <p:cNvGrpSpPr/>
          <p:nvPr/>
        </p:nvGrpSpPr>
        <p:grpSpPr>
          <a:xfrm>
            <a:off x="7578035" y="3319319"/>
            <a:ext cx="2238447" cy="553597"/>
            <a:chOff x="6054034" y="3319318"/>
            <a:chExt cx="2238447" cy="553597"/>
          </a:xfrm>
        </p:grpSpPr>
        <p:grpSp>
          <p:nvGrpSpPr>
            <p:cNvPr id="15" name="Group 14"/>
            <p:cNvGrpSpPr/>
            <p:nvPr/>
          </p:nvGrpSpPr>
          <p:grpSpPr>
            <a:xfrm>
              <a:off x="6633391" y="3319318"/>
              <a:ext cx="1659090" cy="483424"/>
              <a:chOff x="6633391" y="3319318"/>
              <a:chExt cx="1659090" cy="483424"/>
            </a:xfrm>
          </p:grpSpPr>
          <p:cxnSp>
            <p:nvCxnSpPr>
              <p:cNvPr id="102" name="Straight Connector 101"/>
              <p:cNvCxnSpPr/>
              <p:nvPr/>
            </p:nvCxnSpPr>
            <p:spPr bwMode="auto">
              <a:xfrm flipH="1" flipV="1">
                <a:off x="6633391" y="3802741"/>
                <a:ext cx="667805" cy="1"/>
              </a:xfrm>
              <a:prstGeom prst="line">
                <a:avLst/>
              </a:prstGeom>
              <a:solidFill>
                <a:schemeClr val="accent1"/>
              </a:solidFill>
              <a:ln w="38100" cap="flat" cmpd="sng" algn="ctr">
                <a:solidFill>
                  <a:schemeClr val="accent1"/>
                </a:solidFill>
                <a:prstDash val="solid"/>
                <a:round/>
                <a:headEnd type="triangl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103" name="Straight Connector 102"/>
              <p:cNvCxnSpPr/>
              <p:nvPr/>
            </p:nvCxnSpPr>
            <p:spPr bwMode="auto">
              <a:xfrm flipH="1">
                <a:off x="7810782" y="3319318"/>
                <a:ext cx="481699" cy="361307"/>
              </a:xfrm>
              <a:prstGeom prst="line">
                <a:avLst/>
              </a:prstGeom>
              <a:solidFill>
                <a:schemeClr val="accent1"/>
              </a:solidFill>
              <a:ln w="38100" cap="flat" cmpd="sng" algn="ctr">
                <a:solidFill>
                  <a:schemeClr val="accent1"/>
                </a:solidFill>
                <a:prstDash val="solid"/>
                <a:round/>
                <a:headEnd type="triangl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grpSp>
          <p:nvGrpSpPr>
            <p:cNvPr id="110" name="Group 109"/>
            <p:cNvGrpSpPr/>
            <p:nvPr/>
          </p:nvGrpSpPr>
          <p:grpSpPr>
            <a:xfrm>
              <a:off x="6054034" y="3503583"/>
              <a:ext cx="547381" cy="369332"/>
              <a:chOff x="5145382" y="2999946"/>
              <a:chExt cx="547381" cy="369332"/>
            </a:xfrm>
          </p:grpSpPr>
          <p:sp>
            <p:nvSpPr>
              <p:cNvPr id="111" name="Oval 110"/>
              <p:cNvSpPr/>
              <p:nvPr/>
            </p:nvSpPr>
            <p:spPr bwMode="auto">
              <a:xfrm>
                <a:off x="5145382" y="3120383"/>
                <a:ext cx="547381" cy="208026"/>
              </a:xfrm>
              <a:prstGeom prst="ellipse">
                <a:avLst/>
              </a:prstGeom>
              <a:solidFill>
                <a:schemeClr val="accent1"/>
              </a:solid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algn="ctr" eaLnBrk="0" fontAlgn="base" hangingPunct="0">
                  <a:spcBef>
                    <a:spcPct val="0"/>
                  </a:spcBef>
                  <a:spcAft>
                    <a:spcPct val="0"/>
                  </a:spcAft>
                </a:pPr>
                <a:endParaRPr lang="en-US" dirty="0">
                  <a:latin typeface="Arial" charset="0"/>
                </a:endParaRPr>
              </a:p>
            </p:txBody>
          </p:sp>
          <p:sp>
            <p:nvSpPr>
              <p:cNvPr id="112" name="TextBox 111"/>
              <p:cNvSpPr txBox="1"/>
              <p:nvPr/>
            </p:nvSpPr>
            <p:spPr>
              <a:xfrm>
                <a:off x="5265804" y="2999946"/>
                <a:ext cx="284052" cy="369332"/>
              </a:xfrm>
              <a:prstGeom prst="rect">
                <a:avLst/>
              </a:prstGeom>
              <a:noFill/>
            </p:spPr>
            <p:txBody>
              <a:bodyPr wrap="none" rtlCol="0">
                <a:spAutoFit/>
              </a:bodyPr>
              <a:lstStyle/>
              <a:p>
                <a:r>
                  <a:rPr lang="en-US" dirty="0">
                    <a:solidFill>
                      <a:schemeClr val="bg1"/>
                    </a:solidFill>
                  </a:rPr>
                  <a:t>x</a:t>
                </a:r>
              </a:p>
            </p:txBody>
          </p:sp>
        </p:grpSp>
      </p:grpSp>
      <p:graphicFrame>
        <p:nvGraphicFramePr>
          <p:cNvPr id="4" name="Object 3"/>
          <p:cNvGraphicFramePr>
            <a:graphicFrameLocks noChangeAspect="1"/>
          </p:cNvGraphicFramePr>
          <p:nvPr>
            <p:extLst/>
          </p:nvPr>
        </p:nvGraphicFramePr>
        <p:xfrm>
          <a:off x="2869607" y="1889870"/>
          <a:ext cx="3911600" cy="431800"/>
        </p:xfrm>
        <a:graphic>
          <a:graphicData uri="http://schemas.openxmlformats.org/presentationml/2006/ole">
            <mc:AlternateContent xmlns:mc="http://schemas.openxmlformats.org/markup-compatibility/2006">
              <mc:Choice xmlns:v="urn:schemas-microsoft-com:vml" Requires="v">
                <p:oleObj spid="_x0000_s4123" name="Equation" r:id="rId4" imgW="1955800" imgH="215900" progId="Equation.3">
                  <p:embed/>
                </p:oleObj>
              </mc:Choice>
              <mc:Fallback>
                <p:oleObj name="Equation" r:id="rId4" imgW="1955800" imgH="215900" progId="Equation.3">
                  <p:embed/>
                  <p:pic>
                    <p:nvPicPr>
                      <p:cNvPr id="4" name="Object 3"/>
                      <p:cNvPicPr/>
                      <p:nvPr/>
                    </p:nvPicPr>
                    <p:blipFill>
                      <a:blip r:embed="rId5"/>
                      <a:stretch>
                        <a:fillRect/>
                      </a:stretch>
                    </p:blipFill>
                    <p:spPr>
                      <a:xfrm>
                        <a:off x="2869607" y="1889870"/>
                        <a:ext cx="3911600" cy="431800"/>
                      </a:xfrm>
                      <a:prstGeom prst="rect">
                        <a:avLst/>
                      </a:prstGeom>
                    </p:spPr>
                  </p:pic>
                </p:oleObj>
              </mc:Fallback>
            </mc:AlternateContent>
          </a:graphicData>
        </a:graphic>
      </p:graphicFrame>
      <p:grpSp>
        <p:nvGrpSpPr>
          <p:cNvPr id="21" name="Group 20"/>
          <p:cNvGrpSpPr/>
          <p:nvPr/>
        </p:nvGrpSpPr>
        <p:grpSpPr>
          <a:xfrm>
            <a:off x="8858907" y="2233533"/>
            <a:ext cx="1163913" cy="1528152"/>
            <a:chOff x="7334906" y="2233533"/>
            <a:chExt cx="1163913" cy="1528152"/>
          </a:xfrm>
        </p:grpSpPr>
        <p:cxnSp>
          <p:nvCxnSpPr>
            <p:cNvPr id="106" name="Straight Connector 105"/>
            <p:cNvCxnSpPr/>
            <p:nvPr/>
          </p:nvCxnSpPr>
          <p:spPr bwMode="auto">
            <a:xfrm flipH="1">
              <a:off x="7619544" y="2682435"/>
              <a:ext cx="1" cy="897794"/>
            </a:xfrm>
            <a:prstGeom prst="line">
              <a:avLst/>
            </a:prstGeom>
            <a:solidFill>
              <a:schemeClr val="accent1"/>
            </a:solidFill>
            <a:ln w="38100" cap="flat" cmpd="sng" algn="ctr">
              <a:solidFill>
                <a:srgbClr val="3366FF"/>
              </a:solidFill>
              <a:prstDash val="solid"/>
              <a:round/>
              <a:headEnd type="none" w="med" len="med"/>
              <a:tailEnd type="triangl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nvGrpSpPr>
            <p:cNvPr id="113" name="Group 112"/>
            <p:cNvGrpSpPr/>
            <p:nvPr/>
          </p:nvGrpSpPr>
          <p:grpSpPr>
            <a:xfrm>
              <a:off x="7334906" y="2233533"/>
              <a:ext cx="547381" cy="369332"/>
              <a:chOff x="5145382" y="2999946"/>
              <a:chExt cx="547381" cy="369332"/>
            </a:xfrm>
          </p:grpSpPr>
          <p:sp>
            <p:nvSpPr>
              <p:cNvPr id="114" name="Oval 113"/>
              <p:cNvSpPr/>
              <p:nvPr/>
            </p:nvSpPr>
            <p:spPr bwMode="auto">
              <a:xfrm>
                <a:off x="5145382" y="3122876"/>
                <a:ext cx="547381" cy="208026"/>
              </a:xfrm>
              <a:prstGeom prst="ellipse">
                <a:avLst/>
              </a:prstGeom>
              <a:solidFill>
                <a:srgbClr val="3366FF"/>
              </a:solid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algn="ctr" eaLnBrk="0" fontAlgn="base" hangingPunct="0">
                  <a:spcBef>
                    <a:spcPct val="0"/>
                  </a:spcBef>
                  <a:spcAft>
                    <a:spcPct val="0"/>
                  </a:spcAft>
                </a:pPr>
                <a:endParaRPr lang="en-US" dirty="0">
                  <a:latin typeface="Arial" charset="0"/>
                </a:endParaRPr>
              </a:p>
            </p:txBody>
          </p:sp>
          <p:sp>
            <p:nvSpPr>
              <p:cNvPr id="115" name="TextBox 114"/>
              <p:cNvSpPr txBox="1"/>
              <p:nvPr/>
            </p:nvSpPr>
            <p:spPr>
              <a:xfrm>
                <a:off x="5265804" y="2999946"/>
                <a:ext cx="349776" cy="369332"/>
              </a:xfrm>
              <a:prstGeom prst="rect">
                <a:avLst/>
              </a:prstGeom>
              <a:noFill/>
            </p:spPr>
            <p:txBody>
              <a:bodyPr wrap="none" rtlCol="0">
                <a:spAutoFit/>
              </a:bodyPr>
              <a:lstStyle/>
              <a:p>
                <a:r>
                  <a:rPr lang="en-US" dirty="0">
                    <a:solidFill>
                      <a:schemeClr val="bg1"/>
                    </a:solidFill>
                  </a:rPr>
                  <a:t>w</a:t>
                </a:r>
              </a:p>
            </p:txBody>
          </p:sp>
        </p:grpSp>
        <p:cxnSp>
          <p:nvCxnSpPr>
            <p:cNvPr id="118" name="Straight Connector 117"/>
            <p:cNvCxnSpPr/>
            <p:nvPr/>
          </p:nvCxnSpPr>
          <p:spPr bwMode="auto">
            <a:xfrm flipH="1">
              <a:off x="7882092" y="3323453"/>
              <a:ext cx="616727" cy="438232"/>
            </a:xfrm>
            <a:prstGeom prst="line">
              <a:avLst/>
            </a:prstGeom>
            <a:solidFill>
              <a:schemeClr val="accent1"/>
            </a:solidFill>
            <a:ln w="38100" cap="flat" cmpd="sng" algn="ctr">
              <a:solidFill>
                <a:srgbClr val="3366FF"/>
              </a:solidFill>
              <a:prstDash val="solid"/>
              <a:round/>
              <a:headEnd type="triangl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sp>
        <p:nvSpPr>
          <p:cNvPr id="127" name="Rectangle 126"/>
          <p:cNvSpPr/>
          <p:nvPr/>
        </p:nvSpPr>
        <p:spPr bwMode="auto">
          <a:xfrm>
            <a:off x="5707811" y="2341262"/>
            <a:ext cx="547381" cy="54743"/>
          </a:xfrm>
          <a:prstGeom prst="rect">
            <a:avLst/>
          </a:prstGeom>
          <a:solidFill>
            <a:srgbClr val="3366FF"/>
          </a:solid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eaLnBrk="0" fontAlgn="base" hangingPunct="0">
              <a:spcBef>
                <a:spcPct val="0"/>
              </a:spcBef>
              <a:spcAft>
                <a:spcPct val="0"/>
              </a:spcAft>
            </a:pPr>
            <a:endParaRPr lang="en-US">
              <a:latin typeface="Arial" charset="0"/>
            </a:endParaRPr>
          </a:p>
        </p:txBody>
      </p:sp>
      <p:sp>
        <p:nvSpPr>
          <p:cNvPr id="131" name="Title 41"/>
          <p:cNvSpPr txBox="1">
            <a:spLocks/>
          </p:cNvSpPr>
          <p:nvPr/>
        </p:nvSpPr>
        <p:spPr bwMode="auto">
          <a:xfrm>
            <a:off x="2885105" y="937405"/>
            <a:ext cx="7772400" cy="43549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l" rtl="0" eaLnBrk="0" fontAlgn="base" hangingPunct="0">
              <a:spcBef>
                <a:spcPct val="0"/>
              </a:spcBef>
              <a:spcAft>
                <a:spcPct val="0"/>
              </a:spcAft>
              <a:defRPr sz="4400">
                <a:solidFill>
                  <a:srgbClr val="000099"/>
                </a:solidFill>
                <a:latin typeface="+mj-lt"/>
                <a:ea typeface="ＭＳ Ｐゴシック" charset="0"/>
                <a:cs typeface="+mj-cs"/>
              </a:defRPr>
            </a:lvl1pPr>
            <a:lvl2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2pPr>
            <a:lvl3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3pPr>
            <a:lvl4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4pPr>
            <a:lvl5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5pPr>
            <a:lvl6pPr marL="457200" algn="l" rtl="0" fontAlgn="base">
              <a:spcBef>
                <a:spcPct val="0"/>
              </a:spcBef>
              <a:spcAft>
                <a:spcPct val="0"/>
              </a:spcAft>
              <a:defRPr sz="4400">
                <a:solidFill>
                  <a:srgbClr val="000099"/>
                </a:solidFill>
                <a:latin typeface="Gill Sans MT" pitchFamily="34" charset="0"/>
                <a:cs typeface="Arial" charset="0"/>
              </a:defRPr>
            </a:lvl6pPr>
            <a:lvl7pPr marL="914400" algn="l" rtl="0" fontAlgn="base">
              <a:spcBef>
                <a:spcPct val="0"/>
              </a:spcBef>
              <a:spcAft>
                <a:spcPct val="0"/>
              </a:spcAft>
              <a:defRPr sz="4400">
                <a:solidFill>
                  <a:srgbClr val="000099"/>
                </a:solidFill>
                <a:latin typeface="Gill Sans MT" pitchFamily="34" charset="0"/>
                <a:cs typeface="Arial" charset="0"/>
              </a:defRPr>
            </a:lvl7pPr>
            <a:lvl8pPr marL="1371600" algn="l" rtl="0" fontAlgn="base">
              <a:spcBef>
                <a:spcPct val="0"/>
              </a:spcBef>
              <a:spcAft>
                <a:spcPct val="0"/>
              </a:spcAft>
              <a:defRPr sz="4400">
                <a:solidFill>
                  <a:srgbClr val="000099"/>
                </a:solidFill>
                <a:latin typeface="Gill Sans MT" pitchFamily="34" charset="0"/>
                <a:cs typeface="Arial" charset="0"/>
              </a:defRPr>
            </a:lvl8pPr>
            <a:lvl9pPr marL="1828800" algn="l" rtl="0" fontAlgn="base">
              <a:spcBef>
                <a:spcPct val="0"/>
              </a:spcBef>
              <a:spcAft>
                <a:spcPct val="0"/>
              </a:spcAft>
              <a:defRPr sz="4400">
                <a:solidFill>
                  <a:srgbClr val="000099"/>
                </a:solidFill>
                <a:latin typeface="Gill Sans MT" pitchFamily="34" charset="0"/>
                <a:cs typeface="Arial" charset="0"/>
              </a:defRPr>
            </a:lvl9pPr>
          </a:lstStyle>
          <a:p>
            <a:pPr algn="r" eaLnBrk="1" hangingPunct="1"/>
            <a:r>
              <a:rPr lang="en-US" sz="2400">
                <a:solidFill>
                  <a:srgbClr val="00B9FA"/>
                </a:solidFill>
                <a:latin typeface="Arial"/>
                <a:ea typeface="ＭＳ Ｐゴシック" pitchFamily="34" charset="-128"/>
                <a:cs typeface="Arial"/>
              </a:rPr>
              <a:t>Bellman-Ford</a:t>
            </a:r>
            <a:endParaRPr lang="en-US" sz="2400" dirty="0">
              <a:solidFill>
                <a:srgbClr val="00B9FA"/>
              </a:solidFill>
              <a:latin typeface="Arial"/>
              <a:ea typeface="ＭＳ Ｐゴシック" pitchFamily="34" charset="-128"/>
              <a:cs typeface="Arial"/>
            </a:endParaRPr>
          </a:p>
        </p:txBody>
      </p:sp>
      <p:grpSp>
        <p:nvGrpSpPr>
          <p:cNvPr id="25" name="Group 24"/>
          <p:cNvGrpSpPr/>
          <p:nvPr/>
        </p:nvGrpSpPr>
        <p:grpSpPr>
          <a:xfrm>
            <a:off x="7578036" y="2244482"/>
            <a:ext cx="2185088" cy="1462714"/>
            <a:chOff x="6054036" y="2244482"/>
            <a:chExt cx="2185088" cy="1462714"/>
          </a:xfrm>
        </p:grpSpPr>
        <p:grpSp>
          <p:nvGrpSpPr>
            <p:cNvPr id="12" name="Group 11"/>
            <p:cNvGrpSpPr/>
            <p:nvPr/>
          </p:nvGrpSpPr>
          <p:grpSpPr>
            <a:xfrm>
              <a:off x="6327725" y="2704332"/>
              <a:ext cx="1911399" cy="1002864"/>
              <a:chOff x="6327725" y="2704332"/>
              <a:chExt cx="1911399" cy="1002864"/>
            </a:xfrm>
          </p:grpSpPr>
          <p:cxnSp>
            <p:nvCxnSpPr>
              <p:cNvPr id="7" name="Straight Connector 6"/>
              <p:cNvCxnSpPr/>
              <p:nvPr/>
            </p:nvCxnSpPr>
            <p:spPr bwMode="auto">
              <a:xfrm>
                <a:off x="6327725" y="2704332"/>
                <a:ext cx="0" cy="919692"/>
              </a:xfrm>
              <a:prstGeom prst="line">
                <a:avLst/>
              </a:prstGeom>
              <a:solidFill>
                <a:schemeClr val="accent1"/>
              </a:solidFill>
              <a:ln w="57150" cap="flat" cmpd="sng" algn="ctr">
                <a:solidFill>
                  <a:srgbClr val="FFFF00"/>
                </a:solidFill>
                <a:prstDash val="solid"/>
                <a:round/>
                <a:headEnd type="none" w="med" len="med"/>
                <a:tailEnd type="triangl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93" name="Straight Connector 92"/>
              <p:cNvCxnSpPr/>
              <p:nvPr/>
            </p:nvCxnSpPr>
            <p:spPr bwMode="auto">
              <a:xfrm flipH="1" flipV="1">
                <a:off x="6620746" y="3707195"/>
                <a:ext cx="667805" cy="1"/>
              </a:xfrm>
              <a:prstGeom prst="line">
                <a:avLst/>
              </a:prstGeom>
              <a:solidFill>
                <a:schemeClr val="accent1"/>
              </a:solidFill>
              <a:ln w="57150" cap="flat" cmpd="sng" algn="ctr">
                <a:solidFill>
                  <a:srgbClr val="FFFF00"/>
                </a:solidFill>
                <a:prstDash val="solid"/>
                <a:round/>
                <a:headEnd type="triangl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96" name="Straight Connector 95"/>
              <p:cNvCxnSpPr/>
              <p:nvPr/>
            </p:nvCxnSpPr>
            <p:spPr bwMode="auto">
              <a:xfrm flipH="1">
                <a:off x="7755676" y="3225452"/>
                <a:ext cx="483448" cy="341181"/>
              </a:xfrm>
              <a:prstGeom prst="line">
                <a:avLst/>
              </a:prstGeom>
              <a:solidFill>
                <a:schemeClr val="accent1"/>
              </a:solidFill>
              <a:ln w="57150" cap="flat" cmpd="sng" algn="ctr">
                <a:solidFill>
                  <a:srgbClr val="FFFF00"/>
                </a:solidFill>
                <a:prstDash val="solid"/>
                <a:round/>
                <a:headEnd type="triangle" w="sm"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grpSp>
          <p:nvGrpSpPr>
            <p:cNvPr id="107" name="Group 106"/>
            <p:cNvGrpSpPr/>
            <p:nvPr/>
          </p:nvGrpSpPr>
          <p:grpSpPr>
            <a:xfrm>
              <a:off x="6054036" y="2244482"/>
              <a:ext cx="547381" cy="369332"/>
              <a:chOff x="5145382" y="2999946"/>
              <a:chExt cx="547381" cy="369332"/>
            </a:xfrm>
          </p:grpSpPr>
          <p:sp>
            <p:nvSpPr>
              <p:cNvPr id="108" name="Oval 107"/>
              <p:cNvSpPr/>
              <p:nvPr/>
            </p:nvSpPr>
            <p:spPr bwMode="auto">
              <a:xfrm>
                <a:off x="5145382" y="3120383"/>
                <a:ext cx="547381" cy="208026"/>
              </a:xfrm>
              <a:prstGeom prst="ellipse">
                <a:avLst/>
              </a:prstGeom>
              <a:solidFill>
                <a:srgbClr val="FFFF00"/>
              </a:solid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algn="ctr" eaLnBrk="0" fontAlgn="base" hangingPunct="0">
                  <a:spcBef>
                    <a:spcPct val="0"/>
                  </a:spcBef>
                  <a:spcAft>
                    <a:spcPct val="0"/>
                  </a:spcAft>
                </a:pPr>
                <a:endParaRPr lang="en-US" dirty="0">
                  <a:latin typeface="Arial" charset="0"/>
                </a:endParaRPr>
              </a:p>
            </p:txBody>
          </p:sp>
          <p:sp>
            <p:nvSpPr>
              <p:cNvPr id="109" name="TextBox 108"/>
              <p:cNvSpPr txBox="1"/>
              <p:nvPr/>
            </p:nvSpPr>
            <p:spPr>
              <a:xfrm>
                <a:off x="5265804" y="2999946"/>
                <a:ext cx="288862" cy="369332"/>
              </a:xfrm>
              <a:prstGeom prst="rect">
                <a:avLst/>
              </a:prstGeom>
              <a:noFill/>
            </p:spPr>
            <p:txBody>
              <a:bodyPr wrap="none" rtlCol="0">
                <a:spAutoFit/>
              </a:bodyPr>
              <a:lstStyle/>
              <a:p>
                <a:r>
                  <a:rPr lang="en-US" dirty="0"/>
                  <a:t>v</a:t>
                </a:r>
              </a:p>
            </p:txBody>
          </p:sp>
        </p:grpSp>
      </p:grpSp>
      <p:sp>
        <p:nvSpPr>
          <p:cNvPr id="87" name="Text Box 73"/>
          <p:cNvSpPr txBox="1">
            <a:spLocks noChangeArrowheads="1"/>
          </p:cNvSpPr>
          <p:nvPr/>
        </p:nvSpPr>
        <p:spPr bwMode="auto">
          <a:xfrm>
            <a:off x="1764419" y="1844792"/>
            <a:ext cx="1199239" cy="430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charset="0"/>
                <a:ea typeface="ＭＳ Ｐゴシック" pitchFamily="34" charset="-128"/>
              </a:defRPr>
            </a:lvl1pPr>
            <a:lvl2pPr marL="742950" indent="-285750">
              <a:defRPr>
                <a:solidFill>
                  <a:schemeClr val="tx1"/>
                </a:solidFill>
                <a:latin typeface="Arial" charset="0"/>
                <a:ea typeface="ＭＳ Ｐゴシック" pitchFamily="34" charset="-128"/>
              </a:defRPr>
            </a:lvl2pPr>
            <a:lvl3pPr marL="1143000" indent="-228600">
              <a:defRPr>
                <a:solidFill>
                  <a:schemeClr val="tx1"/>
                </a:solidFill>
                <a:latin typeface="Arial" charset="0"/>
                <a:ea typeface="ＭＳ Ｐゴシック" pitchFamily="34" charset="-128"/>
              </a:defRPr>
            </a:lvl3pPr>
            <a:lvl4pPr marL="1600200" indent="-228600">
              <a:defRPr>
                <a:solidFill>
                  <a:schemeClr val="tx1"/>
                </a:solidFill>
                <a:latin typeface="Arial" charset="0"/>
                <a:ea typeface="ＭＳ Ｐゴシック" pitchFamily="34" charset="-128"/>
              </a:defRPr>
            </a:lvl4pPr>
            <a:lvl5pPr marL="2057400" indent="-22860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r>
              <a:rPr lang="en-US" altLang="en-US" sz="2200" dirty="0"/>
              <a:t>Clearly, </a:t>
            </a:r>
          </a:p>
        </p:txBody>
      </p:sp>
      <p:sp>
        <p:nvSpPr>
          <p:cNvPr id="68" name="Slide Number Placeholder 4">
            <a:extLst>
              <a:ext uri="{FF2B5EF4-FFF2-40B4-BE49-F238E27FC236}">
                <a16:creationId xmlns:a16="http://schemas.microsoft.com/office/drawing/2014/main" id="{20951948-B008-E644-A413-AF8F2E6FBCAF}"/>
              </a:ext>
            </a:extLst>
          </p:cNvPr>
          <p:cNvSpPr>
            <a:spLocks noGrp="1"/>
          </p:cNvSpPr>
          <p:nvPr>
            <p:ph type="sldNum" sz="quarter" idx="4"/>
          </p:nvPr>
        </p:nvSpPr>
        <p:spPr>
          <a:xfrm>
            <a:off x="9219616" y="6443089"/>
            <a:ext cx="2743200" cy="365125"/>
          </a:xfrm>
        </p:spPr>
        <p:txBody>
          <a:bodyPr/>
          <a:lstStyle/>
          <a:p>
            <a:r>
              <a:rPr lang="en-US" smtClean="0"/>
              <a:t>Network Layer: 5-</a:t>
            </a:r>
            <a:fld id="{C4204591-24BD-A542-B9D5-F8D8A88D2FEE}" type="slidenum">
              <a:rPr lang="en-US" smtClean="0"/>
              <a:pPr/>
              <a:t>30</a:t>
            </a:fld>
            <a:endParaRPr lang="en-US" dirty="0"/>
          </a:p>
        </p:txBody>
      </p:sp>
    </p:spTree>
    <p:extLst>
      <p:ext uri="{BB962C8B-B14F-4D97-AF65-F5344CB8AC3E}">
        <p14:creationId xmlns:p14="http://schemas.microsoft.com/office/powerpoint/2010/main" val="9737235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5"/>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01"/>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24"/>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1"/>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2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01" grpId="0" animBg="1"/>
      <p:bldP spid="127"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CE544A75-190C-D540-8EFD-BF5721DA6B9A}"/>
              </a:ext>
            </a:extLst>
          </p:cNvPr>
          <p:cNvSpPr>
            <a:spLocks noGrp="1"/>
          </p:cNvSpPr>
          <p:nvPr>
            <p:ph type="title"/>
          </p:nvPr>
        </p:nvSpPr>
        <p:spPr/>
        <p:txBody>
          <a:bodyPr/>
          <a:lstStyle/>
          <a:p>
            <a:r>
              <a:rPr lang="en-US" dirty="0"/>
              <a:t>Bellman-Ford Example</a:t>
            </a:r>
          </a:p>
        </p:txBody>
      </p:sp>
      <p:sp>
        <p:nvSpPr>
          <p:cNvPr id="5" name="Slide Number Placeholder 4">
            <a:extLst>
              <a:ext uri="{FF2B5EF4-FFF2-40B4-BE49-F238E27FC236}">
                <a16:creationId xmlns:a16="http://schemas.microsoft.com/office/drawing/2014/main" id="{99B8655F-134F-9941-B2F1-519DACDBD5AE}"/>
              </a:ext>
            </a:extLst>
          </p:cNvPr>
          <p:cNvSpPr>
            <a:spLocks noGrp="1"/>
          </p:cNvSpPr>
          <p:nvPr>
            <p:ph type="sldNum" sz="quarter" idx="4"/>
          </p:nvPr>
        </p:nvSpPr>
        <p:spPr/>
        <p:txBody>
          <a:bodyPr/>
          <a:lstStyle/>
          <a:p>
            <a:r>
              <a:rPr lang="en-US" dirty="0"/>
              <a:t>Network Layer: 5-</a:t>
            </a:r>
            <a:fld id="{C4204591-24BD-A542-B9D5-F8D8A88D2FEE}" type="slidenum">
              <a:rPr lang="en-US" smtClean="0"/>
              <a:pPr/>
              <a:t>31</a:t>
            </a:fld>
            <a:endParaRPr lang="en-US" dirty="0"/>
          </a:p>
        </p:txBody>
      </p:sp>
      <p:sp>
        <p:nvSpPr>
          <p:cNvPr id="101" name="Freeform 4">
            <a:extLst>
              <a:ext uri="{FF2B5EF4-FFF2-40B4-BE49-F238E27FC236}">
                <a16:creationId xmlns:a16="http://schemas.microsoft.com/office/drawing/2014/main" id="{B3361BDC-FC6E-7D45-AF3A-D0E68A57BA18}"/>
              </a:ext>
            </a:extLst>
          </p:cNvPr>
          <p:cNvSpPr>
            <a:spLocks/>
          </p:cNvSpPr>
          <p:nvPr/>
        </p:nvSpPr>
        <p:spPr bwMode="auto">
          <a:xfrm>
            <a:off x="1464895" y="2577601"/>
            <a:ext cx="3571875" cy="2236788"/>
          </a:xfrm>
          <a:custGeom>
            <a:avLst/>
            <a:gdLst>
              <a:gd name="T0" fmla="*/ 0 w 2250"/>
              <a:gd name="T1" fmla="*/ 624 h 1409"/>
              <a:gd name="T2" fmla="*/ 219 w 2250"/>
              <a:gd name="T3" fmla="*/ 321 h 1409"/>
              <a:gd name="T4" fmla="*/ 529 w 2250"/>
              <a:gd name="T5" fmla="*/ 35 h 1409"/>
              <a:gd name="T6" fmla="*/ 1551 w 2250"/>
              <a:gd name="T7" fmla="*/ 111 h 1409"/>
              <a:gd name="T8" fmla="*/ 1968 w 2250"/>
              <a:gd name="T9" fmla="*/ 483 h 1409"/>
              <a:gd name="T10" fmla="*/ 2199 w 2250"/>
              <a:gd name="T11" fmla="*/ 906 h 1409"/>
              <a:gd name="T12" fmla="*/ 1659 w 2250"/>
              <a:gd name="T13" fmla="*/ 1314 h 1409"/>
              <a:gd name="T14" fmla="*/ 993 w 2250"/>
              <a:gd name="T15" fmla="*/ 1386 h 1409"/>
              <a:gd name="T16" fmla="*/ 465 w 2250"/>
              <a:gd name="T17" fmla="*/ 1356 h 1409"/>
              <a:gd name="T18" fmla="*/ 102 w 2250"/>
              <a:gd name="T19" fmla="*/ 1068 h 1409"/>
              <a:gd name="T20" fmla="*/ 0 w 2250"/>
              <a:gd name="T21" fmla="*/ 624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CE0FA"/>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2" name="Freeform 5">
            <a:extLst>
              <a:ext uri="{FF2B5EF4-FFF2-40B4-BE49-F238E27FC236}">
                <a16:creationId xmlns:a16="http://schemas.microsoft.com/office/drawing/2014/main" id="{EB384ECE-A843-C347-B24C-9E275CEAC2CD}"/>
              </a:ext>
            </a:extLst>
          </p:cNvPr>
          <p:cNvSpPr>
            <a:spLocks/>
          </p:cNvSpPr>
          <p:nvPr/>
        </p:nvSpPr>
        <p:spPr bwMode="auto">
          <a:xfrm>
            <a:off x="1974545" y="3431326"/>
            <a:ext cx="542925" cy="295275"/>
          </a:xfrm>
          <a:custGeom>
            <a:avLst/>
            <a:gdLst>
              <a:gd name="T0" fmla="*/ 0 w 342"/>
              <a:gd name="T1" fmla="*/ 186 h 186"/>
              <a:gd name="T2" fmla="*/ 34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3" name="Oval 6">
            <a:extLst>
              <a:ext uri="{FF2B5EF4-FFF2-40B4-BE49-F238E27FC236}">
                <a16:creationId xmlns:a16="http://schemas.microsoft.com/office/drawing/2014/main" id="{AB39D95A-2416-9A44-A4A8-038FB65B4DCD}"/>
              </a:ext>
            </a:extLst>
          </p:cNvPr>
          <p:cNvSpPr>
            <a:spLocks noChangeArrowheads="1"/>
          </p:cNvSpPr>
          <p:nvPr/>
        </p:nvSpPr>
        <p:spPr bwMode="auto">
          <a:xfrm>
            <a:off x="1561795" y="381550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4" name="Line 7">
            <a:extLst>
              <a:ext uri="{FF2B5EF4-FFF2-40B4-BE49-F238E27FC236}">
                <a16:creationId xmlns:a16="http://schemas.microsoft.com/office/drawing/2014/main" id="{E78BA6E9-D2DE-3B4C-B8F0-0B60FECF113C}"/>
              </a:ext>
            </a:extLst>
          </p:cNvPr>
          <p:cNvSpPr>
            <a:spLocks noChangeShapeType="1"/>
          </p:cNvSpPr>
          <p:nvPr/>
        </p:nvSpPr>
        <p:spPr bwMode="auto">
          <a:xfrm>
            <a:off x="1561795" y="380438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5" name="Line 8">
            <a:extLst>
              <a:ext uri="{FF2B5EF4-FFF2-40B4-BE49-F238E27FC236}">
                <a16:creationId xmlns:a16="http://schemas.microsoft.com/office/drawing/2014/main" id="{A0D47CD4-5213-7747-B8ED-B82CB1DF3F26}"/>
              </a:ext>
            </a:extLst>
          </p:cNvPr>
          <p:cNvSpPr>
            <a:spLocks noChangeShapeType="1"/>
          </p:cNvSpPr>
          <p:nvPr/>
        </p:nvSpPr>
        <p:spPr bwMode="auto">
          <a:xfrm>
            <a:off x="2058683" y="380438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6" name="Rectangle 9">
            <a:extLst>
              <a:ext uri="{FF2B5EF4-FFF2-40B4-BE49-F238E27FC236}">
                <a16:creationId xmlns:a16="http://schemas.microsoft.com/office/drawing/2014/main" id="{9CC7A1F3-7121-9A4D-8ED5-61BE06416511}"/>
              </a:ext>
            </a:extLst>
          </p:cNvPr>
          <p:cNvSpPr>
            <a:spLocks noChangeArrowheads="1"/>
          </p:cNvSpPr>
          <p:nvPr/>
        </p:nvSpPr>
        <p:spPr bwMode="auto">
          <a:xfrm>
            <a:off x="1561795" y="380438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7" name="Oval 10">
            <a:extLst>
              <a:ext uri="{FF2B5EF4-FFF2-40B4-BE49-F238E27FC236}">
                <a16:creationId xmlns:a16="http://schemas.microsoft.com/office/drawing/2014/main" id="{942A74E2-4B12-2844-8247-4DD1081A42A8}"/>
              </a:ext>
            </a:extLst>
          </p:cNvPr>
          <p:cNvSpPr>
            <a:spLocks noChangeArrowheads="1"/>
          </p:cNvSpPr>
          <p:nvPr/>
        </p:nvSpPr>
        <p:spPr bwMode="auto">
          <a:xfrm>
            <a:off x="1557033" y="371072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3" name="Oval 26">
            <a:extLst>
              <a:ext uri="{FF2B5EF4-FFF2-40B4-BE49-F238E27FC236}">
                <a16:creationId xmlns:a16="http://schemas.microsoft.com/office/drawing/2014/main" id="{74166FED-9DB6-AE4B-B5E4-19FFE33242C9}"/>
              </a:ext>
            </a:extLst>
          </p:cNvPr>
          <p:cNvSpPr>
            <a:spLocks noChangeArrowheads="1"/>
          </p:cNvSpPr>
          <p:nvPr/>
        </p:nvSpPr>
        <p:spPr bwMode="auto">
          <a:xfrm>
            <a:off x="3408058" y="4425101"/>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4" name="Line 27">
            <a:extLst>
              <a:ext uri="{FF2B5EF4-FFF2-40B4-BE49-F238E27FC236}">
                <a16:creationId xmlns:a16="http://schemas.microsoft.com/office/drawing/2014/main" id="{69186391-9606-034D-9306-C735925D8202}"/>
              </a:ext>
            </a:extLst>
          </p:cNvPr>
          <p:cNvSpPr>
            <a:spLocks noChangeShapeType="1"/>
          </p:cNvSpPr>
          <p:nvPr/>
        </p:nvSpPr>
        <p:spPr bwMode="auto">
          <a:xfrm>
            <a:off x="3408058" y="441398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5" name="Line 28">
            <a:extLst>
              <a:ext uri="{FF2B5EF4-FFF2-40B4-BE49-F238E27FC236}">
                <a16:creationId xmlns:a16="http://schemas.microsoft.com/office/drawing/2014/main" id="{75BB6334-D1C4-D94A-BA99-4367AA958123}"/>
              </a:ext>
            </a:extLst>
          </p:cNvPr>
          <p:cNvSpPr>
            <a:spLocks noChangeShapeType="1"/>
          </p:cNvSpPr>
          <p:nvPr/>
        </p:nvSpPr>
        <p:spPr bwMode="auto">
          <a:xfrm>
            <a:off x="3904945" y="4413988"/>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6" name="Rectangle 29">
            <a:extLst>
              <a:ext uri="{FF2B5EF4-FFF2-40B4-BE49-F238E27FC236}">
                <a16:creationId xmlns:a16="http://schemas.microsoft.com/office/drawing/2014/main" id="{4D831A84-D0A6-2A4D-89B7-0B39B1BD83E9}"/>
              </a:ext>
            </a:extLst>
          </p:cNvPr>
          <p:cNvSpPr>
            <a:spLocks noChangeArrowheads="1"/>
          </p:cNvSpPr>
          <p:nvPr/>
        </p:nvSpPr>
        <p:spPr bwMode="auto">
          <a:xfrm>
            <a:off x="3408058" y="4413988"/>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7" name="Oval 30">
            <a:extLst>
              <a:ext uri="{FF2B5EF4-FFF2-40B4-BE49-F238E27FC236}">
                <a16:creationId xmlns:a16="http://schemas.microsoft.com/office/drawing/2014/main" id="{D0D42B8D-5E2B-7841-A6D2-30BC21485C1D}"/>
              </a:ext>
            </a:extLst>
          </p:cNvPr>
          <p:cNvSpPr>
            <a:spLocks noChangeArrowheads="1"/>
          </p:cNvSpPr>
          <p:nvPr/>
        </p:nvSpPr>
        <p:spPr bwMode="auto">
          <a:xfrm>
            <a:off x="3403295" y="4320326"/>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8" name="Oval 31">
            <a:extLst>
              <a:ext uri="{FF2B5EF4-FFF2-40B4-BE49-F238E27FC236}">
                <a16:creationId xmlns:a16="http://schemas.microsoft.com/office/drawing/2014/main" id="{12DF998B-81DA-CA49-8C5F-CC780FA09A5F}"/>
              </a:ext>
            </a:extLst>
          </p:cNvPr>
          <p:cNvSpPr>
            <a:spLocks noChangeArrowheads="1"/>
          </p:cNvSpPr>
          <p:nvPr/>
        </p:nvSpPr>
        <p:spPr bwMode="auto">
          <a:xfrm>
            <a:off x="4304995" y="3883763"/>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9" name="Line 32">
            <a:extLst>
              <a:ext uri="{FF2B5EF4-FFF2-40B4-BE49-F238E27FC236}">
                <a16:creationId xmlns:a16="http://schemas.microsoft.com/office/drawing/2014/main" id="{0931E746-EEC9-4149-B22C-B128CADA6621}"/>
              </a:ext>
            </a:extLst>
          </p:cNvPr>
          <p:cNvSpPr>
            <a:spLocks noChangeShapeType="1"/>
          </p:cNvSpPr>
          <p:nvPr/>
        </p:nvSpPr>
        <p:spPr bwMode="auto">
          <a:xfrm>
            <a:off x="4304995" y="3872651"/>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0" name="Line 33">
            <a:extLst>
              <a:ext uri="{FF2B5EF4-FFF2-40B4-BE49-F238E27FC236}">
                <a16:creationId xmlns:a16="http://schemas.microsoft.com/office/drawing/2014/main" id="{18A78410-02D9-124E-8247-E082F13220BE}"/>
              </a:ext>
            </a:extLst>
          </p:cNvPr>
          <p:cNvSpPr>
            <a:spLocks noChangeShapeType="1"/>
          </p:cNvSpPr>
          <p:nvPr/>
        </p:nvSpPr>
        <p:spPr bwMode="auto">
          <a:xfrm>
            <a:off x="4801883" y="3872651"/>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1" name="Rectangle 34">
            <a:extLst>
              <a:ext uri="{FF2B5EF4-FFF2-40B4-BE49-F238E27FC236}">
                <a16:creationId xmlns:a16="http://schemas.microsoft.com/office/drawing/2014/main" id="{200B969E-4AA3-A14C-AF42-EAA87444EF6D}"/>
              </a:ext>
            </a:extLst>
          </p:cNvPr>
          <p:cNvSpPr>
            <a:spLocks noChangeArrowheads="1"/>
          </p:cNvSpPr>
          <p:nvPr/>
        </p:nvSpPr>
        <p:spPr bwMode="auto">
          <a:xfrm>
            <a:off x="4304995" y="3872651"/>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2" name="Oval 35">
            <a:extLst>
              <a:ext uri="{FF2B5EF4-FFF2-40B4-BE49-F238E27FC236}">
                <a16:creationId xmlns:a16="http://schemas.microsoft.com/office/drawing/2014/main" id="{79F8363D-C882-3044-8464-7FCFFC28C2B2}"/>
              </a:ext>
            </a:extLst>
          </p:cNvPr>
          <p:cNvSpPr>
            <a:spLocks noChangeArrowheads="1"/>
          </p:cNvSpPr>
          <p:nvPr/>
        </p:nvSpPr>
        <p:spPr bwMode="auto">
          <a:xfrm>
            <a:off x="4300233" y="3778988"/>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3" name="Freeform 36">
            <a:extLst>
              <a:ext uri="{FF2B5EF4-FFF2-40B4-BE49-F238E27FC236}">
                <a16:creationId xmlns:a16="http://schemas.microsoft.com/office/drawing/2014/main" id="{C5ED50C5-F56B-144B-B077-B4B2FEDC3660}"/>
              </a:ext>
            </a:extLst>
          </p:cNvPr>
          <p:cNvSpPr>
            <a:spLocks/>
          </p:cNvSpPr>
          <p:nvPr/>
        </p:nvSpPr>
        <p:spPr bwMode="auto">
          <a:xfrm>
            <a:off x="3655708" y="3474188"/>
            <a:ext cx="1588" cy="828675"/>
          </a:xfrm>
          <a:custGeom>
            <a:avLst/>
            <a:gdLst>
              <a:gd name="T0" fmla="*/ 0 w 1"/>
              <a:gd name="T1" fmla="*/ 0 h 522"/>
              <a:gd name="T2" fmla="*/ 0 w 1"/>
              <a:gd name="T3" fmla="*/ 522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4" name="Freeform 37">
            <a:extLst>
              <a:ext uri="{FF2B5EF4-FFF2-40B4-BE49-F238E27FC236}">
                <a16:creationId xmlns:a16="http://schemas.microsoft.com/office/drawing/2014/main" id="{A19ED863-F302-4C4B-BF32-9ED18D75863D}"/>
              </a:ext>
            </a:extLst>
          </p:cNvPr>
          <p:cNvSpPr>
            <a:spLocks/>
          </p:cNvSpPr>
          <p:nvPr/>
        </p:nvSpPr>
        <p:spPr bwMode="auto">
          <a:xfrm>
            <a:off x="2555570" y="3483713"/>
            <a:ext cx="1588" cy="852488"/>
          </a:xfrm>
          <a:custGeom>
            <a:avLst/>
            <a:gdLst>
              <a:gd name="T0" fmla="*/ 0 w 1"/>
              <a:gd name="T1" fmla="*/ 0 h 537"/>
              <a:gd name="T2" fmla="*/ 0 w 1"/>
              <a:gd name="T3" fmla="*/ 537 h 537"/>
              <a:gd name="T4" fmla="*/ 0 60000 65536"/>
              <a:gd name="T5" fmla="*/ 0 60000 65536"/>
              <a:gd name="T6" fmla="*/ 0 w 1"/>
              <a:gd name="T7" fmla="*/ 0 h 537"/>
              <a:gd name="T8" fmla="*/ 1 w 1"/>
              <a:gd name="T9" fmla="*/ 537 h 537"/>
            </a:gdLst>
            <a:ahLst/>
            <a:cxnLst>
              <a:cxn ang="T4">
                <a:pos x="T0" y="T1"/>
              </a:cxn>
              <a:cxn ang="T5">
                <a:pos x="T2" y="T3"/>
              </a:cxn>
            </a:cxnLst>
            <a:rect l="T6" t="T7" r="T8" b="T9"/>
            <a:pathLst>
              <a:path w="1" h="537">
                <a:moveTo>
                  <a:pt x="0" y="0"/>
                </a:moveTo>
                <a:lnTo>
                  <a:pt x="0" y="537"/>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5" name="Freeform 38">
            <a:extLst>
              <a:ext uri="{FF2B5EF4-FFF2-40B4-BE49-F238E27FC236}">
                <a16:creationId xmlns:a16="http://schemas.microsoft.com/office/drawing/2014/main" id="{6BF3134C-2B3E-1548-AB3D-A3BDFF4F4A5C}"/>
              </a:ext>
            </a:extLst>
          </p:cNvPr>
          <p:cNvSpPr>
            <a:spLocks/>
          </p:cNvSpPr>
          <p:nvPr/>
        </p:nvSpPr>
        <p:spPr bwMode="auto">
          <a:xfrm>
            <a:off x="2817508" y="3459901"/>
            <a:ext cx="800100" cy="952500"/>
          </a:xfrm>
          <a:custGeom>
            <a:avLst/>
            <a:gdLst>
              <a:gd name="T0" fmla="*/ 0 w 378"/>
              <a:gd name="T1" fmla="*/ 11993521 h 174"/>
              <a:gd name="T2" fmla="*/ 5035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6" name="Freeform 39">
            <a:extLst>
              <a:ext uri="{FF2B5EF4-FFF2-40B4-BE49-F238E27FC236}">
                <a16:creationId xmlns:a16="http://schemas.microsoft.com/office/drawing/2014/main" id="{C6245707-E1A1-D049-ABCA-63F805299AF1}"/>
              </a:ext>
            </a:extLst>
          </p:cNvPr>
          <p:cNvSpPr>
            <a:spLocks/>
          </p:cNvSpPr>
          <p:nvPr/>
        </p:nvSpPr>
        <p:spPr bwMode="auto">
          <a:xfrm>
            <a:off x="3908120" y="4012351"/>
            <a:ext cx="581025" cy="428625"/>
          </a:xfrm>
          <a:custGeom>
            <a:avLst/>
            <a:gdLst>
              <a:gd name="T0" fmla="*/ 0 w 366"/>
              <a:gd name="T1" fmla="*/ 270 h 270"/>
              <a:gd name="T2" fmla="*/ 36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7" name="Freeform 40">
            <a:extLst>
              <a:ext uri="{FF2B5EF4-FFF2-40B4-BE49-F238E27FC236}">
                <a16:creationId xmlns:a16="http://schemas.microsoft.com/office/drawing/2014/main" id="{4B76FA55-0E59-6C45-8AD8-BE40BC0A5648}"/>
              </a:ext>
            </a:extLst>
          </p:cNvPr>
          <p:cNvSpPr>
            <a:spLocks/>
          </p:cNvSpPr>
          <p:nvPr/>
        </p:nvSpPr>
        <p:spPr bwMode="auto">
          <a:xfrm>
            <a:off x="2827033" y="4460026"/>
            <a:ext cx="581025" cy="1588"/>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8" name="Freeform 41">
            <a:extLst>
              <a:ext uri="{FF2B5EF4-FFF2-40B4-BE49-F238E27FC236}">
                <a16:creationId xmlns:a16="http://schemas.microsoft.com/office/drawing/2014/main" id="{478F5CA3-540D-704B-A0A9-843221692BFB}"/>
              </a:ext>
            </a:extLst>
          </p:cNvPr>
          <p:cNvSpPr>
            <a:spLocks/>
          </p:cNvSpPr>
          <p:nvPr/>
        </p:nvSpPr>
        <p:spPr bwMode="auto">
          <a:xfrm>
            <a:off x="1888820" y="3945676"/>
            <a:ext cx="438150" cy="419100"/>
          </a:xfrm>
          <a:custGeom>
            <a:avLst/>
            <a:gdLst>
              <a:gd name="T0" fmla="*/ 276 w 276"/>
              <a:gd name="T1" fmla="*/ 264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9" name="Freeform 42">
            <a:extLst>
              <a:ext uri="{FF2B5EF4-FFF2-40B4-BE49-F238E27FC236}">
                <a16:creationId xmlns:a16="http://schemas.microsoft.com/office/drawing/2014/main" id="{09441A01-DB3D-8849-9E6E-B61A9E1DF7A5}"/>
              </a:ext>
            </a:extLst>
          </p:cNvPr>
          <p:cNvSpPr>
            <a:spLocks/>
          </p:cNvSpPr>
          <p:nvPr/>
        </p:nvSpPr>
        <p:spPr bwMode="auto">
          <a:xfrm>
            <a:off x="2817508" y="3364651"/>
            <a:ext cx="581025" cy="1588"/>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0" name="Freeform 43">
            <a:extLst>
              <a:ext uri="{FF2B5EF4-FFF2-40B4-BE49-F238E27FC236}">
                <a16:creationId xmlns:a16="http://schemas.microsoft.com/office/drawing/2014/main" id="{FFD32857-C28D-9847-80E0-9E7FFFB0893C}"/>
              </a:ext>
            </a:extLst>
          </p:cNvPr>
          <p:cNvSpPr>
            <a:spLocks/>
          </p:cNvSpPr>
          <p:nvPr/>
        </p:nvSpPr>
        <p:spPr bwMode="auto">
          <a:xfrm>
            <a:off x="3889070" y="3359888"/>
            <a:ext cx="628650" cy="423863"/>
          </a:xfrm>
          <a:custGeom>
            <a:avLst/>
            <a:gdLst>
              <a:gd name="T0" fmla="*/ 396 w 396"/>
              <a:gd name="T1" fmla="*/ 267 h 267"/>
              <a:gd name="T2" fmla="*/ 0 w 396"/>
              <a:gd name="T3" fmla="*/ 0 h 267"/>
              <a:gd name="T4" fmla="*/ 0 60000 65536"/>
              <a:gd name="T5" fmla="*/ 0 60000 65536"/>
              <a:gd name="T6" fmla="*/ 0 w 396"/>
              <a:gd name="T7" fmla="*/ 0 h 267"/>
              <a:gd name="T8" fmla="*/ 396 w 396"/>
              <a:gd name="T9" fmla="*/ 267 h 267"/>
            </a:gdLst>
            <a:ahLst/>
            <a:cxnLst>
              <a:cxn ang="T4">
                <a:pos x="T0" y="T1"/>
              </a:cxn>
              <a:cxn ang="T5">
                <a:pos x="T2" y="T3"/>
              </a:cxn>
            </a:cxnLst>
            <a:rect l="T6" t="T7" r="T8" b="T9"/>
            <a:pathLst>
              <a:path w="396" h="267">
                <a:moveTo>
                  <a:pt x="396" y="267"/>
                </a:moveTo>
                <a:lnTo>
                  <a:pt x="0" y="0"/>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1" name="Freeform 44">
            <a:extLst>
              <a:ext uri="{FF2B5EF4-FFF2-40B4-BE49-F238E27FC236}">
                <a16:creationId xmlns:a16="http://schemas.microsoft.com/office/drawing/2014/main" id="{95317AFD-8425-9047-82D2-5C53D86FC4B1}"/>
              </a:ext>
            </a:extLst>
          </p:cNvPr>
          <p:cNvSpPr>
            <a:spLocks/>
          </p:cNvSpPr>
          <p:nvPr/>
        </p:nvSpPr>
        <p:spPr bwMode="auto">
          <a:xfrm>
            <a:off x="1798333" y="2678851"/>
            <a:ext cx="1762125" cy="1023938"/>
          </a:xfrm>
          <a:custGeom>
            <a:avLst/>
            <a:gdLst>
              <a:gd name="T0" fmla="*/ 1110 w 1110"/>
              <a:gd name="T1" fmla="*/ 342 h 645"/>
              <a:gd name="T2" fmla="*/ 0 w 1110"/>
              <a:gd name="T3" fmla="*/ 645 h 645"/>
              <a:gd name="T4" fmla="*/ 0 60000 65536"/>
              <a:gd name="T5" fmla="*/ 0 60000 65536"/>
              <a:gd name="T6" fmla="*/ 0 w 1110"/>
              <a:gd name="T7" fmla="*/ 0 h 645"/>
              <a:gd name="T8" fmla="*/ 1110 w 1110"/>
              <a:gd name="T9" fmla="*/ 645 h 645"/>
            </a:gdLst>
            <a:ahLst/>
            <a:cxnLst>
              <a:cxn ang="T4">
                <a:pos x="T0" y="T1"/>
              </a:cxn>
              <a:cxn ang="T5">
                <a:pos x="T2" y="T3"/>
              </a:cxn>
            </a:cxnLst>
            <a:rect l="T6" t="T7" r="T8" b="T9"/>
            <a:pathLst>
              <a:path w="1110" h="645">
                <a:moveTo>
                  <a:pt x="1110" y="342"/>
                </a:moveTo>
                <a:cubicBezTo>
                  <a:pt x="1104" y="0"/>
                  <a:pt x="21" y="63"/>
                  <a:pt x="0" y="645"/>
                </a:cubicBez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42" name="Group 45">
            <a:extLst>
              <a:ext uri="{FF2B5EF4-FFF2-40B4-BE49-F238E27FC236}">
                <a16:creationId xmlns:a16="http://schemas.microsoft.com/office/drawing/2014/main" id="{8EA0B5C0-FA92-A244-9016-9BA3D6889A5F}"/>
              </a:ext>
            </a:extLst>
          </p:cNvPr>
          <p:cNvGrpSpPr>
            <a:grpSpLocks/>
          </p:cNvGrpSpPr>
          <p:nvPr/>
        </p:nvGrpSpPr>
        <p:grpSpPr bwMode="auto">
          <a:xfrm>
            <a:off x="1639583" y="3628176"/>
            <a:ext cx="325438" cy="396875"/>
            <a:chOff x="2954" y="2425"/>
            <a:chExt cx="208" cy="250"/>
          </a:xfrm>
        </p:grpSpPr>
        <p:sp>
          <p:nvSpPr>
            <p:cNvPr id="168" name="Rectangle 46">
              <a:extLst>
                <a:ext uri="{FF2B5EF4-FFF2-40B4-BE49-F238E27FC236}">
                  <a16:creationId xmlns:a16="http://schemas.microsoft.com/office/drawing/2014/main" id="{F6376756-4852-A74B-A929-795C12362D03}"/>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9" name="Text Box 47">
              <a:extLst>
                <a:ext uri="{FF2B5EF4-FFF2-40B4-BE49-F238E27FC236}">
                  <a16:creationId xmlns:a16="http://schemas.microsoft.com/office/drawing/2014/main" id="{8D21A96D-93CD-CC4E-9802-65B183FC94A2}"/>
                </a:ext>
              </a:extLst>
            </p:cNvPr>
            <p:cNvSpPr txBox="1">
              <a:spLocks noChangeArrowheads="1"/>
            </p:cNvSpPr>
            <p:nvPr/>
          </p:nvSpPr>
          <p:spPr bwMode="auto">
            <a:xfrm>
              <a:off x="2954" y="2425"/>
              <a:ext cx="208"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u</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43" name="Group 48">
            <a:extLst>
              <a:ext uri="{FF2B5EF4-FFF2-40B4-BE49-F238E27FC236}">
                <a16:creationId xmlns:a16="http://schemas.microsoft.com/office/drawing/2014/main" id="{BAEC1726-7585-D84C-8544-8B19570BB0D1}"/>
              </a:ext>
            </a:extLst>
          </p:cNvPr>
          <p:cNvGrpSpPr>
            <a:grpSpLocks/>
          </p:cNvGrpSpPr>
          <p:nvPr/>
        </p:nvGrpSpPr>
        <p:grpSpPr bwMode="auto">
          <a:xfrm>
            <a:off x="3503308" y="4237776"/>
            <a:ext cx="311150" cy="396875"/>
            <a:chOff x="2958" y="2425"/>
            <a:chExt cx="199" cy="250"/>
          </a:xfrm>
        </p:grpSpPr>
        <p:sp>
          <p:nvSpPr>
            <p:cNvPr id="166" name="Rectangle 49">
              <a:extLst>
                <a:ext uri="{FF2B5EF4-FFF2-40B4-BE49-F238E27FC236}">
                  <a16:creationId xmlns:a16="http://schemas.microsoft.com/office/drawing/2014/main" id="{30D6A47E-3051-2642-B778-56D0A6ADF6C5}"/>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7" name="Text Box 50">
              <a:extLst>
                <a:ext uri="{FF2B5EF4-FFF2-40B4-BE49-F238E27FC236}">
                  <a16:creationId xmlns:a16="http://schemas.microsoft.com/office/drawing/2014/main" id="{657B88CD-80B6-9149-A47C-0E4E47210BDB}"/>
                </a:ext>
              </a:extLst>
            </p:cNvPr>
            <p:cNvSpPr txBox="1">
              <a:spLocks noChangeArrowheads="1"/>
            </p:cNvSpPr>
            <p:nvPr/>
          </p:nvSpPr>
          <p:spPr bwMode="auto">
            <a:xfrm>
              <a:off x="2958" y="2425"/>
              <a:ext cx="199"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y</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47" name="Group 60">
            <a:extLst>
              <a:ext uri="{FF2B5EF4-FFF2-40B4-BE49-F238E27FC236}">
                <a16:creationId xmlns:a16="http://schemas.microsoft.com/office/drawing/2014/main" id="{C6605578-FE95-B24F-BADA-356BBFD8BB95}"/>
              </a:ext>
            </a:extLst>
          </p:cNvPr>
          <p:cNvGrpSpPr>
            <a:grpSpLocks/>
          </p:cNvGrpSpPr>
          <p:nvPr/>
        </p:nvGrpSpPr>
        <p:grpSpPr bwMode="auto">
          <a:xfrm>
            <a:off x="4398658" y="3647226"/>
            <a:ext cx="336550" cy="457200"/>
            <a:chOff x="2949" y="2395"/>
            <a:chExt cx="214" cy="288"/>
          </a:xfrm>
        </p:grpSpPr>
        <p:sp>
          <p:nvSpPr>
            <p:cNvPr id="158" name="Rectangle 61">
              <a:extLst>
                <a:ext uri="{FF2B5EF4-FFF2-40B4-BE49-F238E27FC236}">
                  <a16:creationId xmlns:a16="http://schemas.microsoft.com/office/drawing/2014/main" id="{41CF463B-AC90-B448-AB77-AD1A2A48F0FD}"/>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9" name="Text Box 62">
              <a:extLst>
                <a:ext uri="{FF2B5EF4-FFF2-40B4-BE49-F238E27FC236}">
                  <a16:creationId xmlns:a16="http://schemas.microsoft.com/office/drawing/2014/main" id="{6948C996-9399-804D-A0BC-5489BB15AF69}"/>
                </a:ext>
              </a:extLst>
            </p:cNvPr>
            <p:cNvSpPr txBox="1">
              <a:spLocks noChangeArrowheads="1"/>
            </p:cNvSpPr>
            <p:nvPr/>
          </p:nvSpPr>
          <p:spPr bwMode="auto">
            <a:xfrm>
              <a:off x="2949" y="2395"/>
              <a:ext cx="214" cy="2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Arial" charset="0"/>
                  <a:ea typeface="ＭＳ Ｐゴシック" charset="0"/>
                </a:rPr>
                <a:t>z</a:t>
              </a:r>
            </a:p>
          </p:txBody>
        </p:sp>
      </p:grpSp>
      <p:sp>
        <p:nvSpPr>
          <p:cNvPr id="148" name="Text Box 63">
            <a:extLst>
              <a:ext uri="{FF2B5EF4-FFF2-40B4-BE49-F238E27FC236}">
                <a16:creationId xmlns:a16="http://schemas.microsoft.com/office/drawing/2014/main" id="{5119DE63-46A3-DA49-98F8-27DCAD97989D}"/>
              </a:ext>
            </a:extLst>
          </p:cNvPr>
          <p:cNvSpPr txBox="1">
            <a:spLocks noChangeArrowheads="1"/>
          </p:cNvSpPr>
          <p:nvPr/>
        </p:nvSpPr>
        <p:spPr bwMode="auto">
          <a:xfrm>
            <a:off x="1966608" y="3348776"/>
            <a:ext cx="31115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9" name="Text Box 64">
            <a:extLst>
              <a:ext uri="{FF2B5EF4-FFF2-40B4-BE49-F238E27FC236}">
                <a16:creationId xmlns:a16="http://schemas.microsoft.com/office/drawing/2014/main" id="{C6DA4233-38DD-5642-A09A-BB31A7CEF55D}"/>
              </a:ext>
            </a:extLst>
          </p:cNvPr>
          <p:cNvSpPr txBox="1">
            <a:spLocks noChangeArrowheads="1"/>
          </p:cNvSpPr>
          <p:nvPr/>
        </p:nvSpPr>
        <p:spPr bwMode="auto">
          <a:xfrm>
            <a:off x="2519058" y="3696438"/>
            <a:ext cx="31115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0" name="Text Box 65">
            <a:extLst>
              <a:ext uri="{FF2B5EF4-FFF2-40B4-BE49-F238E27FC236}">
                <a16:creationId xmlns:a16="http://schemas.microsoft.com/office/drawing/2014/main" id="{6E303301-D563-6140-AA2B-70CA3406E2CA}"/>
              </a:ext>
            </a:extLst>
          </p:cNvPr>
          <p:cNvSpPr txBox="1">
            <a:spLocks noChangeArrowheads="1"/>
          </p:cNvSpPr>
          <p:nvPr/>
        </p:nvSpPr>
        <p:spPr bwMode="auto">
          <a:xfrm>
            <a:off x="1828495" y="4034576"/>
            <a:ext cx="31115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1" name="Text Box 66">
            <a:extLst>
              <a:ext uri="{FF2B5EF4-FFF2-40B4-BE49-F238E27FC236}">
                <a16:creationId xmlns:a16="http://schemas.microsoft.com/office/drawing/2014/main" id="{CBC99722-8514-834D-85FC-347C82160B5B}"/>
              </a:ext>
            </a:extLst>
          </p:cNvPr>
          <p:cNvSpPr txBox="1">
            <a:spLocks noChangeArrowheads="1"/>
          </p:cNvSpPr>
          <p:nvPr/>
        </p:nvSpPr>
        <p:spPr bwMode="auto">
          <a:xfrm>
            <a:off x="3128658" y="3844076"/>
            <a:ext cx="31115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2" name="Text Box 67">
            <a:extLst>
              <a:ext uri="{FF2B5EF4-FFF2-40B4-BE49-F238E27FC236}">
                <a16:creationId xmlns:a16="http://schemas.microsoft.com/office/drawing/2014/main" id="{83B046CC-9905-9C43-9054-62843B40FB2F}"/>
              </a:ext>
            </a:extLst>
          </p:cNvPr>
          <p:cNvSpPr txBox="1">
            <a:spLocks noChangeArrowheads="1"/>
          </p:cNvSpPr>
          <p:nvPr/>
        </p:nvSpPr>
        <p:spPr bwMode="auto">
          <a:xfrm>
            <a:off x="3028645" y="4406051"/>
            <a:ext cx="31115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3" name="Text Box 68">
            <a:extLst>
              <a:ext uri="{FF2B5EF4-FFF2-40B4-BE49-F238E27FC236}">
                <a16:creationId xmlns:a16="http://schemas.microsoft.com/office/drawing/2014/main" id="{534112F7-D709-B040-8EB3-28DABCD693F8}"/>
              </a:ext>
            </a:extLst>
          </p:cNvPr>
          <p:cNvSpPr txBox="1">
            <a:spLocks noChangeArrowheads="1"/>
          </p:cNvSpPr>
          <p:nvPr/>
        </p:nvSpPr>
        <p:spPr bwMode="auto">
          <a:xfrm>
            <a:off x="3600145" y="3725013"/>
            <a:ext cx="31115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4" name="Text Box 69">
            <a:extLst>
              <a:ext uri="{FF2B5EF4-FFF2-40B4-BE49-F238E27FC236}">
                <a16:creationId xmlns:a16="http://schemas.microsoft.com/office/drawing/2014/main" id="{23747841-C3BA-4F4A-AF0C-5509D7AD1A16}"/>
              </a:ext>
            </a:extLst>
          </p:cNvPr>
          <p:cNvSpPr txBox="1">
            <a:spLocks noChangeArrowheads="1"/>
          </p:cNvSpPr>
          <p:nvPr/>
        </p:nvSpPr>
        <p:spPr bwMode="auto">
          <a:xfrm>
            <a:off x="4171645" y="4144113"/>
            <a:ext cx="31115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5" name="Text Box 70">
            <a:extLst>
              <a:ext uri="{FF2B5EF4-FFF2-40B4-BE49-F238E27FC236}">
                <a16:creationId xmlns:a16="http://schemas.microsoft.com/office/drawing/2014/main" id="{505A16BA-1B4E-2946-BF56-95BF07F6629A}"/>
              </a:ext>
            </a:extLst>
          </p:cNvPr>
          <p:cNvSpPr txBox="1">
            <a:spLocks noChangeArrowheads="1"/>
          </p:cNvSpPr>
          <p:nvPr/>
        </p:nvSpPr>
        <p:spPr bwMode="auto">
          <a:xfrm>
            <a:off x="4128783" y="3291626"/>
            <a:ext cx="31115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5</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6" name="Text Box 71">
            <a:extLst>
              <a:ext uri="{FF2B5EF4-FFF2-40B4-BE49-F238E27FC236}">
                <a16:creationId xmlns:a16="http://schemas.microsoft.com/office/drawing/2014/main" id="{629902D3-50B9-0949-B491-4ABB181418AE}"/>
              </a:ext>
            </a:extLst>
          </p:cNvPr>
          <p:cNvSpPr txBox="1">
            <a:spLocks noChangeArrowheads="1"/>
          </p:cNvSpPr>
          <p:nvPr/>
        </p:nvSpPr>
        <p:spPr bwMode="auto">
          <a:xfrm>
            <a:off x="2961970" y="3053501"/>
            <a:ext cx="31115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7" name="Text Box 72">
            <a:extLst>
              <a:ext uri="{FF2B5EF4-FFF2-40B4-BE49-F238E27FC236}">
                <a16:creationId xmlns:a16="http://schemas.microsoft.com/office/drawing/2014/main" id="{165ABB11-551D-C643-B086-8CDB0076CFD6}"/>
              </a:ext>
            </a:extLst>
          </p:cNvPr>
          <p:cNvSpPr txBox="1">
            <a:spLocks noChangeArrowheads="1"/>
          </p:cNvSpPr>
          <p:nvPr/>
        </p:nvSpPr>
        <p:spPr bwMode="auto">
          <a:xfrm>
            <a:off x="2404758" y="2629638"/>
            <a:ext cx="31115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5</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0" name="Text Box 73">
            <a:extLst>
              <a:ext uri="{FF2B5EF4-FFF2-40B4-BE49-F238E27FC236}">
                <a16:creationId xmlns:a16="http://schemas.microsoft.com/office/drawing/2014/main" id="{50793FC3-EA52-8A46-B2EB-EA9264E29B97}"/>
              </a:ext>
            </a:extLst>
          </p:cNvPr>
          <p:cNvSpPr txBox="1">
            <a:spLocks noChangeArrowheads="1"/>
          </p:cNvSpPr>
          <p:nvPr/>
        </p:nvSpPr>
        <p:spPr bwMode="auto">
          <a:xfrm>
            <a:off x="826718" y="1453057"/>
            <a:ext cx="11060482" cy="5232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000000"/>
                </a:solidFill>
                <a:effectLst/>
                <a:uLnTx/>
                <a:uFillTx/>
                <a:latin typeface="+mn-lt"/>
                <a:ea typeface="ＭＳ Ｐゴシック" charset="0"/>
              </a:rPr>
              <a:t>Suppose that </a:t>
            </a:r>
            <a:r>
              <a:rPr kumimoji="0" lang="en-US" sz="2800" b="0" i="1" strike="noStrike" kern="0" cap="none" spc="0" normalizeH="0" baseline="0" noProof="0" dirty="0">
                <a:ln>
                  <a:noFill/>
                </a:ln>
                <a:solidFill>
                  <a:srgbClr val="000000"/>
                </a:solidFill>
                <a:effectLst/>
                <a:uLnTx/>
                <a:uFillTx/>
                <a:latin typeface="+mn-lt"/>
                <a:ea typeface="ＭＳ Ｐゴシック" charset="0"/>
              </a:rPr>
              <a:t>u</a:t>
            </a:r>
            <a:r>
              <a:rPr kumimoji="0" lang="en-US" sz="2800" b="0" i="0" u="none" strike="noStrike" kern="0" cap="none" spc="0" normalizeH="0" baseline="0" noProof="0" dirty="0">
                <a:ln>
                  <a:noFill/>
                </a:ln>
                <a:solidFill>
                  <a:srgbClr val="000000"/>
                </a:solidFill>
                <a:effectLst/>
                <a:uLnTx/>
                <a:uFillTx/>
                <a:latin typeface="+mn-lt"/>
                <a:ea typeface="ＭＳ Ｐゴシック" charset="0"/>
              </a:rPr>
              <a:t>’s neighboring node</a:t>
            </a:r>
            <a:r>
              <a:rPr kumimoji="0" lang="en-US" sz="2800" b="0" i="1" u="none" strike="noStrike" kern="0" cap="none" spc="0" normalizeH="0" baseline="0" noProof="0" dirty="0">
                <a:ln>
                  <a:noFill/>
                </a:ln>
                <a:solidFill>
                  <a:srgbClr val="000000"/>
                </a:solidFill>
                <a:effectLst/>
                <a:uLnTx/>
                <a:uFillTx/>
                <a:latin typeface="+mn-lt"/>
                <a:ea typeface="ＭＳ Ｐゴシック" charset="0"/>
              </a:rPr>
              <a:t>s, x,v,w, </a:t>
            </a:r>
            <a:r>
              <a:rPr kumimoji="0" lang="en-US" sz="2800" b="0" i="0" u="none" strike="noStrike" kern="0" cap="none" spc="0" normalizeH="0" baseline="0" noProof="0" dirty="0">
                <a:ln>
                  <a:noFill/>
                </a:ln>
                <a:solidFill>
                  <a:srgbClr val="000000"/>
                </a:solidFill>
                <a:effectLst/>
                <a:uLnTx/>
                <a:uFillTx/>
                <a:latin typeface="+mn-lt"/>
                <a:ea typeface="ＭＳ Ｐゴシック" charset="0"/>
              </a:rPr>
              <a:t>know that for destination</a:t>
            </a:r>
            <a:r>
              <a:rPr kumimoji="0" lang="en-US" sz="2800" b="0" i="1" u="none" strike="noStrike" kern="0" cap="none" spc="0" normalizeH="0" baseline="0" noProof="0" dirty="0">
                <a:ln>
                  <a:noFill/>
                </a:ln>
                <a:solidFill>
                  <a:srgbClr val="000000"/>
                </a:solidFill>
                <a:effectLst/>
                <a:uLnTx/>
                <a:uFillTx/>
                <a:latin typeface="+mn-lt"/>
                <a:ea typeface="ＭＳ Ｐゴシック" charset="0"/>
              </a:rPr>
              <a:t> z</a:t>
            </a:r>
            <a:r>
              <a:rPr kumimoji="0" lang="en-US" sz="2800" b="0" i="0" u="none" strike="noStrike" kern="0" cap="none" spc="0" normalizeH="0" baseline="0" noProof="0" dirty="0">
                <a:ln>
                  <a:noFill/>
                </a:ln>
                <a:solidFill>
                  <a:srgbClr val="000000"/>
                </a:solidFill>
                <a:effectLst/>
                <a:uLnTx/>
                <a:uFillTx/>
                <a:latin typeface="+mn-lt"/>
                <a:ea typeface="ＭＳ Ｐゴシック" charset="0"/>
              </a:rPr>
              <a:t>:</a:t>
            </a:r>
          </a:p>
        </p:txBody>
      </p:sp>
      <p:grpSp>
        <p:nvGrpSpPr>
          <p:cNvPr id="198" name="Group 197">
            <a:extLst>
              <a:ext uri="{FF2B5EF4-FFF2-40B4-BE49-F238E27FC236}">
                <a16:creationId xmlns:a16="http://schemas.microsoft.com/office/drawing/2014/main" id="{B6EDB62A-BA4E-E241-91FE-0B3F85B42586}"/>
              </a:ext>
            </a:extLst>
          </p:cNvPr>
          <p:cNvGrpSpPr/>
          <p:nvPr/>
        </p:nvGrpSpPr>
        <p:grpSpPr>
          <a:xfrm>
            <a:off x="5954236" y="2228981"/>
            <a:ext cx="4331635" cy="1775026"/>
            <a:chOff x="5954236" y="2228981"/>
            <a:chExt cx="4331635" cy="1775026"/>
          </a:xfrm>
        </p:grpSpPr>
        <p:sp>
          <p:nvSpPr>
            <p:cNvPr id="171" name="Text Box 74">
              <a:extLst>
                <a:ext uri="{FF2B5EF4-FFF2-40B4-BE49-F238E27FC236}">
                  <a16:creationId xmlns:a16="http://schemas.microsoft.com/office/drawing/2014/main" id="{08AC163F-B177-6F4C-8CFD-A821A782FABB}"/>
                </a:ext>
              </a:extLst>
            </p:cNvPr>
            <p:cNvSpPr txBox="1">
              <a:spLocks noChangeArrowheads="1"/>
            </p:cNvSpPr>
            <p:nvPr/>
          </p:nvSpPr>
          <p:spPr bwMode="auto">
            <a:xfrm>
              <a:off x="6467193" y="2803678"/>
              <a:ext cx="3595856" cy="120032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2400" b="0" i="1" u="none" strike="noStrike" kern="0" cap="none" spc="0" normalizeH="0" baseline="0" noProof="0" dirty="0">
                  <a:ln>
                    <a:noFill/>
                  </a:ln>
                  <a:solidFill>
                    <a:srgbClr val="000000"/>
                  </a:solidFill>
                  <a:effectLst/>
                  <a:uLnTx/>
                  <a:uFillTx/>
                  <a:latin typeface="Arial" charset="0"/>
                  <a:ea typeface="ＭＳ Ｐゴシック" charset="0"/>
                </a:rPr>
                <a:t>D</a:t>
              </a:r>
              <a:r>
                <a:rPr kumimoji="0" lang="en-US" sz="2400" b="0" i="1" u="none" strike="noStrike" kern="0" cap="none" spc="0" normalizeH="0" baseline="-25000" noProof="0" dirty="0">
                  <a:ln>
                    <a:noFill/>
                  </a:ln>
                  <a:solidFill>
                    <a:srgbClr val="000000"/>
                  </a:solidFill>
                  <a:effectLst/>
                  <a:uLnTx/>
                  <a:uFillTx/>
                  <a:latin typeface="Arial" charset="0"/>
                  <a:ea typeface="ＭＳ Ｐゴシック" charset="0"/>
                </a:rPr>
                <a:t>u</a:t>
              </a:r>
              <a:r>
                <a:rPr kumimoji="0" lang="en-US" sz="2400" b="0" i="1" u="none" strike="noStrike" kern="0" cap="none" spc="0" normalizeH="0" baseline="0" noProof="0" dirty="0">
                  <a:ln>
                    <a:noFill/>
                  </a:ln>
                  <a:solidFill>
                    <a:srgbClr val="000000"/>
                  </a:solidFill>
                  <a:effectLst/>
                  <a:uLnTx/>
                  <a:uFillTx/>
                  <a:latin typeface="Arial" charset="0"/>
                  <a:ea typeface="ＭＳ Ｐゴシック" charset="0"/>
                </a:rPr>
                <a:t>(z) </a:t>
              </a:r>
              <a:r>
                <a:rPr kumimoji="0" lang="en-US" sz="2400" b="0" i="0" u="none" strike="noStrike" kern="0" cap="none" spc="0" normalizeH="0" baseline="0" noProof="0" dirty="0">
                  <a:ln>
                    <a:noFill/>
                  </a:ln>
                  <a:solidFill>
                    <a:srgbClr val="000000"/>
                  </a:solidFill>
                  <a:effectLst/>
                  <a:uLnTx/>
                  <a:uFillTx/>
                  <a:latin typeface="Arial" charset="0"/>
                  <a:ea typeface="ＭＳ Ｐゴシック" charset="0"/>
                </a:rPr>
                <a:t>= min { </a:t>
              </a:r>
              <a:r>
                <a:rPr kumimoji="0" lang="en-US" sz="2400" b="0" i="1" u="none" strike="noStrike" kern="0" cap="none" spc="0" normalizeH="0" baseline="0" noProof="0" dirty="0">
                  <a:ln>
                    <a:noFill/>
                  </a:ln>
                  <a:solidFill>
                    <a:srgbClr val="000000"/>
                  </a:solidFill>
                  <a:effectLst/>
                  <a:uLnTx/>
                  <a:uFillTx/>
                  <a:latin typeface="Arial" charset="0"/>
                  <a:ea typeface="ＭＳ Ｐゴシック" charset="0"/>
                </a:rPr>
                <a:t>c</a:t>
              </a:r>
              <a:r>
                <a:rPr kumimoji="0" lang="en-US" sz="2400" b="0" i="1" u="none" strike="noStrike" kern="0" cap="none" spc="0" normalizeH="0" baseline="-25000" noProof="0" dirty="0">
                  <a:ln>
                    <a:noFill/>
                  </a:ln>
                  <a:solidFill>
                    <a:srgbClr val="000000"/>
                  </a:solidFill>
                  <a:effectLst/>
                  <a:uLnTx/>
                  <a:uFillTx/>
                  <a:latin typeface="Arial" charset="0"/>
                  <a:ea typeface="ＭＳ Ｐゴシック" charset="0"/>
                </a:rPr>
                <a:t>u,v </a:t>
              </a:r>
              <a:r>
                <a:rPr kumimoji="0" lang="en-US" sz="2400" b="0" i="1" u="none" strike="noStrike" kern="0" cap="none" spc="0" normalizeH="0" baseline="0" noProof="0" dirty="0">
                  <a:ln>
                    <a:noFill/>
                  </a:ln>
                  <a:solidFill>
                    <a:srgbClr val="000000"/>
                  </a:solidFill>
                  <a:effectLst/>
                  <a:uLnTx/>
                  <a:uFillTx/>
                  <a:latin typeface="Arial" charset="0"/>
                  <a:ea typeface="ＭＳ Ｐゴシック" charset="0"/>
                </a:rPr>
                <a:t>+ D</a:t>
              </a:r>
              <a:r>
                <a:rPr kumimoji="0" lang="en-US" sz="2400" b="0" i="1" u="none" strike="noStrike" kern="0" cap="none" spc="0" normalizeH="0" baseline="-25000" noProof="0" dirty="0">
                  <a:ln>
                    <a:noFill/>
                  </a:ln>
                  <a:solidFill>
                    <a:srgbClr val="000000"/>
                  </a:solidFill>
                  <a:effectLst/>
                  <a:uLnTx/>
                  <a:uFillTx/>
                  <a:latin typeface="Arial" charset="0"/>
                  <a:ea typeface="ＭＳ Ｐゴシック" charset="0"/>
                </a:rPr>
                <a:t>v</a:t>
              </a:r>
              <a:r>
                <a:rPr kumimoji="0" lang="en-US" sz="2400" b="0" i="1" u="none" strike="noStrike" kern="0" cap="none" spc="0" normalizeH="0" baseline="0" noProof="0" dirty="0">
                  <a:ln>
                    <a:noFill/>
                  </a:ln>
                  <a:solidFill>
                    <a:srgbClr val="000000"/>
                  </a:solidFill>
                  <a:effectLst/>
                  <a:uLnTx/>
                  <a:uFillTx/>
                  <a:latin typeface="Arial" charset="0"/>
                  <a:ea typeface="ＭＳ Ｐゴシック" charset="0"/>
                </a:rPr>
                <a:t>(z),</a:t>
              </a:r>
            </a:p>
            <a:p>
              <a:pPr marL="0" marR="0" lvl="0" indent="0" defTabSz="914400" eaLnBrk="0" fontAlgn="base" latinLnBrk="0" hangingPunct="0">
                <a:lnSpc>
                  <a:spcPct val="100000"/>
                </a:lnSpc>
                <a:spcBef>
                  <a:spcPct val="0"/>
                </a:spcBef>
                <a:spcAft>
                  <a:spcPct val="0"/>
                </a:spcAft>
                <a:buClrTx/>
                <a:buSzTx/>
                <a:buFontTx/>
                <a:buNone/>
                <a:tabLst/>
                <a:defRPr/>
              </a:pPr>
              <a:r>
                <a:rPr kumimoji="0" lang="en-US" sz="2400" b="0" i="1" u="none" strike="noStrike" kern="0" cap="none" spc="0" normalizeH="0" baseline="0" noProof="0" dirty="0">
                  <a:ln>
                    <a:noFill/>
                  </a:ln>
                  <a:solidFill>
                    <a:srgbClr val="000000"/>
                  </a:solidFill>
                  <a:effectLst/>
                  <a:uLnTx/>
                  <a:uFillTx/>
                  <a:latin typeface="Arial" charset="0"/>
                  <a:ea typeface="ＭＳ Ｐゴシック" charset="0"/>
                </a:rPr>
                <a:t>                    c</a:t>
              </a:r>
              <a:r>
                <a:rPr kumimoji="0" lang="en-US" sz="2400" b="0" i="1" u="none" strike="noStrike" kern="0" cap="none" spc="0" normalizeH="0" baseline="-25000" noProof="0" dirty="0">
                  <a:ln>
                    <a:noFill/>
                  </a:ln>
                  <a:solidFill>
                    <a:srgbClr val="000000"/>
                  </a:solidFill>
                  <a:effectLst/>
                  <a:uLnTx/>
                  <a:uFillTx/>
                  <a:latin typeface="Arial" charset="0"/>
                  <a:ea typeface="ＭＳ Ｐゴシック" charset="0"/>
                </a:rPr>
                <a:t>u,x </a:t>
              </a:r>
              <a:r>
                <a:rPr kumimoji="0" lang="en-US" sz="2400" b="0" i="1" u="none" strike="noStrike" kern="0" cap="none" spc="0" normalizeH="0" baseline="0" noProof="0" dirty="0">
                  <a:ln>
                    <a:noFill/>
                  </a:ln>
                  <a:solidFill>
                    <a:srgbClr val="000000"/>
                  </a:solidFill>
                  <a:effectLst/>
                  <a:uLnTx/>
                  <a:uFillTx/>
                  <a:latin typeface="Arial" charset="0"/>
                  <a:ea typeface="ＭＳ Ｐゴシック" charset="0"/>
                </a:rPr>
                <a:t>+ D</a:t>
              </a:r>
              <a:r>
                <a:rPr kumimoji="0" lang="en-US" sz="2400" b="0" i="1" u="none" strike="noStrike" kern="0" cap="none" spc="0" normalizeH="0" baseline="-25000" noProof="0" dirty="0">
                  <a:ln>
                    <a:noFill/>
                  </a:ln>
                  <a:solidFill>
                    <a:srgbClr val="000000"/>
                  </a:solidFill>
                  <a:effectLst/>
                  <a:uLnTx/>
                  <a:uFillTx/>
                  <a:latin typeface="Arial" charset="0"/>
                  <a:ea typeface="ＭＳ Ｐゴシック" charset="0"/>
                </a:rPr>
                <a:t>x</a:t>
              </a:r>
              <a:r>
                <a:rPr kumimoji="0" lang="en-US" sz="2400" b="0" i="1" u="none" strike="noStrike" kern="0" cap="none" spc="0" normalizeH="0" baseline="0" noProof="0" dirty="0">
                  <a:ln>
                    <a:noFill/>
                  </a:ln>
                  <a:solidFill>
                    <a:srgbClr val="000000"/>
                  </a:solidFill>
                  <a:effectLst/>
                  <a:uLnTx/>
                  <a:uFillTx/>
                  <a:latin typeface="Arial" charset="0"/>
                  <a:ea typeface="ＭＳ Ｐゴシック" charset="0"/>
                </a:rPr>
                <a:t>(z),</a:t>
              </a:r>
            </a:p>
            <a:p>
              <a:pPr marL="0" marR="0" lvl="0" indent="0" defTabSz="914400" eaLnBrk="0" fontAlgn="base" latinLnBrk="0" hangingPunct="0">
                <a:lnSpc>
                  <a:spcPct val="100000"/>
                </a:lnSpc>
                <a:spcBef>
                  <a:spcPct val="0"/>
                </a:spcBef>
                <a:spcAft>
                  <a:spcPct val="0"/>
                </a:spcAft>
                <a:buClrTx/>
                <a:buSzTx/>
                <a:buFontTx/>
                <a:buNone/>
                <a:tabLst/>
                <a:defRPr/>
              </a:pPr>
              <a:r>
                <a:rPr kumimoji="0" lang="en-US" sz="2400" b="0" i="1" u="none" strike="noStrike" kern="0" cap="none" spc="0" normalizeH="0" baseline="0" noProof="0" dirty="0">
                  <a:ln>
                    <a:noFill/>
                  </a:ln>
                  <a:solidFill>
                    <a:srgbClr val="000000"/>
                  </a:solidFill>
                  <a:effectLst/>
                  <a:uLnTx/>
                  <a:uFillTx/>
                  <a:latin typeface="Arial" charset="0"/>
                  <a:ea typeface="ＭＳ Ｐゴシック" charset="0"/>
                </a:rPr>
                <a:t>                    c</a:t>
              </a:r>
              <a:r>
                <a:rPr kumimoji="0" lang="en-US" sz="2400" b="0" i="1" u="none" strike="noStrike" kern="0" cap="none" spc="0" normalizeH="0" baseline="-25000" noProof="0" dirty="0">
                  <a:ln>
                    <a:noFill/>
                  </a:ln>
                  <a:solidFill>
                    <a:srgbClr val="000000"/>
                  </a:solidFill>
                  <a:effectLst/>
                  <a:uLnTx/>
                  <a:uFillTx/>
                  <a:latin typeface="Arial" charset="0"/>
                  <a:ea typeface="ＭＳ Ｐゴシック" charset="0"/>
                </a:rPr>
                <a:t>u,w </a:t>
              </a:r>
              <a:r>
                <a:rPr kumimoji="0" lang="en-US" sz="2400" b="0" i="1" u="none" strike="noStrike" kern="0" cap="none" spc="0" normalizeH="0" baseline="0" noProof="0" dirty="0">
                  <a:ln>
                    <a:noFill/>
                  </a:ln>
                  <a:solidFill>
                    <a:srgbClr val="000000"/>
                  </a:solidFill>
                  <a:effectLst/>
                  <a:uLnTx/>
                  <a:uFillTx/>
                  <a:latin typeface="Arial" charset="0"/>
                  <a:ea typeface="ＭＳ Ｐゴシック" charset="0"/>
                </a:rPr>
                <a:t>+ D</a:t>
              </a:r>
              <a:r>
                <a:rPr kumimoji="0" lang="en-US" sz="2400" b="0" i="1" u="none" strike="noStrike" kern="0" cap="none" spc="0" normalizeH="0" baseline="-25000" noProof="0" dirty="0">
                  <a:ln>
                    <a:noFill/>
                  </a:ln>
                  <a:solidFill>
                    <a:srgbClr val="000000"/>
                  </a:solidFill>
                  <a:effectLst/>
                  <a:uLnTx/>
                  <a:uFillTx/>
                  <a:latin typeface="Arial" charset="0"/>
                  <a:ea typeface="ＭＳ Ｐゴシック" charset="0"/>
                </a:rPr>
                <a:t>w</a:t>
              </a:r>
              <a:r>
                <a:rPr kumimoji="0" lang="en-US" sz="2400" b="0" i="1" u="none" strike="noStrike" kern="0" cap="none" spc="0" normalizeH="0" baseline="0" noProof="0" dirty="0">
                  <a:ln>
                    <a:noFill/>
                  </a:ln>
                  <a:solidFill>
                    <a:srgbClr val="000000"/>
                  </a:solidFill>
                  <a:effectLst/>
                  <a:uLnTx/>
                  <a:uFillTx/>
                  <a:latin typeface="Arial" charset="0"/>
                  <a:ea typeface="ＭＳ Ｐゴシック" charset="0"/>
                </a:rPr>
                <a:t>(z) </a:t>
              </a:r>
              <a:r>
                <a:rPr kumimoji="0" lang="en-US" sz="2400" b="0" i="0" u="none" strike="noStrike" kern="0" cap="none" spc="0" normalizeH="0" baseline="0" noProof="0" dirty="0">
                  <a:ln>
                    <a:noFill/>
                  </a:ln>
                  <a:solidFill>
                    <a:srgbClr val="000000"/>
                  </a:solidFill>
                  <a:effectLst/>
                  <a:uLnTx/>
                  <a:uFillTx/>
                  <a:latin typeface="Arial" charset="0"/>
                  <a:ea typeface="ＭＳ Ｐゴシック" charset="0"/>
                </a:rPr>
                <a:t>}</a:t>
              </a:r>
            </a:p>
          </p:txBody>
        </p:sp>
        <p:sp>
          <p:nvSpPr>
            <p:cNvPr id="173" name="Text Box 76">
              <a:extLst>
                <a:ext uri="{FF2B5EF4-FFF2-40B4-BE49-F238E27FC236}">
                  <a16:creationId xmlns:a16="http://schemas.microsoft.com/office/drawing/2014/main" id="{75683FA0-BB30-1143-8370-A231590ECC6F}"/>
                </a:ext>
              </a:extLst>
            </p:cNvPr>
            <p:cNvSpPr txBox="1">
              <a:spLocks noChangeArrowheads="1"/>
            </p:cNvSpPr>
            <p:nvPr/>
          </p:nvSpPr>
          <p:spPr bwMode="auto">
            <a:xfrm>
              <a:off x="5954236" y="2228981"/>
              <a:ext cx="4331635" cy="5232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000000"/>
                  </a:solidFill>
                  <a:effectLst/>
                  <a:uLnTx/>
                  <a:uFillTx/>
                  <a:latin typeface="+mn-lt"/>
                  <a:ea typeface="ＭＳ Ｐゴシック" charset="0"/>
                </a:rPr>
                <a:t>Bellman-Ford equation says:</a:t>
              </a:r>
            </a:p>
          </p:txBody>
        </p:sp>
      </p:grpSp>
      <p:sp>
        <p:nvSpPr>
          <p:cNvPr id="11" name="Oval 10">
            <a:extLst>
              <a:ext uri="{FF2B5EF4-FFF2-40B4-BE49-F238E27FC236}">
                <a16:creationId xmlns:a16="http://schemas.microsoft.com/office/drawing/2014/main" id="{D0322153-8ADE-0E45-A262-AA9A6F947B78}"/>
              </a:ext>
            </a:extLst>
          </p:cNvPr>
          <p:cNvSpPr/>
          <p:nvPr/>
        </p:nvSpPr>
        <p:spPr>
          <a:xfrm>
            <a:off x="1490598" y="3507287"/>
            <a:ext cx="613776" cy="613776"/>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9" name="Group 18">
            <a:extLst>
              <a:ext uri="{FF2B5EF4-FFF2-40B4-BE49-F238E27FC236}">
                <a16:creationId xmlns:a16="http://schemas.microsoft.com/office/drawing/2014/main" id="{05CDC77B-12CB-3641-B097-13A93B9A5519}"/>
              </a:ext>
            </a:extLst>
          </p:cNvPr>
          <p:cNvGrpSpPr/>
          <p:nvPr/>
        </p:nvGrpSpPr>
        <p:grpSpPr>
          <a:xfrm>
            <a:off x="764088" y="2192055"/>
            <a:ext cx="1691013" cy="1127342"/>
            <a:chOff x="764088" y="2192055"/>
            <a:chExt cx="1691013" cy="1127342"/>
          </a:xfrm>
        </p:grpSpPr>
        <p:sp>
          <p:nvSpPr>
            <p:cNvPr id="17" name="Freeform 16">
              <a:extLst>
                <a:ext uri="{FF2B5EF4-FFF2-40B4-BE49-F238E27FC236}">
                  <a16:creationId xmlns:a16="http://schemas.microsoft.com/office/drawing/2014/main" id="{2F6815DA-1947-6340-8445-6A386E65C0A9}"/>
                </a:ext>
              </a:extLst>
            </p:cNvPr>
            <p:cNvSpPr/>
            <p:nvPr/>
          </p:nvSpPr>
          <p:spPr>
            <a:xfrm>
              <a:off x="851770" y="2630466"/>
              <a:ext cx="1603331" cy="688931"/>
            </a:xfrm>
            <a:custGeom>
              <a:avLst/>
              <a:gdLst>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3331" h="688931">
                  <a:moveTo>
                    <a:pt x="1603331" y="626301"/>
                  </a:moveTo>
                  <a:lnTo>
                    <a:pt x="1453019" y="688931"/>
                  </a:lnTo>
                  <a:cubicBezTo>
                    <a:pt x="1028055" y="405848"/>
                    <a:pt x="858413" y="306834"/>
                    <a:pt x="0" y="0"/>
                  </a:cubicBezTo>
                  <a:lnTo>
                    <a:pt x="1240077" y="0"/>
                  </a:lnTo>
                  <a:cubicBezTo>
                    <a:pt x="1367100" y="327520"/>
                    <a:pt x="1416932" y="417534"/>
                    <a:pt x="1603331" y="626301"/>
                  </a:cubicBezTo>
                  <a:close/>
                </a:path>
              </a:pathLst>
            </a:custGeom>
            <a:gradFill>
              <a:gsLst>
                <a:gs pos="0">
                  <a:schemeClr val="bg1"/>
                </a:gs>
                <a:gs pos="98000">
                  <a:schemeClr val="bg1">
                    <a:lumMod val="85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8" name="Group 17">
              <a:extLst>
                <a:ext uri="{FF2B5EF4-FFF2-40B4-BE49-F238E27FC236}">
                  <a16:creationId xmlns:a16="http://schemas.microsoft.com/office/drawing/2014/main" id="{B6668ED3-D130-3D45-B084-001DB41CD429}"/>
                </a:ext>
              </a:extLst>
            </p:cNvPr>
            <p:cNvGrpSpPr/>
            <p:nvPr/>
          </p:nvGrpSpPr>
          <p:grpSpPr>
            <a:xfrm>
              <a:off x="764088" y="2192055"/>
              <a:ext cx="1346844" cy="461665"/>
              <a:chOff x="764088" y="2192055"/>
              <a:chExt cx="1346844" cy="461665"/>
            </a:xfrm>
          </p:grpSpPr>
          <p:sp>
            <p:nvSpPr>
              <p:cNvPr id="16" name="Rectangle 15">
                <a:extLst>
                  <a:ext uri="{FF2B5EF4-FFF2-40B4-BE49-F238E27FC236}">
                    <a16:creationId xmlns:a16="http://schemas.microsoft.com/office/drawing/2014/main" id="{3BEA4562-9169-7C42-BB3A-DDCF769E8C27}"/>
                  </a:ext>
                </a:extLst>
              </p:cNvPr>
              <p:cNvSpPr/>
              <p:nvPr/>
            </p:nvSpPr>
            <p:spPr>
              <a:xfrm>
                <a:off x="851770" y="2242159"/>
                <a:ext cx="1240077" cy="388307"/>
              </a:xfrm>
              <a:prstGeom prst="rect">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CFA04257-DEFD-8540-BF6E-236DE2C4C53F}"/>
                  </a:ext>
                </a:extLst>
              </p:cNvPr>
              <p:cNvSpPr txBox="1"/>
              <p:nvPr/>
            </p:nvSpPr>
            <p:spPr>
              <a:xfrm>
                <a:off x="764088" y="2192055"/>
                <a:ext cx="1346844" cy="461665"/>
              </a:xfrm>
              <a:prstGeom prst="rect">
                <a:avLst/>
              </a:prstGeom>
              <a:noFill/>
            </p:spPr>
            <p:txBody>
              <a:bodyPr wrap="none" rtlCol="0">
                <a:spAutoFit/>
              </a:bodyPr>
              <a:lstStyle/>
              <a:p>
                <a:pPr marL="123825" lvl="0" eaLnBrk="0" fontAlgn="base" hangingPunct="0">
                  <a:spcBef>
                    <a:spcPct val="0"/>
                  </a:spcBef>
                  <a:spcAft>
                    <a:spcPct val="0"/>
                  </a:spcAft>
                  <a:defRPr/>
                </a:pPr>
                <a:r>
                  <a:rPr lang="en-US" sz="2400" i="1" kern="0" dirty="0">
                    <a:solidFill>
                      <a:srgbClr val="000000"/>
                    </a:solidFill>
                    <a:ea typeface="ＭＳ Ｐゴシック" charset="0"/>
                  </a:rPr>
                  <a:t>D</a:t>
                </a:r>
                <a:r>
                  <a:rPr lang="en-US" sz="2400" i="1" kern="0" baseline="-25000" dirty="0">
                    <a:solidFill>
                      <a:srgbClr val="000000"/>
                    </a:solidFill>
                    <a:ea typeface="ＭＳ Ｐゴシック" charset="0"/>
                  </a:rPr>
                  <a:t>v</a:t>
                </a:r>
                <a:r>
                  <a:rPr lang="en-US" sz="2400" i="1" kern="0" dirty="0">
                    <a:solidFill>
                      <a:srgbClr val="000000"/>
                    </a:solidFill>
                    <a:ea typeface="ＭＳ Ｐゴシック" charset="0"/>
                  </a:rPr>
                  <a:t>(z) </a:t>
                </a:r>
                <a:r>
                  <a:rPr lang="en-US" sz="2400" kern="0" dirty="0">
                    <a:solidFill>
                      <a:srgbClr val="000000"/>
                    </a:solidFill>
                    <a:ea typeface="ＭＳ Ｐゴシック" charset="0"/>
                  </a:rPr>
                  <a:t>= 5</a:t>
                </a:r>
                <a:endParaRPr lang="en-US" sz="2400" kern="0" dirty="0">
                  <a:solidFill>
                    <a:srgbClr val="000000"/>
                  </a:solidFill>
                </a:endParaRPr>
              </a:p>
            </p:txBody>
          </p:sp>
        </p:grpSp>
      </p:grpSp>
      <p:grpSp>
        <p:nvGrpSpPr>
          <p:cNvPr id="180" name="Group 179">
            <a:extLst>
              <a:ext uri="{FF2B5EF4-FFF2-40B4-BE49-F238E27FC236}">
                <a16:creationId xmlns:a16="http://schemas.microsoft.com/office/drawing/2014/main" id="{C721CBAE-72DC-0B4C-AC71-D468764AA3F0}"/>
              </a:ext>
            </a:extLst>
          </p:cNvPr>
          <p:cNvGrpSpPr/>
          <p:nvPr/>
        </p:nvGrpSpPr>
        <p:grpSpPr>
          <a:xfrm>
            <a:off x="2315033" y="3160213"/>
            <a:ext cx="501650" cy="396875"/>
            <a:chOff x="836555" y="3112712"/>
            <a:chExt cx="501650" cy="396875"/>
          </a:xfrm>
        </p:grpSpPr>
        <p:grpSp>
          <p:nvGrpSpPr>
            <p:cNvPr id="179" name="Group 178">
              <a:extLst>
                <a:ext uri="{FF2B5EF4-FFF2-40B4-BE49-F238E27FC236}">
                  <a16:creationId xmlns:a16="http://schemas.microsoft.com/office/drawing/2014/main" id="{A465F243-8453-E94C-A8EB-000E66654551}"/>
                </a:ext>
              </a:extLst>
            </p:cNvPr>
            <p:cNvGrpSpPr/>
            <p:nvPr/>
          </p:nvGrpSpPr>
          <p:grpSpPr>
            <a:xfrm>
              <a:off x="836555" y="3205962"/>
              <a:ext cx="501650" cy="233363"/>
              <a:chOff x="2303158" y="3229713"/>
              <a:chExt cx="501650" cy="233363"/>
            </a:xfrm>
          </p:grpSpPr>
          <p:sp>
            <p:nvSpPr>
              <p:cNvPr id="113" name="Oval 16">
                <a:extLst>
                  <a:ext uri="{FF2B5EF4-FFF2-40B4-BE49-F238E27FC236}">
                    <a16:creationId xmlns:a16="http://schemas.microsoft.com/office/drawing/2014/main" id="{0853C746-773B-9B4B-9E9D-1A3FFD58F819}"/>
                  </a:ext>
                </a:extLst>
              </p:cNvPr>
              <p:cNvSpPr>
                <a:spLocks noChangeArrowheads="1"/>
              </p:cNvSpPr>
              <p:nvPr/>
            </p:nvSpPr>
            <p:spPr bwMode="auto">
              <a:xfrm>
                <a:off x="2307920" y="3334488"/>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14" name="Line 17">
                <a:extLst>
                  <a:ext uri="{FF2B5EF4-FFF2-40B4-BE49-F238E27FC236}">
                    <a16:creationId xmlns:a16="http://schemas.microsoft.com/office/drawing/2014/main" id="{02D5EB0A-0D47-D64A-94C0-9489ADD634C2}"/>
                  </a:ext>
                </a:extLst>
              </p:cNvPr>
              <p:cNvSpPr>
                <a:spLocks noChangeShapeType="1"/>
              </p:cNvSpPr>
              <p:nvPr/>
            </p:nvSpPr>
            <p:spPr bwMode="auto">
              <a:xfrm>
                <a:off x="2307920" y="3323376"/>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15" name="Line 18">
                <a:extLst>
                  <a:ext uri="{FF2B5EF4-FFF2-40B4-BE49-F238E27FC236}">
                    <a16:creationId xmlns:a16="http://schemas.microsoft.com/office/drawing/2014/main" id="{19267F03-A18E-E94D-AFBE-D362644035BF}"/>
                  </a:ext>
                </a:extLst>
              </p:cNvPr>
              <p:cNvSpPr>
                <a:spLocks noChangeShapeType="1"/>
              </p:cNvSpPr>
              <p:nvPr/>
            </p:nvSpPr>
            <p:spPr bwMode="auto">
              <a:xfrm>
                <a:off x="2804808" y="3323376"/>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16" name="Rectangle 19">
                <a:extLst>
                  <a:ext uri="{FF2B5EF4-FFF2-40B4-BE49-F238E27FC236}">
                    <a16:creationId xmlns:a16="http://schemas.microsoft.com/office/drawing/2014/main" id="{5775B4BF-7190-E346-A0C4-3136C4FDFA52}"/>
                  </a:ext>
                </a:extLst>
              </p:cNvPr>
              <p:cNvSpPr>
                <a:spLocks noChangeArrowheads="1"/>
              </p:cNvSpPr>
              <p:nvPr/>
            </p:nvSpPr>
            <p:spPr bwMode="auto">
              <a:xfrm>
                <a:off x="2307920" y="3323376"/>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17" name="Oval 20">
                <a:extLst>
                  <a:ext uri="{FF2B5EF4-FFF2-40B4-BE49-F238E27FC236}">
                    <a16:creationId xmlns:a16="http://schemas.microsoft.com/office/drawing/2014/main" id="{527A7EAA-5AB1-D541-8B8E-A74D44BA7595}"/>
                  </a:ext>
                </a:extLst>
              </p:cNvPr>
              <p:cNvSpPr>
                <a:spLocks noChangeArrowheads="1"/>
              </p:cNvSpPr>
              <p:nvPr/>
            </p:nvSpPr>
            <p:spPr bwMode="auto">
              <a:xfrm>
                <a:off x="2303158" y="3229713"/>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46" name="Group 57">
              <a:extLst>
                <a:ext uri="{FF2B5EF4-FFF2-40B4-BE49-F238E27FC236}">
                  <a16:creationId xmlns:a16="http://schemas.microsoft.com/office/drawing/2014/main" id="{E5EC63B4-77F4-0244-AFB9-0658A6C7E1D8}"/>
                </a:ext>
              </a:extLst>
            </p:cNvPr>
            <p:cNvGrpSpPr>
              <a:grpSpLocks/>
            </p:cNvGrpSpPr>
            <p:nvPr/>
          </p:nvGrpSpPr>
          <p:grpSpPr bwMode="auto">
            <a:xfrm>
              <a:off x="929455" y="3112712"/>
              <a:ext cx="311150" cy="396875"/>
              <a:chOff x="2958" y="2425"/>
              <a:chExt cx="199" cy="250"/>
            </a:xfrm>
          </p:grpSpPr>
          <p:sp>
            <p:nvSpPr>
              <p:cNvPr id="160" name="Rectangle 58">
                <a:extLst>
                  <a:ext uri="{FF2B5EF4-FFF2-40B4-BE49-F238E27FC236}">
                    <a16:creationId xmlns:a16="http://schemas.microsoft.com/office/drawing/2014/main" id="{DD912960-89ED-D147-B665-AC6CCFCE5F4C}"/>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1" name="Text Box 59">
                <a:extLst>
                  <a:ext uri="{FF2B5EF4-FFF2-40B4-BE49-F238E27FC236}">
                    <a16:creationId xmlns:a16="http://schemas.microsoft.com/office/drawing/2014/main" id="{540DB369-7FE9-DE41-B6CA-42B11EC1DA64}"/>
                  </a:ext>
                </a:extLst>
              </p:cNvPr>
              <p:cNvSpPr txBox="1">
                <a:spLocks noChangeArrowheads="1"/>
              </p:cNvSpPr>
              <p:nvPr/>
            </p:nvSpPr>
            <p:spPr bwMode="auto">
              <a:xfrm>
                <a:off x="2958" y="2425"/>
                <a:ext cx="199"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v</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87" name="Group 186">
            <a:extLst>
              <a:ext uri="{FF2B5EF4-FFF2-40B4-BE49-F238E27FC236}">
                <a16:creationId xmlns:a16="http://schemas.microsoft.com/office/drawing/2014/main" id="{F0B3B02B-083F-B544-92D3-D4A53099AC16}"/>
              </a:ext>
            </a:extLst>
          </p:cNvPr>
          <p:cNvGrpSpPr/>
          <p:nvPr/>
        </p:nvGrpSpPr>
        <p:grpSpPr>
          <a:xfrm>
            <a:off x="3717682" y="2156537"/>
            <a:ext cx="1617434" cy="1131193"/>
            <a:chOff x="3717682" y="2156537"/>
            <a:chExt cx="1617434" cy="1131193"/>
          </a:xfrm>
        </p:grpSpPr>
        <p:sp>
          <p:nvSpPr>
            <p:cNvPr id="182" name="Freeform 181">
              <a:extLst>
                <a:ext uri="{FF2B5EF4-FFF2-40B4-BE49-F238E27FC236}">
                  <a16:creationId xmlns:a16="http://schemas.microsoft.com/office/drawing/2014/main" id="{ADC690BC-B355-8B44-A59E-02C693DA19C7}"/>
                </a:ext>
              </a:extLst>
            </p:cNvPr>
            <p:cNvSpPr/>
            <p:nvPr/>
          </p:nvSpPr>
          <p:spPr>
            <a:xfrm flipH="1">
              <a:off x="3717682" y="2598799"/>
              <a:ext cx="1603331" cy="688931"/>
            </a:xfrm>
            <a:custGeom>
              <a:avLst/>
              <a:gdLst>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3331" h="688931">
                  <a:moveTo>
                    <a:pt x="1603331" y="626301"/>
                  </a:moveTo>
                  <a:lnTo>
                    <a:pt x="1453019" y="688931"/>
                  </a:lnTo>
                  <a:cubicBezTo>
                    <a:pt x="1028055" y="405848"/>
                    <a:pt x="858413" y="306834"/>
                    <a:pt x="0" y="0"/>
                  </a:cubicBezTo>
                  <a:lnTo>
                    <a:pt x="1240077" y="0"/>
                  </a:lnTo>
                  <a:cubicBezTo>
                    <a:pt x="1367100" y="327520"/>
                    <a:pt x="1416932" y="417534"/>
                    <a:pt x="1603331" y="626301"/>
                  </a:cubicBezTo>
                  <a:close/>
                </a:path>
              </a:pathLst>
            </a:custGeom>
            <a:gradFill>
              <a:gsLst>
                <a:gs pos="0">
                  <a:schemeClr val="bg1"/>
                </a:gs>
                <a:gs pos="98000">
                  <a:schemeClr val="bg1">
                    <a:lumMod val="85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86" name="Group 185">
              <a:extLst>
                <a:ext uri="{FF2B5EF4-FFF2-40B4-BE49-F238E27FC236}">
                  <a16:creationId xmlns:a16="http://schemas.microsoft.com/office/drawing/2014/main" id="{28A5A808-82DD-BB42-BA0F-146BE0A1F565}"/>
                </a:ext>
              </a:extLst>
            </p:cNvPr>
            <p:cNvGrpSpPr/>
            <p:nvPr/>
          </p:nvGrpSpPr>
          <p:grpSpPr>
            <a:xfrm>
              <a:off x="3933770" y="2156537"/>
              <a:ext cx="1401346" cy="461665"/>
              <a:chOff x="5257869" y="2364355"/>
              <a:chExt cx="1401346" cy="461665"/>
            </a:xfrm>
          </p:grpSpPr>
          <p:sp>
            <p:nvSpPr>
              <p:cNvPr id="177" name="Rectangle 176">
                <a:extLst>
                  <a:ext uri="{FF2B5EF4-FFF2-40B4-BE49-F238E27FC236}">
                    <a16:creationId xmlns:a16="http://schemas.microsoft.com/office/drawing/2014/main" id="{549EF23C-2FFE-C14C-951E-E59A0690CED4}"/>
                  </a:ext>
                </a:extLst>
              </p:cNvPr>
              <p:cNvSpPr/>
              <p:nvPr/>
            </p:nvSpPr>
            <p:spPr>
              <a:xfrm>
                <a:off x="5402893" y="2421699"/>
                <a:ext cx="1240077" cy="388307"/>
              </a:xfrm>
              <a:prstGeom prst="rect">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5" name="TextBox 174">
                <a:extLst>
                  <a:ext uri="{FF2B5EF4-FFF2-40B4-BE49-F238E27FC236}">
                    <a16:creationId xmlns:a16="http://schemas.microsoft.com/office/drawing/2014/main" id="{649CD771-2F80-AF41-B52D-63EB08A14300}"/>
                  </a:ext>
                </a:extLst>
              </p:cNvPr>
              <p:cNvSpPr txBox="1"/>
              <p:nvPr/>
            </p:nvSpPr>
            <p:spPr>
              <a:xfrm>
                <a:off x="5257869" y="2364355"/>
                <a:ext cx="1401346" cy="461665"/>
              </a:xfrm>
              <a:prstGeom prst="rect">
                <a:avLst/>
              </a:prstGeom>
              <a:noFill/>
            </p:spPr>
            <p:txBody>
              <a:bodyPr wrap="none" rtlCol="0">
                <a:spAutoFit/>
              </a:bodyPr>
              <a:lstStyle/>
              <a:p>
                <a:pPr marL="123825" lvl="0" eaLnBrk="0" fontAlgn="base" hangingPunct="0">
                  <a:spcBef>
                    <a:spcPct val="0"/>
                  </a:spcBef>
                  <a:spcAft>
                    <a:spcPct val="0"/>
                  </a:spcAft>
                  <a:defRPr/>
                </a:pPr>
                <a:r>
                  <a:rPr lang="en-US" sz="2400" i="1" kern="0" dirty="0">
                    <a:solidFill>
                      <a:srgbClr val="000000"/>
                    </a:solidFill>
                    <a:ea typeface="ＭＳ Ｐゴシック" charset="0"/>
                  </a:rPr>
                  <a:t>D</a:t>
                </a:r>
                <a:r>
                  <a:rPr lang="en-US" sz="2400" i="1" kern="0" baseline="-25000" dirty="0">
                    <a:solidFill>
                      <a:srgbClr val="000000"/>
                    </a:solidFill>
                    <a:ea typeface="ＭＳ Ｐゴシック" charset="0"/>
                  </a:rPr>
                  <a:t>w</a:t>
                </a:r>
                <a:r>
                  <a:rPr lang="en-US" sz="2400" i="1" kern="0" dirty="0">
                    <a:solidFill>
                      <a:srgbClr val="000000"/>
                    </a:solidFill>
                    <a:ea typeface="ＭＳ Ｐゴシック" charset="0"/>
                  </a:rPr>
                  <a:t>(z) = </a:t>
                </a:r>
                <a:r>
                  <a:rPr lang="en-US" sz="2400" kern="0" dirty="0">
                    <a:solidFill>
                      <a:srgbClr val="000000"/>
                    </a:solidFill>
                    <a:ea typeface="ＭＳ Ｐゴシック" charset="0"/>
                  </a:rPr>
                  <a:t>3</a:t>
                </a:r>
              </a:p>
            </p:txBody>
          </p:sp>
        </p:grpSp>
      </p:grpSp>
      <p:grpSp>
        <p:nvGrpSpPr>
          <p:cNvPr id="188" name="Group 187">
            <a:extLst>
              <a:ext uri="{FF2B5EF4-FFF2-40B4-BE49-F238E27FC236}">
                <a16:creationId xmlns:a16="http://schemas.microsoft.com/office/drawing/2014/main" id="{D186D734-0E35-0848-877D-0B8A6851C7C0}"/>
              </a:ext>
            </a:extLst>
          </p:cNvPr>
          <p:cNvGrpSpPr/>
          <p:nvPr/>
        </p:nvGrpSpPr>
        <p:grpSpPr>
          <a:xfrm>
            <a:off x="3392183" y="3123351"/>
            <a:ext cx="500062" cy="396875"/>
            <a:chOff x="3392183" y="3123351"/>
            <a:chExt cx="500062" cy="396875"/>
          </a:xfrm>
        </p:grpSpPr>
        <p:sp>
          <p:nvSpPr>
            <p:cNvPr id="118" name="Oval 21">
              <a:extLst>
                <a:ext uri="{FF2B5EF4-FFF2-40B4-BE49-F238E27FC236}">
                  <a16:creationId xmlns:a16="http://schemas.microsoft.com/office/drawing/2014/main" id="{CA014D69-6A3C-9242-91D0-7DCB5FF13431}"/>
                </a:ext>
              </a:extLst>
            </p:cNvPr>
            <p:cNvSpPr>
              <a:spLocks noChangeArrowheads="1"/>
            </p:cNvSpPr>
            <p:nvPr/>
          </p:nvSpPr>
          <p:spPr bwMode="auto">
            <a:xfrm>
              <a:off x="3392183" y="3328138"/>
              <a:ext cx="495300"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19" name="Line 22">
              <a:extLst>
                <a:ext uri="{FF2B5EF4-FFF2-40B4-BE49-F238E27FC236}">
                  <a16:creationId xmlns:a16="http://schemas.microsoft.com/office/drawing/2014/main" id="{A6BCF00D-E263-8C4C-AD85-5BD8F55AD872}"/>
                </a:ext>
              </a:extLst>
            </p:cNvPr>
            <p:cNvSpPr>
              <a:spLocks noChangeShapeType="1"/>
            </p:cNvSpPr>
            <p:nvPr/>
          </p:nvSpPr>
          <p:spPr bwMode="auto">
            <a:xfrm>
              <a:off x="3392183" y="3317026"/>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0" name="Line 23">
              <a:extLst>
                <a:ext uri="{FF2B5EF4-FFF2-40B4-BE49-F238E27FC236}">
                  <a16:creationId xmlns:a16="http://schemas.microsoft.com/office/drawing/2014/main" id="{CDCA1E47-6B43-D144-9AB7-28160C22D56F}"/>
                </a:ext>
              </a:extLst>
            </p:cNvPr>
            <p:cNvSpPr>
              <a:spLocks noChangeShapeType="1"/>
            </p:cNvSpPr>
            <p:nvPr/>
          </p:nvSpPr>
          <p:spPr bwMode="auto">
            <a:xfrm>
              <a:off x="3887483" y="3317026"/>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1" name="Rectangle 24">
              <a:extLst>
                <a:ext uri="{FF2B5EF4-FFF2-40B4-BE49-F238E27FC236}">
                  <a16:creationId xmlns:a16="http://schemas.microsoft.com/office/drawing/2014/main" id="{B3CD70A8-E93D-AC46-8A88-E9576AB39730}"/>
                </a:ext>
              </a:extLst>
            </p:cNvPr>
            <p:cNvSpPr>
              <a:spLocks noChangeArrowheads="1"/>
            </p:cNvSpPr>
            <p:nvPr/>
          </p:nvSpPr>
          <p:spPr bwMode="auto">
            <a:xfrm>
              <a:off x="3392183" y="3317026"/>
              <a:ext cx="490538"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2" name="Oval 25">
              <a:extLst>
                <a:ext uri="{FF2B5EF4-FFF2-40B4-BE49-F238E27FC236}">
                  <a16:creationId xmlns:a16="http://schemas.microsoft.com/office/drawing/2014/main" id="{C2A5705E-82DA-3146-B8C6-31D210861B04}"/>
                </a:ext>
              </a:extLst>
            </p:cNvPr>
            <p:cNvSpPr>
              <a:spLocks noChangeArrowheads="1"/>
            </p:cNvSpPr>
            <p:nvPr/>
          </p:nvSpPr>
          <p:spPr bwMode="auto">
            <a:xfrm>
              <a:off x="3396945" y="3228126"/>
              <a:ext cx="495300"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45" name="Group 54">
              <a:extLst>
                <a:ext uri="{FF2B5EF4-FFF2-40B4-BE49-F238E27FC236}">
                  <a16:creationId xmlns:a16="http://schemas.microsoft.com/office/drawing/2014/main" id="{10D52570-25C6-A74A-94B9-5AE0B127BCD8}"/>
                </a:ext>
              </a:extLst>
            </p:cNvPr>
            <p:cNvGrpSpPr>
              <a:grpSpLocks/>
            </p:cNvGrpSpPr>
            <p:nvPr/>
          </p:nvGrpSpPr>
          <p:grpSpPr bwMode="auto">
            <a:xfrm>
              <a:off x="3466795" y="3123351"/>
              <a:ext cx="368300" cy="396875"/>
              <a:chOff x="2941" y="2413"/>
              <a:chExt cx="235" cy="250"/>
            </a:xfrm>
          </p:grpSpPr>
          <p:sp>
            <p:nvSpPr>
              <p:cNvPr id="162" name="Rectangle 55">
                <a:extLst>
                  <a:ext uri="{FF2B5EF4-FFF2-40B4-BE49-F238E27FC236}">
                    <a16:creationId xmlns:a16="http://schemas.microsoft.com/office/drawing/2014/main" id="{E048F283-E3E7-474A-9EB5-932E8F2E8A10}"/>
                  </a:ext>
                </a:extLst>
              </p:cNvPr>
              <p:cNvSpPr>
                <a:spLocks noChangeArrowheads="1"/>
              </p:cNvSpPr>
              <p:nvPr/>
            </p:nvSpPr>
            <p:spPr bwMode="auto">
              <a:xfrm>
                <a:off x="2982" y="2490"/>
                <a:ext cx="146"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3" name="Text Box 56">
                <a:extLst>
                  <a:ext uri="{FF2B5EF4-FFF2-40B4-BE49-F238E27FC236}">
                    <a16:creationId xmlns:a16="http://schemas.microsoft.com/office/drawing/2014/main" id="{44012ACC-934B-934B-8D00-F664ACDB7DE8}"/>
                  </a:ext>
                </a:extLst>
              </p:cNvPr>
              <p:cNvSpPr txBox="1">
                <a:spLocks noChangeArrowheads="1"/>
              </p:cNvSpPr>
              <p:nvPr/>
            </p:nvSpPr>
            <p:spPr bwMode="auto">
              <a:xfrm>
                <a:off x="2941" y="2413"/>
                <a:ext cx="235"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w</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95" name="Group 194">
            <a:extLst>
              <a:ext uri="{FF2B5EF4-FFF2-40B4-BE49-F238E27FC236}">
                <a16:creationId xmlns:a16="http://schemas.microsoft.com/office/drawing/2014/main" id="{860B586A-B5CC-CE4A-9EA2-334F6AEAC3E2}"/>
              </a:ext>
            </a:extLst>
          </p:cNvPr>
          <p:cNvGrpSpPr/>
          <p:nvPr/>
        </p:nvGrpSpPr>
        <p:grpSpPr>
          <a:xfrm>
            <a:off x="848468" y="4372180"/>
            <a:ext cx="1691740" cy="1106944"/>
            <a:chOff x="848468" y="4372180"/>
            <a:chExt cx="1691740" cy="1106944"/>
          </a:xfrm>
        </p:grpSpPr>
        <p:sp>
          <p:nvSpPr>
            <p:cNvPr id="190" name="Freeform 189">
              <a:extLst>
                <a:ext uri="{FF2B5EF4-FFF2-40B4-BE49-F238E27FC236}">
                  <a16:creationId xmlns:a16="http://schemas.microsoft.com/office/drawing/2014/main" id="{0FDAB56E-7C26-614E-9058-3AA449B7210D}"/>
                </a:ext>
              </a:extLst>
            </p:cNvPr>
            <p:cNvSpPr/>
            <p:nvPr/>
          </p:nvSpPr>
          <p:spPr>
            <a:xfrm flipV="1">
              <a:off x="936877" y="4372180"/>
              <a:ext cx="1603331" cy="688931"/>
            </a:xfrm>
            <a:custGeom>
              <a:avLst/>
              <a:gdLst>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 name="connsiteX0" fmla="*/ 1603331 w 1603331"/>
                <a:gd name="connsiteY0" fmla="*/ 626301 h 688931"/>
                <a:gd name="connsiteX1" fmla="*/ 1453019 w 1603331"/>
                <a:gd name="connsiteY1" fmla="*/ 688931 h 688931"/>
                <a:gd name="connsiteX2" fmla="*/ 0 w 1603331"/>
                <a:gd name="connsiteY2" fmla="*/ 0 h 688931"/>
                <a:gd name="connsiteX3" fmla="*/ 1240077 w 1603331"/>
                <a:gd name="connsiteY3" fmla="*/ 0 h 688931"/>
                <a:gd name="connsiteX4" fmla="*/ 1603331 w 1603331"/>
                <a:gd name="connsiteY4" fmla="*/ 626301 h 688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3331" h="688931">
                  <a:moveTo>
                    <a:pt x="1603331" y="626301"/>
                  </a:moveTo>
                  <a:lnTo>
                    <a:pt x="1453019" y="688931"/>
                  </a:lnTo>
                  <a:cubicBezTo>
                    <a:pt x="1028055" y="405848"/>
                    <a:pt x="858413" y="306834"/>
                    <a:pt x="0" y="0"/>
                  </a:cubicBezTo>
                  <a:lnTo>
                    <a:pt x="1240077" y="0"/>
                  </a:lnTo>
                  <a:cubicBezTo>
                    <a:pt x="1367100" y="327520"/>
                    <a:pt x="1416932" y="417534"/>
                    <a:pt x="1603331" y="626301"/>
                  </a:cubicBezTo>
                  <a:close/>
                </a:path>
              </a:pathLst>
            </a:custGeom>
            <a:gradFill>
              <a:gsLst>
                <a:gs pos="0">
                  <a:schemeClr val="bg1"/>
                </a:gs>
                <a:gs pos="98000">
                  <a:schemeClr val="bg1">
                    <a:lumMod val="85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94" name="Group 193">
              <a:extLst>
                <a:ext uri="{FF2B5EF4-FFF2-40B4-BE49-F238E27FC236}">
                  <a16:creationId xmlns:a16="http://schemas.microsoft.com/office/drawing/2014/main" id="{31779409-6F55-874D-8E5A-3B311FFB355F}"/>
                </a:ext>
              </a:extLst>
            </p:cNvPr>
            <p:cNvGrpSpPr/>
            <p:nvPr/>
          </p:nvGrpSpPr>
          <p:grpSpPr>
            <a:xfrm>
              <a:off x="848468" y="5017459"/>
              <a:ext cx="1342034" cy="461665"/>
              <a:chOff x="296266" y="4536509"/>
              <a:chExt cx="1342034" cy="461665"/>
            </a:xfrm>
          </p:grpSpPr>
          <p:sp>
            <p:nvSpPr>
              <p:cNvPr id="178" name="Rectangle 177">
                <a:extLst>
                  <a:ext uri="{FF2B5EF4-FFF2-40B4-BE49-F238E27FC236}">
                    <a16:creationId xmlns:a16="http://schemas.microsoft.com/office/drawing/2014/main" id="{6D48F49C-5FEB-D94C-B56E-06D13EA9B5E1}"/>
                  </a:ext>
                </a:extLst>
              </p:cNvPr>
              <p:cNvSpPr/>
              <p:nvPr/>
            </p:nvSpPr>
            <p:spPr>
              <a:xfrm>
                <a:off x="398223" y="4576176"/>
                <a:ext cx="1240077" cy="388307"/>
              </a:xfrm>
              <a:prstGeom prst="rect">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4" name="TextBox 173">
                <a:extLst>
                  <a:ext uri="{FF2B5EF4-FFF2-40B4-BE49-F238E27FC236}">
                    <a16:creationId xmlns:a16="http://schemas.microsoft.com/office/drawing/2014/main" id="{1DB737CC-056A-554D-A2BB-CD3B4E0B69C1}"/>
                  </a:ext>
                </a:extLst>
              </p:cNvPr>
              <p:cNvSpPr txBox="1"/>
              <p:nvPr/>
            </p:nvSpPr>
            <p:spPr>
              <a:xfrm>
                <a:off x="296266" y="4536509"/>
                <a:ext cx="1342034" cy="461665"/>
              </a:xfrm>
              <a:prstGeom prst="rect">
                <a:avLst/>
              </a:prstGeom>
              <a:noFill/>
            </p:spPr>
            <p:txBody>
              <a:bodyPr wrap="none" rtlCol="0">
                <a:spAutoFit/>
              </a:bodyPr>
              <a:lstStyle/>
              <a:p>
                <a:pPr marL="123825" lvl="0" eaLnBrk="0" fontAlgn="base" hangingPunct="0">
                  <a:spcBef>
                    <a:spcPct val="0"/>
                  </a:spcBef>
                  <a:spcAft>
                    <a:spcPct val="0"/>
                  </a:spcAft>
                  <a:defRPr/>
                </a:pPr>
                <a:r>
                  <a:rPr lang="en-US" sz="2400" i="1" kern="0" dirty="0">
                    <a:solidFill>
                      <a:srgbClr val="000000"/>
                    </a:solidFill>
                    <a:ea typeface="ＭＳ Ｐゴシック" charset="0"/>
                  </a:rPr>
                  <a:t>D</a:t>
                </a:r>
                <a:r>
                  <a:rPr lang="en-US" sz="2400" i="1" kern="0" baseline="-25000" dirty="0">
                    <a:solidFill>
                      <a:srgbClr val="000000"/>
                    </a:solidFill>
                    <a:ea typeface="ＭＳ Ｐゴシック" charset="0"/>
                  </a:rPr>
                  <a:t>x</a:t>
                </a:r>
                <a:r>
                  <a:rPr lang="en-US" sz="2400" i="1" kern="0" dirty="0">
                    <a:solidFill>
                      <a:srgbClr val="000000"/>
                    </a:solidFill>
                    <a:ea typeface="ＭＳ Ｐゴシック" charset="0"/>
                  </a:rPr>
                  <a:t>(z)</a:t>
                </a:r>
                <a:r>
                  <a:rPr lang="en-US" sz="2400" kern="0" dirty="0">
                    <a:solidFill>
                      <a:srgbClr val="000000"/>
                    </a:solidFill>
                    <a:ea typeface="ＭＳ Ｐゴシック" charset="0"/>
                  </a:rPr>
                  <a:t> = 3</a:t>
                </a:r>
                <a:endParaRPr lang="en-US" sz="2400" kern="0" dirty="0">
                  <a:solidFill>
                    <a:srgbClr val="000000"/>
                  </a:solidFill>
                </a:endParaRPr>
              </a:p>
            </p:txBody>
          </p:sp>
        </p:grpSp>
      </p:grpSp>
      <p:grpSp>
        <p:nvGrpSpPr>
          <p:cNvPr id="196" name="Group 195">
            <a:extLst>
              <a:ext uri="{FF2B5EF4-FFF2-40B4-BE49-F238E27FC236}">
                <a16:creationId xmlns:a16="http://schemas.microsoft.com/office/drawing/2014/main" id="{58A5A6F4-5535-7044-9045-AFBC8693D3DD}"/>
              </a:ext>
            </a:extLst>
          </p:cNvPr>
          <p:cNvGrpSpPr/>
          <p:nvPr/>
        </p:nvGrpSpPr>
        <p:grpSpPr>
          <a:xfrm>
            <a:off x="2309508" y="4185388"/>
            <a:ext cx="501650" cy="457200"/>
            <a:chOff x="2309508" y="4185388"/>
            <a:chExt cx="501650" cy="457200"/>
          </a:xfrm>
        </p:grpSpPr>
        <p:sp>
          <p:nvSpPr>
            <p:cNvPr id="108" name="Oval 11">
              <a:extLst>
                <a:ext uri="{FF2B5EF4-FFF2-40B4-BE49-F238E27FC236}">
                  <a16:creationId xmlns:a16="http://schemas.microsoft.com/office/drawing/2014/main" id="{470E1052-993B-F24E-9782-67DE07D0D057}"/>
                </a:ext>
              </a:extLst>
            </p:cNvPr>
            <p:cNvSpPr>
              <a:spLocks noChangeArrowheads="1"/>
            </p:cNvSpPr>
            <p:nvPr/>
          </p:nvSpPr>
          <p:spPr bwMode="auto">
            <a:xfrm>
              <a:off x="2314270" y="4429863"/>
              <a:ext cx="496888" cy="128588"/>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9" name="Line 12">
              <a:extLst>
                <a:ext uri="{FF2B5EF4-FFF2-40B4-BE49-F238E27FC236}">
                  <a16:creationId xmlns:a16="http://schemas.microsoft.com/office/drawing/2014/main" id="{31D48756-4D3F-4547-BA38-955DF048F8FC}"/>
                </a:ext>
              </a:extLst>
            </p:cNvPr>
            <p:cNvSpPr>
              <a:spLocks noChangeShapeType="1"/>
            </p:cNvSpPr>
            <p:nvPr/>
          </p:nvSpPr>
          <p:spPr bwMode="auto">
            <a:xfrm>
              <a:off x="2314270" y="4418751"/>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10" name="Line 13">
              <a:extLst>
                <a:ext uri="{FF2B5EF4-FFF2-40B4-BE49-F238E27FC236}">
                  <a16:creationId xmlns:a16="http://schemas.microsoft.com/office/drawing/2014/main" id="{739610AA-5AAB-D14A-A48E-0A54C959A9D0}"/>
                </a:ext>
              </a:extLst>
            </p:cNvPr>
            <p:cNvSpPr>
              <a:spLocks noChangeShapeType="1"/>
            </p:cNvSpPr>
            <p:nvPr/>
          </p:nvSpPr>
          <p:spPr bwMode="auto">
            <a:xfrm>
              <a:off x="2811158" y="4418751"/>
              <a:ext cx="0" cy="79375"/>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11" name="Rectangle 14">
              <a:extLst>
                <a:ext uri="{FF2B5EF4-FFF2-40B4-BE49-F238E27FC236}">
                  <a16:creationId xmlns:a16="http://schemas.microsoft.com/office/drawing/2014/main" id="{360C5DF9-4C76-A744-9F0B-26316821C79F}"/>
                </a:ext>
              </a:extLst>
            </p:cNvPr>
            <p:cNvSpPr>
              <a:spLocks noChangeArrowheads="1"/>
            </p:cNvSpPr>
            <p:nvPr/>
          </p:nvSpPr>
          <p:spPr bwMode="auto">
            <a:xfrm>
              <a:off x="2314270" y="4418751"/>
              <a:ext cx="492125" cy="7778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12" name="Oval 15">
              <a:extLst>
                <a:ext uri="{FF2B5EF4-FFF2-40B4-BE49-F238E27FC236}">
                  <a16:creationId xmlns:a16="http://schemas.microsoft.com/office/drawing/2014/main" id="{2CD5FE5E-F3FC-794D-801F-716C3113547D}"/>
                </a:ext>
              </a:extLst>
            </p:cNvPr>
            <p:cNvSpPr>
              <a:spLocks noChangeArrowheads="1"/>
            </p:cNvSpPr>
            <p:nvPr/>
          </p:nvSpPr>
          <p:spPr bwMode="auto">
            <a:xfrm>
              <a:off x="2309508" y="4325088"/>
              <a:ext cx="496888" cy="150813"/>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44" name="Group 51">
              <a:extLst>
                <a:ext uri="{FF2B5EF4-FFF2-40B4-BE49-F238E27FC236}">
                  <a16:creationId xmlns:a16="http://schemas.microsoft.com/office/drawing/2014/main" id="{0ED4F197-C93F-DA4E-8544-F01425D7A988}"/>
                </a:ext>
              </a:extLst>
            </p:cNvPr>
            <p:cNvGrpSpPr>
              <a:grpSpLocks/>
            </p:cNvGrpSpPr>
            <p:nvPr/>
          </p:nvGrpSpPr>
          <p:grpSpPr bwMode="auto">
            <a:xfrm>
              <a:off x="2409520" y="4185388"/>
              <a:ext cx="336550" cy="457200"/>
              <a:chOff x="2951" y="2395"/>
              <a:chExt cx="213" cy="288"/>
            </a:xfrm>
          </p:grpSpPr>
          <p:sp>
            <p:nvSpPr>
              <p:cNvPr id="164" name="Rectangle 52">
                <a:extLst>
                  <a:ext uri="{FF2B5EF4-FFF2-40B4-BE49-F238E27FC236}">
                    <a16:creationId xmlns:a16="http://schemas.microsoft.com/office/drawing/2014/main" id="{CE500E28-5EFE-184C-AFDD-8A846D358452}"/>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5" name="Text Box 53">
                <a:extLst>
                  <a:ext uri="{FF2B5EF4-FFF2-40B4-BE49-F238E27FC236}">
                    <a16:creationId xmlns:a16="http://schemas.microsoft.com/office/drawing/2014/main" id="{37535D4F-07D0-264C-A07C-015C89C49EF6}"/>
                  </a:ext>
                </a:extLst>
              </p:cNvPr>
              <p:cNvSpPr txBox="1">
                <a:spLocks noChangeArrowheads="1"/>
              </p:cNvSpPr>
              <p:nvPr/>
            </p:nvSpPr>
            <p:spPr bwMode="auto">
              <a:xfrm>
                <a:off x="2951" y="2395"/>
                <a:ext cx="213" cy="2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Arial" charset="0"/>
                    <a:ea typeface="ＭＳ Ｐゴシック" charset="0"/>
                  </a:rPr>
                  <a:t>x</a:t>
                </a:r>
              </a:p>
            </p:txBody>
          </p:sp>
        </p:grpSp>
      </p:grpSp>
      <p:sp>
        <p:nvSpPr>
          <p:cNvPr id="197" name="Text Box 74">
            <a:extLst>
              <a:ext uri="{FF2B5EF4-FFF2-40B4-BE49-F238E27FC236}">
                <a16:creationId xmlns:a16="http://schemas.microsoft.com/office/drawing/2014/main" id="{6F64D06C-3D4A-B04D-8692-766E31CD85CD}"/>
              </a:ext>
            </a:extLst>
          </p:cNvPr>
          <p:cNvSpPr txBox="1">
            <a:spLocks noChangeArrowheads="1"/>
          </p:cNvSpPr>
          <p:nvPr/>
        </p:nvSpPr>
        <p:spPr bwMode="auto">
          <a:xfrm>
            <a:off x="7446311" y="3940800"/>
            <a:ext cx="2605200" cy="120032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Arial" charset="0"/>
                <a:ea typeface="ＭＳ Ｐゴシック" charset="0"/>
              </a:rPr>
              <a:t>= min {2 + 5,</a:t>
            </a:r>
          </a:p>
          <a:p>
            <a:pPr marL="0" marR="0" lvl="0" indent="0" defTabSz="91440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Arial" charset="0"/>
                <a:ea typeface="ＭＳ Ｐゴシック" charset="0"/>
              </a:rPr>
              <a:t>           1 + 3,</a:t>
            </a:r>
          </a:p>
          <a:p>
            <a:pPr marL="0" marR="0" lvl="0" indent="0" defTabSz="91440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Arial" charset="0"/>
                <a:ea typeface="ＭＳ Ｐゴシック" charset="0"/>
              </a:rPr>
              <a:t>           5 + 3}  = 4</a:t>
            </a:r>
          </a:p>
        </p:txBody>
      </p:sp>
      <p:grpSp>
        <p:nvGrpSpPr>
          <p:cNvPr id="204" name="Group 203">
            <a:extLst>
              <a:ext uri="{FF2B5EF4-FFF2-40B4-BE49-F238E27FC236}">
                <a16:creationId xmlns:a16="http://schemas.microsoft.com/office/drawing/2014/main" id="{8A292125-2EE5-8447-8FF0-AEFFAC0F3684}"/>
              </a:ext>
            </a:extLst>
          </p:cNvPr>
          <p:cNvGrpSpPr/>
          <p:nvPr/>
        </p:nvGrpSpPr>
        <p:grpSpPr>
          <a:xfrm>
            <a:off x="6270932" y="2745287"/>
            <a:ext cx="4777024" cy="3733537"/>
            <a:chOff x="6270932" y="2745287"/>
            <a:chExt cx="4777024" cy="3733537"/>
          </a:xfrm>
        </p:grpSpPr>
        <p:sp>
          <p:nvSpPr>
            <p:cNvPr id="172" name="Text Box 75">
              <a:extLst>
                <a:ext uri="{FF2B5EF4-FFF2-40B4-BE49-F238E27FC236}">
                  <a16:creationId xmlns:a16="http://schemas.microsoft.com/office/drawing/2014/main" id="{D4C1EC73-3BE9-374D-9155-88EE026DCC19}"/>
                </a:ext>
              </a:extLst>
            </p:cNvPr>
            <p:cNvSpPr txBox="1">
              <a:spLocks noChangeArrowheads="1"/>
            </p:cNvSpPr>
            <p:nvPr/>
          </p:nvSpPr>
          <p:spPr bwMode="auto">
            <a:xfrm>
              <a:off x="6270932" y="5284523"/>
              <a:ext cx="4777024" cy="119430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0" fontAlgn="base" hangingPunct="0">
                <a:lnSpc>
                  <a:spcPct val="85000"/>
                </a:lnSpc>
                <a:spcBef>
                  <a:spcPct val="0"/>
                </a:spcBef>
                <a:spcAft>
                  <a:spcPct val="0"/>
                </a:spcAft>
              </a:pPr>
              <a:r>
                <a:rPr lang="en-US" sz="2800" i="1" dirty="0">
                  <a:solidFill>
                    <a:srgbClr val="000000"/>
                  </a:solidFill>
                  <a:latin typeface="+mn-lt"/>
                </a:rPr>
                <a:t>node achieving minimum (x) is next hop on estimated least-cost path to destination (z)</a:t>
              </a:r>
            </a:p>
          </p:txBody>
        </p:sp>
        <p:grpSp>
          <p:nvGrpSpPr>
            <p:cNvPr id="203" name="Group 202">
              <a:extLst>
                <a:ext uri="{FF2B5EF4-FFF2-40B4-BE49-F238E27FC236}">
                  <a16:creationId xmlns:a16="http://schemas.microsoft.com/office/drawing/2014/main" id="{2177DC18-8CDE-BA4F-8FF1-5BE42EF07A19}"/>
                </a:ext>
              </a:extLst>
            </p:cNvPr>
            <p:cNvGrpSpPr/>
            <p:nvPr/>
          </p:nvGrpSpPr>
          <p:grpSpPr>
            <a:xfrm>
              <a:off x="6465518" y="2745287"/>
              <a:ext cx="3645073" cy="2469715"/>
              <a:chOff x="6465518" y="2745287"/>
              <a:chExt cx="3645073" cy="2469715"/>
            </a:xfrm>
          </p:grpSpPr>
          <p:sp>
            <p:nvSpPr>
              <p:cNvPr id="200" name="Oval 199">
                <a:extLst>
                  <a:ext uri="{FF2B5EF4-FFF2-40B4-BE49-F238E27FC236}">
                    <a16:creationId xmlns:a16="http://schemas.microsoft.com/office/drawing/2014/main" id="{CF226A95-9353-0345-B51C-FDB35A8DBEBD}"/>
                  </a:ext>
                </a:extLst>
              </p:cNvPr>
              <p:cNvSpPr/>
              <p:nvPr/>
            </p:nvSpPr>
            <p:spPr>
              <a:xfrm>
                <a:off x="6465518" y="2745287"/>
                <a:ext cx="874734" cy="613776"/>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1" name="Oval 200">
                <a:extLst>
                  <a:ext uri="{FF2B5EF4-FFF2-40B4-BE49-F238E27FC236}">
                    <a16:creationId xmlns:a16="http://schemas.microsoft.com/office/drawing/2014/main" id="{700A119D-A8CE-A24F-8ACD-5859569B99F4}"/>
                  </a:ext>
                </a:extLst>
              </p:cNvPr>
              <p:cNvSpPr/>
              <p:nvPr/>
            </p:nvSpPr>
            <p:spPr>
              <a:xfrm>
                <a:off x="9235857" y="4601226"/>
                <a:ext cx="874734" cy="613776"/>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2" name="Oval 201">
                <a:extLst>
                  <a:ext uri="{FF2B5EF4-FFF2-40B4-BE49-F238E27FC236}">
                    <a16:creationId xmlns:a16="http://schemas.microsoft.com/office/drawing/2014/main" id="{02459B3A-8E65-7640-A5B7-E7540BECDC06}"/>
                  </a:ext>
                </a:extLst>
              </p:cNvPr>
              <p:cNvSpPr/>
              <p:nvPr/>
            </p:nvSpPr>
            <p:spPr>
              <a:xfrm>
                <a:off x="8098076" y="3187872"/>
                <a:ext cx="1722329" cy="482254"/>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Tree>
    <p:extLst>
      <p:ext uri="{BB962C8B-B14F-4D97-AF65-F5344CB8AC3E}">
        <p14:creationId xmlns:p14="http://schemas.microsoft.com/office/powerpoint/2010/main" val="26788648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500"/>
                                  </p:stCondLst>
                                  <p:childTnLst>
                                    <p:set>
                                      <p:cBhvr>
                                        <p:cTn id="6" dur="1" fill="hold">
                                          <p:stCondLst>
                                            <p:cond delay="0"/>
                                          </p:stCondLst>
                                        </p:cTn>
                                        <p:tgtEl>
                                          <p:spTgt spid="11"/>
                                        </p:tgtEl>
                                        <p:attrNameLst>
                                          <p:attrName>style.visibility</p:attrName>
                                        </p:attrNameLst>
                                      </p:cBhvr>
                                      <p:to>
                                        <p:strVal val="visible"/>
                                      </p:to>
                                    </p:set>
                                    <p:animEffect transition="in" filter="dissolv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nodeType="clickEffect">
                                  <p:stCondLst>
                                    <p:cond delay="0"/>
                                  </p:stCondLst>
                                  <p:childTnLst>
                                    <p:set>
                                      <p:cBhvr>
                                        <p:cTn id="11" dur="1" fill="hold">
                                          <p:stCondLst>
                                            <p:cond delay="0"/>
                                          </p:stCondLst>
                                        </p:cTn>
                                        <p:tgtEl>
                                          <p:spTgt spid="19"/>
                                        </p:tgtEl>
                                        <p:attrNameLst>
                                          <p:attrName>style.visibility</p:attrName>
                                        </p:attrNameLst>
                                      </p:cBhvr>
                                      <p:to>
                                        <p:strVal val="visible"/>
                                      </p:to>
                                    </p:set>
                                    <p:animEffect transition="in" filter="wipe(down)">
                                      <p:cBhvr>
                                        <p:cTn id="12" dur="500"/>
                                        <p:tgtEl>
                                          <p:spTgt spid="19"/>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95"/>
                                        </p:tgtEl>
                                        <p:attrNameLst>
                                          <p:attrName>style.visibility</p:attrName>
                                        </p:attrNameLst>
                                      </p:cBhvr>
                                      <p:to>
                                        <p:strVal val="visible"/>
                                      </p:to>
                                    </p:set>
                                    <p:animEffect transition="in" filter="wipe(up)">
                                      <p:cBhvr>
                                        <p:cTn id="17" dur="500"/>
                                        <p:tgtEl>
                                          <p:spTgt spid="195"/>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4" fill="hold" nodeType="clickEffect">
                                  <p:stCondLst>
                                    <p:cond delay="0"/>
                                  </p:stCondLst>
                                  <p:childTnLst>
                                    <p:set>
                                      <p:cBhvr>
                                        <p:cTn id="21" dur="1" fill="hold">
                                          <p:stCondLst>
                                            <p:cond delay="0"/>
                                          </p:stCondLst>
                                        </p:cTn>
                                        <p:tgtEl>
                                          <p:spTgt spid="187"/>
                                        </p:tgtEl>
                                        <p:attrNameLst>
                                          <p:attrName>style.visibility</p:attrName>
                                        </p:attrNameLst>
                                      </p:cBhvr>
                                      <p:to>
                                        <p:strVal val="visible"/>
                                      </p:to>
                                    </p:set>
                                    <p:animEffect transition="in" filter="wipe(down)">
                                      <p:cBhvr>
                                        <p:cTn id="22" dur="500"/>
                                        <p:tgtEl>
                                          <p:spTgt spid="187"/>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98"/>
                                        </p:tgtEl>
                                        <p:attrNameLst>
                                          <p:attrName>style.visibility</p:attrName>
                                        </p:attrNameLst>
                                      </p:cBhvr>
                                      <p:to>
                                        <p:strVal val="visible"/>
                                      </p:to>
                                    </p:set>
                                    <p:animEffect transition="in" filter="dissolve">
                                      <p:cBhvr>
                                        <p:cTn id="27" dur="500"/>
                                        <p:tgtEl>
                                          <p:spTgt spid="198"/>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197"/>
                                        </p:tgtEl>
                                        <p:attrNameLst>
                                          <p:attrName>style.visibility</p:attrName>
                                        </p:attrNameLst>
                                      </p:cBhvr>
                                      <p:to>
                                        <p:strVal val="visible"/>
                                      </p:to>
                                    </p:set>
                                    <p:animEffect transition="in" filter="dissolve">
                                      <p:cBhvr>
                                        <p:cTn id="32" dur="500"/>
                                        <p:tgtEl>
                                          <p:spTgt spid="197"/>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nodeType="clickEffect">
                                  <p:stCondLst>
                                    <p:cond delay="0"/>
                                  </p:stCondLst>
                                  <p:childTnLst>
                                    <p:set>
                                      <p:cBhvr>
                                        <p:cTn id="36" dur="1" fill="hold">
                                          <p:stCondLst>
                                            <p:cond delay="0"/>
                                          </p:stCondLst>
                                        </p:cTn>
                                        <p:tgtEl>
                                          <p:spTgt spid="204"/>
                                        </p:tgtEl>
                                        <p:attrNameLst>
                                          <p:attrName>style.visibility</p:attrName>
                                        </p:attrNameLst>
                                      </p:cBhvr>
                                      <p:to>
                                        <p:strVal val="visible"/>
                                      </p:to>
                                    </p:set>
                                    <p:animEffect transition="in" filter="dissolve">
                                      <p:cBhvr>
                                        <p:cTn id="37" dur="500"/>
                                        <p:tgtEl>
                                          <p:spTgt spid="2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97"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Rectangle 2"/>
          <p:cNvSpPr txBox="1">
            <a:spLocks noChangeArrowheads="1"/>
          </p:cNvSpPr>
          <p:nvPr/>
        </p:nvSpPr>
        <p:spPr bwMode="auto">
          <a:xfrm>
            <a:off x="7709406" y="166437"/>
            <a:ext cx="2958596" cy="538318"/>
          </a:xfrm>
          <a:prstGeom prst="rect">
            <a:avLst/>
          </a:prstGeom>
          <a:solidFill>
            <a:srgbClr val="FF0000"/>
          </a:solidFill>
          <a:ln>
            <a:noFill/>
          </a:ln>
        </p:spPr>
        <p:txBody>
          <a:bodyPr vert="horz" wrap="square" lIns="91440" tIns="45720" rIns="91440" bIns="45720" numCol="1" anchor="ctr" anchorCtr="0" compatLnSpc="1">
            <a:prstTxWarp prst="textNoShape">
              <a:avLst/>
            </a:prstTxWarp>
          </a:bodyPr>
          <a:lstStyle>
            <a:lvl1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1pPr>
            <a:lvl2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2pPr>
            <a:lvl3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3pPr>
            <a:lvl4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4pPr>
            <a:lvl5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5pPr>
            <a:lvl6pPr marL="457200" algn="l" rtl="0" eaLnBrk="0" fontAlgn="base" hangingPunct="0">
              <a:spcBef>
                <a:spcPct val="0"/>
              </a:spcBef>
              <a:spcAft>
                <a:spcPct val="0"/>
              </a:spcAft>
              <a:defRPr sz="4000" u="sng">
                <a:solidFill>
                  <a:schemeClr val="accent2"/>
                </a:solidFill>
                <a:latin typeface="Comic Sans MS" pitchFamily="66" charset="0"/>
              </a:defRPr>
            </a:lvl6pPr>
            <a:lvl7pPr marL="914400" algn="l" rtl="0" eaLnBrk="0" fontAlgn="base" hangingPunct="0">
              <a:spcBef>
                <a:spcPct val="0"/>
              </a:spcBef>
              <a:spcAft>
                <a:spcPct val="0"/>
              </a:spcAft>
              <a:defRPr sz="4000" u="sng">
                <a:solidFill>
                  <a:schemeClr val="accent2"/>
                </a:solidFill>
                <a:latin typeface="Comic Sans MS" pitchFamily="66" charset="0"/>
              </a:defRPr>
            </a:lvl7pPr>
            <a:lvl8pPr marL="1371600" algn="l" rtl="0" eaLnBrk="0" fontAlgn="base" hangingPunct="0">
              <a:spcBef>
                <a:spcPct val="0"/>
              </a:spcBef>
              <a:spcAft>
                <a:spcPct val="0"/>
              </a:spcAft>
              <a:defRPr sz="4000" u="sng">
                <a:solidFill>
                  <a:schemeClr val="accent2"/>
                </a:solidFill>
                <a:latin typeface="Comic Sans MS" pitchFamily="66" charset="0"/>
              </a:defRPr>
            </a:lvl8pPr>
            <a:lvl9pPr marL="1828800" algn="l" rtl="0" eaLnBrk="0" fontAlgn="base" hangingPunct="0">
              <a:spcBef>
                <a:spcPct val="0"/>
              </a:spcBef>
              <a:spcAft>
                <a:spcPct val="0"/>
              </a:spcAft>
              <a:defRPr sz="4000" u="sng">
                <a:solidFill>
                  <a:schemeClr val="accent2"/>
                </a:solidFill>
                <a:latin typeface="Comic Sans MS" pitchFamily="66" charset="0"/>
              </a:defRPr>
            </a:lvl9pPr>
          </a:lstStyle>
          <a:p>
            <a:pPr algn="r" eaLnBrk="1" hangingPunct="1"/>
            <a:r>
              <a:rPr lang="en-US" sz="2800" dirty="0">
                <a:solidFill>
                  <a:schemeClr val="bg1"/>
                </a:solidFill>
                <a:latin typeface="Arial"/>
                <a:ea typeface="ＭＳ Ｐゴシック" pitchFamily="34" charset="-128"/>
                <a:cs typeface="Arial"/>
              </a:rPr>
              <a:t>Exercise 5.4 </a:t>
            </a:r>
          </a:p>
        </p:txBody>
      </p:sp>
      <p:pic>
        <p:nvPicPr>
          <p:cNvPr id="9" name="Picture 8" descr="Screen Shot 2016-04-16 at 10.25.22 PM.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259994" y="1527171"/>
            <a:ext cx="4326935" cy="2890590"/>
          </a:xfrm>
          <a:prstGeom prst="rect">
            <a:avLst/>
          </a:prstGeom>
        </p:spPr>
      </p:pic>
      <p:sp>
        <p:nvSpPr>
          <p:cNvPr id="28" name="Content Placeholder 2"/>
          <p:cNvSpPr>
            <a:spLocks noGrp="1"/>
          </p:cNvSpPr>
          <p:nvPr>
            <p:ph idx="1"/>
          </p:nvPr>
        </p:nvSpPr>
        <p:spPr>
          <a:xfrm>
            <a:off x="1921120" y="1662227"/>
            <a:ext cx="4463616" cy="1282984"/>
          </a:xfrm>
        </p:spPr>
        <p:txBody>
          <a:bodyPr>
            <a:normAutofit/>
          </a:bodyPr>
          <a:lstStyle/>
          <a:p>
            <a:pPr marL="0" indent="0">
              <a:lnSpc>
                <a:spcPct val="100000"/>
              </a:lnSpc>
              <a:buNone/>
            </a:pPr>
            <a:r>
              <a:rPr lang="en-US" altLang="en-US" sz="2200" dirty="0">
                <a:latin typeface="Arial"/>
                <a:cs typeface="Arial"/>
              </a:rPr>
              <a:t>Calculate the cost from </a:t>
            </a:r>
            <a:r>
              <a:rPr lang="en-US" altLang="en-US" sz="2200" i="1" dirty="0">
                <a:solidFill>
                  <a:srgbClr val="FF0000"/>
                </a:solidFill>
                <a:latin typeface="Times New Roman"/>
                <a:cs typeface="Times New Roman"/>
              </a:rPr>
              <a:t>z</a:t>
            </a:r>
            <a:r>
              <a:rPr lang="en-US" altLang="en-US" sz="2200" dirty="0">
                <a:latin typeface="Arial"/>
                <a:cs typeface="Arial"/>
              </a:rPr>
              <a:t> to </a:t>
            </a:r>
            <a:r>
              <a:rPr lang="en-US" altLang="en-US" sz="2200" i="1" dirty="0">
                <a:solidFill>
                  <a:srgbClr val="FF0000"/>
                </a:solidFill>
                <a:latin typeface="Times New Roman"/>
                <a:cs typeface="Times New Roman"/>
              </a:rPr>
              <a:t>u</a:t>
            </a:r>
            <a:r>
              <a:rPr lang="en-US" altLang="en-US" sz="2200" dirty="0">
                <a:latin typeface="Arial"/>
                <a:cs typeface="Arial"/>
              </a:rPr>
              <a:t> by using the Bellman-Ford algorithm.</a:t>
            </a:r>
          </a:p>
          <a:p>
            <a:pPr marL="0" indent="0">
              <a:lnSpc>
                <a:spcPct val="100000"/>
              </a:lnSpc>
              <a:buClr>
                <a:schemeClr val="tx1"/>
              </a:buClr>
              <a:buSzPct val="100000"/>
              <a:buNone/>
            </a:pPr>
            <a:endParaRPr lang="en-US" altLang="en-US" sz="2200" dirty="0">
              <a:latin typeface="Arial"/>
              <a:cs typeface="Arial"/>
            </a:endParaRPr>
          </a:p>
          <a:p>
            <a:pPr marL="457200" indent="-457200">
              <a:lnSpc>
                <a:spcPct val="100000"/>
              </a:lnSpc>
              <a:buAutoNum type="alphaLcParenBoth"/>
            </a:pPr>
            <a:endParaRPr lang="en-US" altLang="en-US" sz="2200" dirty="0">
              <a:latin typeface="Arial"/>
              <a:cs typeface="Arial"/>
            </a:endParaRPr>
          </a:p>
        </p:txBody>
      </p:sp>
      <p:sp>
        <p:nvSpPr>
          <p:cNvPr id="5" name="Slide Number Placeholder 4">
            <a:extLst>
              <a:ext uri="{FF2B5EF4-FFF2-40B4-BE49-F238E27FC236}">
                <a16:creationId xmlns:a16="http://schemas.microsoft.com/office/drawing/2014/main" id="{20951948-B008-E644-A413-AF8F2E6FBCAF}"/>
              </a:ext>
            </a:extLst>
          </p:cNvPr>
          <p:cNvSpPr>
            <a:spLocks noGrp="1"/>
          </p:cNvSpPr>
          <p:nvPr>
            <p:ph type="sldNum" sz="quarter" idx="4"/>
          </p:nvPr>
        </p:nvSpPr>
        <p:spPr>
          <a:xfrm>
            <a:off x="9219616" y="6443089"/>
            <a:ext cx="2743200" cy="365125"/>
          </a:xfrm>
        </p:spPr>
        <p:txBody>
          <a:bodyPr/>
          <a:lstStyle/>
          <a:p>
            <a:r>
              <a:rPr lang="en-US" smtClean="0"/>
              <a:t>Network Layer: 5-</a:t>
            </a:r>
            <a:fld id="{C4204591-24BD-A542-B9D5-F8D8A88D2FEE}" type="slidenum">
              <a:rPr lang="en-US" smtClean="0"/>
              <a:pPr/>
              <a:t>32</a:t>
            </a:fld>
            <a:endParaRPr lang="en-US" dirty="0"/>
          </a:p>
        </p:txBody>
      </p:sp>
    </p:spTree>
    <p:extLst>
      <p:ext uri="{BB962C8B-B14F-4D97-AF65-F5344CB8AC3E}">
        <p14:creationId xmlns:p14="http://schemas.microsoft.com/office/powerpoint/2010/main" val="371017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Rectangle 2"/>
          <p:cNvSpPr txBox="1">
            <a:spLocks noChangeArrowheads="1"/>
          </p:cNvSpPr>
          <p:nvPr/>
        </p:nvSpPr>
        <p:spPr bwMode="auto">
          <a:xfrm>
            <a:off x="7709406" y="166437"/>
            <a:ext cx="2958596" cy="538318"/>
          </a:xfrm>
          <a:prstGeom prst="rect">
            <a:avLst/>
          </a:prstGeom>
          <a:solidFill>
            <a:srgbClr val="FF0000"/>
          </a:solidFill>
          <a:ln>
            <a:noFill/>
          </a:ln>
        </p:spPr>
        <p:txBody>
          <a:bodyPr vert="horz" wrap="square" lIns="91440" tIns="45720" rIns="91440" bIns="45720" numCol="1" anchor="ctr" anchorCtr="0" compatLnSpc="1">
            <a:prstTxWarp prst="textNoShape">
              <a:avLst/>
            </a:prstTxWarp>
          </a:bodyPr>
          <a:lstStyle>
            <a:lvl1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1pPr>
            <a:lvl2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2pPr>
            <a:lvl3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3pPr>
            <a:lvl4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4pPr>
            <a:lvl5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5pPr>
            <a:lvl6pPr marL="457200" algn="l" rtl="0" eaLnBrk="0" fontAlgn="base" hangingPunct="0">
              <a:spcBef>
                <a:spcPct val="0"/>
              </a:spcBef>
              <a:spcAft>
                <a:spcPct val="0"/>
              </a:spcAft>
              <a:defRPr sz="4000" u="sng">
                <a:solidFill>
                  <a:schemeClr val="accent2"/>
                </a:solidFill>
                <a:latin typeface="Comic Sans MS" pitchFamily="66" charset="0"/>
              </a:defRPr>
            </a:lvl6pPr>
            <a:lvl7pPr marL="914400" algn="l" rtl="0" eaLnBrk="0" fontAlgn="base" hangingPunct="0">
              <a:spcBef>
                <a:spcPct val="0"/>
              </a:spcBef>
              <a:spcAft>
                <a:spcPct val="0"/>
              </a:spcAft>
              <a:defRPr sz="4000" u="sng">
                <a:solidFill>
                  <a:schemeClr val="accent2"/>
                </a:solidFill>
                <a:latin typeface="Comic Sans MS" pitchFamily="66" charset="0"/>
              </a:defRPr>
            </a:lvl7pPr>
            <a:lvl8pPr marL="1371600" algn="l" rtl="0" eaLnBrk="0" fontAlgn="base" hangingPunct="0">
              <a:spcBef>
                <a:spcPct val="0"/>
              </a:spcBef>
              <a:spcAft>
                <a:spcPct val="0"/>
              </a:spcAft>
              <a:defRPr sz="4000" u="sng">
                <a:solidFill>
                  <a:schemeClr val="accent2"/>
                </a:solidFill>
                <a:latin typeface="Comic Sans MS" pitchFamily="66" charset="0"/>
              </a:defRPr>
            </a:lvl8pPr>
            <a:lvl9pPr marL="1828800" algn="l" rtl="0" eaLnBrk="0" fontAlgn="base" hangingPunct="0">
              <a:spcBef>
                <a:spcPct val="0"/>
              </a:spcBef>
              <a:spcAft>
                <a:spcPct val="0"/>
              </a:spcAft>
              <a:defRPr sz="4000" u="sng">
                <a:solidFill>
                  <a:schemeClr val="accent2"/>
                </a:solidFill>
                <a:latin typeface="Comic Sans MS" pitchFamily="66" charset="0"/>
              </a:defRPr>
            </a:lvl9pPr>
          </a:lstStyle>
          <a:p>
            <a:pPr algn="r" eaLnBrk="1" hangingPunct="1"/>
            <a:r>
              <a:rPr lang="en-US" sz="2800" dirty="0">
                <a:solidFill>
                  <a:schemeClr val="bg1"/>
                </a:solidFill>
                <a:latin typeface="Arial"/>
                <a:ea typeface="ＭＳ Ｐゴシック" pitchFamily="34" charset="-128"/>
                <a:cs typeface="Arial"/>
              </a:rPr>
              <a:t>Exercise 5.6 </a:t>
            </a:r>
          </a:p>
        </p:txBody>
      </p:sp>
      <p:sp>
        <p:nvSpPr>
          <p:cNvPr id="2" name="Rectangle 1"/>
          <p:cNvSpPr/>
          <p:nvPr/>
        </p:nvSpPr>
        <p:spPr>
          <a:xfrm>
            <a:off x="1524000" y="6611780"/>
            <a:ext cx="7183692" cy="246221"/>
          </a:xfrm>
          <a:prstGeom prst="rect">
            <a:avLst/>
          </a:prstGeom>
        </p:spPr>
        <p:txBody>
          <a:bodyPr wrap="square">
            <a:spAutoFit/>
          </a:bodyPr>
          <a:lstStyle/>
          <a:p>
            <a:r>
              <a:rPr lang="en-US" sz="1000" i="1" dirty="0">
                <a:solidFill>
                  <a:schemeClr val="bg1">
                    <a:lumMod val="50000"/>
                  </a:schemeClr>
                </a:solidFill>
                <a:latin typeface="Times New Roman"/>
                <a:cs typeface="Times New Roman"/>
              </a:rPr>
              <a:t>http://www4.ncsu.edu/~</a:t>
            </a:r>
            <a:r>
              <a:rPr lang="en-US" sz="1000" i="1" dirty="0" err="1">
                <a:solidFill>
                  <a:schemeClr val="bg1">
                    <a:lumMod val="50000"/>
                  </a:schemeClr>
                </a:solidFill>
                <a:latin typeface="Times New Roman"/>
                <a:cs typeface="Times New Roman"/>
              </a:rPr>
              <a:t>chou</a:t>
            </a:r>
            <a:r>
              <a:rPr lang="en-US" sz="1000" i="1" dirty="0">
                <a:solidFill>
                  <a:schemeClr val="bg1">
                    <a:lumMod val="50000"/>
                  </a:schemeClr>
                </a:solidFill>
                <a:latin typeface="Times New Roman"/>
                <a:cs typeface="Times New Roman"/>
              </a:rPr>
              <a:t>/course/Diagrams/distance-</a:t>
            </a:r>
            <a:r>
              <a:rPr lang="en-US" sz="1000" i="1" dirty="0" err="1">
                <a:solidFill>
                  <a:schemeClr val="bg1">
                    <a:lumMod val="50000"/>
                  </a:schemeClr>
                </a:solidFill>
                <a:latin typeface="Times New Roman"/>
                <a:cs typeface="Times New Roman"/>
              </a:rPr>
              <a:t>vector.gif</a:t>
            </a:r>
            <a:endParaRPr lang="en-US" sz="1000" i="1" dirty="0">
              <a:solidFill>
                <a:schemeClr val="bg1">
                  <a:lumMod val="50000"/>
                </a:schemeClr>
              </a:solidFill>
              <a:latin typeface="Times New Roman"/>
              <a:cs typeface="Times New Roman"/>
            </a:endParaRPr>
          </a:p>
        </p:txBody>
      </p:sp>
      <p:pic>
        <p:nvPicPr>
          <p:cNvPr id="4" name="Picture 3"/>
          <p:cNvPicPr>
            <a:picLocks noChangeAspect="1"/>
          </p:cNvPicPr>
          <p:nvPr/>
        </p:nvPicPr>
        <p:blipFill>
          <a:blip r:embed="rId2"/>
          <a:stretch>
            <a:fillRect/>
          </a:stretch>
        </p:blipFill>
        <p:spPr>
          <a:xfrm>
            <a:off x="6852534" y="953636"/>
            <a:ext cx="3804519" cy="2312380"/>
          </a:xfrm>
          <a:prstGeom prst="rect">
            <a:avLst/>
          </a:prstGeom>
        </p:spPr>
      </p:pic>
      <p:sp>
        <p:nvSpPr>
          <p:cNvPr id="10" name="Content Placeholder 2"/>
          <p:cNvSpPr>
            <a:spLocks noGrp="1"/>
          </p:cNvSpPr>
          <p:nvPr>
            <p:ph idx="1"/>
          </p:nvPr>
        </p:nvSpPr>
        <p:spPr>
          <a:xfrm>
            <a:off x="1921120" y="1136675"/>
            <a:ext cx="4463616" cy="2509233"/>
          </a:xfrm>
        </p:spPr>
        <p:txBody>
          <a:bodyPr>
            <a:normAutofit/>
          </a:bodyPr>
          <a:lstStyle/>
          <a:p>
            <a:pPr marL="0" indent="0">
              <a:lnSpc>
                <a:spcPct val="100000"/>
              </a:lnSpc>
              <a:buNone/>
            </a:pPr>
            <a:r>
              <a:rPr lang="en-US" altLang="en-US" sz="2200" dirty="0">
                <a:latin typeface="Arial"/>
                <a:cs typeface="Arial"/>
              </a:rPr>
              <a:t>Using the Bellman-Ford algorithm to calculate the cost from:</a:t>
            </a:r>
          </a:p>
          <a:p>
            <a:pPr marL="0" indent="0">
              <a:lnSpc>
                <a:spcPct val="100000"/>
              </a:lnSpc>
              <a:buNone/>
            </a:pPr>
            <a:r>
              <a:rPr lang="en-US" altLang="en-US" sz="2200" dirty="0">
                <a:latin typeface="Arial"/>
                <a:cs typeface="Arial"/>
              </a:rPr>
              <a:t>(a) </a:t>
            </a:r>
            <a:r>
              <a:rPr lang="en-US" altLang="en-US" sz="2200" i="1" dirty="0">
                <a:solidFill>
                  <a:srgbClr val="FF0000"/>
                </a:solidFill>
                <a:latin typeface="Times New Roman"/>
                <a:cs typeface="Times New Roman"/>
              </a:rPr>
              <a:t>A</a:t>
            </a:r>
            <a:r>
              <a:rPr lang="en-US" altLang="en-US" sz="2200" dirty="0">
                <a:latin typeface="Arial"/>
                <a:cs typeface="Arial"/>
              </a:rPr>
              <a:t> to </a:t>
            </a:r>
            <a:r>
              <a:rPr lang="en-US" altLang="en-US" sz="2200" i="1" dirty="0">
                <a:solidFill>
                  <a:srgbClr val="FF0000"/>
                </a:solidFill>
                <a:latin typeface="Times New Roman"/>
                <a:cs typeface="Times New Roman"/>
              </a:rPr>
              <a:t>F</a:t>
            </a:r>
          </a:p>
          <a:p>
            <a:pPr marL="0" indent="0">
              <a:lnSpc>
                <a:spcPct val="100000"/>
              </a:lnSpc>
              <a:buNone/>
            </a:pPr>
            <a:r>
              <a:rPr lang="en-US" altLang="en-US" sz="2200" dirty="0">
                <a:latin typeface="Arial"/>
                <a:cs typeface="Arial"/>
              </a:rPr>
              <a:t>(b) </a:t>
            </a:r>
            <a:r>
              <a:rPr lang="en-US" altLang="en-US" sz="2200" i="1" dirty="0">
                <a:solidFill>
                  <a:srgbClr val="FF0000"/>
                </a:solidFill>
                <a:latin typeface="Times New Roman"/>
                <a:cs typeface="Times New Roman"/>
              </a:rPr>
              <a:t>B</a:t>
            </a:r>
            <a:r>
              <a:rPr lang="en-US" altLang="en-US" sz="2200" dirty="0">
                <a:latin typeface="Arial"/>
                <a:cs typeface="Arial"/>
              </a:rPr>
              <a:t> to </a:t>
            </a:r>
            <a:r>
              <a:rPr lang="en-US" altLang="en-US" sz="2200" i="1" dirty="0">
                <a:solidFill>
                  <a:srgbClr val="FF0000"/>
                </a:solidFill>
                <a:latin typeface="Times New Roman"/>
                <a:cs typeface="Times New Roman"/>
              </a:rPr>
              <a:t>E</a:t>
            </a:r>
          </a:p>
          <a:p>
            <a:pPr marL="0" indent="0">
              <a:lnSpc>
                <a:spcPct val="100000"/>
              </a:lnSpc>
              <a:buNone/>
            </a:pPr>
            <a:r>
              <a:rPr lang="en-US" altLang="en-US" sz="2200" dirty="0">
                <a:latin typeface="Arial"/>
                <a:cs typeface="Arial"/>
              </a:rPr>
              <a:t>(c) </a:t>
            </a:r>
            <a:r>
              <a:rPr lang="en-US" altLang="en-US" sz="2200" i="1" dirty="0">
                <a:solidFill>
                  <a:srgbClr val="FF0000"/>
                </a:solidFill>
                <a:latin typeface="Times New Roman"/>
                <a:cs typeface="Times New Roman"/>
              </a:rPr>
              <a:t>F</a:t>
            </a:r>
            <a:r>
              <a:rPr lang="en-US" altLang="en-US" sz="2200" dirty="0">
                <a:latin typeface="Arial"/>
                <a:cs typeface="Arial"/>
              </a:rPr>
              <a:t> to </a:t>
            </a:r>
            <a:r>
              <a:rPr lang="en-US" altLang="en-US" sz="2200" i="1" dirty="0">
                <a:solidFill>
                  <a:srgbClr val="FF0000"/>
                </a:solidFill>
                <a:latin typeface="Times New Roman"/>
                <a:cs typeface="Times New Roman"/>
              </a:rPr>
              <a:t>B</a:t>
            </a:r>
            <a:endParaRPr lang="en-US" altLang="en-US" sz="2200" dirty="0">
              <a:latin typeface="Arial"/>
              <a:cs typeface="Arial"/>
            </a:endParaRPr>
          </a:p>
          <a:p>
            <a:pPr marL="0" indent="0">
              <a:lnSpc>
                <a:spcPct val="100000"/>
              </a:lnSpc>
              <a:buNone/>
            </a:pPr>
            <a:endParaRPr lang="en-US" altLang="en-US" sz="2200" dirty="0">
              <a:latin typeface="Arial"/>
              <a:cs typeface="Arial"/>
            </a:endParaRPr>
          </a:p>
          <a:p>
            <a:pPr marL="0" indent="0">
              <a:lnSpc>
                <a:spcPct val="100000"/>
              </a:lnSpc>
              <a:buClr>
                <a:schemeClr val="tx1"/>
              </a:buClr>
              <a:buSzPct val="100000"/>
              <a:buNone/>
            </a:pPr>
            <a:endParaRPr lang="en-US" altLang="en-US" sz="2200" dirty="0">
              <a:latin typeface="Arial"/>
              <a:cs typeface="Arial"/>
            </a:endParaRPr>
          </a:p>
          <a:p>
            <a:pPr marL="457200" indent="-457200">
              <a:lnSpc>
                <a:spcPct val="100000"/>
              </a:lnSpc>
              <a:buAutoNum type="alphaLcParenBoth"/>
            </a:pPr>
            <a:endParaRPr lang="en-US" altLang="en-US" sz="2200" dirty="0">
              <a:latin typeface="Arial"/>
              <a:cs typeface="Arial"/>
            </a:endParaRPr>
          </a:p>
        </p:txBody>
      </p:sp>
      <p:sp>
        <p:nvSpPr>
          <p:cNvPr id="6" name="Slide Number Placeholder 4">
            <a:extLst>
              <a:ext uri="{FF2B5EF4-FFF2-40B4-BE49-F238E27FC236}">
                <a16:creationId xmlns:a16="http://schemas.microsoft.com/office/drawing/2014/main" id="{20951948-B008-E644-A413-AF8F2E6FBCAF}"/>
              </a:ext>
            </a:extLst>
          </p:cNvPr>
          <p:cNvSpPr>
            <a:spLocks noGrp="1"/>
          </p:cNvSpPr>
          <p:nvPr>
            <p:ph type="sldNum" sz="quarter" idx="4"/>
          </p:nvPr>
        </p:nvSpPr>
        <p:spPr>
          <a:xfrm>
            <a:off x="9219616" y="6443089"/>
            <a:ext cx="2743200" cy="365125"/>
          </a:xfrm>
        </p:spPr>
        <p:txBody>
          <a:bodyPr/>
          <a:lstStyle/>
          <a:p>
            <a:r>
              <a:rPr lang="en-US" smtClean="0"/>
              <a:t>Network Layer: 5-</a:t>
            </a:r>
            <a:fld id="{C4204591-24BD-A542-B9D5-F8D8A88D2FEE}" type="slidenum">
              <a:rPr lang="en-US" smtClean="0"/>
              <a:pPr/>
              <a:t>33</a:t>
            </a:fld>
            <a:endParaRPr lang="en-US" dirty="0"/>
          </a:p>
        </p:txBody>
      </p:sp>
    </p:spTree>
    <p:extLst>
      <p:ext uri="{BB962C8B-B14F-4D97-AF65-F5344CB8AC3E}">
        <p14:creationId xmlns:p14="http://schemas.microsoft.com/office/powerpoint/2010/main" val="33997857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Rectangle 2"/>
          <p:cNvSpPr txBox="1">
            <a:spLocks noChangeArrowheads="1"/>
          </p:cNvSpPr>
          <p:nvPr/>
        </p:nvSpPr>
        <p:spPr bwMode="auto">
          <a:xfrm>
            <a:off x="7709406" y="166437"/>
            <a:ext cx="2958596" cy="538318"/>
          </a:xfrm>
          <a:prstGeom prst="rect">
            <a:avLst/>
          </a:prstGeom>
          <a:solidFill>
            <a:srgbClr val="FF0000"/>
          </a:solidFill>
          <a:ln>
            <a:noFill/>
          </a:ln>
        </p:spPr>
        <p:txBody>
          <a:bodyPr vert="horz" wrap="square" lIns="91440" tIns="45720" rIns="91440" bIns="45720" numCol="1" anchor="ctr" anchorCtr="0" compatLnSpc="1">
            <a:prstTxWarp prst="textNoShape">
              <a:avLst/>
            </a:prstTxWarp>
          </a:bodyPr>
          <a:lstStyle>
            <a:lvl1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1pPr>
            <a:lvl2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2pPr>
            <a:lvl3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3pPr>
            <a:lvl4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4pPr>
            <a:lvl5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5pPr>
            <a:lvl6pPr marL="457200" algn="l" rtl="0" eaLnBrk="0" fontAlgn="base" hangingPunct="0">
              <a:spcBef>
                <a:spcPct val="0"/>
              </a:spcBef>
              <a:spcAft>
                <a:spcPct val="0"/>
              </a:spcAft>
              <a:defRPr sz="4000" u="sng">
                <a:solidFill>
                  <a:schemeClr val="accent2"/>
                </a:solidFill>
                <a:latin typeface="Comic Sans MS" pitchFamily="66" charset="0"/>
              </a:defRPr>
            </a:lvl6pPr>
            <a:lvl7pPr marL="914400" algn="l" rtl="0" eaLnBrk="0" fontAlgn="base" hangingPunct="0">
              <a:spcBef>
                <a:spcPct val="0"/>
              </a:spcBef>
              <a:spcAft>
                <a:spcPct val="0"/>
              </a:spcAft>
              <a:defRPr sz="4000" u="sng">
                <a:solidFill>
                  <a:schemeClr val="accent2"/>
                </a:solidFill>
                <a:latin typeface="Comic Sans MS" pitchFamily="66" charset="0"/>
              </a:defRPr>
            </a:lvl7pPr>
            <a:lvl8pPr marL="1371600" algn="l" rtl="0" eaLnBrk="0" fontAlgn="base" hangingPunct="0">
              <a:spcBef>
                <a:spcPct val="0"/>
              </a:spcBef>
              <a:spcAft>
                <a:spcPct val="0"/>
              </a:spcAft>
              <a:defRPr sz="4000" u="sng">
                <a:solidFill>
                  <a:schemeClr val="accent2"/>
                </a:solidFill>
                <a:latin typeface="Comic Sans MS" pitchFamily="66" charset="0"/>
              </a:defRPr>
            </a:lvl8pPr>
            <a:lvl9pPr marL="1828800" algn="l" rtl="0" eaLnBrk="0" fontAlgn="base" hangingPunct="0">
              <a:spcBef>
                <a:spcPct val="0"/>
              </a:spcBef>
              <a:spcAft>
                <a:spcPct val="0"/>
              </a:spcAft>
              <a:defRPr sz="4000" u="sng">
                <a:solidFill>
                  <a:schemeClr val="accent2"/>
                </a:solidFill>
                <a:latin typeface="Comic Sans MS" pitchFamily="66" charset="0"/>
              </a:defRPr>
            </a:lvl9pPr>
          </a:lstStyle>
          <a:p>
            <a:pPr algn="r" eaLnBrk="1" hangingPunct="1"/>
            <a:r>
              <a:rPr lang="en-US" sz="2800" dirty="0">
                <a:solidFill>
                  <a:schemeClr val="bg1"/>
                </a:solidFill>
                <a:latin typeface="Arial"/>
                <a:ea typeface="ＭＳ Ｐゴシック" pitchFamily="34" charset="-128"/>
                <a:cs typeface="Arial"/>
              </a:rPr>
              <a:t>Exercise 5.7 </a:t>
            </a:r>
          </a:p>
        </p:txBody>
      </p:sp>
      <p:sp>
        <p:nvSpPr>
          <p:cNvPr id="2" name="Rectangle 1"/>
          <p:cNvSpPr/>
          <p:nvPr/>
        </p:nvSpPr>
        <p:spPr>
          <a:xfrm>
            <a:off x="1524000" y="6611780"/>
            <a:ext cx="7183692" cy="246221"/>
          </a:xfrm>
          <a:prstGeom prst="rect">
            <a:avLst/>
          </a:prstGeom>
        </p:spPr>
        <p:txBody>
          <a:bodyPr wrap="square">
            <a:spAutoFit/>
          </a:bodyPr>
          <a:lstStyle/>
          <a:p>
            <a:r>
              <a:rPr lang="en-US" sz="1000" i="1" dirty="0">
                <a:solidFill>
                  <a:srgbClr val="7F7F7F"/>
                </a:solidFill>
                <a:latin typeface="Times New Roman"/>
                <a:cs typeface="Times New Roman"/>
              </a:rPr>
              <a:t>https://</a:t>
            </a:r>
            <a:r>
              <a:rPr lang="en-US" sz="1000" i="1" dirty="0" err="1">
                <a:solidFill>
                  <a:srgbClr val="7F7F7F"/>
                </a:solidFill>
                <a:latin typeface="Times New Roman"/>
                <a:cs typeface="Times New Roman"/>
              </a:rPr>
              <a:t>i.stack.imgur.com</a:t>
            </a:r>
            <a:r>
              <a:rPr lang="en-US" sz="1000" i="1" dirty="0">
                <a:solidFill>
                  <a:srgbClr val="7F7F7F"/>
                </a:solidFill>
                <a:latin typeface="Times New Roman"/>
                <a:cs typeface="Times New Roman"/>
              </a:rPr>
              <a:t>/bcz2a.jpg</a:t>
            </a:r>
          </a:p>
        </p:txBody>
      </p:sp>
      <p:pic>
        <p:nvPicPr>
          <p:cNvPr id="16" name="Picture 15" descr="Screen Shot 2017-04-13 at 10.53.26 AM.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464981" y="998581"/>
            <a:ext cx="2937540" cy="2684141"/>
          </a:xfrm>
          <a:prstGeom prst="rect">
            <a:avLst/>
          </a:prstGeom>
        </p:spPr>
      </p:pic>
      <p:sp>
        <p:nvSpPr>
          <p:cNvPr id="10" name="Content Placeholder 2"/>
          <p:cNvSpPr>
            <a:spLocks noGrp="1"/>
          </p:cNvSpPr>
          <p:nvPr>
            <p:ph idx="1"/>
          </p:nvPr>
        </p:nvSpPr>
        <p:spPr>
          <a:xfrm>
            <a:off x="1921120" y="1136675"/>
            <a:ext cx="4463616" cy="2509233"/>
          </a:xfrm>
        </p:spPr>
        <p:txBody>
          <a:bodyPr>
            <a:normAutofit/>
          </a:bodyPr>
          <a:lstStyle/>
          <a:p>
            <a:pPr marL="0" indent="0">
              <a:lnSpc>
                <a:spcPct val="100000"/>
              </a:lnSpc>
              <a:buNone/>
            </a:pPr>
            <a:r>
              <a:rPr lang="en-US" altLang="en-US" sz="2200" dirty="0">
                <a:latin typeface="Arial"/>
                <a:cs typeface="Arial"/>
              </a:rPr>
              <a:t>Using the Bellman-Ford algorithm to calculate the cost from:</a:t>
            </a:r>
          </a:p>
          <a:p>
            <a:pPr marL="0" indent="0">
              <a:lnSpc>
                <a:spcPct val="100000"/>
              </a:lnSpc>
              <a:buNone/>
            </a:pPr>
            <a:r>
              <a:rPr lang="en-US" altLang="en-US" sz="2200" dirty="0">
                <a:latin typeface="Arial"/>
                <a:cs typeface="Arial"/>
              </a:rPr>
              <a:t>(a) </a:t>
            </a:r>
            <a:r>
              <a:rPr lang="en-US" altLang="en-US" sz="2200" i="1" dirty="0">
                <a:solidFill>
                  <a:srgbClr val="FF0000"/>
                </a:solidFill>
                <a:latin typeface="Times New Roman"/>
                <a:cs typeface="Times New Roman"/>
              </a:rPr>
              <a:t>A</a:t>
            </a:r>
            <a:r>
              <a:rPr lang="en-US" altLang="en-US" sz="2200" dirty="0">
                <a:latin typeface="Arial"/>
                <a:cs typeface="Arial"/>
              </a:rPr>
              <a:t> to </a:t>
            </a:r>
            <a:r>
              <a:rPr lang="en-US" altLang="en-US" sz="2200" i="1" dirty="0">
                <a:solidFill>
                  <a:srgbClr val="FF0000"/>
                </a:solidFill>
                <a:latin typeface="Times New Roman"/>
                <a:cs typeface="Times New Roman"/>
              </a:rPr>
              <a:t>F</a:t>
            </a:r>
          </a:p>
          <a:p>
            <a:pPr marL="0" indent="0">
              <a:lnSpc>
                <a:spcPct val="100000"/>
              </a:lnSpc>
              <a:buNone/>
            </a:pPr>
            <a:r>
              <a:rPr lang="en-US" altLang="en-US" sz="2200" dirty="0">
                <a:latin typeface="Arial"/>
                <a:cs typeface="Arial"/>
              </a:rPr>
              <a:t>(b) </a:t>
            </a:r>
            <a:r>
              <a:rPr lang="en-US" altLang="en-US" sz="2200" i="1" dirty="0">
                <a:solidFill>
                  <a:srgbClr val="FF0000"/>
                </a:solidFill>
                <a:latin typeface="Times New Roman"/>
                <a:cs typeface="Times New Roman"/>
              </a:rPr>
              <a:t>B</a:t>
            </a:r>
            <a:r>
              <a:rPr lang="en-US" altLang="en-US" sz="2200" dirty="0">
                <a:latin typeface="Arial"/>
                <a:cs typeface="Arial"/>
              </a:rPr>
              <a:t> to </a:t>
            </a:r>
            <a:r>
              <a:rPr lang="en-US" altLang="en-US" sz="2200" i="1" dirty="0">
                <a:solidFill>
                  <a:srgbClr val="FF0000"/>
                </a:solidFill>
                <a:latin typeface="Times New Roman"/>
                <a:cs typeface="Times New Roman"/>
              </a:rPr>
              <a:t>C</a:t>
            </a:r>
          </a:p>
          <a:p>
            <a:pPr marL="0" indent="0">
              <a:lnSpc>
                <a:spcPct val="100000"/>
              </a:lnSpc>
              <a:buNone/>
            </a:pPr>
            <a:r>
              <a:rPr lang="en-US" altLang="en-US" sz="2200" dirty="0">
                <a:latin typeface="Arial"/>
                <a:cs typeface="Arial"/>
              </a:rPr>
              <a:t>(c) </a:t>
            </a:r>
            <a:r>
              <a:rPr lang="en-US" altLang="en-US" sz="2200" i="1" dirty="0">
                <a:solidFill>
                  <a:srgbClr val="FF0000"/>
                </a:solidFill>
                <a:latin typeface="Times New Roman"/>
                <a:cs typeface="Times New Roman"/>
              </a:rPr>
              <a:t>F</a:t>
            </a:r>
            <a:r>
              <a:rPr lang="en-US" altLang="en-US" sz="2200" dirty="0">
                <a:latin typeface="Arial"/>
                <a:cs typeface="Arial"/>
              </a:rPr>
              <a:t> to </a:t>
            </a:r>
            <a:r>
              <a:rPr lang="en-US" altLang="en-US" sz="2200" i="1" dirty="0">
                <a:solidFill>
                  <a:srgbClr val="FF0000"/>
                </a:solidFill>
                <a:latin typeface="Times New Roman"/>
                <a:cs typeface="Times New Roman"/>
              </a:rPr>
              <a:t>B</a:t>
            </a:r>
            <a:endParaRPr lang="en-US" altLang="en-US" sz="2200" dirty="0">
              <a:latin typeface="Arial"/>
              <a:cs typeface="Arial"/>
            </a:endParaRPr>
          </a:p>
          <a:p>
            <a:pPr marL="0" indent="0">
              <a:lnSpc>
                <a:spcPct val="100000"/>
              </a:lnSpc>
              <a:buNone/>
            </a:pPr>
            <a:endParaRPr lang="en-US" altLang="en-US" sz="2200" dirty="0">
              <a:latin typeface="Arial"/>
              <a:cs typeface="Arial"/>
            </a:endParaRPr>
          </a:p>
          <a:p>
            <a:pPr marL="0" indent="0">
              <a:lnSpc>
                <a:spcPct val="100000"/>
              </a:lnSpc>
              <a:buClr>
                <a:schemeClr val="tx1"/>
              </a:buClr>
              <a:buSzPct val="100000"/>
              <a:buNone/>
            </a:pPr>
            <a:endParaRPr lang="en-US" altLang="en-US" sz="2200" dirty="0">
              <a:latin typeface="Arial"/>
              <a:cs typeface="Arial"/>
            </a:endParaRPr>
          </a:p>
          <a:p>
            <a:pPr marL="457200" indent="-457200">
              <a:lnSpc>
                <a:spcPct val="100000"/>
              </a:lnSpc>
              <a:buAutoNum type="alphaLcParenBoth"/>
            </a:pPr>
            <a:endParaRPr lang="en-US" altLang="en-US" sz="2200" dirty="0">
              <a:latin typeface="Arial"/>
              <a:cs typeface="Arial"/>
            </a:endParaRPr>
          </a:p>
        </p:txBody>
      </p:sp>
      <p:sp>
        <p:nvSpPr>
          <p:cNvPr id="6" name="Slide Number Placeholder 4">
            <a:extLst>
              <a:ext uri="{FF2B5EF4-FFF2-40B4-BE49-F238E27FC236}">
                <a16:creationId xmlns:a16="http://schemas.microsoft.com/office/drawing/2014/main" id="{20951948-B008-E644-A413-AF8F2E6FBCAF}"/>
              </a:ext>
            </a:extLst>
          </p:cNvPr>
          <p:cNvSpPr>
            <a:spLocks noGrp="1"/>
          </p:cNvSpPr>
          <p:nvPr>
            <p:ph type="sldNum" sz="quarter" idx="4"/>
          </p:nvPr>
        </p:nvSpPr>
        <p:spPr>
          <a:xfrm>
            <a:off x="9219616" y="6443089"/>
            <a:ext cx="2743200" cy="365125"/>
          </a:xfrm>
        </p:spPr>
        <p:txBody>
          <a:bodyPr/>
          <a:lstStyle/>
          <a:p>
            <a:r>
              <a:rPr lang="en-US" smtClean="0"/>
              <a:t>Network Layer: 5-</a:t>
            </a:r>
            <a:fld id="{C4204591-24BD-A542-B9D5-F8D8A88D2FEE}" type="slidenum">
              <a:rPr lang="en-US" smtClean="0"/>
              <a:pPr/>
              <a:t>34</a:t>
            </a:fld>
            <a:endParaRPr lang="en-US" dirty="0"/>
          </a:p>
        </p:txBody>
      </p:sp>
    </p:spTree>
    <p:extLst>
      <p:ext uri="{BB962C8B-B14F-4D97-AF65-F5344CB8AC3E}">
        <p14:creationId xmlns:p14="http://schemas.microsoft.com/office/powerpoint/2010/main" val="7817171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Rectangle 2"/>
          <p:cNvSpPr txBox="1">
            <a:spLocks noChangeArrowheads="1"/>
          </p:cNvSpPr>
          <p:nvPr/>
        </p:nvSpPr>
        <p:spPr bwMode="auto">
          <a:xfrm>
            <a:off x="7709406" y="166437"/>
            <a:ext cx="2958596" cy="538318"/>
          </a:xfrm>
          <a:prstGeom prst="rect">
            <a:avLst/>
          </a:prstGeom>
          <a:solidFill>
            <a:srgbClr val="FF0000"/>
          </a:solidFill>
          <a:ln>
            <a:noFill/>
          </a:ln>
        </p:spPr>
        <p:txBody>
          <a:bodyPr vert="horz" wrap="square" lIns="91440" tIns="45720" rIns="91440" bIns="45720" numCol="1" anchor="ctr" anchorCtr="0" compatLnSpc="1">
            <a:prstTxWarp prst="textNoShape">
              <a:avLst/>
            </a:prstTxWarp>
          </a:bodyPr>
          <a:lstStyle>
            <a:lvl1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1pPr>
            <a:lvl2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2pPr>
            <a:lvl3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3pPr>
            <a:lvl4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4pPr>
            <a:lvl5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5pPr>
            <a:lvl6pPr marL="457200" algn="l" rtl="0" eaLnBrk="0" fontAlgn="base" hangingPunct="0">
              <a:spcBef>
                <a:spcPct val="0"/>
              </a:spcBef>
              <a:spcAft>
                <a:spcPct val="0"/>
              </a:spcAft>
              <a:defRPr sz="4000" u="sng">
                <a:solidFill>
                  <a:schemeClr val="accent2"/>
                </a:solidFill>
                <a:latin typeface="Comic Sans MS" pitchFamily="66" charset="0"/>
              </a:defRPr>
            </a:lvl6pPr>
            <a:lvl7pPr marL="914400" algn="l" rtl="0" eaLnBrk="0" fontAlgn="base" hangingPunct="0">
              <a:spcBef>
                <a:spcPct val="0"/>
              </a:spcBef>
              <a:spcAft>
                <a:spcPct val="0"/>
              </a:spcAft>
              <a:defRPr sz="4000" u="sng">
                <a:solidFill>
                  <a:schemeClr val="accent2"/>
                </a:solidFill>
                <a:latin typeface="Comic Sans MS" pitchFamily="66" charset="0"/>
              </a:defRPr>
            </a:lvl7pPr>
            <a:lvl8pPr marL="1371600" algn="l" rtl="0" eaLnBrk="0" fontAlgn="base" hangingPunct="0">
              <a:spcBef>
                <a:spcPct val="0"/>
              </a:spcBef>
              <a:spcAft>
                <a:spcPct val="0"/>
              </a:spcAft>
              <a:defRPr sz="4000" u="sng">
                <a:solidFill>
                  <a:schemeClr val="accent2"/>
                </a:solidFill>
                <a:latin typeface="Comic Sans MS" pitchFamily="66" charset="0"/>
              </a:defRPr>
            </a:lvl8pPr>
            <a:lvl9pPr marL="1828800" algn="l" rtl="0" eaLnBrk="0" fontAlgn="base" hangingPunct="0">
              <a:spcBef>
                <a:spcPct val="0"/>
              </a:spcBef>
              <a:spcAft>
                <a:spcPct val="0"/>
              </a:spcAft>
              <a:defRPr sz="4000" u="sng">
                <a:solidFill>
                  <a:schemeClr val="accent2"/>
                </a:solidFill>
                <a:latin typeface="Comic Sans MS" pitchFamily="66" charset="0"/>
              </a:defRPr>
            </a:lvl9pPr>
          </a:lstStyle>
          <a:p>
            <a:pPr algn="r" eaLnBrk="1" hangingPunct="1"/>
            <a:r>
              <a:rPr lang="en-US" sz="2800" dirty="0">
                <a:solidFill>
                  <a:schemeClr val="bg1"/>
                </a:solidFill>
                <a:latin typeface="Arial"/>
                <a:ea typeface="ＭＳ Ｐゴシック" pitchFamily="34" charset="-128"/>
                <a:cs typeface="Arial"/>
              </a:rPr>
              <a:t>Exercise 5.8 </a:t>
            </a:r>
          </a:p>
        </p:txBody>
      </p:sp>
      <p:sp>
        <p:nvSpPr>
          <p:cNvPr id="2" name="Rectangle 1"/>
          <p:cNvSpPr/>
          <p:nvPr/>
        </p:nvSpPr>
        <p:spPr>
          <a:xfrm>
            <a:off x="1524000" y="6611780"/>
            <a:ext cx="7183692" cy="246221"/>
          </a:xfrm>
          <a:prstGeom prst="rect">
            <a:avLst/>
          </a:prstGeom>
        </p:spPr>
        <p:txBody>
          <a:bodyPr wrap="square">
            <a:spAutoFit/>
          </a:bodyPr>
          <a:lstStyle/>
          <a:p>
            <a:r>
              <a:rPr lang="en-US" sz="1000" i="1" dirty="0">
                <a:solidFill>
                  <a:schemeClr val="bg1">
                    <a:lumMod val="50000"/>
                  </a:schemeClr>
                </a:solidFill>
                <a:latin typeface="Times New Roman"/>
                <a:cs typeface="Times New Roman"/>
              </a:rPr>
              <a:t>http://s3.amazonaws.com/answer-board-image/6bfef7b5-05b9-4210-afb5-712510e57a37.jpeg</a:t>
            </a:r>
          </a:p>
        </p:txBody>
      </p:sp>
      <p:pic>
        <p:nvPicPr>
          <p:cNvPr id="10" name="Picture 9"/>
          <p:cNvPicPr>
            <a:picLocks noChangeAspect="1"/>
          </p:cNvPicPr>
          <p:nvPr/>
        </p:nvPicPr>
        <p:blipFill>
          <a:blip r:embed="rId2"/>
          <a:stretch>
            <a:fillRect/>
          </a:stretch>
        </p:blipFill>
        <p:spPr>
          <a:xfrm>
            <a:off x="5957616" y="942369"/>
            <a:ext cx="4622800" cy="2717800"/>
          </a:xfrm>
          <a:prstGeom prst="rect">
            <a:avLst/>
          </a:prstGeom>
        </p:spPr>
      </p:pic>
      <p:sp>
        <p:nvSpPr>
          <p:cNvPr id="11" name="Content Placeholder 2"/>
          <p:cNvSpPr>
            <a:spLocks noGrp="1"/>
          </p:cNvSpPr>
          <p:nvPr>
            <p:ph idx="1"/>
          </p:nvPr>
        </p:nvSpPr>
        <p:spPr>
          <a:xfrm>
            <a:off x="1921121" y="1497991"/>
            <a:ext cx="3762976" cy="3899724"/>
          </a:xfrm>
        </p:spPr>
        <p:txBody>
          <a:bodyPr>
            <a:normAutofit/>
          </a:bodyPr>
          <a:lstStyle/>
          <a:p>
            <a:pPr marL="0" indent="0">
              <a:lnSpc>
                <a:spcPct val="100000"/>
              </a:lnSpc>
              <a:buNone/>
            </a:pPr>
            <a:r>
              <a:rPr lang="en-US" altLang="en-US" sz="2200" dirty="0">
                <a:latin typeface="Arial"/>
                <a:cs typeface="Arial"/>
              </a:rPr>
              <a:t>Using the Bellman-Ford algorithm to calculate the cost from:</a:t>
            </a:r>
          </a:p>
          <a:p>
            <a:pPr marL="0" indent="0">
              <a:lnSpc>
                <a:spcPct val="100000"/>
              </a:lnSpc>
              <a:buNone/>
            </a:pPr>
            <a:r>
              <a:rPr lang="en-US" altLang="en-US" sz="2200" dirty="0">
                <a:latin typeface="Arial"/>
                <a:cs typeface="Arial"/>
              </a:rPr>
              <a:t>(a) </a:t>
            </a:r>
            <a:r>
              <a:rPr lang="en-US" altLang="en-US" sz="2200" i="1" dirty="0">
                <a:solidFill>
                  <a:srgbClr val="FF0000"/>
                </a:solidFill>
                <a:latin typeface="Times New Roman"/>
                <a:cs typeface="Times New Roman"/>
              </a:rPr>
              <a:t>D</a:t>
            </a:r>
            <a:r>
              <a:rPr lang="en-US" altLang="en-US" sz="2200" dirty="0">
                <a:latin typeface="Arial"/>
                <a:cs typeface="Arial"/>
              </a:rPr>
              <a:t> to </a:t>
            </a:r>
            <a:r>
              <a:rPr lang="en-US" altLang="en-US" sz="2200" i="1" dirty="0">
                <a:solidFill>
                  <a:srgbClr val="FF0000"/>
                </a:solidFill>
                <a:latin typeface="Times New Roman"/>
                <a:cs typeface="Times New Roman"/>
              </a:rPr>
              <a:t>E</a:t>
            </a:r>
          </a:p>
          <a:p>
            <a:pPr marL="0" indent="0">
              <a:lnSpc>
                <a:spcPct val="100000"/>
              </a:lnSpc>
              <a:buNone/>
            </a:pPr>
            <a:r>
              <a:rPr lang="en-US" altLang="en-US" sz="2200" dirty="0">
                <a:latin typeface="Arial"/>
                <a:cs typeface="Arial"/>
              </a:rPr>
              <a:t>(b) </a:t>
            </a:r>
            <a:r>
              <a:rPr lang="en-US" altLang="en-US" sz="2200" i="1" dirty="0">
                <a:solidFill>
                  <a:srgbClr val="FF0000"/>
                </a:solidFill>
                <a:latin typeface="Times New Roman"/>
                <a:cs typeface="Times New Roman"/>
              </a:rPr>
              <a:t>D</a:t>
            </a:r>
            <a:r>
              <a:rPr lang="en-US" altLang="en-US" sz="2200" dirty="0">
                <a:latin typeface="Arial"/>
                <a:cs typeface="Arial"/>
              </a:rPr>
              <a:t> to </a:t>
            </a:r>
            <a:r>
              <a:rPr lang="en-US" altLang="en-US" sz="2200" i="1" dirty="0">
                <a:solidFill>
                  <a:srgbClr val="FF0000"/>
                </a:solidFill>
                <a:latin typeface="Times New Roman"/>
                <a:cs typeface="Times New Roman"/>
              </a:rPr>
              <a:t>H</a:t>
            </a:r>
          </a:p>
          <a:p>
            <a:pPr marL="0" indent="0">
              <a:lnSpc>
                <a:spcPct val="100000"/>
              </a:lnSpc>
              <a:buNone/>
            </a:pPr>
            <a:r>
              <a:rPr lang="en-US" altLang="en-US" sz="2200" dirty="0">
                <a:latin typeface="Arial"/>
                <a:cs typeface="Arial"/>
              </a:rPr>
              <a:t>(c) </a:t>
            </a:r>
            <a:r>
              <a:rPr lang="en-US" altLang="en-US" sz="2200" i="1" dirty="0">
                <a:solidFill>
                  <a:srgbClr val="FF0000"/>
                </a:solidFill>
                <a:latin typeface="Times New Roman"/>
                <a:cs typeface="Times New Roman"/>
              </a:rPr>
              <a:t>H</a:t>
            </a:r>
            <a:r>
              <a:rPr lang="en-US" altLang="en-US" sz="2200" dirty="0">
                <a:latin typeface="Arial"/>
                <a:cs typeface="Arial"/>
              </a:rPr>
              <a:t> to </a:t>
            </a:r>
            <a:r>
              <a:rPr lang="en-US" altLang="en-US" sz="2200" i="1" dirty="0">
                <a:solidFill>
                  <a:srgbClr val="FF0000"/>
                </a:solidFill>
                <a:latin typeface="Times New Roman"/>
                <a:cs typeface="Times New Roman"/>
              </a:rPr>
              <a:t>B</a:t>
            </a:r>
          </a:p>
          <a:p>
            <a:pPr marL="0" indent="0">
              <a:lnSpc>
                <a:spcPct val="100000"/>
              </a:lnSpc>
              <a:buNone/>
            </a:pPr>
            <a:r>
              <a:rPr lang="en-US" altLang="en-US" sz="2200" dirty="0">
                <a:latin typeface="Arial"/>
                <a:cs typeface="Arial"/>
              </a:rPr>
              <a:t>(d) </a:t>
            </a:r>
            <a:r>
              <a:rPr lang="en-US" altLang="en-US" sz="2200" i="1" dirty="0">
                <a:solidFill>
                  <a:srgbClr val="FF0000"/>
                </a:solidFill>
                <a:latin typeface="Times New Roman"/>
                <a:cs typeface="Times New Roman"/>
              </a:rPr>
              <a:t>F</a:t>
            </a:r>
            <a:r>
              <a:rPr lang="en-US" altLang="en-US" sz="2200" dirty="0">
                <a:latin typeface="Arial"/>
                <a:cs typeface="Arial"/>
              </a:rPr>
              <a:t> to </a:t>
            </a:r>
            <a:r>
              <a:rPr lang="en-US" altLang="en-US" sz="2200" i="1" dirty="0">
                <a:solidFill>
                  <a:srgbClr val="FF0000"/>
                </a:solidFill>
                <a:latin typeface="Times New Roman"/>
                <a:cs typeface="Times New Roman"/>
              </a:rPr>
              <a:t>D</a:t>
            </a:r>
          </a:p>
          <a:p>
            <a:pPr marL="0" indent="0">
              <a:lnSpc>
                <a:spcPct val="100000"/>
              </a:lnSpc>
              <a:buNone/>
            </a:pPr>
            <a:r>
              <a:rPr lang="en-US" altLang="en-US" sz="2200" dirty="0">
                <a:latin typeface="Arial"/>
                <a:cs typeface="Arial"/>
              </a:rPr>
              <a:t>(e) </a:t>
            </a:r>
            <a:r>
              <a:rPr lang="en-US" altLang="en-US" sz="2200" i="1" dirty="0">
                <a:solidFill>
                  <a:srgbClr val="FF0000"/>
                </a:solidFill>
                <a:latin typeface="Times New Roman"/>
                <a:cs typeface="Times New Roman"/>
              </a:rPr>
              <a:t>A</a:t>
            </a:r>
            <a:r>
              <a:rPr lang="en-US" altLang="en-US" sz="2200" dirty="0">
                <a:latin typeface="Arial"/>
                <a:cs typeface="Arial"/>
              </a:rPr>
              <a:t> to </a:t>
            </a:r>
            <a:r>
              <a:rPr lang="en-US" altLang="en-US" sz="2200" i="1" dirty="0">
                <a:solidFill>
                  <a:srgbClr val="FF0000"/>
                </a:solidFill>
                <a:latin typeface="Times New Roman"/>
                <a:cs typeface="Times New Roman"/>
              </a:rPr>
              <a:t>E</a:t>
            </a:r>
            <a:endParaRPr lang="en-US" altLang="en-US" sz="2200" dirty="0">
              <a:latin typeface="Arial"/>
              <a:cs typeface="Arial"/>
            </a:endParaRPr>
          </a:p>
          <a:p>
            <a:pPr marL="0" indent="0">
              <a:lnSpc>
                <a:spcPct val="100000"/>
              </a:lnSpc>
              <a:buNone/>
            </a:pPr>
            <a:endParaRPr lang="en-US" altLang="en-US" sz="2200" dirty="0">
              <a:latin typeface="Arial"/>
              <a:cs typeface="Arial"/>
            </a:endParaRPr>
          </a:p>
          <a:p>
            <a:pPr marL="0" indent="0">
              <a:lnSpc>
                <a:spcPct val="100000"/>
              </a:lnSpc>
              <a:buNone/>
            </a:pPr>
            <a:endParaRPr lang="en-US" altLang="en-US" sz="2200" dirty="0">
              <a:latin typeface="Arial"/>
              <a:cs typeface="Arial"/>
            </a:endParaRPr>
          </a:p>
          <a:p>
            <a:pPr marL="0" indent="0">
              <a:lnSpc>
                <a:spcPct val="100000"/>
              </a:lnSpc>
              <a:buNone/>
            </a:pPr>
            <a:endParaRPr lang="en-US" altLang="en-US" sz="2200" dirty="0">
              <a:latin typeface="Arial"/>
              <a:cs typeface="Arial"/>
            </a:endParaRPr>
          </a:p>
          <a:p>
            <a:pPr marL="0" indent="0">
              <a:lnSpc>
                <a:spcPct val="100000"/>
              </a:lnSpc>
              <a:buClr>
                <a:schemeClr val="tx1"/>
              </a:buClr>
              <a:buSzPct val="100000"/>
              <a:buNone/>
            </a:pPr>
            <a:endParaRPr lang="en-US" altLang="en-US" sz="2200" dirty="0">
              <a:latin typeface="Arial"/>
              <a:cs typeface="Arial"/>
            </a:endParaRPr>
          </a:p>
          <a:p>
            <a:pPr marL="457200" indent="-457200">
              <a:lnSpc>
                <a:spcPct val="100000"/>
              </a:lnSpc>
              <a:buAutoNum type="alphaLcParenBoth"/>
            </a:pPr>
            <a:endParaRPr lang="en-US" altLang="en-US" sz="2200" dirty="0">
              <a:latin typeface="Arial"/>
              <a:cs typeface="Arial"/>
            </a:endParaRPr>
          </a:p>
        </p:txBody>
      </p:sp>
      <p:sp>
        <p:nvSpPr>
          <p:cNvPr id="6" name="Slide Number Placeholder 4">
            <a:extLst>
              <a:ext uri="{FF2B5EF4-FFF2-40B4-BE49-F238E27FC236}">
                <a16:creationId xmlns:a16="http://schemas.microsoft.com/office/drawing/2014/main" id="{20951948-B008-E644-A413-AF8F2E6FBCAF}"/>
              </a:ext>
            </a:extLst>
          </p:cNvPr>
          <p:cNvSpPr>
            <a:spLocks noGrp="1"/>
          </p:cNvSpPr>
          <p:nvPr>
            <p:ph type="sldNum" sz="quarter" idx="4"/>
          </p:nvPr>
        </p:nvSpPr>
        <p:spPr>
          <a:xfrm>
            <a:off x="9219616" y="6443089"/>
            <a:ext cx="2743200" cy="365125"/>
          </a:xfrm>
        </p:spPr>
        <p:txBody>
          <a:bodyPr/>
          <a:lstStyle/>
          <a:p>
            <a:r>
              <a:rPr lang="en-US" smtClean="0"/>
              <a:t>Network Layer: 5-</a:t>
            </a:r>
            <a:fld id="{C4204591-24BD-A542-B9D5-F8D8A88D2FEE}" type="slidenum">
              <a:rPr lang="en-US" smtClean="0"/>
              <a:pPr/>
              <a:t>35</a:t>
            </a:fld>
            <a:endParaRPr lang="en-US" dirty="0"/>
          </a:p>
        </p:txBody>
      </p:sp>
    </p:spTree>
    <p:extLst>
      <p:ext uri="{BB962C8B-B14F-4D97-AF65-F5344CB8AC3E}">
        <p14:creationId xmlns:p14="http://schemas.microsoft.com/office/powerpoint/2010/main" val="25278888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CE544A75-190C-D540-8EFD-BF5721DA6B9A}"/>
              </a:ext>
            </a:extLst>
          </p:cNvPr>
          <p:cNvSpPr>
            <a:spLocks noGrp="1"/>
          </p:cNvSpPr>
          <p:nvPr>
            <p:ph type="title"/>
          </p:nvPr>
        </p:nvSpPr>
        <p:spPr/>
        <p:txBody>
          <a:bodyPr/>
          <a:lstStyle/>
          <a:p>
            <a:r>
              <a:rPr lang="en-US" dirty="0"/>
              <a:t>Distance vector algorithm:  </a:t>
            </a:r>
          </a:p>
        </p:txBody>
      </p:sp>
      <p:sp>
        <p:nvSpPr>
          <p:cNvPr id="5" name="Slide Number Placeholder 4">
            <a:extLst>
              <a:ext uri="{FF2B5EF4-FFF2-40B4-BE49-F238E27FC236}">
                <a16:creationId xmlns:a16="http://schemas.microsoft.com/office/drawing/2014/main" id="{99B8655F-134F-9941-B2F1-519DACDBD5AE}"/>
              </a:ext>
            </a:extLst>
          </p:cNvPr>
          <p:cNvSpPr>
            <a:spLocks noGrp="1"/>
          </p:cNvSpPr>
          <p:nvPr>
            <p:ph type="sldNum" sz="quarter" idx="4"/>
          </p:nvPr>
        </p:nvSpPr>
        <p:spPr/>
        <p:txBody>
          <a:bodyPr/>
          <a:lstStyle/>
          <a:p>
            <a:r>
              <a:rPr lang="en-US" dirty="0"/>
              <a:t>Network Layer: 5-</a:t>
            </a:r>
            <a:fld id="{C4204591-24BD-A542-B9D5-F8D8A88D2FEE}" type="slidenum">
              <a:rPr lang="en-US" smtClean="0"/>
              <a:pPr/>
              <a:t>36</a:t>
            </a:fld>
            <a:endParaRPr lang="en-US" dirty="0"/>
          </a:p>
        </p:txBody>
      </p:sp>
      <p:sp>
        <p:nvSpPr>
          <p:cNvPr id="9" name="Rectangle 3">
            <a:extLst>
              <a:ext uri="{FF2B5EF4-FFF2-40B4-BE49-F238E27FC236}">
                <a16:creationId xmlns:a16="http://schemas.microsoft.com/office/drawing/2014/main" id="{5F891EAD-A289-0847-8476-12FDB9A2A09E}"/>
              </a:ext>
            </a:extLst>
          </p:cNvPr>
          <p:cNvSpPr txBox="1">
            <a:spLocks noChangeArrowheads="1"/>
          </p:cNvSpPr>
          <p:nvPr/>
        </p:nvSpPr>
        <p:spPr>
          <a:xfrm>
            <a:off x="6173635" y="1530372"/>
            <a:ext cx="5400414" cy="197691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charset="0"/>
              <a:buNone/>
            </a:pPr>
            <a:r>
              <a:rPr lang="en-US" dirty="0">
                <a:solidFill>
                  <a:srgbClr val="CC0000"/>
                </a:solidFill>
              </a:rPr>
              <a:t>iterative, asynchronous:</a:t>
            </a:r>
            <a:r>
              <a:rPr lang="en-US" dirty="0">
                <a:solidFill>
                  <a:srgbClr val="FF0000"/>
                </a:solidFill>
              </a:rPr>
              <a:t> </a:t>
            </a:r>
            <a:r>
              <a:rPr lang="en-US" sz="2400" dirty="0"/>
              <a:t>each local iteration caused by: </a:t>
            </a:r>
          </a:p>
          <a:p>
            <a:pPr marL="460375" indent="-223838"/>
            <a:r>
              <a:rPr lang="en-US" sz="2400" dirty="0"/>
              <a:t>local link cost change </a:t>
            </a:r>
          </a:p>
          <a:p>
            <a:pPr marL="460375" indent="-223838"/>
            <a:r>
              <a:rPr lang="en-US" sz="2400" dirty="0"/>
              <a:t>DV update message from neighbor</a:t>
            </a:r>
          </a:p>
        </p:txBody>
      </p:sp>
      <p:sp>
        <p:nvSpPr>
          <p:cNvPr id="10" name="Text Box 4">
            <a:extLst>
              <a:ext uri="{FF2B5EF4-FFF2-40B4-BE49-F238E27FC236}">
                <a16:creationId xmlns:a16="http://schemas.microsoft.com/office/drawing/2014/main" id="{B41893AC-4325-F74F-8450-C793E4D00240}"/>
              </a:ext>
            </a:extLst>
          </p:cNvPr>
          <p:cNvSpPr txBox="1">
            <a:spLocks noChangeArrowheads="1"/>
          </p:cNvSpPr>
          <p:nvPr/>
        </p:nvSpPr>
        <p:spPr bwMode="auto">
          <a:xfrm>
            <a:off x="1077577" y="2097023"/>
            <a:ext cx="4622104" cy="234525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spcBef>
                <a:spcPct val="50000"/>
              </a:spcBef>
            </a:pPr>
            <a:endParaRPr lang="en-US" dirty="0">
              <a:latin typeface="Times New Roman" charset="0"/>
            </a:endParaRPr>
          </a:p>
          <a:p>
            <a:pPr algn="ctr">
              <a:lnSpc>
                <a:spcPct val="90000"/>
              </a:lnSpc>
            </a:pPr>
            <a:r>
              <a:rPr lang="en-US" sz="2800" i="1" dirty="0">
                <a:solidFill>
                  <a:srgbClr val="000099"/>
                </a:solidFill>
                <a:latin typeface="+mn-lt"/>
              </a:rPr>
              <a:t>wait</a:t>
            </a:r>
            <a:r>
              <a:rPr lang="en-US" dirty="0">
                <a:solidFill>
                  <a:srgbClr val="000099"/>
                </a:solidFill>
                <a:latin typeface="+mn-lt"/>
              </a:rPr>
              <a:t> </a:t>
            </a:r>
            <a:r>
              <a:rPr lang="en-US" sz="2800" dirty="0">
                <a:latin typeface="+mn-lt"/>
              </a:rPr>
              <a:t>for (change in local link cost or msg from neighbor)</a:t>
            </a:r>
          </a:p>
          <a:p>
            <a:pPr>
              <a:lnSpc>
                <a:spcPct val="90000"/>
              </a:lnSpc>
            </a:pPr>
            <a:endParaRPr lang="en-US" sz="2000" dirty="0">
              <a:latin typeface="+mn-lt"/>
            </a:endParaRPr>
          </a:p>
          <a:p>
            <a:pPr>
              <a:lnSpc>
                <a:spcPct val="90000"/>
              </a:lnSpc>
            </a:pPr>
            <a:endParaRPr lang="en-US" sz="2000" dirty="0">
              <a:latin typeface="+mn-lt"/>
            </a:endParaRPr>
          </a:p>
          <a:p>
            <a:pPr algn="ctr">
              <a:spcBef>
                <a:spcPct val="50000"/>
              </a:spcBef>
            </a:pPr>
            <a:endParaRPr lang="en-US" dirty="0">
              <a:latin typeface="Times New Roman" charset="0"/>
            </a:endParaRPr>
          </a:p>
        </p:txBody>
      </p:sp>
      <p:sp>
        <p:nvSpPr>
          <p:cNvPr id="14" name="Text Box 8">
            <a:extLst>
              <a:ext uri="{FF2B5EF4-FFF2-40B4-BE49-F238E27FC236}">
                <a16:creationId xmlns:a16="http://schemas.microsoft.com/office/drawing/2014/main" id="{71AD5EDC-87FD-634A-9465-87600AAFC2A8}"/>
              </a:ext>
            </a:extLst>
          </p:cNvPr>
          <p:cNvSpPr txBox="1">
            <a:spLocks noChangeArrowheads="1"/>
          </p:cNvSpPr>
          <p:nvPr/>
        </p:nvSpPr>
        <p:spPr bwMode="auto">
          <a:xfrm>
            <a:off x="977032" y="1397588"/>
            <a:ext cx="2031326" cy="5847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3200" dirty="0">
                <a:solidFill>
                  <a:srgbClr val="CC0000"/>
                </a:solidFill>
                <a:latin typeface="+mn-lt"/>
              </a:rPr>
              <a:t>each node:</a:t>
            </a:r>
          </a:p>
        </p:txBody>
      </p:sp>
      <p:sp>
        <p:nvSpPr>
          <p:cNvPr id="15" name="Rectangle 3">
            <a:extLst>
              <a:ext uri="{FF2B5EF4-FFF2-40B4-BE49-F238E27FC236}">
                <a16:creationId xmlns:a16="http://schemas.microsoft.com/office/drawing/2014/main" id="{5302920D-3833-AE4E-83FE-DE8AB636259C}"/>
              </a:ext>
            </a:extLst>
          </p:cNvPr>
          <p:cNvSpPr txBox="1">
            <a:spLocks noChangeArrowheads="1"/>
          </p:cNvSpPr>
          <p:nvPr/>
        </p:nvSpPr>
        <p:spPr>
          <a:xfrm>
            <a:off x="6138145" y="3549151"/>
            <a:ext cx="4936951" cy="2914279"/>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charset="0"/>
              <a:buNone/>
            </a:pPr>
            <a:r>
              <a:rPr lang="en-US" dirty="0">
                <a:solidFill>
                  <a:srgbClr val="CC0000"/>
                </a:solidFill>
              </a:rPr>
              <a:t>distributed, self-stopping: </a:t>
            </a:r>
            <a:r>
              <a:rPr lang="en-US" sz="2400" dirty="0"/>
              <a:t>each node notifies neighbors </a:t>
            </a:r>
            <a:r>
              <a:rPr lang="en-US" sz="2400" i="1" dirty="0"/>
              <a:t>only</a:t>
            </a:r>
            <a:r>
              <a:rPr lang="en-US" sz="2400" dirty="0"/>
              <a:t> when its DV changes</a:t>
            </a:r>
          </a:p>
          <a:p>
            <a:pPr marL="522288" lvl="1" indent="-236538">
              <a:buFont typeface="Wingdings" pitchFamily="2" charset="2"/>
              <a:buChar char="§"/>
            </a:pPr>
            <a:r>
              <a:rPr lang="en-US" dirty="0"/>
              <a:t>neighbors then notify their neighbors – </a:t>
            </a:r>
            <a:r>
              <a:rPr lang="en-US" i="1" dirty="0"/>
              <a:t>only if necessary</a:t>
            </a:r>
          </a:p>
          <a:p>
            <a:pPr marL="522288" lvl="1" indent="-236538">
              <a:buFont typeface="Wingdings" pitchFamily="2" charset="2"/>
              <a:buChar char="§"/>
            </a:pPr>
            <a:r>
              <a:rPr lang="en-US" dirty="0"/>
              <a:t>no notification received, no actions taken!</a:t>
            </a:r>
          </a:p>
        </p:txBody>
      </p:sp>
      <p:grpSp>
        <p:nvGrpSpPr>
          <p:cNvPr id="3" name="Group 2">
            <a:extLst>
              <a:ext uri="{FF2B5EF4-FFF2-40B4-BE49-F238E27FC236}">
                <a16:creationId xmlns:a16="http://schemas.microsoft.com/office/drawing/2014/main" id="{B53C11C6-D826-5F43-A2B4-6804C1E58E41}"/>
              </a:ext>
            </a:extLst>
          </p:cNvPr>
          <p:cNvGrpSpPr/>
          <p:nvPr/>
        </p:nvGrpSpPr>
        <p:grpSpPr>
          <a:xfrm>
            <a:off x="1092191" y="3294344"/>
            <a:ext cx="4622104" cy="1554474"/>
            <a:chOff x="1317659" y="3169084"/>
            <a:chExt cx="4622104" cy="1554474"/>
          </a:xfrm>
        </p:grpSpPr>
        <p:sp>
          <p:nvSpPr>
            <p:cNvPr id="11" name="Line 5">
              <a:extLst>
                <a:ext uri="{FF2B5EF4-FFF2-40B4-BE49-F238E27FC236}">
                  <a16:creationId xmlns:a16="http://schemas.microsoft.com/office/drawing/2014/main" id="{3F1A2ABA-C0FF-3042-AB19-EBB20A32C1C0}"/>
                </a:ext>
              </a:extLst>
            </p:cNvPr>
            <p:cNvSpPr>
              <a:spLocks noChangeShapeType="1"/>
            </p:cNvSpPr>
            <p:nvPr/>
          </p:nvSpPr>
          <p:spPr bwMode="auto">
            <a:xfrm>
              <a:off x="3601463" y="3169084"/>
              <a:ext cx="0" cy="422581"/>
            </a:xfrm>
            <a:prstGeom prst="line">
              <a:avLst/>
            </a:prstGeom>
            <a:noFill/>
            <a:ln w="19050">
              <a:solidFill>
                <a:srgbClr val="000099"/>
              </a:solidFill>
              <a:round/>
              <a:headEnd/>
              <a:tailEnd type="triangle" w="med" len="med"/>
            </a:ln>
            <a:extLst>
              <a:ext uri="{909E8E84-426E-40dd-AFC4-6F175D3DCCD1}">
                <a14:hiddenFill xmlns:a14="http://schemas.microsoft.com/office/drawing/2010/main" xmlns="">
                  <a:noFill/>
                </a14:hiddenFill>
              </a:ext>
            </a:extLst>
          </p:spPr>
          <p:txBody>
            <a:bodyPr wrap="none" anchor="ctr"/>
            <a:lstStyle/>
            <a:p>
              <a:endParaRPr lang="en-US" dirty="0"/>
            </a:p>
          </p:txBody>
        </p:sp>
        <p:sp>
          <p:nvSpPr>
            <p:cNvPr id="17" name="Text Box 4">
              <a:extLst>
                <a:ext uri="{FF2B5EF4-FFF2-40B4-BE49-F238E27FC236}">
                  <a16:creationId xmlns:a16="http://schemas.microsoft.com/office/drawing/2014/main" id="{0127FDB6-1E7E-B747-9FF9-706AF3DA67E3}"/>
                </a:ext>
              </a:extLst>
            </p:cNvPr>
            <p:cNvSpPr txBox="1">
              <a:spLocks noChangeArrowheads="1"/>
            </p:cNvSpPr>
            <p:nvPr/>
          </p:nvSpPr>
          <p:spPr bwMode="auto">
            <a:xfrm>
              <a:off x="1317659" y="3301630"/>
              <a:ext cx="4622104" cy="142192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nSpc>
                  <a:spcPct val="90000"/>
                </a:lnSpc>
              </a:pPr>
              <a:endParaRPr lang="en-US" sz="2000" dirty="0">
                <a:latin typeface="+mn-lt"/>
              </a:endParaRPr>
            </a:p>
            <a:p>
              <a:pPr algn="ctr">
                <a:lnSpc>
                  <a:spcPct val="90000"/>
                </a:lnSpc>
              </a:pPr>
              <a:r>
                <a:rPr lang="en-US" sz="2800" i="1" dirty="0">
                  <a:solidFill>
                    <a:srgbClr val="000099"/>
                  </a:solidFill>
                  <a:latin typeface="+mn-lt"/>
                </a:rPr>
                <a:t>recompute</a:t>
              </a:r>
              <a:r>
                <a:rPr lang="en-US" sz="2800" dirty="0">
                  <a:latin typeface="+mn-lt"/>
                </a:rPr>
                <a:t> DV estimates using DV received from neighbor</a:t>
              </a:r>
            </a:p>
            <a:p>
              <a:pPr>
                <a:lnSpc>
                  <a:spcPct val="90000"/>
                </a:lnSpc>
              </a:pPr>
              <a:endParaRPr lang="en-US" sz="2000" dirty="0">
                <a:latin typeface="+mn-lt"/>
              </a:endParaRPr>
            </a:p>
          </p:txBody>
        </p:sp>
      </p:grpSp>
      <p:grpSp>
        <p:nvGrpSpPr>
          <p:cNvPr id="7" name="Group 6">
            <a:extLst>
              <a:ext uri="{FF2B5EF4-FFF2-40B4-BE49-F238E27FC236}">
                <a16:creationId xmlns:a16="http://schemas.microsoft.com/office/drawing/2014/main" id="{7AB2E6A7-BBBF-E942-BD5C-47863B3A0DE5}"/>
              </a:ext>
            </a:extLst>
          </p:cNvPr>
          <p:cNvGrpSpPr/>
          <p:nvPr/>
        </p:nvGrpSpPr>
        <p:grpSpPr>
          <a:xfrm>
            <a:off x="1054612" y="4521895"/>
            <a:ext cx="4622104" cy="1284197"/>
            <a:chOff x="1280080" y="4396635"/>
            <a:chExt cx="4622104" cy="1284197"/>
          </a:xfrm>
        </p:grpSpPr>
        <p:sp>
          <p:nvSpPr>
            <p:cNvPr id="12" name="Line 6">
              <a:extLst>
                <a:ext uri="{FF2B5EF4-FFF2-40B4-BE49-F238E27FC236}">
                  <a16:creationId xmlns:a16="http://schemas.microsoft.com/office/drawing/2014/main" id="{D8667227-75F3-2946-9800-49EF5E66E793}"/>
                </a:ext>
              </a:extLst>
            </p:cNvPr>
            <p:cNvSpPr>
              <a:spLocks noChangeShapeType="1"/>
            </p:cNvSpPr>
            <p:nvPr/>
          </p:nvSpPr>
          <p:spPr bwMode="auto">
            <a:xfrm>
              <a:off x="3578268" y="4396635"/>
              <a:ext cx="0" cy="439673"/>
            </a:xfrm>
            <a:prstGeom prst="line">
              <a:avLst/>
            </a:prstGeom>
            <a:noFill/>
            <a:ln w="19050">
              <a:solidFill>
                <a:srgbClr val="000099"/>
              </a:solidFill>
              <a:round/>
              <a:headEnd/>
              <a:tailEnd type="triangle" w="med" len="med"/>
            </a:ln>
            <a:extLst>
              <a:ext uri="{909E8E84-426E-40dd-AFC4-6F175D3DCCD1}">
                <a14:hiddenFill xmlns:a14="http://schemas.microsoft.com/office/drawing/2010/main" xmlns="">
                  <a:noFill/>
                </a14:hiddenFill>
              </a:ext>
            </a:extLst>
          </p:spPr>
          <p:txBody>
            <a:bodyPr wrap="none" anchor="ctr"/>
            <a:lstStyle/>
            <a:p>
              <a:endParaRPr lang="en-US" dirty="0"/>
            </a:p>
          </p:txBody>
        </p:sp>
        <p:sp>
          <p:nvSpPr>
            <p:cNvPr id="18" name="Text Box 4">
              <a:extLst>
                <a:ext uri="{FF2B5EF4-FFF2-40B4-BE49-F238E27FC236}">
                  <a16:creationId xmlns:a16="http://schemas.microsoft.com/office/drawing/2014/main" id="{397A11E9-C3A3-2347-8FE5-1B38BBB5C819}"/>
                </a:ext>
              </a:extLst>
            </p:cNvPr>
            <p:cNvSpPr txBox="1">
              <a:spLocks noChangeArrowheads="1"/>
            </p:cNvSpPr>
            <p:nvPr/>
          </p:nvSpPr>
          <p:spPr bwMode="auto">
            <a:xfrm>
              <a:off x="1280080" y="4535903"/>
              <a:ext cx="4622104" cy="114492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nSpc>
                  <a:spcPct val="90000"/>
                </a:lnSpc>
              </a:pPr>
              <a:endParaRPr lang="en-US" sz="2000" dirty="0">
                <a:latin typeface="+mn-lt"/>
              </a:endParaRPr>
            </a:p>
            <a:p>
              <a:pPr algn="ctr">
                <a:lnSpc>
                  <a:spcPct val="90000"/>
                </a:lnSpc>
              </a:pPr>
              <a:r>
                <a:rPr lang="en-US" sz="2800" dirty="0">
                  <a:latin typeface="+mn-lt"/>
                </a:rPr>
                <a:t>if DV to any destination has changed, </a:t>
              </a:r>
              <a:r>
                <a:rPr lang="en-US" sz="2800" i="1" dirty="0">
                  <a:solidFill>
                    <a:srgbClr val="000099"/>
                  </a:solidFill>
                  <a:latin typeface="+mn-lt"/>
                </a:rPr>
                <a:t>notify</a:t>
              </a:r>
              <a:r>
                <a:rPr lang="en-US" sz="2800" dirty="0">
                  <a:latin typeface="+mn-lt"/>
                </a:rPr>
                <a:t> neighbors </a:t>
              </a:r>
            </a:p>
          </p:txBody>
        </p:sp>
      </p:grpSp>
      <p:cxnSp>
        <p:nvCxnSpPr>
          <p:cNvPr id="16" name="Straight Connector 15">
            <a:extLst>
              <a:ext uri="{FF2B5EF4-FFF2-40B4-BE49-F238E27FC236}">
                <a16:creationId xmlns:a16="http://schemas.microsoft.com/office/drawing/2014/main" id="{A5F1EEA1-E3D6-FE44-9DE6-5BA118248F5E}"/>
              </a:ext>
            </a:extLst>
          </p:cNvPr>
          <p:cNvCxnSpPr/>
          <p:nvPr/>
        </p:nvCxnSpPr>
        <p:spPr>
          <a:xfrm flipV="1">
            <a:off x="3369501" y="5718132"/>
            <a:ext cx="0" cy="454068"/>
          </a:xfrm>
          <a:prstGeom prst="line">
            <a:avLst/>
          </a:prstGeom>
          <a:ln w="19050">
            <a:solidFill>
              <a:srgbClr val="0000A8"/>
            </a:solidFill>
          </a:ln>
        </p:spPr>
        <p:style>
          <a:lnRef idx="1">
            <a:schemeClr val="accent1"/>
          </a:lnRef>
          <a:fillRef idx="0">
            <a:schemeClr val="accent1"/>
          </a:fillRef>
          <a:effectRef idx="0">
            <a:schemeClr val="accent1"/>
          </a:effectRef>
          <a:fontRef idx="minor">
            <a:schemeClr val="tx1"/>
          </a:fontRef>
        </p:style>
      </p:cxnSp>
      <p:cxnSp>
        <p:nvCxnSpPr>
          <p:cNvPr id="20" name="Straight Arrow Connector 19">
            <a:extLst>
              <a:ext uri="{FF2B5EF4-FFF2-40B4-BE49-F238E27FC236}">
                <a16:creationId xmlns:a16="http://schemas.microsoft.com/office/drawing/2014/main" id="{E1A9ECAE-CD60-CD4E-8453-32556903D047}"/>
              </a:ext>
            </a:extLst>
          </p:cNvPr>
          <p:cNvCxnSpPr/>
          <p:nvPr/>
        </p:nvCxnSpPr>
        <p:spPr>
          <a:xfrm>
            <a:off x="3352800" y="2179529"/>
            <a:ext cx="0" cy="338203"/>
          </a:xfrm>
          <a:prstGeom prst="straightConnector1">
            <a:avLst/>
          </a:prstGeom>
          <a:ln w="19050">
            <a:tailEnd type="triangl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2E0990E6-E4F6-004A-983C-35F56F91D474}"/>
              </a:ext>
            </a:extLst>
          </p:cNvPr>
          <p:cNvCxnSpPr/>
          <p:nvPr/>
        </p:nvCxnSpPr>
        <p:spPr>
          <a:xfrm>
            <a:off x="1052186" y="6172200"/>
            <a:ext cx="2300614"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81994047-8DFC-3848-A093-707102890135}"/>
              </a:ext>
            </a:extLst>
          </p:cNvPr>
          <p:cNvCxnSpPr/>
          <p:nvPr/>
        </p:nvCxnSpPr>
        <p:spPr>
          <a:xfrm>
            <a:off x="1052186" y="2178485"/>
            <a:ext cx="2300614"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6BD0BEAE-AFEE-C84E-B69C-BA9C126D7B96}"/>
              </a:ext>
            </a:extLst>
          </p:cNvPr>
          <p:cNvCxnSpPr>
            <a:cxnSpLocks/>
          </p:cNvCxnSpPr>
          <p:nvPr/>
        </p:nvCxnSpPr>
        <p:spPr>
          <a:xfrm>
            <a:off x="1039660" y="2167003"/>
            <a:ext cx="0" cy="4005197"/>
          </a:xfrm>
          <a:prstGeom prst="line">
            <a:avLst/>
          </a:prstGeom>
          <a:ln w="19050"/>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114147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dissolv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wipe(up)">
                                      <p:cBhvr>
                                        <p:cTn id="22" dur="500"/>
                                        <p:tgtEl>
                                          <p:spTgt spid="16"/>
                                        </p:tgtEl>
                                      </p:cBhvr>
                                    </p:animEffect>
                                  </p:childTnLst>
                                </p:cTn>
                              </p:par>
                            </p:childTnLst>
                          </p:cTn>
                        </p:par>
                        <p:par>
                          <p:cTn id="23" fill="hold">
                            <p:stCondLst>
                              <p:cond delay="500"/>
                            </p:stCondLst>
                            <p:childTnLst>
                              <p:par>
                                <p:cTn id="24" presetID="22" presetClass="entr" presetSubtype="2" fill="hold" nodeType="afterEffect">
                                  <p:stCondLst>
                                    <p:cond delay="0"/>
                                  </p:stCondLst>
                                  <p:childTnLst>
                                    <p:set>
                                      <p:cBhvr>
                                        <p:cTn id="25" dur="1" fill="hold">
                                          <p:stCondLst>
                                            <p:cond delay="0"/>
                                          </p:stCondLst>
                                        </p:cTn>
                                        <p:tgtEl>
                                          <p:spTgt spid="27"/>
                                        </p:tgtEl>
                                        <p:attrNameLst>
                                          <p:attrName>style.visibility</p:attrName>
                                        </p:attrNameLst>
                                      </p:cBhvr>
                                      <p:to>
                                        <p:strVal val="visible"/>
                                      </p:to>
                                    </p:set>
                                    <p:animEffect transition="in" filter="wipe(right)">
                                      <p:cBhvr>
                                        <p:cTn id="26" dur="500"/>
                                        <p:tgtEl>
                                          <p:spTgt spid="27"/>
                                        </p:tgtEl>
                                      </p:cBhvr>
                                    </p:animEffect>
                                  </p:childTnLst>
                                </p:cTn>
                              </p:par>
                            </p:childTnLst>
                          </p:cTn>
                        </p:par>
                        <p:par>
                          <p:cTn id="27" fill="hold">
                            <p:stCondLst>
                              <p:cond delay="1000"/>
                            </p:stCondLst>
                            <p:childTnLst>
                              <p:par>
                                <p:cTn id="28" presetID="22" presetClass="entr" presetSubtype="4" fill="hold" nodeType="afterEffect">
                                  <p:stCondLst>
                                    <p:cond delay="0"/>
                                  </p:stCondLst>
                                  <p:childTnLst>
                                    <p:set>
                                      <p:cBhvr>
                                        <p:cTn id="29" dur="1" fill="hold">
                                          <p:stCondLst>
                                            <p:cond delay="0"/>
                                          </p:stCondLst>
                                        </p:cTn>
                                        <p:tgtEl>
                                          <p:spTgt spid="30"/>
                                        </p:tgtEl>
                                        <p:attrNameLst>
                                          <p:attrName>style.visibility</p:attrName>
                                        </p:attrNameLst>
                                      </p:cBhvr>
                                      <p:to>
                                        <p:strVal val="visible"/>
                                      </p:to>
                                    </p:set>
                                    <p:animEffect transition="in" filter="wipe(down)">
                                      <p:cBhvr>
                                        <p:cTn id="30" dur="500"/>
                                        <p:tgtEl>
                                          <p:spTgt spid="30"/>
                                        </p:tgtEl>
                                      </p:cBhvr>
                                    </p:animEffect>
                                  </p:childTnLst>
                                </p:cTn>
                              </p:par>
                            </p:childTnLst>
                          </p:cTn>
                        </p:par>
                        <p:par>
                          <p:cTn id="31" fill="hold">
                            <p:stCondLst>
                              <p:cond delay="1500"/>
                            </p:stCondLst>
                            <p:childTnLst>
                              <p:par>
                                <p:cTn id="32" presetID="22" presetClass="entr" presetSubtype="8" fill="hold" nodeType="afterEffect">
                                  <p:stCondLst>
                                    <p:cond delay="0"/>
                                  </p:stCondLst>
                                  <p:childTnLst>
                                    <p:set>
                                      <p:cBhvr>
                                        <p:cTn id="33" dur="1" fill="hold">
                                          <p:stCondLst>
                                            <p:cond delay="0"/>
                                          </p:stCondLst>
                                        </p:cTn>
                                        <p:tgtEl>
                                          <p:spTgt spid="28"/>
                                        </p:tgtEl>
                                        <p:attrNameLst>
                                          <p:attrName>style.visibility</p:attrName>
                                        </p:attrNameLst>
                                      </p:cBhvr>
                                      <p:to>
                                        <p:strVal val="visible"/>
                                      </p:to>
                                    </p:set>
                                    <p:animEffect transition="in" filter="wipe(left)">
                                      <p:cBhvr>
                                        <p:cTn id="34" dur="500"/>
                                        <p:tgtEl>
                                          <p:spTgt spid="28"/>
                                        </p:tgtEl>
                                      </p:cBhvr>
                                    </p:animEffect>
                                  </p:childTnLst>
                                </p:cTn>
                              </p:par>
                            </p:childTnLst>
                          </p:cTn>
                        </p:par>
                        <p:par>
                          <p:cTn id="35" fill="hold">
                            <p:stCondLst>
                              <p:cond delay="2000"/>
                            </p:stCondLst>
                            <p:childTnLst>
                              <p:par>
                                <p:cTn id="36" presetID="22" presetClass="entr" presetSubtype="1" fill="hold" nodeType="afterEffect">
                                  <p:stCondLst>
                                    <p:cond delay="0"/>
                                  </p:stCondLst>
                                  <p:childTnLst>
                                    <p:set>
                                      <p:cBhvr>
                                        <p:cTn id="37" dur="1" fill="hold">
                                          <p:stCondLst>
                                            <p:cond delay="0"/>
                                          </p:stCondLst>
                                        </p:cTn>
                                        <p:tgtEl>
                                          <p:spTgt spid="20"/>
                                        </p:tgtEl>
                                        <p:attrNameLst>
                                          <p:attrName>style.visibility</p:attrName>
                                        </p:attrNameLst>
                                      </p:cBhvr>
                                      <p:to>
                                        <p:strVal val="visible"/>
                                      </p:to>
                                    </p:set>
                                    <p:animEffect transition="in" filter="wipe(up)">
                                      <p:cBhvr>
                                        <p:cTn id="38" dur="500"/>
                                        <p:tgtEl>
                                          <p:spTgt spid="20"/>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grpId="0" nodeType="clickEffect">
                                  <p:stCondLst>
                                    <p:cond delay="0"/>
                                  </p:stCondLst>
                                  <p:childTnLst>
                                    <p:set>
                                      <p:cBhvr>
                                        <p:cTn id="42" dur="1" fill="hold">
                                          <p:stCondLst>
                                            <p:cond delay="0"/>
                                          </p:stCondLst>
                                        </p:cTn>
                                        <p:tgtEl>
                                          <p:spTgt spid="9"/>
                                        </p:tgtEl>
                                        <p:attrNameLst>
                                          <p:attrName>style.visibility</p:attrName>
                                        </p:attrNameLst>
                                      </p:cBhvr>
                                      <p:to>
                                        <p:strVal val="visible"/>
                                      </p:to>
                                    </p:set>
                                    <p:animEffect transition="in" filter="dissolve">
                                      <p:cBhvr>
                                        <p:cTn id="43" dur="500"/>
                                        <p:tgtEl>
                                          <p:spTgt spid="9"/>
                                        </p:tgtEl>
                                      </p:cBhvr>
                                    </p:animEffect>
                                  </p:childTnLst>
                                </p:cTn>
                              </p:par>
                            </p:childTnLst>
                          </p:cTn>
                        </p:par>
                      </p:childTnLst>
                    </p:cTn>
                  </p:par>
                  <p:par>
                    <p:cTn id="44" fill="hold">
                      <p:stCondLst>
                        <p:cond delay="indefinite"/>
                      </p:stCondLst>
                      <p:childTnLst>
                        <p:par>
                          <p:cTn id="45" fill="hold">
                            <p:stCondLst>
                              <p:cond delay="0"/>
                            </p:stCondLst>
                            <p:childTnLst>
                              <p:par>
                                <p:cTn id="46" presetID="9" presetClass="entr" presetSubtype="0" fill="hold" grpId="0" nodeType="clickEffect">
                                  <p:stCondLst>
                                    <p:cond delay="0"/>
                                  </p:stCondLst>
                                  <p:childTnLst>
                                    <p:set>
                                      <p:cBhvr>
                                        <p:cTn id="47" dur="1" fill="hold">
                                          <p:stCondLst>
                                            <p:cond delay="0"/>
                                          </p:stCondLst>
                                        </p:cTn>
                                        <p:tgtEl>
                                          <p:spTgt spid="15"/>
                                        </p:tgtEl>
                                        <p:attrNameLst>
                                          <p:attrName>style.visibility</p:attrName>
                                        </p:attrNameLst>
                                      </p:cBhvr>
                                      <p:to>
                                        <p:strVal val="visible"/>
                                      </p:to>
                                    </p:set>
                                    <p:animEffect transition="in" filter="dissolve">
                                      <p:cBhvr>
                                        <p:cTn id="48"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5"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7" name="Slide Number Placeholder 6"/>
          <p:cNvSpPr>
            <a:spLocks noGrp="1"/>
          </p:cNvSpPr>
          <p:nvPr>
            <p:ph type="sldNum" sz="quarter" idx="12"/>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a:solidFill>
                  <a:schemeClr val="tx1"/>
                </a:solidFill>
                <a:latin typeface="Arial" charset="0"/>
                <a:ea typeface="ＭＳ Ｐゴシック" pitchFamily="34" charset="-128"/>
              </a:defRPr>
            </a:lvl1pPr>
            <a:lvl2pPr marL="742950" indent="-285750">
              <a:defRPr>
                <a:solidFill>
                  <a:schemeClr val="tx1"/>
                </a:solidFill>
                <a:latin typeface="Arial" charset="0"/>
                <a:ea typeface="ＭＳ Ｐゴシック" pitchFamily="34" charset="-128"/>
              </a:defRPr>
            </a:lvl2pPr>
            <a:lvl3pPr marL="1143000" indent="-228600">
              <a:defRPr>
                <a:solidFill>
                  <a:schemeClr val="tx1"/>
                </a:solidFill>
                <a:latin typeface="Arial" charset="0"/>
                <a:ea typeface="ＭＳ Ｐゴシック" pitchFamily="34" charset="-128"/>
              </a:defRPr>
            </a:lvl3pPr>
            <a:lvl4pPr marL="1600200" indent="-228600">
              <a:defRPr>
                <a:solidFill>
                  <a:schemeClr val="tx1"/>
                </a:solidFill>
                <a:latin typeface="Arial" charset="0"/>
                <a:ea typeface="ＭＳ Ｐゴシック" pitchFamily="34" charset="-128"/>
              </a:defRPr>
            </a:lvl4pPr>
            <a:lvl5pPr marL="2057400" indent="-22860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r>
              <a:rPr lang="en-US" altLang="en-US" dirty="0">
                <a:latin typeface="Tahoma" pitchFamily="34" charset="0"/>
              </a:rPr>
              <a:t>5</a:t>
            </a:r>
            <a:r>
              <a:rPr lang="en-US" altLang="en-US" dirty="0" smtClean="0">
                <a:latin typeface="Tahoma" pitchFamily="34" charset="0"/>
              </a:rPr>
              <a:t>-</a:t>
            </a:r>
            <a:fld id="{641B49AC-8358-4161-AED4-7D2DEAE5E70A}" type="slidenum">
              <a:rPr lang="en-US" altLang="en-US" smtClean="0">
                <a:latin typeface="Tahoma" pitchFamily="34" charset="0"/>
              </a:rPr>
              <a:pPr/>
              <a:t>37</a:t>
            </a:fld>
            <a:endParaRPr lang="en-US" altLang="en-US" dirty="0">
              <a:latin typeface="Tahoma" pitchFamily="34" charset="0"/>
            </a:endParaRPr>
          </a:p>
        </p:txBody>
      </p:sp>
      <p:sp>
        <p:nvSpPr>
          <p:cNvPr id="16" name="Rectangle 2"/>
          <p:cNvSpPr txBox="1">
            <a:spLocks noChangeArrowheads="1"/>
          </p:cNvSpPr>
          <p:nvPr/>
        </p:nvSpPr>
        <p:spPr bwMode="auto">
          <a:xfrm>
            <a:off x="6021718" y="140786"/>
            <a:ext cx="4646282" cy="6279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l" rtl="0" eaLnBrk="0" fontAlgn="base" hangingPunct="0">
              <a:spcBef>
                <a:spcPct val="0"/>
              </a:spcBef>
              <a:spcAft>
                <a:spcPct val="0"/>
              </a:spcAft>
              <a:defRPr sz="4400">
                <a:solidFill>
                  <a:srgbClr val="000099"/>
                </a:solidFill>
                <a:latin typeface="+mj-lt"/>
                <a:ea typeface="ＭＳ Ｐゴシック" charset="0"/>
                <a:cs typeface="+mj-cs"/>
              </a:defRPr>
            </a:lvl1pPr>
            <a:lvl2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2pPr>
            <a:lvl3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3pPr>
            <a:lvl4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4pPr>
            <a:lvl5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5pPr>
            <a:lvl6pPr marL="457200" algn="l" rtl="0" fontAlgn="base">
              <a:spcBef>
                <a:spcPct val="0"/>
              </a:spcBef>
              <a:spcAft>
                <a:spcPct val="0"/>
              </a:spcAft>
              <a:defRPr sz="4400">
                <a:solidFill>
                  <a:srgbClr val="000099"/>
                </a:solidFill>
                <a:latin typeface="Gill Sans MT" pitchFamily="34" charset="0"/>
                <a:cs typeface="Arial" charset="0"/>
              </a:defRPr>
            </a:lvl6pPr>
            <a:lvl7pPr marL="914400" algn="l" rtl="0" fontAlgn="base">
              <a:spcBef>
                <a:spcPct val="0"/>
              </a:spcBef>
              <a:spcAft>
                <a:spcPct val="0"/>
              </a:spcAft>
              <a:defRPr sz="4400">
                <a:solidFill>
                  <a:srgbClr val="000099"/>
                </a:solidFill>
                <a:latin typeface="Gill Sans MT" pitchFamily="34" charset="0"/>
                <a:cs typeface="Arial" charset="0"/>
              </a:defRPr>
            </a:lvl7pPr>
            <a:lvl8pPr marL="1371600" algn="l" rtl="0" fontAlgn="base">
              <a:spcBef>
                <a:spcPct val="0"/>
              </a:spcBef>
              <a:spcAft>
                <a:spcPct val="0"/>
              </a:spcAft>
              <a:defRPr sz="4400">
                <a:solidFill>
                  <a:srgbClr val="000099"/>
                </a:solidFill>
                <a:latin typeface="Gill Sans MT" pitchFamily="34" charset="0"/>
                <a:cs typeface="Arial" charset="0"/>
              </a:defRPr>
            </a:lvl8pPr>
            <a:lvl9pPr marL="1828800" algn="l" rtl="0" fontAlgn="base">
              <a:spcBef>
                <a:spcPct val="0"/>
              </a:spcBef>
              <a:spcAft>
                <a:spcPct val="0"/>
              </a:spcAft>
              <a:defRPr sz="4400">
                <a:solidFill>
                  <a:srgbClr val="000099"/>
                </a:solidFill>
                <a:latin typeface="Gill Sans MT" pitchFamily="34" charset="0"/>
                <a:cs typeface="Arial" charset="0"/>
              </a:defRPr>
            </a:lvl9pPr>
          </a:lstStyle>
          <a:p>
            <a:pPr algn="r" eaLnBrk="1" hangingPunct="1"/>
            <a:r>
              <a:rPr lang="en-US" altLang="ja-JP" sz="2800" dirty="0">
                <a:solidFill>
                  <a:schemeClr val="tx1"/>
                </a:solidFill>
                <a:latin typeface="Arial"/>
                <a:ea typeface="ＭＳ Ｐゴシック" pitchFamily="34" charset="-128"/>
                <a:cs typeface="Arial"/>
              </a:rPr>
              <a:t>The Distance Vector (DV)</a:t>
            </a:r>
            <a:endParaRPr lang="en-US" sz="2800" dirty="0">
              <a:solidFill>
                <a:schemeClr val="tx1"/>
              </a:solidFill>
              <a:latin typeface="Arial"/>
              <a:ea typeface="ＭＳ Ｐゴシック" pitchFamily="34" charset="-128"/>
              <a:cs typeface="Arial"/>
            </a:endParaRPr>
          </a:p>
        </p:txBody>
      </p:sp>
      <p:sp>
        <p:nvSpPr>
          <p:cNvPr id="17" name="Rectangle 3"/>
          <p:cNvSpPr txBox="1">
            <a:spLocks noChangeArrowheads="1"/>
          </p:cNvSpPr>
          <p:nvPr/>
        </p:nvSpPr>
        <p:spPr bwMode="auto">
          <a:xfrm>
            <a:off x="2465496" y="6202800"/>
            <a:ext cx="7501692" cy="43622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65000"/>
              <a:buFont typeface="Wingdings" pitchFamily="2" charset="2"/>
              <a:buChar char="v"/>
              <a:defRPr sz="2800">
                <a:solidFill>
                  <a:schemeClr val="tx1"/>
                </a:solidFill>
                <a:latin typeface="+mn-lt"/>
                <a:ea typeface="ＭＳ Ｐゴシック" charset="0"/>
                <a:cs typeface="+mn-cs"/>
              </a:defRPr>
            </a:lvl1pPr>
            <a:lvl2pPr marL="742950" indent="-285750" algn="l" rtl="0" eaLnBrk="0" fontAlgn="base" hangingPunct="0">
              <a:lnSpc>
                <a:spcPct val="85000"/>
              </a:lnSpc>
              <a:spcBef>
                <a:spcPct val="20000"/>
              </a:spcBef>
              <a:spcAft>
                <a:spcPct val="0"/>
              </a:spcAft>
              <a:buClr>
                <a:srgbClr val="000099"/>
              </a:buClr>
              <a:buFont typeface="Wingdings" pitchFamily="2" charset="2"/>
              <a:buChar char="§"/>
              <a:defRPr sz="2400">
                <a:solidFill>
                  <a:schemeClr val="tx1"/>
                </a:solidFill>
                <a:latin typeface="+mn-lt"/>
                <a:ea typeface="Arial" charset="0"/>
                <a:cs typeface="+mn-cs"/>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Arial" charset="0"/>
                <a:cs typeface="+mn-cs"/>
              </a:defRPr>
            </a:lvl3pPr>
            <a:lvl4pPr marL="1600200" indent="-228600" algn="l" rtl="0" eaLnBrk="0" fontAlgn="base" hangingPunct="0">
              <a:spcBef>
                <a:spcPct val="20000"/>
              </a:spcBef>
              <a:spcAft>
                <a:spcPct val="0"/>
              </a:spcAft>
              <a:buChar char="–"/>
              <a:defRPr sz="2000">
                <a:solidFill>
                  <a:schemeClr val="tx1"/>
                </a:solidFill>
                <a:latin typeface="Times New Roman" pitchFamily="18" charset="0"/>
                <a:ea typeface="Arial" charset="0"/>
                <a:cs typeface="+mn-cs"/>
              </a:defRPr>
            </a:lvl4pPr>
            <a:lvl5pPr marL="2057400" indent="-228600" algn="l" rtl="0" eaLnBrk="0" fontAlgn="base" hangingPunct="0">
              <a:spcBef>
                <a:spcPct val="20000"/>
              </a:spcBef>
              <a:spcAft>
                <a:spcPct val="0"/>
              </a:spcAft>
              <a:buChar char="»"/>
              <a:defRPr sz="2000">
                <a:solidFill>
                  <a:schemeClr val="tx1"/>
                </a:solidFill>
                <a:latin typeface="Times New Roman" pitchFamily="18" charset="0"/>
                <a:ea typeface="Arial" charset="0"/>
                <a:cs typeface="+mn-cs"/>
              </a:defRPr>
            </a:lvl5pPr>
            <a:lvl6pPr marL="2514600" indent="-228600" algn="l" rtl="0" fontAlgn="base">
              <a:spcBef>
                <a:spcPct val="20000"/>
              </a:spcBef>
              <a:spcAft>
                <a:spcPct val="0"/>
              </a:spcAft>
              <a:buChar char="»"/>
              <a:defRPr sz="2000">
                <a:solidFill>
                  <a:schemeClr val="tx1"/>
                </a:solidFill>
                <a:latin typeface="Times New Roman" pitchFamily="18" charset="0"/>
                <a:cs typeface="+mn-cs"/>
              </a:defRPr>
            </a:lvl6pPr>
            <a:lvl7pPr marL="2971800" indent="-228600" algn="l" rtl="0" fontAlgn="base">
              <a:spcBef>
                <a:spcPct val="20000"/>
              </a:spcBef>
              <a:spcAft>
                <a:spcPct val="0"/>
              </a:spcAft>
              <a:buChar char="»"/>
              <a:defRPr sz="2000">
                <a:solidFill>
                  <a:schemeClr val="tx1"/>
                </a:solidFill>
                <a:latin typeface="Times New Roman" pitchFamily="18" charset="0"/>
                <a:cs typeface="+mn-cs"/>
              </a:defRPr>
            </a:lvl7pPr>
            <a:lvl8pPr marL="3429000" indent="-228600" algn="l" rtl="0" fontAlgn="base">
              <a:spcBef>
                <a:spcPct val="20000"/>
              </a:spcBef>
              <a:spcAft>
                <a:spcPct val="0"/>
              </a:spcAft>
              <a:buChar char="»"/>
              <a:defRPr sz="2000">
                <a:solidFill>
                  <a:schemeClr val="tx1"/>
                </a:solidFill>
                <a:latin typeface="Times New Roman" pitchFamily="18" charset="0"/>
                <a:cs typeface="+mn-cs"/>
              </a:defRPr>
            </a:lvl8pPr>
            <a:lvl9pPr marL="3886200" indent="-228600" algn="l" rtl="0" fontAlgn="base">
              <a:spcBef>
                <a:spcPct val="20000"/>
              </a:spcBef>
              <a:spcAft>
                <a:spcPct val="0"/>
              </a:spcAft>
              <a:buChar char="»"/>
              <a:defRPr sz="2000">
                <a:solidFill>
                  <a:schemeClr val="tx1"/>
                </a:solidFill>
                <a:latin typeface="Times New Roman" pitchFamily="18" charset="0"/>
                <a:cs typeface="+mn-cs"/>
              </a:defRPr>
            </a:lvl9pPr>
          </a:lstStyle>
          <a:p>
            <a:pPr marL="0" indent="0" algn="ctr">
              <a:buNone/>
            </a:pPr>
            <a:r>
              <a:rPr lang="en-US" sz="1800" b="1" dirty="0">
                <a:solidFill>
                  <a:srgbClr val="00B9FA"/>
                </a:solidFill>
                <a:latin typeface="Arial"/>
                <a:ea typeface="ＭＳ Ｐゴシック" pitchFamily="34" charset="-128"/>
                <a:cs typeface="Arial"/>
              </a:rPr>
              <a:t>Figure</a:t>
            </a:r>
            <a:r>
              <a:rPr lang="en-US" sz="1800" dirty="0">
                <a:latin typeface="Arial"/>
                <a:ea typeface="ＭＳ Ｐゴシック" pitchFamily="34" charset="-128"/>
                <a:cs typeface="Arial"/>
              </a:rPr>
              <a:t>: DV algorithm at each node, </a:t>
            </a:r>
            <a:r>
              <a:rPr lang="en-US" sz="1800" i="1" dirty="0">
                <a:latin typeface="Times New Roman"/>
                <a:ea typeface="ＭＳ Ｐゴシック" pitchFamily="34" charset="-128"/>
                <a:cs typeface="Times New Roman"/>
              </a:rPr>
              <a:t>x</a:t>
            </a:r>
            <a:endParaRPr lang="en-US" sz="1800" i="1" dirty="0">
              <a:latin typeface="Times New Roman"/>
              <a:cs typeface="Times New Roman"/>
            </a:endParaRPr>
          </a:p>
        </p:txBody>
      </p:sp>
      <p:pic>
        <p:nvPicPr>
          <p:cNvPr id="2" name="Picture 1" descr="Screen Shot 2016-04-16 at 10.35.26 PM.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145524" y="1477705"/>
            <a:ext cx="8103604" cy="4400175"/>
          </a:xfrm>
          <a:prstGeom prst="rect">
            <a:avLst/>
          </a:prstGeom>
          <a:effectLst>
            <a:outerShdw blurRad="50800" dist="139700" dir="2700000" algn="tl" rotWithShape="0">
              <a:srgbClr val="000000">
                <a:alpha val="43000"/>
              </a:srgbClr>
            </a:outerShdw>
          </a:effectLst>
        </p:spPr>
      </p:pic>
      <p:sp>
        <p:nvSpPr>
          <p:cNvPr id="6" name="Slide Number Placeholder 4">
            <a:extLst>
              <a:ext uri="{FF2B5EF4-FFF2-40B4-BE49-F238E27FC236}">
                <a16:creationId xmlns:a16="http://schemas.microsoft.com/office/drawing/2014/main" id="{20951948-B008-E644-A413-AF8F2E6FBCAF}"/>
              </a:ext>
            </a:extLst>
          </p:cNvPr>
          <p:cNvSpPr>
            <a:spLocks noGrp="1"/>
          </p:cNvSpPr>
          <p:nvPr>
            <p:ph type="sldNum" sz="quarter" idx="4"/>
          </p:nvPr>
        </p:nvSpPr>
        <p:spPr>
          <a:xfrm>
            <a:off x="9219616" y="6443089"/>
            <a:ext cx="2743200" cy="365125"/>
          </a:xfrm>
        </p:spPr>
        <p:txBody>
          <a:bodyPr/>
          <a:lstStyle/>
          <a:p>
            <a:r>
              <a:rPr lang="en-US" smtClean="0"/>
              <a:t>Network Layer: 5-</a:t>
            </a:r>
            <a:fld id="{C4204591-24BD-A542-B9D5-F8D8A88D2FEE}" type="slidenum">
              <a:rPr lang="en-US" smtClean="0"/>
              <a:pPr/>
              <a:t>37</a:t>
            </a:fld>
            <a:endParaRPr lang="en-US" dirty="0"/>
          </a:p>
        </p:txBody>
      </p:sp>
    </p:spTree>
    <p:extLst>
      <p:ext uri="{BB962C8B-B14F-4D97-AF65-F5344CB8AC3E}">
        <p14:creationId xmlns:p14="http://schemas.microsoft.com/office/powerpoint/2010/main" val="64371770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2B9189-7CDF-0741-9858-A79357149B7C}"/>
              </a:ext>
            </a:extLst>
          </p:cNvPr>
          <p:cNvSpPr>
            <a:spLocks noGrp="1"/>
          </p:cNvSpPr>
          <p:nvPr>
            <p:ph type="title"/>
          </p:nvPr>
        </p:nvSpPr>
        <p:spPr>
          <a:xfrm>
            <a:off x="826624" y="174028"/>
            <a:ext cx="10893427" cy="894622"/>
          </a:xfrm>
        </p:spPr>
        <p:txBody>
          <a:bodyPr/>
          <a:lstStyle/>
          <a:p>
            <a:r>
              <a:rPr lang="en-US" dirty="0"/>
              <a:t>Distance vector: another example</a:t>
            </a:r>
          </a:p>
        </p:txBody>
      </p:sp>
      <p:sp>
        <p:nvSpPr>
          <p:cNvPr id="5" name="Slide Number Placeholder 4">
            <a:extLst>
              <a:ext uri="{FF2B5EF4-FFF2-40B4-BE49-F238E27FC236}">
                <a16:creationId xmlns:a16="http://schemas.microsoft.com/office/drawing/2014/main" id="{98E05715-B0AC-CF47-B242-18018B71339C}"/>
              </a:ext>
            </a:extLst>
          </p:cNvPr>
          <p:cNvSpPr>
            <a:spLocks noGrp="1"/>
          </p:cNvSpPr>
          <p:nvPr>
            <p:ph type="sldNum" sz="quarter" idx="4"/>
          </p:nvPr>
        </p:nvSpPr>
        <p:spPr/>
        <p:txBody>
          <a:bodyPr/>
          <a:lstStyle/>
          <a:p>
            <a:r>
              <a:rPr lang="en-US" dirty="0"/>
              <a:t>Network Layer: 5-</a:t>
            </a:r>
            <a:fld id="{C4204591-24BD-A542-B9D5-F8D8A88D2FEE}" type="slidenum">
              <a:rPr lang="en-US" smtClean="0"/>
              <a:pPr/>
              <a:t>38</a:t>
            </a:fld>
            <a:endParaRPr lang="en-US" dirty="0"/>
          </a:p>
        </p:txBody>
      </p:sp>
      <p:sp>
        <p:nvSpPr>
          <p:cNvPr id="443" name="Line 3">
            <a:extLst>
              <a:ext uri="{FF2B5EF4-FFF2-40B4-BE49-F238E27FC236}">
                <a16:creationId xmlns:a16="http://schemas.microsoft.com/office/drawing/2014/main" id="{939910D0-6520-E74E-BA03-8367DB9FDAE2}"/>
              </a:ext>
            </a:extLst>
          </p:cNvPr>
          <p:cNvSpPr>
            <a:spLocks noChangeShapeType="1"/>
          </p:cNvSpPr>
          <p:nvPr/>
        </p:nvSpPr>
        <p:spPr bwMode="auto">
          <a:xfrm>
            <a:off x="2196230" y="1648217"/>
            <a:ext cx="0" cy="12192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4" name="Line 4">
            <a:extLst>
              <a:ext uri="{FF2B5EF4-FFF2-40B4-BE49-F238E27FC236}">
                <a16:creationId xmlns:a16="http://schemas.microsoft.com/office/drawing/2014/main" id="{FBAA51FA-578A-FB4C-9FC1-D33D94C08735}"/>
              </a:ext>
            </a:extLst>
          </p:cNvPr>
          <p:cNvSpPr>
            <a:spLocks noChangeShapeType="1"/>
          </p:cNvSpPr>
          <p:nvPr/>
        </p:nvSpPr>
        <p:spPr bwMode="auto">
          <a:xfrm>
            <a:off x="1891430" y="1876817"/>
            <a:ext cx="1371600" cy="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5" name="Text Box 5">
            <a:extLst>
              <a:ext uri="{FF2B5EF4-FFF2-40B4-BE49-F238E27FC236}">
                <a16:creationId xmlns:a16="http://schemas.microsoft.com/office/drawing/2014/main" id="{63C65693-0CB5-9044-8280-CEE1EF17BE0F}"/>
              </a:ext>
            </a:extLst>
          </p:cNvPr>
          <p:cNvSpPr txBox="1">
            <a:spLocks noChangeArrowheads="1"/>
          </p:cNvSpPr>
          <p:nvPr/>
        </p:nvSpPr>
        <p:spPr bwMode="auto">
          <a:xfrm>
            <a:off x="2196230" y="1491055"/>
            <a:ext cx="9080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x   y   z</a:t>
            </a:r>
          </a:p>
        </p:txBody>
      </p:sp>
      <p:sp>
        <p:nvSpPr>
          <p:cNvPr id="446" name="Text Box 6">
            <a:extLst>
              <a:ext uri="{FF2B5EF4-FFF2-40B4-BE49-F238E27FC236}">
                <a16:creationId xmlns:a16="http://schemas.microsoft.com/office/drawing/2014/main" id="{0C8AEA14-E30C-AC4A-B87D-472785A1927A}"/>
              </a:ext>
            </a:extLst>
          </p:cNvPr>
          <p:cNvSpPr txBox="1">
            <a:spLocks noChangeArrowheads="1"/>
          </p:cNvSpPr>
          <p:nvPr/>
        </p:nvSpPr>
        <p:spPr bwMode="auto">
          <a:xfrm>
            <a:off x="1891430" y="1872055"/>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x</a:t>
            </a:r>
          </a:p>
        </p:txBody>
      </p:sp>
      <p:sp>
        <p:nvSpPr>
          <p:cNvPr id="447" name="Text Box 7">
            <a:extLst>
              <a:ext uri="{FF2B5EF4-FFF2-40B4-BE49-F238E27FC236}">
                <a16:creationId xmlns:a16="http://schemas.microsoft.com/office/drawing/2014/main" id="{9CB9B004-A231-8945-A90A-D2FD2F6661E5}"/>
              </a:ext>
            </a:extLst>
          </p:cNvPr>
          <p:cNvSpPr txBox="1">
            <a:spLocks noChangeArrowheads="1"/>
          </p:cNvSpPr>
          <p:nvPr/>
        </p:nvSpPr>
        <p:spPr bwMode="auto">
          <a:xfrm>
            <a:off x="1891430" y="2176855"/>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y</a:t>
            </a:r>
          </a:p>
        </p:txBody>
      </p:sp>
      <p:sp>
        <p:nvSpPr>
          <p:cNvPr id="448" name="Text Box 8">
            <a:extLst>
              <a:ext uri="{FF2B5EF4-FFF2-40B4-BE49-F238E27FC236}">
                <a16:creationId xmlns:a16="http://schemas.microsoft.com/office/drawing/2014/main" id="{D1A9BD92-FFBA-0F45-A8B0-C056C2DDB3BE}"/>
              </a:ext>
            </a:extLst>
          </p:cNvPr>
          <p:cNvSpPr txBox="1">
            <a:spLocks noChangeArrowheads="1"/>
          </p:cNvSpPr>
          <p:nvPr/>
        </p:nvSpPr>
        <p:spPr bwMode="auto">
          <a:xfrm>
            <a:off x="1891430" y="2481655"/>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z</a:t>
            </a:r>
          </a:p>
        </p:txBody>
      </p:sp>
      <p:sp>
        <p:nvSpPr>
          <p:cNvPr id="449" name="Text Box 9">
            <a:extLst>
              <a:ext uri="{FF2B5EF4-FFF2-40B4-BE49-F238E27FC236}">
                <a16:creationId xmlns:a16="http://schemas.microsoft.com/office/drawing/2014/main" id="{70BC3416-9A08-EC45-8E5D-0D62E7328005}"/>
              </a:ext>
            </a:extLst>
          </p:cNvPr>
          <p:cNvSpPr txBox="1">
            <a:spLocks noChangeArrowheads="1"/>
          </p:cNvSpPr>
          <p:nvPr/>
        </p:nvSpPr>
        <p:spPr bwMode="auto">
          <a:xfrm>
            <a:off x="2196230" y="1872055"/>
            <a:ext cx="8826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0  2   7</a:t>
            </a:r>
          </a:p>
        </p:txBody>
      </p:sp>
      <p:sp>
        <p:nvSpPr>
          <p:cNvPr id="450" name="Text Box 10">
            <a:extLst>
              <a:ext uri="{FF2B5EF4-FFF2-40B4-BE49-F238E27FC236}">
                <a16:creationId xmlns:a16="http://schemas.microsoft.com/office/drawing/2014/main" id="{3126AC87-8359-BD44-8B0C-CC527572FF4A}"/>
              </a:ext>
            </a:extLst>
          </p:cNvPr>
          <p:cNvSpPr txBox="1">
            <a:spLocks noChangeArrowheads="1"/>
          </p:cNvSpPr>
          <p:nvPr/>
        </p:nvSpPr>
        <p:spPr bwMode="auto">
          <a:xfrm>
            <a:off x="2196230" y="2253055"/>
            <a:ext cx="347663"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a:t>
            </a:r>
          </a:p>
        </p:txBody>
      </p:sp>
      <p:sp>
        <p:nvSpPr>
          <p:cNvPr id="451" name="Text Box 11">
            <a:extLst>
              <a:ext uri="{FF2B5EF4-FFF2-40B4-BE49-F238E27FC236}">
                <a16:creationId xmlns:a16="http://schemas.microsoft.com/office/drawing/2014/main" id="{6C8B20E3-E296-674B-80E9-64B2EFDC02EC}"/>
              </a:ext>
            </a:extLst>
          </p:cNvPr>
          <p:cNvSpPr txBox="1">
            <a:spLocks noChangeArrowheads="1"/>
          </p:cNvSpPr>
          <p:nvPr/>
        </p:nvSpPr>
        <p:spPr bwMode="auto">
          <a:xfrm>
            <a:off x="2424830" y="2253055"/>
            <a:ext cx="347663"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a:t>
            </a:r>
          </a:p>
        </p:txBody>
      </p:sp>
      <p:sp>
        <p:nvSpPr>
          <p:cNvPr id="452" name="Text Box 12">
            <a:extLst>
              <a:ext uri="{FF2B5EF4-FFF2-40B4-BE49-F238E27FC236}">
                <a16:creationId xmlns:a16="http://schemas.microsoft.com/office/drawing/2014/main" id="{111D1292-4CEC-9344-AF33-EB2DDE6F851D}"/>
              </a:ext>
            </a:extLst>
          </p:cNvPr>
          <p:cNvSpPr txBox="1">
            <a:spLocks noChangeArrowheads="1"/>
          </p:cNvSpPr>
          <p:nvPr/>
        </p:nvSpPr>
        <p:spPr bwMode="auto">
          <a:xfrm>
            <a:off x="2805830" y="2253055"/>
            <a:ext cx="347663"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a:t>
            </a:r>
          </a:p>
        </p:txBody>
      </p:sp>
      <p:sp>
        <p:nvSpPr>
          <p:cNvPr id="453" name="Text Box 13">
            <a:extLst>
              <a:ext uri="{FF2B5EF4-FFF2-40B4-BE49-F238E27FC236}">
                <a16:creationId xmlns:a16="http://schemas.microsoft.com/office/drawing/2014/main" id="{AE9EF258-7972-B446-AD9F-8B97076B818D}"/>
              </a:ext>
            </a:extLst>
          </p:cNvPr>
          <p:cNvSpPr txBox="1">
            <a:spLocks noChangeArrowheads="1"/>
          </p:cNvSpPr>
          <p:nvPr/>
        </p:nvSpPr>
        <p:spPr bwMode="auto">
          <a:xfrm>
            <a:off x="2196230" y="2557855"/>
            <a:ext cx="347663"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a:t>
            </a:r>
          </a:p>
        </p:txBody>
      </p:sp>
      <p:sp>
        <p:nvSpPr>
          <p:cNvPr id="454" name="Text Box 14">
            <a:extLst>
              <a:ext uri="{FF2B5EF4-FFF2-40B4-BE49-F238E27FC236}">
                <a16:creationId xmlns:a16="http://schemas.microsoft.com/office/drawing/2014/main" id="{0D5B7E41-5C46-6245-B3F5-C5C034F54A13}"/>
              </a:ext>
            </a:extLst>
          </p:cNvPr>
          <p:cNvSpPr txBox="1">
            <a:spLocks noChangeArrowheads="1"/>
          </p:cNvSpPr>
          <p:nvPr/>
        </p:nvSpPr>
        <p:spPr bwMode="auto">
          <a:xfrm>
            <a:off x="2424830" y="2557855"/>
            <a:ext cx="347663"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a:t>
            </a:r>
          </a:p>
        </p:txBody>
      </p:sp>
      <p:sp>
        <p:nvSpPr>
          <p:cNvPr id="455" name="Text Box 15">
            <a:extLst>
              <a:ext uri="{FF2B5EF4-FFF2-40B4-BE49-F238E27FC236}">
                <a16:creationId xmlns:a16="http://schemas.microsoft.com/office/drawing/2014/main" id="{C18A5654-24F2-FE41-AE07-5B3BAAE083F5}"/>
              </a:ext>
            </a:extLst>
          </p:cNvPr>
          <p:cNvSpPr txBox="1">
            <a:spLocks noChangeArrowheads="1"/>
          </p:cNvSpPr>
          <p:nvPr/>
        </p:nvSpPr>
        <p:spPr bwMode="auto">
          <a:xfrm>
            <a:off x="2805830" y="2557855"/>
            <a:ext cx="347663"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a:t>
            </a:r>
          </a:p>
        </p:txBody>
      </p:sp>
      <p:sp>
        <p:nvSpPr>
          <p:cNvPr id="456" name="Text Box 16">
            <a:extLst>
              <a:ext uri="{FF2B5EF4-FFF2-40B4-BE49-F238E27FC236}">
                <a16:creationId xmlns:a16="http://schemas.microsoft.com/office/drawing/2014/main" id="{42389D8A-00BE-3F4E-A672-5FBDE0DE25A9}"/>
              </a:ext>
            </a:extLst>
          </p:cNvPr>
          <p:cNvSpPr txBox="1">
            <a:spLocks noChangeArrowheads="1"/>
          </p:cNvSpPr>
          <p:nvPr/>
        </p:nvSpPr>
        <p:spPr bwMode="auto">
          <a:xfrm rot="-5400000">
            <a:off x="3627362" y="2226861"/>
            <a:ext cx="538162"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1" u="none" strike="noStrike" kern="0" cap="none" spc="0" normalizeH="0" baseline="0" noProof="0" dirty="0">
                <a:ln>
                  <a:noFill/>
                </a:ln>
                <a:solidFill>
                  <a:srgbClr val="000000"/>
                </a:solidFill>
                <a:effectLst/>
                <a:uLnTx/>
                <a:uFillTx/>
                <a:latin typeface="Arial" charset="0"/>
                <a:ea typeface="ＭＳ Ｐゴシック" charset="0"/>
              </a:rPr>
              <a:t>from</a:t>
            </a:r>
          </a:p>
        </p:txBody>
      </p:sp>
      <p:sp>
        <p:nvSpPr>
          <p:cNvPr id="457" name="Text Box 17">
            <a:extLst>
              <a:ext uri="{FF2B5EF4-FFF2-40B4-BE49-F238E27FC236}">
                <a16:creationId xmlns:a16="http://schemas.microsoft.com/office/drawing/2014/main" id="{C4104C8E-6D55-8340-B34F-632A4F41BA7A}"/>
              </a:ext>
            </a:extLst>
          </p:cNvPr>
          <p:cNvSpPr txBox="1">
            <a:spLocks noChangeArrowheads="1"/>
          </p:cNvSpPr>
          <p:nvPr/>
        </p:nvSpPr>
        <p:spPr bwMode="auto">
          <a:xfrm>
            <a:off x="2329580" y="1359292"/>
            <a:ext cx="706438"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1" u="none" strike="noStrike" kern="0" cap="none" spc="0" normalizeH="0" baseline="0" noProof="0" dirty="0">
                <a:ln>
                  <a:noFill/>
                </a:ln>
                <a:solidFill>
                  <a:srgbClr val="000000"/>
                </a:solidFill>
                <a:effectLst/>
                <a:uLnTx/>
                <a:uFillTx/>
                <a:latin typeface="Arial" charset="0"/>
                <a:ea typeface="ＭＳ Ｐゴシック" charset="0"/>
              </a:rPr>
              <a:t>cost to</a:t>
            </a:r>
          </a:p>
        </p:txBody>
      </p:sp>
      <p:sp>
        <p:nvSpPr>
          <p:cNvPr id="458" name="Text Box 18">
            <a:extLst>
              <a:ext uri="{FF2B5EF4-FFF2-40B4-BE49-F238E27FC236}">
                <a16:creationId xmlns:a16="http://schemas.microsoft.com/office/drawing/2014/main" id="{9A819F40-DC81-8147-9209-4A43511CF458}"/>
              </a:ext>
            </a:extLst>
          </p:cNvPr>
          <p:cNvSpPr txBox="1">
            <a:spLocks noChangeArrowheads="1"/>
          </p:cNvSpPr>
          <p:nvPr/>
        </p:nvSpPr>
        <p:spPr bwMode="auto">
          <a:xfrm rot="-5400000">
            <a:off x="1495349" y="4011211"/>
            <a:ext cx="538162"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rPr>
              <a:t>from</a:t>
            </a:r>
          </a:p>
        </p:txBody>
      </p:sp>
      <p:sp>
        <p:nvSpPr>
          <p:cNvPr id="459" name="Text Box 19">
            <a:extLst>
              <a:ext uri="{FF2B5EF4-FFF2-40B4-BE49-F238E27FC236}">
                <a16:creationId xmlns:a16="http://schemas.microsoft.com/office/drawing/2014/main" id="{14A2DFF4-3C64-774C-B843-E53559D4A717}"/>
              </a:ext>
            </a:extLst>
          </p:cNvPr>
          <p:cNvSpPr txBox="1">
            <a:spLocks noChangeArrowheads="1"/>
          </p:cNvSpPr>
          <p:nvPr/>
        </p:nvSpPr>
        <p:spPr bwMode="auto">
          <a:xfrm rot="-5400000">
            <a:off x="1495348" y="5819374"/>
            <a:ext cx="538163"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1" u="none" strike="noStrike" kern="0" cap="none" spc="0" normalizeH="0" baseline="0" noProof="0" dirty="0">
                <a:ln>
                  <a:noFill/>
                </a:ln>
                <a:solidFill>
                  <a:srgbClr val="000000"/>
                </a:solidFill>
                <a:effectLst/>
                <a:uLnTx/>
                <a:uFillTx/>
                <a:latin typeface="Arial" charset="0"/>
                <a:ea typeface="ＭＳ Ｐゴシック" charset="0"/>
              </a:rPr>
              <a:t>from</a:t>
            </a:r>
          </a:p>
        </p:txBody>
      </p:sp>
      <p:sp>
        <p:nvSpPr>
          <p:cNvPr id="460" name="Line 20">
            <a:extLst>
              <a:ext uri="{FF2B5EF4-FFF2-40B4-BE49-F238E27FC236}">
                <a16:creationId xmlns:a16="http://schemas.microsoft.com/office/drawing/2014/main" id="{C6327ACE-9812-0641-8931-64A0CFB1EE98}"/>
              </a:ext>
            </a:extLst>
          </p:cNvPr>
          <p:cNvSpPr>
            <a:spLocks noChangeShapeType="1"/>
          </p:cNvSpPr>
          <p:nvPr/>
        </p:nvSpPr>
        <p:spPr bwMode="auto">
          <a:xfrm>
            <a:off x="4253630" y="1648217"/>
            <a:ext cx="0" cy="12192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1" name="Line 21">
            <a:extLst>
              <a:ext uri="{FF2B5EF4-FFF2-40B4-BE49-F238E27FC236}">
                <a16:creationId xmlns:a16="http://schemas.microsoft.com/office/drawing/2014/main" id="{8B62D26D-8647-AA48-B558-1D9779026FD3}"/>
              </a:ext>
            </a:extLst>
          </p:cNvPr>
          <p:cNvSpPr>
            <a:spLocks noChangeShapeType="1"/>
          </p:cNvSpPr>
          <p:nvPr/>
        </p:nvSpPr>
        <p:spPr bwMode="auto">
          <a:xfrm>
            <a:off x="3948830" y="1876817"/>
            <a:ext cx="1371600" cy="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2" name="Text Box 22">
            <a:extLst>
              <a:ext uri="{FF2B5EF4-FFF2-40B4-BE49-F238E27FC236}">
                <a16:creationId xmlns:a16="http://schemas.microsoft.com/office/drawing/2014/main" id="{E032986C-0E69-C64C-BCCD-9CA18645D176}"/>
              </a:ext>
            </a:extLst>
          </p:cNvPr>
          <p:cNvSpPr txBox="1">
            <a:spLocks noChangeArrowheads="1"/>
          </p:cNvSpPr>
          <p:nvPr/>
        </p:nvSpPr>
        <p:spPr bwMode="auto">
          <a:xfrm>
            <a:off x="4253630" y="1491055"/>
            <a:ext cx="9080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x   y   z</a:t>
            </a:r>
          </a:p>
        </p:txBody>
      </p:sp>
      <p:sp>
        <p:nvSpPr>
          <p:cNvPr id="463" name="Text Box 23">
            <a:extLst>
              <a:ext uri="{FF2B5EF4-FFF2-40B4-BE49-F238E27FC236}">
                <a16:creationId xmlns:a16="http://schemas.microsoft.com/office/drawing/2014/main" id="{9196401C-C6C6-4841-874F-E4C9CD66DFCC}"/>
              </a:ext>
            </a:extLst>
          </p:cNvPr>
          <p:cNvSpPr txBox="1">
            <a:spLocks noChangeArrowheads="1"/>
          </p:cNvSpPr>
          <p:nvPr/>
        </p:nvSpPr>
        <p:spPr bwMode="auto">
          <a:xfrm>
            <a:off x="3948830" y="1872055"/>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x</a:t>
            </a:r>
          </a:p>
        </p:txBody>
      </p:sp>
      <p:sp>
        <p:nvSpPr>
          <p:cNvPr id="464" name="Text Box 24">
            <a:extLst>
              <a:ext uri="{FF2B5EF4-FFF2-40B4-BE49-F238E27FC236}">
                <a16:creationId xmlns:a16="http://schemas.microsoft.com/office/drawing/2014/main" id="{E7BD555B-E160-5346-82D4-BCF9E63DA159}"/>
              </a:ext>
            </a:extLst>
          </p:cNvPr>
          <p:cNvSpPr txBox="1">
            <a:spLocks noChangeArrowheads="1"/>
          </p:cNvSpPr>
          <p:nvPr/>
        </p:nvSpPr>
        <p:spPr bwMode="auto">
          <a:xfrm>
            <a:off x="3948830" y="2176855"/>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y</a:t>
            </a:r>
          </a:p>
        </p:txBody>
      </p:sp>
      <p:sp>
        <p:nvSpPr>
          <p:cNvPr id="465" name="Text Box 25">
            <a:extLst>
              <a:ext uri="{FF2B5EF4-FFF2-40B4-BE49-F238E27FC236}">
                <a16:creationId xmlns:a16="http://schemas.microsoft.com/office/drawing/2014/main" id="{BFAD32FA-8579-6F4B-901E-2DFB5D558D68}"/>
              </a:ext>
            </a:extLst>
          </p:cNvPr>
          <p:cNvSpPr txBox="1">
            <a:spLocks noChangeArrowheads="1"/>
          </p:cNvSpPr>
          <p:nvPr/>
        </p:nvSpPr>
        <p:spPr bwMode="auto">
          <a:xfrm>
            <a:off x="3948830" y="2481655"/>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z</a:t>
            </a:r>
          </a:p>
        </p:txBody>
      </p:sp>
      <p:sp>
        <p:nvSpPr>
          <p:cNvPr id="466" name="Text Box 26">
            <a:extLst>
              <a:ext uri="{FF2B5EF4-FFF2-40B4-BE49-F238E27FC236}">
                <a16:creationId xmlns:a16="http://schemas.microsoft.com/office/drawing/2014/main" id="{9477A75E-A636-3F4B-9909-848BA5CF0F6D}"/>
              </a:ext>
            </a:extLst>
          </p:cNvPr>
          <p:cNvSpPr txBox="1">
            <a:spLocks noChangeArrowheads="1"/>
          </p:cNvSpPr>
          <p:nvPr/>
        </p:nvSpPr>
        <p:spPr bwMode="auto">
          <a:xfrm>
            <a:off x="4274268" y="1872055"/>
            <a:ext cx="3111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0</a:t>
            </a:r>
          </a:p>
        </p:txBody>
      </p:sp>
      <p:sp>
        <p:nvSpPr>
          <p:cNvPr id="467" name="Line 29">
            <a:extLst>
              <a:ext uri="{FF2B5EF4-FFF2-40B4-BE49-F238E27FC236}">
                <a16:creationId xmlns:a16="http://schemas.microsoft.com/office/drawing/2014/main" id="{75BD0381-0562-D546-9AF0-B19FCE9D6A88}"/>
              </a:ext>
            </a:extLst>
          </p:cNvPr>
          <p:cNvSpPr>
            <a:spLocks noChangeShapeType="1"/>
          </p:cNvSpPr>
          <p:nvPr/>
        </p:nvSpPr>
        <p:spPr bwMode="auto">
          <a:xfrm>
            <a:off x="2196230" y="3400817"/>
            <a:ext cx="0" cy="12192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8" name="Line 30">
            <a:extLst>
              <a:ext uri="{FF2B5EF4-FFF2-40B4-BE49-F238E27FC236}">
                <a16:creationId xmlns:a16="http://schemas.microsoft.com/office/drawing/2014/main" id="{EED41EBB-EA99-8C4C-B356-FFC04F35202A}"/>
              </a:ext>
            </a:extLst>
          </p:cNvPr>
          <p:cNvSpPr>
            <a:spLocks noChangeShapeType="1"/>
          </p:cNvSpPr>
          <p:nvPr/>
        </p:nvSpPr>
        <p:spPr bwMode="auto">
          <a:xfrm>
            <a:off x="1891430" y="3629417"/>
            <a:ext cx="1371600" cy="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9" name="Text Box 31">
            <a:extLst>
              <a:ext uri="{FF2B5EF4-FFF2-40B4-BE49-F238E27FC236}">
                <a16:creationId xmlns:a16="http://schemas.microsoft.com/office/drawing/2014/main" id="{DE04857F-04C7-2A45-9008-63962135BDFF}"/>
              </a:ext>
            </a:extLst>
          </p:cNvPr>
          <p:cNvSpPr txBox="1">
            <a:spLocks noChangeArrowheads="1"/>
          </p:cNvSpPr>
          <p:nvPr/>
        </p:nvSpPr>
        <p:spPr bwMode="auto">
          <a:xfrm>
            <a:off x="2196230" y="3243655"/>
            <a:ext cx="9080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x   y   z</a:t>
            </a:r>
          </a:p>
        </p:txBody>
      </p:sp>
      <p:sp>
        <p:nvSpPr>
          <p:cNvPr id="470" name="Text Box 32">
            <a:extLst>
              <a:ext uri="{FF2B5EF4-FFF2-40B4-BE49-F238E27FC236}">
                <a16:creationId xmlns:a16="http://schemas.microsoft.com/office/drawing/2014/main" id="{32F2134F-DADA-504D-87FB-F65DBD72C82C}"/>
              </a:ext>
            </a:extLst>
          </p:cNvPr>
          <p:cNvSpPr txBox="1">
            <a:spLocks noChangeArrowheads="1"/>
          </p:cNvSpPr>
          <p:nvPr/>
        </p:nvSpPr>
        <p:spPr bwMode="auto">
          <a:xfrm>
            <a:off x="1891430" y="3624655"/>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x</a:t>
            </a:r>
          </a:p>
        </p:txBody>
      </p:sp>
      <p:sp>
        <p:nvSpPr>
          <p:cNvPr id="471" name="Text Box 33">
            <a:extLst>
              <a:ext uri="{FF2B5EF4-FFF2-40B4-BE49-F238E27FC236}">
                <a16:creationId xmlns:a16="http://schemas.microsoft.com/office/drawing/2014/main" id="{09493725-917E-7E4C-B214-A060666AA033}"/>
              </a:ext>
            </a:extLst>
          </p:cNvPr>
          <p:cNvSpPr txBox="1">
            <a:spLocks noChangeArrowheads="1"/>
          </p:cNvSpPr>
          <p:nvPr/>
        </p:nvSpPr>
        <p:spPr bwMode="auto">
          <a:xfrm>
            <a:off x="1891430" y="3929455"/>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y</a:t>
            </a:r>
          </a:p>
        </p:txBody>
      </p:sp>
      <p:sp>
        <p:nvSpPr>
          <p:cNvPr id="472" name="Text Box 34">
            <a:extLst>
              <a:ext uri="{FF2B5EF4-FFF2-40B4-BE49-F238E27FC236}">
                <a16:creationId xmlns:a16="http://schemas.microsoft.com/office/drawing/2014/main" id="{39E2692B-68BF-284D-BD9C-6B4A373E29CC}"/>
              </a:ext>
            </a:extLst>
          </p:cNvPr>
          <p:cNvSpPr txBox="1">
            <a:spLocks noChangeArrowheads="1"/>
          </p:cNvSpPr>
          <p:nvPr/>
        </p:nvSpPr>
        <p:spPr bwMode="auto">
          <a:xfrm>
            <a:off x="1891430" y="4234255"/>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z</a:t>
            </a:r>
          </a:p>
        </p:txBody>
      </p:sp>
      <p:sp>
        <p:nvSpPr>
          <p:cNvPr id="473" name="Text Box 35">
            <a:extLst>
              <a:ext uri="{FF2B5EF4-FFF2-40B4-BE49-F238E27FC236}">
                <a16:creationId xmlns:a16="http://schemas.microsoft.com/office/drawing/2014/main" id="{C49848CC-FE8D-5A4F-890E-D9311F47A94A}"/>
              </a:ext>
            </a:extLst>
          </p:cNvPr>
          <p:cNvSpPr txBox="1">
            <a:spLocks noChangeArrowheads="1"/>
          </p:cNvSpPr>
          <p:nvPr/>
        </p:nvSpPr>
        <p:spPr bwMode="auto">
          <a:xfrm>
            <a:off x="2501030" y="3624655"/>
            <a:ext cx="347663"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a:t>
            </a:r>
          </a:p>
        </p:txBody>
      </p:sp>
      <p:sp>
        <p:nvSpPr>
          <p:cNvPr id="474" name="Text Box 36">
            <a:extLst>
              <a:ext uri="{FF2B5EF4-FFF2-40B4-BE49-F238E27FC236}">
                <a16:creationId xmlns:a16="http://schemas.microsoft.com/office/drawing/2014/main" id="{0F4B0497-AF0A-B949-97CF-86A3CF853CBF}"/>
              </a:ext>
            </a:extLst>
          </p:cNvPr>
          <p:cNvSpPr txBox="1">
            <a:spLocks noChangeArrowheads="1"/>
          </p:cNvSpPr>
          <p:nvPr/>
        </p:nvSpPr>
        <p:spPr bwMode="auto">
          <a:xfrm>
            <a:off x="2805830" y="3624655"/>
            <a:ext cx="347663"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a:t>
            </a:r>
          </a:p>
        </p:txBody>
      </p:sp>
      <p:sp>
        <p:nvSpPr>
          <p:cNvPr id="475" name="Text Box 37">
            <a:extLst>
              <a:ext uri="{FF2B5EF4-FFF2-40B4-BE49-F238E27FC236}">
                <a16:creationId xmlns:a16="http://schemas.microsoft.com/office/drawing/2014/main" id="{5D3DFBDB-39AA-BD41-B291-2A4FF492A1BD}"/>
              </a:ext>
            </a:extLst>
          </p:cNvPr>
          <p:cNvSpPr txBox="1">
            <a:spLocks noChangeArrowheads="1"/>
          </p:cNvSpPr>
          <p:nvPr/>
        </p:nvSpPr>
        <p:spPr bwMode="auto">
          <a:xfrm>
            <a:off x="2196230" y="4310455"/>
            <a:ext cx="347663"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a:t>
            </a:r>
          </a:p>
        </p:txBody>
      </p:sp>
      <p:sp>
        <p:nvSpPr>
          <p:cNvPr id="476" name="Text Box 38">
            <a:extLst>
              <a:ext uri="{FF2B5EF4-FFF2-40B4-BE49-F238E27FC236}">
                <a16:creationId xmlns:a16="http://schemas.microsoft.com/office/drawing/2014/main" id="{776D606C-DE24-8347-8683-291671A55057}"/>
              </a:ext>
            </a:extLst>
          </p:cNvPr>
          <p:cNvSpPr txBox="1">
            <a:spLocks noChangeArrowheads="1"/>
          </p:cNvSpPr>
          <p:nvPr/>
        </p:nvSpPr>
        <p:spPr bwMode="auto">
          <a:xfrm>
            <a:off x="2424830" y="4310455"/>
            <a:ext cx="347663"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a:t>
            </a:r>
          </a:p>
        </p:txBody>
      </p:sp>
      <p:sp>
        <p:nvSpPr>
          <p:cNvPr id="477" name="Text Box 39">
            <a:extLst>
              <a:ext uri="{FF2B5EF4-FFF2-40B4-BE49-F238E27FC236}">
                <a16:creationId xmlns:a16="http://schemas.microsoft.com/office/drawing/2014/main" id="{EB1D1ECD-7692-774D-A9DC-7E354528371A}"/>
              </a:ext>
            </a:extLst>
          </p:cNvPr>
          <p:cNvSpPr txBox="1">
            <a:spLocks noChangeArrowheads="1"/>
          </p:cNvSpPr>
          <p:nvPr/>
        </p:nvSpPr>
        <p:spPr bwMode="auto">
          <a:xfrm>
            <a:off x="2805830" y="4310455"/>
            <a:ext cx="347663"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a:t>
            </a:r>
          </a:p>
        </p:txBody>
      </p:sp>
      <p:sp>
        <p:nvSpPr>
          <p:cNvPr id="478" name="Text Box 40">
            <a:extLst>
              <a:ext uri="{FF2B5EF4-FFF2-40B4-BE49-F238E27FC236}">
                <a16:creationId xmlns:a16="http://schemas.microsoft.com/office/drawing/2014/main" id="{5088B19E-B34D-784B-A082-880065FF7781}"/>
              </a:ext>
            </a:extLst>
          </p:cNvPr>
          <p:cNvSpPr txBox="1">
            <a:spLocks noChangeArrowheads="1"/>
          </p:cNvSpPr>
          <p:nvPr/>
        </p:nvSpPr>
        <p:spPr bwMode="auto">
          <a:xfrm>
            <a:off x="2318468" y="3134117"/>
            <a:ext cx="706437"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1" u="none" strike="noStrike" kern="0" cap="none" spc="0" normalizeH="0" baseline="0" noProof="0" dirty="0">
                <a:ln>
                  <a:noFill/>
                </a:ln>
                <a:solidFill>
                  <a:srgbClr val="000000"/>
                </a:solidFill>
                <a:effectLst/>
                <a:uLnTx/>
                <a:uFillTx/>
                <a:latin typeface="Arial" charset="0"/>
                <a:ea typeface="ＭＳ Ｐゴシック" charset="0"/>
              </a:rPr>
              <a:t>cost to</a:t>
            </a:r>
          </a:p>
        </p:txBody>
      </p:sp>
      <p:sp>
        <p:nvSpPr>
          <p:cNvPr id="479" name="Line 41">
            <a:extLst>
              <a:ext uri="{FF2B5EF4-FFF2-40B4-BE49-F238E27FC236}">
                <a16:creationId xmlns:a16="http://schemas.microsoft.com/office/drawing/2014/main" id="{ED309D65-AC9A-9A48-950E-AC379D97BBA0}"/>
              </a:ext>
            </a:extLst>
          </p:cNvPr>
          <p:cNvSpPr>
            <a:spLocks noChangeShapeType="1"/>
          </p:cNvSpPr>
          <p:nvPr/>
        </p:nvSpPr>
        <p:spPr bwMode="auto">
          <a:xfrm>
            <a:off x="2196230" y="5229617"/>
            <a:ext cx="0" cy="12192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0" name="Line 42">
            <a:extLst>
              <a:ext uri="{FF2B5EF4-FFF2-40B4-BE49-F238E27FC236}">
                <a16:creationId xmlns:a16="http://schemas.microsoft.com/office/drawing/2014/main" id="{7261B6D8-FC59-FF4F-9BF1-AFB07D29789F}"/>
              </a:ext>
            </a:extLst>
          </p:cNvPr>
          <p:cNvSpPr>
            <a:spLocks noChangeShapeType="1"/>
          </p:cNvSpPr>
          <p:nvPr/>
        </p:nvSpPr>
        <p:spPr bwMode="auto">
          <a:xfrm>
            <a:off x="1891430" y="5458217"/>
            <a:ext cx="1371600" cy="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1" name="Text Box 43">
            <a:extLst>
              <a:ext uri="{FF2B5EF4-FFF2-40B4-BE49-F238E27FC236}">
                <a16:creationId xmlns:a16="http://schemas.microsoft.com/office/drawing/2014/main" id="{E4ED2235-863B-7A4C-81DA-A5C8498D7344}"/>
              </a:ext>
            </a:extLst>
          </p:cNvPr>
          <p:cNvSpPr txBox="1">
            <a:spLocks noChangeArrowheads="1"/>
          </p:cNvSpPr>
          <p:nvPr/>
        </p:nvSpPr>
        <p:spPr bwMode="auto">
          <a:xfrm>
            <a:off x="2196230" y="5072455"/>
            <a:ext cx="9080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x   y   z</a:t>
            </a:r>
          </a:p>
        </p:txBody>
      </p:sp>
      <p:sp>
        <p:nvSpPr>
          <p:cNvPr id="482" name="Text Box 44">
            <a:extLst>
              <a:ext uri="{FF2B5EF4-FFF2-40B4-BE49-F238E27FC236}">
                <a16:creationId xmlns:a16="http://schemas.microsoft.com/office/drawing/2014/main" id="{80848CD5-EF97-E44C-8B10-AE1B3598E699}"/>
              </a:ext>
            </a:extLst>
          </p:cNvPr>
          <p:cNvSpPr txBox="1">
            <a:spLocks noChangeArrowheads="1"/>
          </p:cNvSpPr>
          <p:nvPr/>
        </p:nvSpPr>
        <p:spPr bwMode="auto">
          <a:xfrm>
            <a:off x="1891430" y="5453455"/>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x</a:t>
            </a:r>
          </a:p>
        </p:txBody>
      </p:sp>
      <p:sp>
        <p:nvSpPr>
          <p:cNvPr id="483" name="Text Box 45">
            <a:extLst>
              <a:ext uri="{FF2B5EF4-FFF2-40B4-BE49-F238E27FC236}">
                <a16:creationId xmlns:a16="http://schemas.microsoft.com/office/drawing/2014/main" id="{B922D36E-AC67-1A4C-BF40-D8CC270F89F0}"/>
              </a:ext>
            </a:extLst>
          </p:cNvPr>
          <p:cNvSpPr txBox="1">
            <a:spLocks noChangeArrowheads="1"/>
          </p:cNvSpPr>
          <p:nvPr/>
        </p:nvSpPr>
        <p:spPr bwMode="auto">
          <a:xfrm>
            <a:off x="1891430" y="5758255"/>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y</a:t>
            </a:r>
          </a:p>
        </p:txBody>
      </p:sp>
      <p:sp>
        <p:nvSpPr>
          <p:cNvPr id="484" name="Text Box 46">
            <a:extLst>
              <a:ext uri="{FF2B5EF4-FFF2-40B4-BE49-F238E27FC236}">
                <a16:creationId xmlns:a16="http://schemas.microsoft.com/office/drawing/2014/main" id="{C96BD7D4-6B14-C047-B652-884D02CB9971}"/>
              </a:ext>
            </a:extLst>
          </p:cNvPr>
          <p:cNvSpPr txBox="1">
            <a:spLocks noChangeArrowheads="1"/>
          </p:cNvSpPr>
          <p:nvPr/>
        </p:nvSpPr>
        <p:spPr bwMode="auto">
          <a:xfrm>
            <a:off x="1891430" y="6063055"/>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z</a:t>
            </a:r>
          </a:p>
        </p:txBody>
      </p:sp>
      <p:sp>
        <p:nvSpPr>
          <p:cNvPr id="485" name="Text Box 47">
            <a:extLst>
              <a:ext uri="{FF2B5EF4-FFF2-40B4-BE49-F238E27FC236}">
                <a16:creationId xmlns:a16="http://schemas.microsoft.com/office/drawing/2014/main" id="{7B2377F3-60C2-304A-9159-875DB1D6AEA8}"/>
              </a:ext>
            </a:extLst>
          </p:cNvPr>
          <p:cNvSpPr txBox="1">
            <a:spLocks noChangeArrowheads="1"/>
          </p:cNvSpPr>
          <p:nvPr/>
        </p:nvSpPr>
        <p:spPr bwMode="auto">
          <a:xfrm>
            <a:off x="2196230" y="5839217"/>
            <a:ext cx="99060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a:t>
            </a:r>
          </a:p>
        </p:txBody>
      </p:sp>
      <p:sp>
        <p:nvSpPr>
          <p:cNvPr id="486" name="Text Box 48">
            <a:extLst>
              <a:ext uri="{FF2B5EF4-FFF2-40B4-BE49-F238E27FC236}">
                <a16:creationId xmlns:a16="http://schemas.microsoft.com/office/drawing/2014/main" id="{D8E11DB6-4089-A144-9DBB-C9FF805F599A}"/>
              </a:ext>
            </a:extLst>
          </p:cNvPr>
          <p:cNvSpPr txBox="1">
            <a:spLocks noChangeArrowheads="1"/>
          </p:cNvSpPr>
          <p:nvPr/>
        </p:nvSpPr>
        <p:spPr bwMode="auto">
          <a:xfrm>
            <a:off x="2424830" y="5834455"/>
            <a:ext cx="347663"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a:t>
            </a:r>
          </a:p>
        </p:txBody>
      </p:sp>
      <p:sp>
        <p:nvSpPr>
          <p:cNvPr id="487" name="Text Box 49">
            <a:extLst>
              <a:ext uri="{FF2B5EF4-FFF2-40B4-BE49-F238E27FC236}">
                <a16:creationId xmlns:a16="http://schemas.microsoft.com/office/drawing/2014/main" id="{CC1B387A-1C77-A744-93E2-098ED73DA0EF}"/>
              </a:ext>
            </a:extLst>
          </p:cNvPr>
          <p:cNvSpPr txBox="1">
            <a:spLocks noChangeArrowheads="1"/>
          </p:cNvSpPr>
          <p:nvPr/>
        </p:nvSpPr>
        <p:spPr bwMode="auto">
          <a:xfrm>
            <a:off x="2805830" y="5834455"/>
            <a:ext cx="347663"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a:t>
            </a:r>
          </a:p>
        </p:txBody>
      </p:sp>
      <p:sp>
        <p:nvSpPr>
          <p:cNvPr id="488" name="Text Box 50">
            <a:extLst>
              <a:ext uri="{FF2B5EF4-FFF2-40B4-BE49-F238E27FC236}">
                <a16:creationId xmlns:a16="http://schemas.microsoft.com/office/drawing/2014/main" id="{7F1FABE2-EAE5-3B48-A95A-1DB182B20C7B}"/>
              </a:ext>
            </a:extLst>
          </p:cNvPr>
          <p:cNvSpPr txBox="1">
            <a:spLocks noChangeArrowheads="1"/>
          </p:cNvSpPr>
          <p:nvPr/>
        </p:nvSpPr>
        <p:spPr bwMode="auto">
          <a:xfrm>
            <a:off x="2196230" y="6139255"/>
            <a:ext cx="3111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7</a:t>
            </a:r>
          </a:p>
        </p:txBody>
      </p:sp>
      <p:sp>
        <p:nvSpPr>
          <p:cNvPr id="489" name="Text Box 51">
            <a:extLst>
              <a:ext uri="{FF2B5EF4-FFF2-40B4-BE49-F238E27FC236}">
                <a16:creationId xmlns:a16="http://schemas.microsoft.com/office/drawing/2014/main" id="{19FF0230-3458-D248-B773-7F9D70995B76}"/>
              </a:ext>
            </a:extLst>
          </p:cNvPr>
          <p:cNvSpPr txBox="1">
            <a:spLocks noChangeArrowheads="1"/>
          </p:cNvSpPr>
          <p:nvPr/>
        </p:nvSpPr>
        <p:spPr bwMode="auto">
          <a:xfrm>
            <a:off x="2424830" y="6139255"/>
            <a:ext cx="3111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a:t>
            </a:r>
          </a:p>
        </p:txBody>
      </p:sp>
      <p:sp>
        <p:nvSpPr>
          <p:cNvPr id="490" name="Text Box 52">
            <a:extLst>
              <a:ext uri="{FF2B5EF4-FFF2-40B4-BE49-F238E27FC236}">
                <a16:creationId xmlns:a16="http://schemas.microsoft.com/office/drawing/2014/main" id="{F1940022-DEF4-9D4B-BA4B-AAB79886293B}"/>
              </a:ext>
            </a:extLst>
          </p:cNvPr>
          <p:cNvSpPr txBox="1">
            <a:spLocks noChangeArrowheads="1"/>
          </p:cNvSpPr>
          <p:nvPr/>
        </p:nvSpPr>
        <p:spPr bwMode="auto">
          <a:xfrm>
            <a:off x="2805830" y="6139255"/>
            <a:ext cx="3111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0</a:t>
            </a:r>
          </a:p>
        </p:txBody>
      </p:sp>
      <p:sp>
        <p:nvSpPr>
          <p:cNvPr id="491" name="Text Box 53">
            <a:extLst>
              <a:ext uri="{FF2B5EF4-FFF2-40B4-BE49-F238E27FC236}">
                <a16:creationId xmlns:a16="http://schemas.microsoft.com/office/drawing/2014/main" id="{4EEA2A3C-0BB3-5A4A-A3BC-614C830D6888}"/>
              </a:ext>
            </a:extLst>
          </p:cNvPr>
          <p:cNvSpPr txBox="1">
            <a:spLocks noChangeArrowheads="1"/>
          </p:cNvSpPr>
          <p:nvPr/>
        </p:nvSpPr>
        <p:spPr bwMode="auto">
          <a:xfrm>
            <a:off x="2340693" y="4940692"/>
            <a:ext cx="706437"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1" u="none" strike="noStrike" kern="0" cap="none" spc="0" normalizeH="0" baseline="0" noProof="0" dirty="0">
                <a:ln>
                  <a:noFill/>
                </a:ln>
                <a:solidFill>
                  <a:srgbClr val="000000"/>
                </a:solidFill>
                <a:effectLst/>
                <a:uLnTx/>
                <a:uFillTx/>
                <a:latin typeface="Arial" charset="0"/>
                <a:ea typeface="ＭＳ Ｐゴシック" charset="0"/>
              </a:rPr>
              <a:t>cost to</a:t>
            </a:r>
          </a:p>
        </p:txBody>
      </p:sp>
      <p:sp>
        <p:nvSpPr>
          <p:cNvPr id="492" name="Text Box 54">
            <a:extLst>
              <a:ext uri="{FF2B5EF4-FFF2-40B4-BE49-F238E27FC236}">
                <a16:creationId xmlns:a16="http://schemas.microsoft.com/office/drawing/2014/main" id="{00BD020A-F6F0-114E-BA53-F52BCF13BE7B}"/>
              </a:ext>
            </a:extLst>
          </p:cNvPr>
          <p:cNvSpPr txBox="1">
            <a:spLocks noChangeArrowheads="1"/>
          </p:cNvSpPr>
          <p:nvPr/>
        </p:nvSpPr>
        <p:spPr bwMode="auto">
          <a:xfrm>
            <a:off x="2196230" y="3700855"/>
            <a:ext cx="946150" cy="6413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a:t>
            </a:r>
          </a:p>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2   0   1</a:t>
            </a:r>
          </a:p>
        </p:txBody>
      </p:sp>
      <p:sp>
        <p:nvSpPr>
          <p:cNvPr id="493" name="Text Box 55">
            <a:extLst>
              <a:ext uri="{FF2B5EF4-FFF2-40B4-BE49-F238E27FC236}">
                <a16:creationId xmlns:a16="http://schemas.microsoft.com/office/drawing/2014/main" id="{00FA41ED-B3FF-E242-9DB3-E1257161C355}"/>
              </a:ext>
            </a:extLst>
          </p:cNvPr>
          <p:cNvSpPr txBox="1">
            <a:spLocks noChangeArrowheads="1"/>
          </p:cNvSpPr>
          <p:nvPr/>
        </p:nvSpPr>
        <p:spPr bwMode="auto">
          <a:xfrm>
            <a:off x="2196230" y="5458217"/>
            <a:ext cx="99060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 ∞  ∞</a:t>
            </a:r>
          </a:p>
        </p:txBody>
      </p:sp>
      <p:sp>
        <p:nvSpPr>
          <p:cNvPr id="494" name="Text Box 56">
            <a:extLst>
              <a:ext uri="{FF2B5EF4-FFF2-40B4-BE49-F238E27FC236}">
                <a16:creationId xmlns:a16="http://schemas.microsoft.com/office/drawing/2014/main" id="{6DADD8BB-11F7-2447-9FCC-5D864B5420E2}"/>
              </a:ext>
            </a:extLst>
          </p:cNvPr>
          <p:cNvSpPr txBox="1">
            <a:spLocks noChangeArrowheads="1"/>
          </p:cNvSpPr>
          <p:nvPr/>
        </p:nvSpPr>
        <p:spPr bwMode="auto">
          <a:xfrm>
            <a:off x="4237755" y="2207017"/>
            <a:ext cx="94615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2   0   1</a:t>
            </a:r>
          </a:p>
        </p:txBody>
      </p:sp>
      <p:sp>
        <p:nvSpPr>
          <p:cNvPr id="495" name="Text Box 57">
            <a:extLst>
              <a:ext uri="{FF2B5EF4-FFF2-40B4-BE49-F238E27FC236}">
                <a16:creationId xmlns:a16="http://schemas.microsoft.com/office/drawing/2014/main" id="{5CB25BE3-30C1-0A41-90C7-82149A08281D}"/>
              </a:ext>
            </a:extLst>
          </p:cNvPr>
          <p:cNvSpPr txBox="1">
            <a:spLocks noChangeArrowheads="1"/>
          </p:cNvSpPr>
          <p:nvPr/>
        </p:nvSpPr>
        <p:spPr bwMode="auto">
          <a:xfrm>
            <a:off x="4237755" y="2522930"/>
            <a:ext cx="9461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7   1   0</a:t>
            </a:r>
          </a:p>
        </p:txBody>
      </p:sp>
      <p:sp>
        <p:nvSpPr>
          <p:cNvPr id="496" name="Line 58">
            <a:extLst>
              <a:ext uri="{FF2B5EF4-FFF2-40B4-BE49-F238E27FC236}">
                <a16:creationId xmlns:a16="http://schemas.microsoft.com/office/drawing/2014/main" id="{21884B5D-F7C2-8C44-B19B-93AAB1E7C6FF}"/>
              </a:ext>
            </a:extLst>
          </p:cNvPr>
          <p:cNvSpPr>
            <a:spLocks noChangeShapeType="1"/>
          </p:cNvSpPr>
          <p:nvPr/>
        </p:nvSpPr>
        <p:spPr bwMode="auto">
          <a:xfrm>
            <a:off x="3186830" y="2181617"/>
            <a:ext cx="685800" cy="1524000"/>
          </a:xfrm>
          <a:prstGeom prst="line">
            <a:avLst/>
          </a:prstGeom>
          <a:noFill/>
          <a:ln w="9525">
            <a:solidFill>
              <a:srgbClr val="000000"/>
            </a:solidFill>
            <a:round/>
            <a:headEnd/>
            <a:tailEnd type="triangle" w="med" len="me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7" name="Line 59">
            <a:extLst>
              <a:ext uri="{FF2B5EF4-FFF2-40B4-BE49-F238E27FC236}">
                <a16:creationId xmlns:a16="http://schemas.microsoft.com/office/drawing/2014/main" id="{7DF54633-A6C6-3549-93EA-4B0F0A132FAF}"/>
              </a:ext>
            </a:extLst>
          </p:cNvPr>
          <p:cNvSpPr>
            <a:spLocks noChangeShapeType="1"/>
          </p:cNvSpPr>
          <p:nvPr/>
        </p:nvSpPr>
        <p:spPr bwMode="auto">
          <a:xfrm>
            <a:off x="3110630" y="2257817"/>
            <a:ext cx="685800" cy="3124200"/>
          </a:xfrm>
          <a:prstGeom prst="line">
            <a:avLst/>
          </a:prstGeom>
          <a:noFill/>
          <a:ln w="9525">
            <a:solidFill>
              <a:srgbClr val="000000"/>
            </a:solidFill>
            <a:round/>
            <a:headEnd/>
            <a:tailEnd type="triangle" w="med" len="me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8" name="Line 60">
            <a:extLst>
              <a:ext uri="{FF2B5EF4-FFF2-40B4-BE49-F238E27FC236}">
                <a16:creationId xmlns:a16="http://schemas.microsoft.com/office/drawing/2014/main" id="{1466A465-3F94-9545-ABD6-8D8CD2184C84}"/>
              </a:ext>
            </a:extLst>
          </p:cNvPr>
          <p:cNvSpPr>
            <a:spLocks noChangeShapeType="1"/>
          </p:cNvSpPr>
          <p:nvPr/>
        </p:nvSpPr>
        <p:spPr bwMode="auto">
          <a:xfrm flipV="1">
            <a:off x="3110630" y="2715017"/>
            <a:ext cx="762000" cy="1295400"/>
          </a:xfrm>
          <a:prstGeom prst="line">
            <a:avLst/>
          </a:prstGeom>
          <a:noFill/>
          <a:ln w="9525">
            <a:solidFill>
              <a:srgbClr val="000000"/>
            </a:solidFill>
            <a:round/>
            <a:headEnd/>
            <a:tailEnd type="triangle" w="med" len="me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9" name="Line 61">
            <a:extLst>
              <a:ext uri="{FF2B5EF4-FFF2-40B4-BE49-F238E27FC236}">
                <a16:creationId xmlns:a16="http://schemas.microsoft.com/office/drawing/2014/main" id="{21BBF839-40E3-0C41-9536-5ABF8D8BDAA7}"/>
              </a:ext>
            </a:extLst>
          </p:cNvPr>
          <p:cNvSpPr>
            <a:spLocks noChangeShapeType="1"/>
          </p:cNvSpPr>
          <p:nvPr/>
        </p:nvSpPr>
        <p:spPr bwMode="auto">
          <a:xfrm>
            <a:off x="3110630" y="4315217"/>
            <a:ext cx="609600" cy="1143000"/>
          </a:xfrm>
          <a:prstGeom prst="line">
            <a:avLst/>
          </a:prstGeom>
          <a:noFill/>
          <a:ln w="9525">
            <a:solidFill>
              <a:srgbClr val="000000"/>
            </a:solidFill>
            <a:round/>
            <a:headEnd/>
            <a:tailEnd type="triangle" w="med" len="me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0" name="Line 62">
            <a:extLst>
              <a:ext uri="{FF2B5EF4-FFF2-40B4-BE49-F238E27FC236}">
                <a16:creationId xmlns:a16="http://schemas.microsoft.com/office/drawing/2014/main" id="{D3CBD049-6D4E-044B-B00F-23CDF409F6F6}"/>
              </a:ext>
            </a:extLst>
          </p:cNvPr>
          <p:cNvSpPr>
            <a:spLocks noChangeShapeType="1"/>
          </p:cNvSpPr>
          <p:nvPr/>
        </p:nvSpPr>
        <p:spPr bwMode="auto">
          <a:xfrm flipV="1">
            <a:off x="3110630" y="2791217"/>
            <a:ext cx="838200" cy="3429000"/>
          </a:xfrm>
          <a:prstGeom prst="line">
            <a:avLst/>
          </a:prstGeom>
          <a:noFill/>
          <a:ln w="9525">
            <a:solidFill>
              <a:srgbClr val="000000"/>
            </a:solidFill>
            <a:round/>
            <a:headEnd/>
            <a:tailEnd type="triangle" w="med" len="me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1" name="Line 63">
            <a:extLst>
              <a:ext uri="{FF2B5EF4-FFF2-40B4-BE49-F238E27FC236}">
                <a16:creationId xmlns:a16="http://schemas.microsoft.com/office/drawing/2014/main" id="{07663209-9542-2049-9E73-A6836493B7AF}"/>
              </a:ext>
            </a:extLst>
          </p:cNvPr>
          <p:cNvSpPr>
            <a:spLocks noChangeShapeType="1"/>
          </p:cNvSpPr>
          <p:nvPr/>
        </p:nvSpPr>
        <p:spPr bwMode="auto">
          <a:xfrm flipV="1">
            <a:off x="3186830" y="4543817"/>
            <a:ext cx="762000" cy="1752600"/>
          </a:xfrm>
          <a:prstGeom prst="line">
            <a:avLst/>
          </a:prstGeom>
          <a:noFill/>
          <a:ln w="9525">
            <a:solidFill>
              <a:srgbClr val="000000"/>
            </a:solidFill>
            <a:round/>
            <a:headEnd/>
            <a:tailEnd type="triangle" w="med" len="me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2" name="Line 64">
            <a:extLst>
              <a:ext uri="{FF2B5EF4-FFF2-40B4-BE49-F238E27FC236}">
                <a16:creationId xmlns:a16="http://schemas.microsoft.com/office/drawing/2014/main" id="{0E7158AD-B22F-7D45-BE45-5A28417E3826}"/>
              </a:ext>
            </a:extLst>
          </p:cNvPr>
          <p:cNvSpPr>
            <a:spLocks noChangeShapeType="1"/>
          </p:cNvSpPr>
          <p:nvPr/>
        </p:nvSpPr>
        <p:spPr bwMode="auto">
          <a:xfrm>
            <a:off x="1586630" y="6545655"/>
            <a:ext cx="6417502" cy="0"/>
          </a:xfrm>
          <a:prstGeom prst="line">
            <a:avLst/>
          </a:prstGeom>
          <a:noFill/>
          <a:ln w="15875">
            <a:solidFill>
              <a:srgbClr val="000000"/>
            </a:solidFill>
            <a:prstDash val="sysDot"/>
            <a:round/>
            <a:headEnd/>
            <a:tailEnd type="triangle" w="med" len="me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3" name="Text Box 65">
            <a:extLst>
              <a:ext uri="{FF2B5EF4-FFF2-40B4-BE49-F238E27FC236}">
                <a16:creationId xmlns:a16="http://schemas.microsoft.com/office/drawing/2014/main" id="{46978D6B-6DAC-7F45-BEB1-D317E94DB5B2}"/>
              </a:ext>
            </a:extLst>
          </p:cNvPr>
          <p:cNvSpPr txBox="1">
            <a:spLocks noChangeArrowheads="1"/>
          </p:cNvSpPr>
          <p:nvPr/>
        </p:nvSpPr>
        <p:spPr bwMode="auto">
          <a:xfrm>
            <a:off x="7960443" y="6337692"/>
            <a:ext cx="61595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000000"/>
                </a:solidFill>
                <a:effectLst/>
                <a:uLnTx/>
                <a:uFillTx/>
                <a:latin typeface="+mn-lt"/>
                <a:ea typeface="ＭＳ Ｐゴシック" charset="0"/>
              </a:rPr>
              <a:t>time</a:t>
            </a:r>
          </a:p>
        </p:txBody>
      </p:sp>
      <p:grpSp>
        <p:nvGrpSpPr>
          <p:cNvPr id="504" name="Group 66">
            <a:extLst>
              <a:ext uri="{FF2B5EF4-FFF2-40B4-BE49-F238E27FC236}">
                <a16:creationId xmlns:a16="http://schemas.microsoft.com/office/drawing/2014/main" id="{131105F8-C125-CE49-B85B-EC210DF07326}"/>
              </a:ext>
            </a:extLst>
          </p:cNvPr>
          <p:cNvGrpSpPr>
            <a:grpSpLocks/>
          </p:cNvGrpSpPr>
          <p:nvPr/>
        </p:nvGrpSpPr>
        <p:grpSpPr bwMode="auto">
          <a:xfrm>
            <a:off x="9037572" y="2949053"/>
            <a:ext cx="2184400" cy="1212850"/>
            <a:chOff x="2352" y="0"/>
            <a:chExt cx="1376" cy="764"/>
          </a:xfrm>
        </p:grpSpPr>
        <p:sp>
          <p:nvSpPr>
            <p:cNvPr id="505" name="Freeform 67">
              <a:extLst>
                <a:ext uri="{FF2B5EF4-FFF2-40B4-BE49-F238E27FC236}">
                  <a16:creationId xmlns:a16="http://schemas.microsoft.com/office/drawing/2014/main" id="{263D03E2-9196-934C-9562-378C3A280ADC}"/>
                </a:ext>
              </a:extLst>
            </p:cNvPr>
            <p:cNvSpPr>
              <a:spLocks/>
            </p:cNvSpPr>
            <p:nvPr/>
          </p:nvSpPr>
          <p:spPr bwMode="auto">
            <a:xfrm>
              <a:off x="2352" y="0"/>
              <a:ext cx="1376" cy="764"/>
            </a:xfrm>
            <a:custGeom>
              <a:avLst/>
              <a:gdLst>
                <a:gd name="T0" fmla="*/ 113 w 1376"/>
                <a:gd name="T1" fmla="*/ 348 h 764"/>
                <a:gd name="T2" fmla="*/ 395 w 1376"/>
                <a:gd name="T3" fmla="*/ 162 h 764"/>
                <a:gd name="T4" fmla="*/ 710 w 1376"/>
                <a:gd name="T5" fmla="*/ 9 h 764"/>
                <a:gd name="T6" fmla="*/ 1160 w 1376"/>
                <a:gd name="T7" fmla="*/ 219 h 764"/>
                <a:gd name="T8" fmla="*/ 1367 w 1376"/>
                <a:gd name="T9" fmla="*/ 510 h 764"/>
                <a:gd name="T10" fmla="*/ 1103 w 1376"/>
                <a:gd name="T11" fmla="*/ 726 h 764"/>
                <a:gd name="T12" fmla="*/ 578 w 1376"/>
                <a:gd name="T13" fmla="*/ 738 h 764"/>
                <a:gd name="T14" fmla="*/ 77 w 1376"/>
                <a:gd name="T15" fmla="*/ 630 h 764"/>
                <a:gd name="T16" fmla="*/ 113 w 1376"/>
                <a:gd name="T17" fmla="*/ 348 h 76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76"/>
                <a:gd name="T28" fmla="*/ 0 h 764"/>
                <a:gd name="T29" fmla="*/ 1376 w 1376"/>
                <a:gd name="T30" fmla="*/ 764 h 76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76" h="764">
                  <a:moveTo>
                    <a:pt x="113" y="348"/>
                  </a:moveTo>
                  <a:cubicBezTo>
                    <a:pt x="166" y="270"/>
                    <a:pt x="296" y="218"/>
                    <a:pt x="395" y="162"/>
                  </a:cubicBezTo>
                  <a:cubicBezTo>
                    <a:pt x="494" y="106"/>
                    <a:pt x="583" y="0"/>
                    <a:pt x="710" y="9"/>
                  </a:cubicBezTo>
                  <a:cubicBezTo>
                    <a:pt x="837" y="18"/>
                    <a:pt x="1051" y="136"/>
                    <a:pt x="1160" y="219"/>
                  </a:cubicBezTo>
                  <a:cubicBezTo>
                    <a:pt x="1269" y="302"/>
                    <a:pt x="1376" y="426"/>
                    <a:pt x="1367" y="510"/>
                  </a:cubicBezTo>
                  <a:cubicBezTo>
                    <a:pt x="1358" y="594"/>
                    <a:pt x="1234" y="688"/>
                    <a:pt x="1103" y="726"/>
                  </a:cubicBezTo>
                  <a:cubicBezTo>
                    <a:pt x="972" y="764"/>
                    <a:pt x="749" y="754"/>
                    <a:pt x="578" y="738"/>
                  </a:cubicBezTo>
                  <a:cubicBezTo>
                    <a:pt x="407" y="722"/>
                    <a:pt x="154" y="695"/>
                    <a:pt x="77" y="630"/>
                  </a:cubicBezTo>
                  <a:cubicBezTo>
                    <a:pt x="0" y="565"/>
                    <a:pt x="60" y="426"/>
                    <a:pt x="113" y="348"/>
                  </a:cubicBezTo>
                  <a:close/>
                </a:path>
              </a:pathLst>
            </a:custGeom>
            <a:solidFill>
              <a:srgbClr val="9CE0FA"/>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06" name="Group 68">
              <a:extLst>
                <a:ext uri="{FF2B5EF4-FFF2-40B4-BE49-F238E27FC236}">
                  <a16:creationId xmlns:a16="http://schemas.microsoft.com/office/drawing/2014/main" id="{83D5943B-43BC-7148-A0C5-04D5679B6A92}"/>
                </a:ext>
              </a:extLst>
            </p:cNvPr>
            <p:cNvGrpSpPr>
              <a:grpSpLocks/>
            </p:cNvGrpSpPr>
            <p:nvPr/>
          </p:nvGrpSpPr>
          <p:grpSpPr bwMode="auto">
            <a:xfrm>
              <a:off x="2448" y="70"/>
              <a:ext cx="1161" cy="676"/>
              <a:chOff x="-17" y="1282"/>
              <a:chExt cx="1161" cy="676"/>
            </a:xfrm>
          </p:grpSpPr>
          <p:sp>
            <p:nvSpPr>
              <p:cNvPr id="507" name="Freeform 69">
                <a:extLst>
                  <a:ext uri="{FF2B5EF4-FFF2-40B4-BE49-F238E27FC236}">
                    <a16:creationId xmlns:a16="http://schemas.microsoft.com/office/drawing/2014/main" id="{5C3786B6-68E8-994E-A191-4C79E192C632}"/>
                  </a:ext>
                </a:extLst>
              </p:cNvPr>
              <p:cNvSpPr>
                <a:spLocks/>
              </p:cNvSpPr>
              <p:nvPr/>
            </p:nvSpPr>
            <p:spPr bwMode="auto">
              <a:xfrm>
                <a:off x="246" y="1476"/>
                <a:ext cx="222" cy="180"/>
              </a:xfrm>
              <a:custGeom>
                <a:avLst/>
                <a:gdLst>
                  <a:gd name="T0" fmla="*/ 0 w 222"/>
                  <a:gd name="T1" fmla="*/ 180 h 180"/>
                  <a:gd name="T2" fmla="*/ 222 w 222"/>
                  <a:gd name="T3" fmla="*/ 0 h 180"/>
                  <a:gd name="T4" fmla="*/ 0 60000 65536"/>
                  <a:gd name="T5" fmla="*/ 0 60000 65536"/>
                  <a:gd name="T6" fmla="*/ 0 w 222"/>
                  <a:gd name="T7" fmla="*/ 0 h 180"/>
                  <a:gd name="T8" fmla="*/ 222 w 222"/>
                  <a:gd name="T9" fmla="*/ 180 h 180"/>
                </a:gdLst>
                <a:ahLst/>
                <a:cxnLst>
                  <a:cxn ang="T4">
                    <a:pos x="T0" y="T1"/>
                  </a:cxn>
                  <a:cxn ang="T5">
                    <a:pos x="T2" y="T3"/>
                  </a:cxn>
                </a:cxnLst>
                <a:rect l="T6" t="T7" r="T8" b="T9"/>
                <a:pathLst>
                  <a:path w="222" h="180">
                    <a:moveTo>
                      <a:pt x="0" y="180"/>
                    </a:moveTo>
                    <a:lnTo>
                      <a:pt x="222" y="0"/>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8" name="Oval 70">
                <a:extLst>
                  <a:ext uri="{FF2B5EF4-FFF2-40B4-BE49-F238E27FC236}">
                    <a16:creationId xmlns:a16="http://schemas.microsoft.com/office/drawing/2014/main" id="{76B74C90-F035-0D46-90DC-7012A31BCF76}"/>
                  </a:ext>
                </a:extLst>
              </p:cNvPr>
              <p:cNvSpPr>
                <a:spLocks noChangeArrowheads="1"/>
              </p:cNvSpPr>
              <p:nvPr/>
            </p:nvSpPr>
            <p:spPr bwMode="auto">
              <a:xfrm>
                <a:off x="-14" y="1712"/>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9" name="Line 71">
                <a:extLst>
                  <a:ext uri="{FF2B5EF4-FFF2-40B4-BE49-F238E27FC236}">
                    <a16:creationId xmlns:a16="http://schemas.microsoft.com/office/drawing/2014/main" id="{E0C79831-B7E5-D94D-B962-8A0A2EBCC53B}"/>
                  </a:ext>
                </a:extLst>
              </p:cNvPr>
              <p:cNvSpPr>
                <a:spLocks noChangeShapeType="1"/>
              </p:cNvSpPr>
              <p:nvPr/>
            </p:nvSpPr>
            <p:spPr bwMode="auto">
              <a:xfrm>
                <a:off x="-14" y="1705"/>
                <a:ext cx="1"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0" name="Line 72">
                <a:extLst>
                  <a:ext uri="{FF2B5EF4-FFF2-40B4-BE49-F238E27FC236}">
                    <a16:creationId xmlns:a16="http://schemas.microsoft.com/office/drawing/2014/main" id="{B7A75E97-14D7-254C-BAE7-25319E0F33E5}"/>
                  </a:ext>
                </a:extLst>
              </p:cNvPr>
              <p:cNvSpPr>
                <a:spLocks noChangeShapeType="1"/>
              </p:cNvSpPr>
              <p:nvPr/>
            </p:nvSpPr>
            <p:spPr bwMode="auto">
              <a:xfrm>
                <a:off x="299" y="1705"/>
                <a:ext cx="1"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1" name="Rectangle 73">
                <a:extLst>
                  <a:ext uri="{FF2B5EF4-FFF2-40B4-BE49-F238E27FC236}">
                    <a16:creationId xmlns:a16="http://schemas.microsoft.com/office/drawing/2014/main" id="{0C521DAF-FFE0-054B-8828-ED05D1912D0A}"/>
                  </a:ext>
                </a:extLst>
              </p:cNvPr>
              <p:cNvSpPr>
                <a:spLocks noChangeArrowheads="1"/>
              </p:cNvSpPr>
              <p:nvPr/>
            </p:nvSpPr>
            <p:spPr bwMode="auto">
              <a:xfrm>
                <a:off x="-14" y="1705"/>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2" name="Oval 74">
                <a:extLst>
                  <a:ext uri="{FF2B5EF4-FFF2-40B4-BE49-F238E27FC236}">
                    <a16:creationId xmlns:a16="http://schemas.microsoft.com/office/drawing/2014/main" id="{91217C6B-657E-7D4C-92F2-48179F30D483}"/>
                  </a:ext>
                </a:extLst>
              </p:cNvPr>
              <p:cNvSpPr>
                <a:spLocks noChangeArrowheads="1"/>
              </p:cNvSpPr>
              <p:nvPr/>
            </p:nvSpPr>
            <p:spPr bwMode="auto">
              <a:xfrm>
                <a:off x="-17" y="1646"/>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3" name="Freeform 75">
                <a:extLst>
                  <a:ext uri="{FF2B5EF4-FFF2-40B4-BE49-F238E27FC236}">
                    <a16:creationId xmlns:a16="http://schemas.microsoft.com/office/drawing/2014/main" id="{93320E84-7F42-D646-8644-59F5B863EA5A}"/>
                  </a:ext>
                </a:extLst>
              </p:cNvPr>
              <p:cNvSpPr>
                <a:spLocks/>
              </p:cNvSpPr>
              <p:nvPr/>
            </p:nvSpPr>
            <p:spPr bwMode="auto">
              <a:xfrm>
                <a:off x="651" y="1476"/>
                <a:ext cx="216" cy="189"/>
              </a:xfrm>
              <a:custGeom>
                <a:avLst/>
                <a:gdLst>
                  <a:gd name="T0" fmla="*/ 0 w 216"/>
                  <a:gd name="T1" fmla="*/ 0 h 189"/>
                  <a:gd name="T2" fmla="*/ 216 w 216"/>
                  <a:gd name="T3" fmla="*/ 189 h 189"/>
                  <a:gd name="T4" fmla="*/ 0 60000 65536"/>
                  <a:gd name="T5" fmla="*/ 0 60000 65536"/>
                  <a:gd name="T6" fmla="*/ 0 w 216"/>
                  <a:gd name="T7" fmla="*/ 0 h 189"/>
                  <a:gd name="T8" fmla="*/ 216 w 216"/>
                  <a:gd name="T9" fmla="*/ 189 h 189"/>
                </a:gdLst>
                <a:ahLst/>
                <a:cxnLst>
                  <a:cxn ang="T4">
                    <a:pos x="T0" y="T1"/>
                  </a:cxn>
                  <a:cxn ang="T5">
                    <a:pos x="T2" y="T3"/>
                  </a:cxn>
                </a:cxnLst>
                <a:rect l="T6" t="T7" r="T8" b="T9"/>
                <a:pathLst>
                  <a:path w="216" h="189">
                    <a:moveTo>
                      <a:pt x="0" y="0"/>
                    </a:moveTo>
                    <a:lnTo>
                      <a:pt x="216" y="189"/>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4" name="Freeform 76">
                <a:extLst>
                  <a:ext uri="{FF2B5EF4-FFF2-40B4-BE49-F238E27FC236}">
                    <a16:creationId xmlns:a16="http://schemas.microsoft.com/office/drawing/2014/main" id="{BF0EFC1E-A2ED-9644-9F97-C07A497C709E}"/>
                  </a:ext>
                </a:extLst>
              </p:cNvPr>
              <p:cNvSpPr>
                <a:spLocks/>
              </p:cNvSpPr>
              <p:nvPr/>
            </p:nvSpPr>
            <p:spPr bwMode="auto">
              <a:xfrm>
                <a:off x="303" y="1740"/>
                <a:ext cx="540" cy="3"/>
              </a:xfrm>
              <a:custGeom>
                <a:avLst/>
                <a:gdLst>
                  <a:gd name="T0" fmla="*/ 540 w 540"/>
                  <a:gd name="T1" fmla="*/ 3 h 3"/>
                  <a:gd name="T2" fmla="*/ 0 w 540"/>
                  <a:gd name="T3" fmla="*/ 0 h 3"/>
                  <a:gd name="T4" fmla="*/ 0 60000 65536"/>
                  <a:gd name="T5" fmla="*/ 0 60000 65536"/>
                  <a:gd name="T6" fmla="*/ 0 w 540"/>
                  <a:gd name="T7" fmla="*/ 0 h 3"/>
                  <a:gd name="T8" fmla="*/ 540 w 540"/>
                  <a:gd name="T9" fmla="*/ 3 h 3"/>
                </a:gdLst>
                <a:ahLst/>
                <a:cxnLst>
                  <a:cxn ang="T4">
                    <a:pos x="T0" y="T1"/>
                  </a:cxn>
                  <a:cxn ang="T5">
                    <a:pos x="T2" y="T3"/>
                  </a:cxn>
                </a:cxnLst>
                <a:rect l="T6" t="T7" r="T8" b="T9"/>
                <a:pathLst>
                  <a:path w="540" h="3">
                    <a:moveTo>
                      <a:pt x="540" y="3"/>
                    </a:moveTo>
                    <a:lnTo>
                      <a:pt x="0" y="0"/>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15" name="Group 77">
                <a:extLst>
                  <a:ext uri="{FF2B5EF4-FFF2-40B4-BE49-F238E27FC236}">
                    <a16:creationId xmlns:a16="http://schemas.microsoft.com/office/drawing/2014/main" id="{8262C69D-F268-2849-B65D-1324D5E79FD0}"/>
                  </a:ext>
                </a:extLst>
              </p:cNvPr>
              <p:cNvGrpSpPr>
                <a:grpSpLocks/>
              </p:cNvGrpSpPr>
              <p:nvPr/>
            </p:nvGrpSpPr>
            <p:grpSpPr bwMode="auto">
              <a:xfrm>
                <a:off x="39" y="1594"/>
                <a:ext cx="196" cy="250"/>
                <a:chOff x="2959" y="2425"/>
                <a:chExt cx="197" cy="250"/>
              </a:xfrm>
            </p:grpSpPr>
            <p:sp>
              <p:nvSpPr>
                <p:cNvPr id="537" name="Rectangle 78">
                  <a:extLst>
                    <a:ext uri="{FF2B5EF4-FFF2-40B4-BE49-F238E27FC236}">
                      <a16:creationId xmlns:a16="http://schemas.microsoft.com/office/drawing/2014/main" id="{6C0B7D66-013B-B74F-B238-4572FF1070C6}"/>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8" name="Text Box 79">
                  <a:extLst>
                    <a:ext uri="{FF2B5EF4-FFF2-40B4-BE49-F238E27FC236}">
                      <a16:creationId xmlns:a16="http://schemas.microsoft.com/office/drawing/2014/main" id="{0F706F26-1CB7-8943-89C3-5B640B734B1D}"/>
                    </a:ext>
                  </a:extLst>
                </p:cNvPr>
                <p:cNvSpPr txBox="1">
                  <a:spLocks noChangeArrowheads="1"/>
                </p:cNvSpPr>
                <p:nvPr/>
              </p:nvSpPr>
              <p:spPr bwMode="auto">
                <a:xfrm>
                  <a:off x="2959" y="2425"/>
                  <a:ext cx="197"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x</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16" name="Group 80">
                <a:extLst>
                  <a:ext uri="{FF2B5EF4-FFF2-40B4-BE49-F238E27FC236}">
                    <a16:creationId xmlns:a16="http://schemas.microsoft.com/office/drawing/2014/main" id="{AE871476-E138-D04C-BACC-E193845288E8}"/>
                  </a:ext>
                </a:extLst>
              </p:cNvPr>
              <p:cNvGrpSpPr>
                <a:grpSpLocks/>
              </p:cNvGrpSpPr>
              <p:nvPr/>
            </p:nvGrpSpPr>
            <p:grpSpPr bwMode="auto">
              <a:xfrm>
                <a:off x="828" y="1576"/>
                <a:ext cx="316" cy="288"/>
                <a:chOff x="1740" y="2272"/>
                <a:chExt cx="316" cy="288"/>
              </a:xfrm>
            </p:grpSpPr>
            <p:sp>
              <p:nvSpPr>
                <p:cNvPr id="529" name="Oval 81">
                  <a:extLst>
                    <a:ext uri="{FF2B5EF4-FFF2-40B4-BE49-F238E27FC236}">
                      <a16:creationId xmlns:a16="http://schemas.microsoft.com/office/drawing/2014/main" id="{63D5C5EA-53A0-8947-BFB8-BA3581D41167}"/>
                    </a:ext>
                  </a:extLst>
                </p:cNvPr>
                <p:cNvSpPr>
                  <a:spLocks noChangeArrowheads="1"/>
                </p:cNvSpPr>
                <p:nvPr/>
              </p:nvSpPr>
              <p:spPr bwMode="auto">
                <a:xfrm>
                  <a:off x="1743" y="2420"/>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0" name="Line 82">
                  <a:extLst>
                    <a:ext uri="{FF2B5EF4-FFF2-40B4-BE49-F238E27FC236}">
                      <a16:creationId xmlns:a16="http://schemas.microsoft.com/office/drawing/2014/main" id="{8FF3C56B-7C27-0949-8918-4755B9C7CFB4}"/>
                    </a:ext>
                  </a:extLst>
                </p:cNvPr>
                <p:cNvSpPr>
                  <a:spLocks noChangeShapeType="1"/>
                </p:cNvSpPr>
                <p:nvPr/>
              </p:nvSpPr>
              <p:spPr bwMode="auto">
                <a:xfrm>
                  <a:off x="1743" y="2413"/>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1" name="Line 83">
                  <a:extLst>
                    <a:ext uri="{FF2B5EF4-FFF2-40B4-BE49-F238E27FC236}">
                      <a16:creationId xmlns:a16="http://schemas.microsoft.com/office/drawing/2014/main" id="{E4D0170D-AC3D-E343-A0C0-936BA1823017}"/>
                    </a:ext>
                  </a:extLst>
                </p:cNvPr>
                <p:cNvSpPr>
                  <a:spLocks noChangeShapeType="1"/>
                </p:cNvSpPr>
                <p:nvPr/>
              </p:nvSpPr>
              <p:spPr bwMode="auto">
                <a:xfrm>
                  <a:off x="2056" y="2413"/>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2" name="Rectangle 84">
                  <a:extLst>
                    <a:ext uri="{FF2B5EF4-FFF2-40B4-BE49-F238E27FC236}">
                      <a16:creationId xmlns:a16="http://schemas.microsoft.com/office/drawing/2014/main" id="{A95CCE0E-AE26-AF43-BF4F-282F90201920}"/>
                    </a:ext>
                  </a:extLst>
                </p:cNvPr>
                <p:cNvSpPr>
                  <a:spLocks noChangeArrowheads="1"/>
                </p:cNvSpPr>
                <p:nvPr/>
              </p:nvSpPr>
              <p:spPr bwMode="auto">
                <a:xfrm>
                  <a:off x="1743" y="2413"/>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3" name="Oval 85">
                  <a:extLst>
                    <a:ext uri="{FF2B5EF4-FFF2-40B4-BE49-F238E27FC236}">
                      <a16:creationId xmlns:a16="http://schemas.microsoft.com/office/drawing/2014/main" id="{1F165F2E-D551-1543-8FF4-E7E9AEB5B6C8}"/>
                    </a:ext>
                  </a:extLst>
                </p:cNvPr>
                <p:cNvSpPr>
                  <a:spLocks noChangeArrowheads="1"/>
                </p:cNvSpPr>
                <p:nvPr/>
              </p:nvSpPr>
              <p:spPr bwMode="auto">
                <a:xfrm>
                  <a:off x="1740" y="2354"/>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34" name="Group 86">
                  <a:extLst>
                    <a:ext uri="{FF2B5EF4-FFF2-40B4-BE49-F238E27FC236}">
                      <a16:creationId xmlns:a16="http://schemas.microsoft.com/office/drawing/2014/main" id="{4A219E6B-F8FD-F745-B02C-95F9E51582CE}"/>
                    </a:ext>
                  </a:extLst>
                </p:cNvPr>
                <p:cNvGrpSpPr>
                  <a:grpSpLocks/>
                </p:cNvGrpSpPr>
                <p:nvPr/>
              </p:nvGrpSpPr>
              <p:grpSpPr bwMode="auto">
                <a:xfrm>
                  <a:off x="1795" y="2272"/>
                  <a:ext cx="212" cy="288"/>
                  <a:chOff x="2951" y="2395"/>
                  <a:chExt cx="213" cy="288"/>
                </a:xfrm>
              </p:grpSpPr>
              <p:sp>
                <p:nvSpPr>
                  <p:cNvPr id="535" name="Rectangle 87">
                    <a:extLst>
                      <a:ext uri="{FF2B5EF4-FFF2-40B4-BE49-F238E27FC236}">
                        <a16:creationId xmlns:a16="http://schemas.microsoft.com/office/drawing/2014/main" id="{DF4CEA50-DC2D-B54A-A88C-7266818FA2E4}"/>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6" name="Text Box 88">
                    <a:extLst>
                      <a:ext uri="{FF2B5EF4-FFF2-40B4-BE49-F238E27FC236}">
                        <a16:creationId xmlns:a16="http://schemas.microsoft.com/office/drawing/2014/main" id="{386959F9-9A61-B243-A07D-325F59824D43}"/>
                      </a:ext>
                    </a:extLst>
                  </p:cNvPr>
                  <p:cNvSpPr txBox="1">
                    <a:spLocks noChangeArrowheads="1"/>
                  </p:cNvSpPr>
                  <p:nvPr/>
                </p:nvSpPr>
                <p:spPr bwMode="auto">
                  <a:xfrm>
                    <a:off x="2951" y="2395"/>
                    <a:ext cx="213" cy="2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Arial" charset="0"/>
                        <a:ea typeface="ＭＳ Ｐゴシック" charset="0"/>
                      </a:rPr>
                      <a:t>z</a:t>
                    </a:r>
                  </a:p>
                </p:txBody>
              </p:sp>
            </p:grpSp>
          </p:grpSp>
          <p:sp>
            <p:nvSpPr>
              <p:cNvPr id="517" name="Text Box 89">
                <a:extLst>
                  <a:ext uri="{FF2B5EF4-FFF2-40B4-BE49-F238E27FC236}">
                    <a16:creationId xmlns:a16="http://schemas.microsoft.com/office/drawing/2014/main" id="{2DB55D98-85D1-9148-BFB4-604DA29883C3}"/>
                  </a:ext>
                </a:extLst>
              </p:cNvPr>
              <p:cNvSpPr txBox="1">
                <a:spLocks noChangeArrowheads="1"/>
              </p:cNvSpPr>
              <p:nvPr/>
            </p:nvSpPr>
            <p:spPr bwMode="auto">
              <a:xfrm>
                <a:off x="724" y="1397"/>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8" name="Text Box 90">
                <a:extLst>
                  <a:ext uri="{FF2B5EF4-FFF2-40B4-BE49-F238E27FC236}">
                    <a16:creationId xmlns:a16="http://schemas.microsoft.com/office/drawing/2014/main" id="{5777214A-84D8-6042-BFBC-CD42F8A4E727}"/>
                  </a:ext>
                </a:extLst>
              </p:cNvPr>
              <p:cNvSpPr txBox="1">
                <a:spLocks noChangeArrowheads="1"/>
              </p:cNvSpPr>
              <p:nvPr/>
            </p:nvSpPr>
            <p:spPr bwMode="auto">
              <a:xfrm>
                <a:off x="196" y="1394"/>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9" name="Text Box 91">
                <a:extLst>
                  <a:ext uri="{FF2B5EF4-FFF2-40B4-BE49-F238E27FC236}">
                    <a16:creationId xmlns:a16="http://schemas.microsoft.com/office/drawing/2014/main" id="{A075B8CC-4064-A446-96E5-46A5335841DF}"/>
                  </a:ext>
                </a:extLst>
              </p:cNvPr>
              <p:cNvSpPr txBox="1">
                <a:spLocks noChangeArrowheads="1"/>
              </p:cNvSpPr>
              <p:nvPr/>
            </p:nvSpPr>
            <p:spPr bwMode="auto">
              <a:xfrm>
                <a:off x="481" y="1727"/>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7</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20" name="Group 92">
                <a:extLst>
                  <a:ext uri="{FF2B5EF4-FFF2-40B4-BE49-F238E27FC236}">
                    <a16:creationId xmlns:a16="http://schemas.microsoft.com/office/drawing/2014/main" id="{978CB86D-6BC1-D74D-81E3-563678BB15BD}"/>
                  </a:ext>
                </a:extLst>
              </p:cNvPr>
              <p:cNvGrpSpPr>
                <a:grpSpLocks/>
              </p:cNvGrpSpPr>
              <p:nvPr/>
            </p:nvGrpSpPr>
            <p:grpSpPr bwMode="auto">
              <a:xfrm>
                <a:off x="408" y="1282"/>
                <a:ext cx="316" cy="250"/>
                <a:chOff x="1740" y="2302"/>
                <a:chExt cx="316" cy="250"/>
              </a:xfrm>
            </p:grpSpPr>
            <p:sp>
              <p:nvSpPr>
                <p:cNvPr id="521" name="Oval 93">
                  <a:extLst>
                    <a:ext uri="{FF2B5EF4-FFF2-40B4-BE49-F238E27FC236}">
                      <a16:creationId xmlns:a16="http://schemas.microsoft.com/office/drawing/2014/main" id="{9E11D3DA-6E78-DC4D-AB66-97414F1706CE}"/>
                    </a:ext>
                  </a:extLst>
                </p:cNvPr>
                <p:cNvSpPr>
                  <a:spLocks noChangeArrowheads="1"/>
                </p:cNvSpPr>
                <p:nvPr/>
              </p:nvSpPr>
              <p:spPr bwMode="auto">
                <a:xfrm>
                  <a:off x="1743" y="2420"/>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2" name="Line 94">
                  <a:extLst>
                    <a:ext uri="{FF2B5EF4-FFF2-40B4-BE49-F238E27FC236}">
                      <a16:creationId xmlns:a16="http://schemas.microsoft.com/office/drawing/2014/main" id="{9CD3C1B5-32AF-0941-8FAD-BECEF5F877FD}"/>
                    </a:ext>
                  </a:extLst>
                </p:cNvPr>
                <p:cNvSpPr>
                  <a:spLocks noChangeShapeType="1"/>
                </p:cNvSpPr>
                <p:nvPr/>
              </p:nvSpPr>
              <p:spPr bwMode="auto">
                <a:xfrm>
                  <a:off x="1743" y="2413"/>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3" name="Line 95">
                  <a:extLst>
                    <a:ext uri="{FF2B5EF4-FFF2-40B4-BE49-F238E27FC236}">
                      <a16:creationId xmlns:a16="http://schemas.microsoft.com/office/drawing/2014/main" id="{5A1A044E-122F-4747-A104-F412C2D38772}"/>
                    </a:ext>
                  </a:extLst>
                </p:cNvPr>
                <p:cNvSpPr>
                  <a:spLocks noChangeShapeType="1"/>
                </p:cNvSpPr>
                <p:nvPr/>
              </p:nvSpPr>
              <p:spPr bwMode="auto">
                <a:xfrm>
                  <a:off x="2056" y="2413"/>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4" name="Rectangle 96">
                  <a:extLst>
                    <a:ext uri="{FF2B5EF4-FFF2-40B4-BE49-F238E27FC236}">
                      <a16:creationId xmlns:a16="http://schemas.microsoft.com/office/drawing/2014/main" id="{09C84F8B-D4F5-454E-A791-F7AEECAC4786}"/>
                    </a:ext>
                  </a:extLst>
                </p:cNvPr>
                <p:cNvSpPr>
                  <a:spLocks noChangeArrowheads="1"/>
                </p:cNvSpPr>
                <p:nvPr/>
              </p:nvSpPr>
              <p:spPr bwMode="auto">
                <a:xfrm>
                  <a:off x="1743" y="2413"/>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5" name="Oval 97">
                  <a:extLst>
                    <a:ext uri="{FF2B5EF4-FFF2-40B4-BE49-F238E27FC236}">
                      <a16:creationId xmlns:a16="http://schemas.microsoft.com/office/drawing/2014/main" id="{EE203571-1A2B-8347-8640-3200A749800F}"/>
                    </a:ext>
                  </a:extLst>
                </p:cNvPr>
                <p:cNvSpPr>
                  <a:spLocks noChangeArrowheads="1"/>
                </p:cNvSpPr>
                <p:nvPr/>
              </p:nvSpPr>
              <p:spPr bwMode="auto">
                <a:xfrm>
                  <a:off x="1740" y="2354"/>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26" name="Group 98">
                  <a:extLst>
                    <a:ext uri="{FF2B5EF4-FFF2-40B4-BE49-F238E27FC236}">
                      <a16:creationId xmlns:a16="http://schemas.microsoft.com/office/drawing/2014/main" id="{121AF45C-AC41-F04B-A84E-1F1324A6E2ED}"/>
                    </a:ext>
                  </a:extLst>
                </p:cNvPr>
                <p:cNvGrpSpPr>
                  <a:grpSpLocks/>
                </p:cNvGrpSpPr>
                <p:nvPr/>
              </p:nvGrpSpPr>
              <p:grpSpPr bwMode="auto">
                <a:xfrm>
                  <a:off x="1803" y="2302"/>
                  <a:ext cx="196" cy="250"/>
                  <a:chOff x="2958" y="2425"/>
                  <a:chExt cx="198" cy="250"/>
                </a:xfrm>
              </p:grpSpPr>
              <p:sp>
                <p:nvSpPr>
                  <p:cNvPr id="527" name="Rectangle 99">
                    <a:extLst>
                      <a:ext uri="{FF2B5EF4-FFF2-40B4-BE49-F238E27FC236}">
                        <a16:creationId xmlns:a16="http://schemas.microsoft.com/office/drawing/2014/main" id="{05065D65-45F5-1D49-A57E-6BF34FB53D70}"/>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8" name="Text Box 100">
                    <a:extLst>
                      <a:ext uri="{FF2B5EF4-FFF2-40B4-BE49-F238E27FC236}">
                        <a16:creationId xmlns:a16="http://schemas.microsoft.com/office/drawing/2014/main" id="{150498C7-B1F2-5B49-80A1-FAF96601B037}"/>
                      </a:ext>
                    </a:extLst>
                  </p:cNvPr>
                  <p:cNvSpPr txBox="1">
                    <a:spLocks noChangeArrowheads="1"/>
                  </p:cNvSpPr>
                  <p:nvPr/>
                </p:nvSpPr>
                <p:spPr bwMode="auto">
                  <a:xfrm>
                    <a:off x="2958" y="2425"/>
                    <a:ext cx="198"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y</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grpSp>
      <p:sp>
        <p:nvSpPr>
          <p:cNvPr id="539" name="Text Box 101">
            <a:extLst>
              <a:ext uri="{FF2B5EF4-FFF2-40B4-BE49-F238E27FC236}">
                <a16:creationId xmlns:a16="http://schemas.microsoft.com/office/drawing/2014/main" id="{AAF68ACA-AA85-2D45-AA50-EB9D1EF819C9}"/>
              </a:ext>
            </a:extLst>
          </p:cNvPr>
          <p:cNvSpPr txBox="1">
            <a:spLocks noChangeArrowheads="1"/>
          </p:cNvSpPr>
          <p:nvPr/>
        </p:nvSpPr>
        <p:spPr bwMode="auto">
          <a:xfrm>
            <a:off x="1471097" y="1455629"/>
            <a:ext cx="715260" cy="4062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1" fontAlgn="base" latinLnBrk="0" hangingPunct="1">
              <a:lnSpc>
                <a:spcPct val="85000"/>
              </a:lnSpc>
              <a:spcBef>
                <a:spcPct val="0"/>
              </a:spcBef>
              <a:spcAft>
                <a:spcPct val="0"/>
              </a:spcAft>
              <a:buClrTx/>
              <a:buSzTx/>
              <a:buFontTx/>
              <a:buNone/>
              <a:tabLst/>
              <a:defRPr/>
            </a:pPr>
            <a:r>
              <a:rPr kumimoji="0" lang="en-US" i="0" u="none" strike="noStrike" kern="0" cap="none" spc="0" normalizeH="0" baseline="0" noProof="0" dirty="0">
                <a:ln>
                  <a:noFill/>
                </a:ln>
                <a:solidFill>
                  <a:srgbClr val="0000A8"/>
                </a:solidFill>
                <a:effectLst/>
                <a:uLnTx/>
                <a:uFillTx/>
                <a:latin typeface="Arial" charset="0"/>
                <a:ea typeface="ＭＳ Ｐゴシック" charset="0"/>
              </a:rPr>
              <a:t>D</a:t>
            </a:r>
            <a:r>
              <a:rPr kumimoji="0" lang="en-US" i="0" u="none" strike="noStrike" kern="0" cap="none" spc="0" normalizeH="0" baseline="-25000" noProof="0" dirty="0">
                <a:ln>
                  <a:noFill/>
                </a:ln>
                <a:solidFill>
                  <a:srgbClr val="0000A8"/>
                </a:solidFill>
                <a:effectLst/>
                <a:uLnTx/>
                <a:uFillTx/>
                <a:latin typeface="Arial" charset="0"/>
                <a:ea typeface="ＭＳ Ｐゴシック" charset="0"/>
              </a:rPr>
              <a:t>x</a:t>
            </a:r>
            <a:r>
              <a:rPr kumimoji="0" lang="en-US" i="0" u="none" strike="noStrike" kern="0" cap="none" spc="0" normalizeH="0" baseline="0" noProof="0" dirty="0">
                <a:ln>
                  <a:noFill/>
                </a:ln>
                <a:solidFill>
                  <a:srgbClr val="0000A8"/>
                </a:solidFill>
                <a:effectLst/>
                <a:uLnTx/>
                <a:uFillTx/>
                <a:latin typeface="Arial" charset="0"/>
                <a:ea typeface="ＭＳ Ｐゴシック" charset="0"/>
              </a:rPr>
              <a:t>()</a:t>
            </a:r>
          </a:p>
        </p:txBody>
      </p:sp>
      <p:sp>
        <p:nvSpPr>
          <p:cNvPr id="540" name="Oval 104">
            <a:extLst>
              <a:ext uri="{FF2B5EF4-FFF2-40B4-BE49-F238E27FC236}">
                <a16:creationId xmlns:a16="http://schemas.microsoft.com/office/drawing/2014/main" id="{E4833BB8-5386-714A-8ECD-2265D1970406}"/>
              </a:ext>
            </a:extLst>
          </p:cNvPr>
          <p:cNvSpPr>
            <a:spLocks noChangeArrowheads="1"/>
          </p:cNvSpPr>
          <p:nvPr/>
        </p:nvSpPr>
        <p:spPr bwMode="auto">
          <a:xfrm>
            <a:off x="2196230" y="1876817"/>
            <a:ext cx="1066800" cy="381000"/>
          </a:xfrm>
          <a:prstGeom prst="ellipse">
            <a:avLst/>
          </a:prstGeom>
          <a:noFill/>
          <a:ln w="9525">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541" name="Oval 105">
            <a:extLst>
              <a:ext uri="{FF2B5EF4-FFF2-40B4-BE49-F238E27FC236}">
                <a16:creationId xmlns:a16="http://schemas.microsoft.com/office/drawing/2014/main" id="{539F2E50-2760-1F46-9F61-0FFBBE40D803}"/>
              </a:ext>
            </a:extLst>
          </p:cNvPr>
          <p:cNvSpPr>
            <a:spLocks noChangeArrowheads="1"/>
          </p:cNvSpPr>
          <p:nvPr/>
        </p:nvSpPr>
        <p:spPr bwMode="auto">
          <a:xfrm>
            <a:off x="2196230" y="3934217"/>
            <a:ext cx="1066800" cy="381000"/>
          </a:xfrm>
          <a:prstGeom prst="ellipse">
            <a:avLst/>
          </a:prstGeom>
          <a:noFill/>
          <a:ln w="9525">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542" name="Oval 106">
            <a:extLst>
              <a:ext uri="{FF2B5EF4-FFF2-40B4-BE49-F238E27FC236}">
                <a16:creationId xmlns:a16="http://schemas.microsoft.com/office/drawing/2014/main" id="{B4D0684B-E9F4-224B-8F03-FAA946680F05}"/>
              </a:ext>
            </a:extLst>
          </p:cNvPr>
          <p:cNvSpPr>
            <a:spLocks noChangeArrowheads="1"/>
          </p:cNvSpPr>
          <p:nvPr/>
        </p:nvSpPr>
        <p:spPr bwMode="auto">
          <a:xfrm>
            <a:off x="2196230" y="6144017"/>
            <a:ext cx="1066800" cy="381000"/>
          </a:xfrm>
          <a:prstGeom prst="ellipse">
            <a:avLst/>
          </a:prstGeom>
          <a:noFill/>
          <a:ln w="9525">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543" name="Oval 107">
            <a:extLst>
              <a:ext uri="{FF2B5EF4-FFF2-40B4-BE49-F238E27FC236}">
                <a16:creationId xmlns:a16="http://schemas.microsoft.com/office/drawing/2014/main" id="{D8B66424-DAF2-6B4B-A3EA-1F3A87F82C5A}"/>
              </a:ext>
            </a:extLst>
          </p:cNvPr>
          <p:cNvSpPr>
            <a:spLocks noChangeArrowheads="1"/>
          </p:cNvSpPr>
          <p:nvPr/>
        </p:nvSpPr>
        <p:spPr bwMode="auto">
          <a:xfrm>
            <a:off x="4274268" y="1876817"/>
            <a:ext cx="1066800" cy="381000"/>
          </a:xfrm>
          <a:prstGeom prst="ellipse">
            <a:avLst/>
          </a:prstGeom>
          <a:noFill/>
          <a:ln w="9525">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544" name="Rectangle 108">
            <a:extLst>
              <a:ext uri="{FF2B5EF4-FFF2-40B4-BE49-F238E27FC236}">
                <a16:creationId xmlns:a16="http://schemas.microsoft.com/office/drawing/2014/main" id="{46C3C8FD-A834-5848-8F49-E36A80BE4717}"/>
              </a:ext>
            </a:extLst>
          </p:cNvPr>
          <p:cNvSpPr>
            <a:spLocks noChangeArrowheads="1"/>
          </p:cNvSpPr>
          <p:nvPr/>
        </p:nvSpPr>
        <p:spPr bwMode="auto">
          <a:xfrm>
            <a:off x="4876322" y="3416550"/>
            <a:ext cx="3868367" cy="6463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nchor="ctr">
            <a:spAutoFit/>
          </a:bodyPr>
          <a:lstStyle/>
          <a:p>
            <a:pPr algn="just" eaLnBrk="0" fontAlgn="base" hangingPunct="0">
              <a:spcBef>
                <a:spcPct val="0"/>
              </a:spcBef>
              <a:spcAft>
                <a:spcPct val="0"/>
              </a:spcAft>
            </a:pPr>
            <a:r>
              <a:rPr lang="fr-FR" dirty="0">
                <a:solidFill>
                  <a:srgbClr val="000000"/>
                </a:solidFill>
                <a:latin typeface="Arial" charset="0"/>
                <a:ea typeface="ＭＳ Ｐゴシック" charset="0"/>
                <a:cs typeface="Times New Roman" charset="0"/>
              </a:rPr>
              <a:t>D</a:t>
            </a:r>
            <a:r>
              <a:rPr lang="fr-FR" baseline="-25000" dirty="0">
                <a:solidFill>
                  <a:srgbClr val="000000"/>
                </a:solidFill>
                <a:latin typeface="Arial" charset="0"/>
                <a:ea typeface="ＭＳ Ｐゴシック" charset="0"/>
                <a:cs typeface="Times New Roman" charset="0"/>
              </a:rPr>
              <a:t>x</a:t>
            </a:r>
            <a:r>
              <a:rPr lang="fr-FR" dirty="0">
                <a:solidFill>
                  <a:srgbClr val="000000"/>
                </a:solidFill>
                <a:latin typeface="Arial" charset="0"/>
                <a:ea typeface="ＭＳ Ｐゴシック" charset="0"/>
                <a:cs typeface="Times New Roman" charset="0"/>
              </a:rPr>
              <a:t>(y) = min{c</a:t>
            </a:r>
            <a:r>
              <a:rPr lang="fr-FR" baseline="-25000" dirty="0">
                <a:solidFill>
                  <a:srgbClr val="000000"/>
                </a:solidFill>
                <a:latin typeface="Arial" charset="0"/>
                <a:ea typeface="ＭＳ Ｐゴシック" charset="0"/>
                <a:cs typeface="Times New Roman" charset="0"/>
              </a:rPr>
              <a:t>x,y </a:t>
            </a:r>
            <a:r>
              <a:rPr lang="fr-FR" dirty="0">
                <a:solidFill>
                  <a:srgbClr val="000000"/>
                </a:solidFill>
                <a:latin typeface="Arial" charset="0"/>
                <a:ea typeface="ＭＳ Ｐゴシック" charset="0"/>
                <a:cs typeface="Times New Roman" charset="0"/>
              </a:rPr>
              <a:t>+ D</a:t>
            </a:r>
            <a:r>
              <a:rPr lang="fr-FR" baseline="-25000" dirty="0">
                <a:solidFill>
                  <a:srgbClr val="000000"/>
                </a:solidFill>
                <a:latin typeface="Arial" charset="0"/>
                <a:ea typeface="ＭＳ Ｐゴシック" charset="0"/>
                <a:cs typeface="Times New Roman" charset="0"/>
              </a:rPr>
              <a:t>y</a:t>
            </a:r>
            <a:r>
              <a:rPr lang="fr-FR" dirty="0">
                <a:solidFill>
                  <a:srgbClr val="000000"/>
                </a:solidFill>
                <a:latin typeface="Arial" charset="0"/>
                <a:ea typeface="ＭＳ Ｐゴシック" charset="0"/>
                <a:cs typeface="Times New Roman" charset="0"/>
              </a:rPr>
              <a:t>(y), c</a:t>
            </a:r>
            <a:r>
              <a:rPr lang="fr-FR" baseline="-25000" dirty="0">
                <a:solidFill>
                  <a:srgbClr val="000000"/>
                </a:solidFill>
                <a:latin typeface="Arial" charset="0"/>
                <a:ea typeface="ＭＳ Ｐゴシック" charset="0"/>
                <a:cs typeface="Times New Roman" charset="0"/>
              </a:rPr>
              <a:t>x,z</a:t>
            </a:r>
            <a:r>
              <a:rPr lang="fr-FR" dirty="0">
                <a:solidFill>
                  <a:srgbClr val="000000"/>
                </a:solidFill>
                <a:latin typeface="Arial" charset="0"/>
                <a:ea typeface="ＭＳ Ｐゴシック" charset="0"/>
                <a:cs typeface="Times New Roman" charset="0"/>
              </a:rPr>
              <a:t>+ D</a:t>
            </a:r>
            <a:r>
              <a:rPr lang="fr-FR" baseline="-25000" dirty="0">
                <a:solidFill>
                  <a:srgbClr val="000000"/>
                </a:solidFill>
                <a:latin typeface="Arial" charset="0"/>
                <a:ea typeface="ＭＳ Ｐゴシック" charset="0"/>
                <a:cs typeface="Times New Roman" charset="0"/>
              </a:rPr>
              <a:t>z</a:t>
            </a:r>
            <a:r>
              <a:rPr lang="fr-FR" dirty="0">
                <a:solidFill>
                  <a:srgbClr val="000000"/>
                </a:solidFill>
                <a:latin typeface="Arial" charset="0"/>
                <a:ea typeface="ＭＳ Ｐゴシック" charset="0"/>
                <a:cs typeface="Times New Roman" charset="0"/>
              </a:rPr>
              <a:t>(y)} </a:t>
            </a:r>
            <a:br>
              <a:rPr lang="fr-FR" dirty="0">
                <a:solidFill>
                  <a:srgbClr val="000000"/>
                </a:solidFill>
                <a:latin typeface="Arial" charset="0"/>
                <a:ea typeface="ＭＳ Ｐゴシック" charset="0"/>
                <a:cs typeface="Times New Roman" charset="0"/>
              </a:rPr>
            </a:br>
            <a:r>
              <a:rPr lang="fr-FR" dirty="0">
                <a:solidFill>
                  <a:srgbClr val="000000"/>
                </a:solidFill>
                <a:latin typeface="Arial" charset="0"/>
                <a:ea typeface="ＭＳ Ｐゴシック" charset="0"/>
                <a:cs typeface="Times New Roman" charset="0"/>
              </a:rPr>
              <a:t>             = min{2+0 , 7+1} = 2</a:t>
            </a:r>
          </a:p>
        </p:txBody>
      </p:sp>
      <p:sp>
        <p:nvSpPr>
          <p:cNvPr id="545" name="Line 109">
            <a:extLst>
              <a:ext uri="{FF2B5EF4-FFF2-40B4-BE49-F238E27FC236}">
                <a16:creationId xmlns:a16="http://schemas.microsoft.com/office/drawing/2014/main" id="{521E24B6-6689-494A-B9C4-5536D9945F11}"/>
              </a:ext>
            </a:extLst>
          </p:cNvPr>
          <p:cNvSpPr>
            <a:spLocks noChangeShapeType="1"/>
          </p:cNvSpPr>
          <p:nvPr/>
        </p:nvSpPr>
        <p:spPr bwMode="auto">
          <a:xfrm flipH="1" flipV="1">
            <a:off x="4737817" y="2139668"/>
            <a:ext cx="310172" cy="1304989"/>
          </a:xfrm>
          <a:prstGeom prst="line">
            <a:avLst/>
          </a:prstGeom>
          <a:noFill/>
          <a:ln w="12700">
            <a:solidFill>
              <a:srgbClr val="0000A8"/>
            </a:solidFill>
            <a:round/>
            <a:headEnd/>
            <a:tailEnd type="triangle" w="med" len="me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6" name="Rectangle 110">
            <a:extLst>
              <a:ext uri="{FF2B5EF4-FFF2-40B4-BE49-F238E27FC236}">
                <a16:creationId xmlns:a16="http://schemas.microsoft.com/office/drawing/2014/main" id="{B2A02F2F-A1E3-0B4C-A79C-C635D78CB0B6}"/>
              </a:ext>
            </a:extLst>
          </p:cNvPr>
          <p:cNvSpPr>
            <a:spLocks noChangeArrowheads="1"/>
          </p:cNvSpPr>
          <p:nvPr/>
        </p:nvSpPr>
        <p:spPr bwMode="auto">
          <a:xfrm>
            <a:off x="5921461" y="2260908"/>
            <a:ext cx="3660949" cy="7265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nchor="ctr">
            <a:spAutoFit/>
          </a:bodyPr>
          <a:lstStyle/>
          <a:p>
            <a:pPr eaLnBrk="0" fontAlgn="base" hangingPunct="0">
              <a:lnSpc>
                <a:spcPct val="120000"/>
              </a:lnSpc>
              <a:spcBef>
                <a:spcPct val="0"/>
              </a:spcBef>
              <a:spcAft>
                <a:spcPct val="0"/>
              </a:spcAft>
            </a:pPr>
            <a:r>
              <a:rPr lang="fr-FR" i="1" dirty="0">
                <a:solidFill>
                  <a:srgbClr val="000000"/>
                </a:solidFill>
                <a:latin typeface="Arial" charset="0"/>
                <a:ea typeface="ＭＳ Ｐゴシック" charset="0"/>
              </a:rPr>
              <a:t>D</a:t>
            </a:r>
            <a:r>
              <a:rPr lang="fr-FR" i="1" baseline="-25000" dirty="0">
                <a:solidFill>
                  <a:srgbClr val="000000"/>
                </a:solidFill>
                <a:latin typeface="Arial" charset="0"/>
                <a:ea typeface="ＭＳ Ｐゴシック" charset="0"/>
              </a:rPr>
              <a:t>x</a:t>
            </a:r>
            <a:r>
              <a:rPr lang="fr-FR" i="1" dirty="0">
                <a:solidFill>
                  <a:srgbClr val="000000"/>
                </a:solidFill>
                <a:latin typeface="Arial" charset="0"/>
                <a:ea typeface="ＭＳ Ｐゴシック" charset="0"/>
              </a:rPr>
              <a:t>(z) = </a:t>
            </a:r>
            <a:r>
              <a:rPr lang="fr-FR" dirty="0">
                <a:solidFill>
                  <a:srgbClr val="000000"/>
                </a:solidFill>
                <a:latin typeface="Arial" charset="0"/>
                <a:ea typeface="ＭＳ Ｐゴシック" charset="0"/>
              </a:rPr>
              <a:t>min{</a:t>
            </a:r>
            <a:r>
              <a:rPr lang="fr-FR" i="1" dirty="0">
                <a:solidFill>
                  <a:srgbClr val="000000"/>
                </a:solidFill>
                <a:latin typeface="Arial" charset="0"/>
                <a:ea typeface="ＭＳ Ｐゴシック" charset="0"/>
              </a:rPr>
              <a:t>c</a:t>
            </a:r>
            <a:r>
              <a:rPr lang="fr-FR" i="1" baseline="-25000" dirty="0">
                <a:solidFill>
                  <a:srgbClr val="000000"/>
                </a:solidFill>
                <a:latin typeface="Arial" charset="0"/>
                <a:ea typeface="ＭＳ Ｐゴシック" charset="0"/>
              </a:rPr>
              <a:t>x,y</a:t>
            </a:r>
            <a:r>
              <a:rPr lang="fr-FR" i="1" dirty="0">
                <a:solidFill>
                  <a:srgbClr val="000000"/>
                </a:solidFill>
                <a:latin typeface="Arial" charset="0"/>
                <a:ea typeface="ＭＳ Ｐゴシック" charset="0"/>
              </a:rPr>
              <a:t>+ D</a:t>
            </a:r>
            <a:r>
              <a:rPr lang="fr-FR" i="1" baseline="-25000" dirty="0">
                <a:solidFill>
                  <a:srgbClr val="000000"/>
                </a:solidFill>
                <a:latin typeface="Arial" charset="0"/>
                <a:ea typeface="ＭＳ Ｐゴシック" charset="0"/>
              </a:rPr>
              <a:t>y</a:t>
            </a:r>
            <a:r>
              <a:rPr lang="fr-FR" i="1" dirty="0">
                <a:solidFill>
                  <a:srgbClr val="000000"/>
                </a:solidFill>
                <a:latin typeface="Arial" charset="0"/>
                <a:ea typeface="ＭＳ Ｐゴシック" charset="0"/>
              </a:rPr>
              <a:t>(z), c</a:t>
            </a:r>
            <a:r>
              <a:rPr lang="fr-FR" i="1" baseline="-25000" dirty="0">
                <a:solidFill>
                  <a:srgbClr val="000000"/>
                </a:solidFill>
                <a:latin typeface="Arial" charset="0"/>
                <a:ea typeface="ＭＳ Ｐゴシック" charset="0"/>
              </a:rPr>
              <a:t>x,z</a:t>
            </a:r>
            <a:r>
              <a:rPr lang="fr-FR" i="1" dirty="0">
                <a:solidFill>
                  <a:srgbClr val="000000"/>
                </a:solidFill>
                <a:latin typeface="Arial" charset="0"/>
                <a:ea typeface="ＭＳ Ｐゴシック" charset="0"/>
              </a:rPr>
              <a:t>+ D</a:t>
            </a:r>
            <a:r>
              <a:rPr lang="fr-FR" i="1" baseline="-25000" dirty="0">
                <a:solidFill>
                  <a:srgbClr val="000000"/>
                </a:solidFill>
                <a:latin typeface="Arial" charset="0"/>
                <a:ea typeface="ＭＳ Ｐゴシック" charset="0"/>
              </a:rPr>
              <a:t>z</a:t>
            </a:r>
            <a:r>
              <a:rPr lang="fr-FR" i="1" dirty="0">
                <a:solidFill>
                  <a:srgbClr val="000000"/>
                </a:solidFill>
                <a:latin typeface="Arial" charset="0"/>
                <a:ea typeface="ＭＳ Ｐゴシック" charset="0"/>
              </a:rPr>
              <a:t>(z)</a:t>
            </a:r>
            <a:r>
              <a:rPr lang="fr-FR" dirty="0">
                <a:solidFill>
                  <a:srgbClr val="000000"/>
                </a:solidFill>
                <a:latin typeface="Arial" charset="0"/>
                <a:ea typeface="ＭＳ Ｐゴシック" charset="0"/>
              </a:rPr>
              <a:t>} </a:t>
            </a:r>
          </a:p>
          <a:p>
            <a:pPr eaLnBrk="0" fontAlgn="base" hangingPunct="0">
              <a:lnSpc>
                <a:spcPct val="120000"/>
              </a:lnSpc>
              <a:spcBef>
                <a:spcPct val="0"/>
              </a:spcBef>
              <a:spcAft>
                <a:spcPct val="0"/>
              </a:spcAft>
            </a:pPr>
            <a:r>
              <a:rPr lang="fr-FR" dirty="0">
                <a:solidFill>
                  <a:srgbClr val="000000"/>
                </a:solidFill>
                <a:latin typeface="Arial" charset="0"/>
                <a:ea typeface="ＭＳ Ｐゴシック" charset="0"/>
              </a:rPr>
              <a:t>= min{2+1 , 7+0} = 3</a:t>
            </a:r>
          </a:p>
        </p:txBody>
      </p:sp>
      <p:sp>
        <p:nvSpPr>
          <p:cNvPr id="547" name="Line 111">
            <a:extLst>
              <a:ext uri="{FF2B5EF4-FFF2-40B4-BE49-F238E27FC236}">
                <a16:creationId xmlns:a16="http://schemas.microsoft.com/office/drawing/2014/main" id="{0907A64B-C8AD-924E-8F80-30210673ED28}"/>
              </a:ext>
            </a:extLst>
          </p:cNvPr>
          <p:cNvSpPr>
            <a:spLocks noChangeShapeType="1"/>
          </p:cNvSpPr>
          <p:nvPr/>
        </p:nvSpPr>
        <p:spPr bwMode="auto">
          <a:xfrm flipH="1" flipV="1">
            <a:off x="5106812" y="2116725"/>
            <a:ext cx="805472" cy="338376"/>
          </a:xfrm>
          <a:prstGeom prst="line">
            <a:avLst/>
          </a:prstGeom>
          <a:noFill/>
          <a:ln w="9525">
            <a:solidFill>
              <a:srgbClr val="0000A8"/>
            </a:solidFill>
            <a:round/>
            <a:headEnd/>
            <a:tailEnd type="triangle" w="med" len="me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8" name="Text Box 112">
            <a:extLst>
              <a:ext uri="{FF2B5EF4-FFF2-40B4-BE49-F238E27FC236}">
                <a16:creationId xmlns:a16="http://schemas.microsoft.com/office/drawing/2014/main" id="{755B21C5-8034-A140-8D46-F6465D62607F}"/>
              </a:ext>
            </a:extLst>
          </p:cNvPr>
          <p:cNvSpPr txBox="1">
            <a:spLocks noChangeArrowheads="1"/>
          </p:cNvSpPr>
          <p:nvPr/>
        </p:nvSpPr>
        <p:spPr bwMode="auto">
          <a:xfrm>
            <a:off x="4899743" y="1875230"/>
            <a:ext cx="3111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a:t>
            </a:r>
          </a:p>
        </p:txBody>
      </p:sp>
      <p:sp>
        <p:nvSpPr>
          <p:cNvPr id="549" name="Text Box 113">
            <a:extLst>
              <a:ext uri="{FF2B5EF4-FFF2-40B4-BE49-F238E27FC236}">
                <a16:creationId xmlns:a16="http://schemas.microsoft.com/office/drawing/2014/main" id="{BB12F587-434B-8040-89E5-C339524079C5}"/>
              </a:ext>
            </a:extLst>
          </p:cNvPr>
          <p:cNvSpPr txBox="1">
            <a:spLocks noChangeArrowheads="1"/>
          </p:cNvSpPr>
          <p:nvPr/>
        </p:nvSpPr>
        <p:spPr bwMode="auto">
          <a:xfrm>
            <a:off x="4556843" y="1879992"/>
            <a:ext cx="34290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 </a:t>
            </a:r>
          </a:p>
        </p:txBody>
      </p:sp>
      <p:sp>
        <p:nvSpPr>
          <p:cNvPr id="550" name="Text Box 114">
            <a:extLst>
              <a:ext uri="{FF2B5EF4-FFF2-40B4-BE49-F238E27FC236}">
                <a16:creationId xmlns:a16="http://schemas.microsoft.com/office/drawing/2014/main" id="{1BE115B7-BB8D-4842-AC91-954E4DE00C77}"/>
              </a:ext>
            </a:extLst>
          </p:cNvPr>
          <p:cNvSpPr txBox="1">
            <a:spLocks noChangeArrowheads="1"/>
          </p:cNvSpPr>
          <p:nvPr/>
        </p:nvSpPr>
        <p:spPr bwMode="auto">
          <a:xfrm>
            <a:off x="1499672" y="3214405"/>
            <a:ext cx="715260" cy="4062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1" fontAlgn="base" latinLnBrk="0" hangingPunct="1">
              <a:lnSpc>
                <a:spcPct val="85000"/>
              </a:lnSpc>
              <a:spcBef>
                <a:spcPct val="0"/>
              </a:spcBef>
              <a:spcAft>
                <a:spcPct val="0"/>
              </a:spcAft>
              <a:buClrTx/>
              <a:buSzTx/>
              <a:buFontTx/>
              <a:buNone/>
              <a:tabLst/>
              <a:defRPr/>
            </a:pPr>
            <a:r>
              <a:rPr kumimoji="0" lang="en-US" i="0" u="none" strike="noStrike" kern="0" cap="none" spc="0" normalizeH="0" baseline="0" noProof="0" dirty="0">
                <a:ln>
                  <a:noFill/>
                </a:ln>
                <a:solidFill>
                  <a:srgbClr val="0000A8"/>
                </a:solidFill>
                <a:effectLst/>
                <a:uLnTx/>
                <a:uFillTx/>
                <a:latin typeface="Arial" charset="0"/>
                <a:ea typeface="ＭＳ Ｐゴシック" charset="0"/>
              </a:rPr>
              <a:t>D</a:t>
            </a:r>
            <a:r>
              <a:rPr kumimoji="0" lang="en-US" i="0" u="none" strike="noStrike" kern="0" cap="none" spc="0" normalizeH="0" baseline="-25000" noProof="0" dirty="0">
                <a:ln>
                  <a:noFill/>
                </a:ln>
                <a:solidFill>
                  <a:srgbClr val="0000A8"/>
                </a:solidFill>
                <a:effectLst/>
                <a:uLnTx/>
                <a:uFillTx/>
                <a:latin typeface="Arial" charset="0"/>
                <a:ea typeface="ＭＳ Ｐゴシック" charset="0"/>
              </a:rPr>
              <a:t>y</a:t>
            </a:r>
            <a:r>
              <a:rPr kumimoji="0" lang="en-US" i="0" u="none" strike="noStrike" kern="0" cap="none" spc="0" normalizeH="0" baseline="0" noProof="0" dirty="0">
                <a:ln>
                  <a:noFill/>
                </a:ln>
                <a:solidFill>
                  <a:srgbClr val="0000A8"/>
                </a:solidFill>
                <a:effectLst/>
                <a:uLnTx/>
                <a:uFillTx/>
                <a:latin typeface="Arial" charset="0"/>
                <a:ea typeface="ＭＳ Ｐゴシック" charset="0"/>
              </a:rPr>
              <a:t>()</a:t>
            </a:r>
          </a:p>
        </p:txBody>
      </p:sp>
      <p:sp>
        <p:nvSpPr>
          <p:cNvPr id="551" name="Text Box 115">
            <a:extLst>
              <a:ext uri="{FF2B5EF4-FFF2-40B4-BE49-F238E27FC236}">
                <a16:creationId xmlns:a16="http://schemas.microsoft.com/office/drawing/2014/main" id="{E33B6EC8-BC95-5A49-B2A3-D690FAD1486D}"/>
              </a:ext>
            </a:extLst>
          </p:cNvPr>
          <p:cNvSpPr txBox="1">
            <a:spLocks noChangeArrowheads="1"/>
          </p:cNvSpPr>
          <p:nvPr/>
        </p:nvSpPr>
        <p:spPr bwMode="auto">
          <a:xfrm>
            <a:off x="1480970" y="5037203"/>
            <a:ext cx="715260" cy="4062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1" fontAlgn="base" latinLnBrk="0" hangingPunct="1">
              <a:lnSpc>
                <a:spcPct val="85000"/>
              </a:lnSpc>
              <a:spcBef>
                <a:spcPct val="0"/>
              </a:spcBef>
              <a:spcAft>
                <a:spcPct val="0"/>
              </a:spcAft>
              <a:buClrTx/>
              <a:buSzTx/>
              <a:buFontTx/>
              <a:buNone/>
              <a:tabLst/>
              <a:defRPr/>
            </a:pPr>
            <a:r>
              <a:rPr kumimoji="0" lang="en-US" i="0" u="none" strike="noStrike" kern="0" cap="none" spc="0" normalizeH="0" baseline="0" noProof="0" dirty="0">
                <a:ln>
                  <a:noFill/>
                </a:ln>
                <a:solidFill>
                  <a:srgbClr val="0000A8"/>
                </a:solidFill>
                <a:effectLst/>
                <a:uLnTx/>
                <a:uFillTx/>
                <a:latin typeface="Arial" charset="0"/>
                <a:ea typeface="ＭＳ Ｐゴシック" charset="0"/>
              </a:rPr>
              <a:t>D</a:t>
            </a:r>
            <a:r>
              <a:rPr kumimoji="0" lang="en-US" i="0" u="none" strike="noStrike" kern="0" cap="none" spc="0" normalizeH="0" baseline="-25000" noProof="0" dirty="0">
                <a:ln>
                  <a:noFill/>
                </a:ln>
                <a:solidFill>
                  <a:srgbClr val="0000A8"/>
                </a:solidFill>
                <a:effectLst/>
                <a:uLnTx/>
                <a:uFillTx/>
                <a:latin typeface="Arial" charset="0"/>
                <a:ea typeface="ＭＳ Ｐゴシック" charset="0"/>
              </a:rPr>
              <a:t>z</a:t>
            </a:r>
            <a:r>
              <a:rPr kumimoji="0" lang="en-US" i="0" u="none" strike="noStrike" kern="0" cap="none" spc="0" normalizeH="0" baseline="0" noProof="0" dirty="0">
                <a:ln>
                  <a:noFill/>
                </a:ln>
                <a:solidFill>
                  <a:srgbClr val="0000A8"/>
                </a:solidFill>
                <a:effectLst/>
                <a:uLnTx/>
                <a:uFillTx/>
                <a:latin typeface="Arial" charset="0"/>
                <a:ea typeface="ＭＳ Ｐゴシック" charset="0"/>
              </a:rPr>
              <a:t>()</a:t>
            </a:r>
          </a:p>
        </p:txBody>
      </p:sp>
      <p:sp>
        <p:nvSpPr>
          <p:cNvPr id="552" name="Text Box 117">
            <a:extLst>
              <a:ext uri="{FF2B5EF4-FFF2-40B4-BE49-F238E27FC236}">
                <a16:creationId xmlns:a16="http://schemas.microsoft.com/office/drawing/2014/main" id="{2BC96468-B8D0-7747-BAA8-8ADD15DE73BE}"/>
              </a:ext>
            </a:extLst>
          </p:cNvPr>
          <p:cNvSpPr txBox="1">
            <a:spLocks noChangeArrowheads="1"/>
          </p:cNvSpPr>
          <p:nvPr/>
        </p:nvSpPr>
        <p:spPr bwMode="auto">
          <a:xfrm>
            <a:off x="4390155" y="1343417"/>
            <a:ext cx="706438"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1" u="none" strike="noStrike" kern="0" cap="none" spc="0" normalizeH="0" baseline="0" noProof="0" dirty="0">
                <a:ln>
                  <a:noFill/>
                </a:ln>
                <a:solidFill>
                  <a:srgbClr val="000000"/>
                </a:solidFill>
                <a:effectLst/>
                <a:uLnTx/>
                <a:uFillTx/>
                <a:latin typeface="Arial" charset="0"/>
                <a:ea typeface="ＭＳ Ｐゴシック" charset="0"/>
              </a:rPr>
              <a:t>cost to</a:t>
            </a:r>
          </a:p>
        </p:txBody>
      </p:sp>
      <p:sp>
        <p:nvSpPr>
          <p:cNvPr id="553" name="Text Box 118">
            <a:extLst>
              <a:ext uri="{FF2B5EF4-FFF2-40B4-BE49-F238E27FC236}">
                <a16:creationId xmlns:a16="http://schemas.microsoft.com/office/drawing/2014/main" id="{7BC9CC29-3CAF-8840-B41C-0E5451EC2567}"/>
              </a:ext>
            </a:extLst>
          </p:cNvPr>
          <p:cNvSpPr txBox="1">
            <a:spLocks noChangeArrowheads="1"/>
          </p:cNvSpPr>
          <p:nvPr/>
        </p:nvSpPr>
        <p:spPr bwMode="auto">
          <a:xfrm rot="-5400000">
            <a:off x="1538212" y="2268136"/>
            <a:ext cx="538162"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1" u="none" strike="noStrike" kern="0" cap="none" spc="0" normalizeH="0" baseline="0" noProof="0" dirty="0">
                <a:ln>
                  <a:noFill/>
                </a:ln>
                <a:solidFill>
                  <a:srgbClr val="000000"/>
                </a:solidFill>
                <a:effectLst/>
                <a:uLnTx/>
                <a:uFillTx/>
                <a:latin typeface="Arial" charset="0"/>
                <a:ea typeface="ＭＳ Ｐゴシック" charset="0"/>
              </a:rPr>
              <a:t>from</a:t>
            </a:r>
          </a:p>
        </p:txBody>
      </p:sp>
      <p:grpSp>
        <p:nvGrpSpPr>
          <p:cNvPr id="4" name="Group 3">
            <a:extLst>
              <a:ext uri="{FF2B5EF4-FFF2-40B4-BE49-F238E27FC236}">
                <a16:creationId xmlns:a16="http://schemas.microsoft.com/office/drawing/2014/main" id="{5F5CAF57-82C1-2845-A7F2-D9378B091BC8}"/>
              </a:ext>
            </a:extLst>
          </p:cNvPr>
          <p:cNvGrpSpPr/>
          <p:nvPr/>
        </p:nvGrpSpPr>
        <p:grpSpPr>
          <a:xfrm>
            <a:off x="2743200" y="1891430"/>
            <a:ext cx="2491320" cy="352127"/>
            <a:chOff x="2743200" y="1891430"/>
            <a:chExt cx="2491320" cy="352127"/>
          </a:xfrm>
        </p:grpSpPr>
        <p:sp>
          <p:nvSpPr>
            <p:cNvPr id="3" name="Oval 2">
              <a:extLst>
                <a:ext uri="{FF2B5EF4-FFF2-40B4-BE49-F238E27FC236}">
                  <a16:creationId xmlns:a16="http://schemas.microsoft.com/office/drawing/2014/main" id="{B94D18E1-E29B-3644-B343-3665BCDAB7D3}"/>
                </a:ext>
              </a:extLst>
            </p:cNvPr>
            <p:cNvSpPr/>
            <p:nvPr/>
          </p:nvSpPr>
          <p:spPr>
            <a:xfrm>
              <a:off x="2743200" y="1891430"/>
              <a:ext cx="350729" cy="350729"/>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6" name="Oval 555">
              <a:extLst>
                <a:ext uri="{FF2B5EF4-FFF2-40B4-BE49-F238E27FC236}">
                  <a16:creationId xmlns:a16="http://schemas.microsoft.com/office/drawing/2014/main" id="{F9971C8F-9E23-804B-AF92-3A64A52A6010}"/>
                </a:ext>
              </a:extLst>
            </p:cNvPr>
            <p:cNvSpPr/>
            <p:nvPr/>
          </p:nvSpPr>
          <p:spPr>
            <a:xfrm>
              <a:off x="4883791" y="1892828"/>
              <a:ext cx="350729" cy="350729"/>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265385185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44"/>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45"/>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549"/>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546"/>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547"/>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548"/>
                                        </p:tgtEl>
                                        <p:attrNameLst>
                                          <p:attrName>style.visibility</p:attrName>
                                        </p:attrNameLst>
                                      </p:cBhvr>
                                      <p:to>
                                        <p:strVal val="visible"/>
                                      </p:to>
                                    </p:set>
                                  </p:childTnLst>
                                </p:cTn>
                              </p:par>
                            </p:childTnLst>
                          </p:cTn>
                        </p:par>
                        <p:par>
                          <p:cTn id="23" fill="hold">
                            <p:stCondLst>
                              <p:cond delay="0"/>
                            </p:stCondLst>
                            <p:childTnLst>
                              <p:par>
                                <p:cTn id="24" presetID="9" presetClass="entr" presetSubtype="0" fill="hold" nodeType="afterEffect">
                                  <p:stCondLst>
                                    <p:cond delay="0"/>
                                  </p:stCondLst>
                                  <p:childTnLst>
                                    <p:set>
                                      <p:cBhvr>
                                        <p:cTn id="25" dur="1" fill="hold">
                                          <p:stCondLst>
                                            <p:cond delay="0"/>
                                          </p:stCondLst>
                                        </p:cTn>
                                        <p:tgtEl>
                                          <p:spTgt spid="4"/>
                                        </p:tgtEl>
                                        <p:attrNameLst>
                                          <p:attrName>style.visibility</p:attrName>
                                        </p:attrNameLst>
                                      </p:cBhvr>
                                      <p:to>
                                        <p:strVal val="visible"/>
                                      </p:to>
                                    </p:set>
                                    <p:animEffect transition="in" filter="dissolve">
                                      <p:cBhvr>
                                        <p:cTn id="26"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4" grpId="0"/>
      <p:bldP spid="545" grpId="0" animBg="1"/>
      <p:bldP spid="546" grpId="0"/>
      <p:bldP spid="547" grpId="0" animBg="1"/>
      <p:bldP spid="548" grpId="0"/>
      <p:bldP spid="549"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2B9189-7CDF-0741-9858-A79357149B7C}"/>
              </a:ext>
            </a:extLst>
          </p:cNvPr>
          <p:cNvSpPr>
            <a:spLocks noGrp="1"/>
          </p:cNvSpPr>
          <p:nvPr>
            <p:ph type="title"/>
          </p:nvPr>
        </p:nvSpPr>
        <p:spPr>
          <a:xfrm>
            <a:off x="826624" y="174028"/>
            <a:ext cx="10893427" cy="894622"/>
          </a:xfrm>
        </p:spPr>
        <p:txBody>
          <a:bodyPr/>
          <a:lstStyle/>
          <a:p>
            <a:r>
              <a:rPr lang="en-US" dirty="0"/>
              <a:t>Distance vector: another example</a:t>
            </a:r>
          </a:p>
        </p:txBody>
      </p:sp>
      <p:sp>
        <p:nvSpPr>
          <p:cNvPr id="5" name="Slide Number Placeholder 4">
            <a:extLst>
              <a:ext uri="{FF2B5EF4-FFF2-40B4-BE49-F238E27FC236}">
                <a16:creationId xmlns:a16="http://schemas.microsoft.com/office/drawing/2014/main" id="{98E05715-B0AC-CF47-B242-18018B71339C}"/>
              </a:ext>
            </a:extLst>
          </p:cNvPr>
          <p:cNvSpPr>
            <a:spLocks noGrp="1"/>
          </p:cNvSpPr>
          <p:nvPr>
            <p:ph type="sldNum" sz="quarter" idx="4"/>
          </p:nvPr>
        </p:nvSpPr>
        <p:spPr/>
        <p:txBody>
          <a:bodyPr/>
          <a:lstStyle/>
          <a:p>
            <a:r>
              <a:rPr lang="en-US" dirty="0"/>
              <a:t>Network Layer: 5-</a:t>
            </a:r>
            <a:fld id="{C4204591-24BD-A542-B9D5-F8D8A88D2FEE}" type="slidenum">
              <a:rPr lang="en-US" smtClean="0"/>
              <a:pPr/>
              <a:t>39</a:t>
            </a:fld>
            <a:endParaRPr lang="en-US" dirty="0"/>
          </a:p>
        </p:txBody>
      </p:sp>
      <p:sp>
        <p:nvSpPr>
          <p:cNvPr id="443" name="Line 3">
            <a:extLst>
              <a:ext uri="{FF2B5EF4-FFF2-40B4-BE49-F238E27FC236}">
                <a16:creationId xmlns:a16="http://schemas.microsoft.com/office/drawing/2014/main" id="{939910D0-6520-E74E-BA03-8367DB9FDAE2}"/>
              </a:ext>
            </a:extLst>
          </p:cNvPr>
          <p:cNvSpPr>
            <a:spLocks noChangeShapeType="1"/>
          </p:cNvSpPr>
          <p:nvPr/>
        </p:nvSpPr>
        <p:spPr bwMode="auto">
          <a:xfrm>
            <a:off x="2196230" y="1648217"/>
            <a:ext cx="0" cy="12192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4" name="Line 4">
            <a:extLst>
              <a:ext uri="{FF2B5EF4-FFF2-40B4-BE49-F238E27FC236}">
                <a16:creationId xmlns:a16="http://schemas.microsoft.com/office/drawing/2014/main" id="{FBAA51FA-578A-FB4C-9FC1-D33D94C08735}"/>
              </a:ext>
            </a:extLst>
          </p:cNvPr>
          <p:cNvSpPr>
            <a:spLocks noChangeShapeType="1"/>
          </p:cNvSpPr>
          <p:nvPr/>
        </p:nvSpPr>
        <p:spPr bwMode="auto">
          <a:xfrm>
            <a:off x="1891430" y="1876817"/>
            <a:ext cx="1371600" cy="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5" name="Text Box 5">
            <a:extLst>
              <a:ext uri="{FF2B5EF4-FFF2-40B4-BE49-F238E27FC236}">
                <a16:creationId xmlns:a16="http://schemas.microsoft.com/office/drawing/2014/main" id="{63C65693-0CB5-9044-8280-CEE1EF17BE0F}"/>
              </a:ext>
            </a:extLst>
          </p:cNvPr>
          <p:cNvSpPr txBox="1">
            <a:spLocks noChangeArrowheads="1"/>
          </p:cNvSpPr>
          <p:nvPr/>
        </p:nvSpPr>
        <p:spPr bwMode="auto">
          <a:xfrm>
            <a:off x="2196230" y="1491055"/>
            <a:ext cx="9080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x   y   z</a:t>
            </a:r>
          </a:p>
        </p:txBody>
      </p:sp>
      <p:sp>
        <p:nvSpPr>
          <p:cNvPr id="446" name="Text Box 6">
            <a:extLst>
              <a:ext uri="{FF2B5EF4-FFF2-40B4-BE49-F238E27FC236}">
                <a16:creationId xmlns:a16="http://schemas.microsoft.com/office/drawing/2014/main" id="{0C8AEA14-E30C-AC4A-B87D-472785A1927A}"/>
              </a:ext>
            </a:extLst>
          </p:cNvPr>
          <p:cNvSpPr txBox="1">
            <a:spLocks noChangeArrowheads="1"/>
          </p:cNvSpPr>
          <p:nvPr/>
        </p:nvSpPr>
        <p:spPr bwMode="auto">
          <a:xfrm>
            <a:off x="1891430" y="1872055"/>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x</a:t>
            </a:r>
          </a:p>
        </p:txBody>
      </p:sp>
      <p:sp>
        <p:nvSpPr>
          <p:cNvPr id="447" name="Text Box 7">
            <a:extLst>
              <a:ext uri="{FF2B5EF4-FFF2-40B4-BE49-F238E27FC236}">
                <a16:creationId xmlns:a16="http://schemas.microsoft.com/office/drawing/2014/main" id="{9CB9B004-A231-8945-A90A-D2FD2F6661E5}"/>
              </a:ext>
            </a:extLst>
          </p:cNvPr>
          <p:cNvSpPr txBox="1">
            <a:spLocks noChangeArrowheads="1"/>
          </p:cNvSpPr>
          <p:nvPr/>
        </p:nvSpPr>
        <p:spPr bwMode="auto">
          <a:xfrm>
            <a:off x="1891430" y="2176855"/>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y</a:t>
            </a:r>
          </a:p>
        </p:txBody>
      </p:sp>
      <p:sp>
        <p:nvSpPr>
          <p:cNvPr id="448" name="Text Box 8">
            <a:extLst>
              <a:ext uri="{FF2B5EF4-FFF2-40B4-BE49-F238E27FC236}">
                <a16:creationId xmlns:a16="http://schemas.microsoft.com/office/drawing/2014/main" id="{D1A9BD92-FFBA-0F45-A8B0-C056C2DDB3BE}"/>
              </a:ext>
            </a:extLst>
          </p:cNvPr>
          <p:cNvSpPr txBox="1">
            <a:spLocks noChangeArrowheads="1"/>
          </p:cNvSpPr>
          <p:nvPr/>
        </p:nvSpPr>
        <p:spPr bwMode="auto">
          <a:xfrm>
            <a:off x="1891430" y="2481655"/>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z</a:t>
            </a:r>
          </a:p>
        </p:txBody>
      </p:sp>
      <p:sp>
        <p:nvSpPr>
          <p:cNvPr id="449" name="Text Box 9">
            <a:extLst>
              <a:ext uri="{FF2B5EF4-FFF2-40B4-BE49-F238E27FC236}">
                <a16:creationId xmlns:a16="http://schemas.microsoft.com/office/drawing/2014/main" id="{70BC3416-9A08-EC45-8E5D-0D62E7328005}"/>
              </a:ext>
            </a:extLst>
          </p:cNvPr>
          <p:cNvSpPr txBox="1">
            <a:spLocks noChangeArrowheads="1"/>
          </p:cNvSpPr>
          <p:nvPr/>
        </p:nvSpPr>
        <p:spPr bwMode="auto">
          <a:xfrm>
            <a:off x="2196230" y="1872055"/>
            <a:ext cx="8826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0  2   7</a:t>
            </a:r>
          </a:p>
        </p:txBody>
      </p:sp>
      <p:sp>
        <p:nvSpPr>
          <p:cNvPr id="450" name="Text Box 10">
            <a:extLst>
              <a:ext uri="{FF2B5EF4-FFF2-40B4-BE49-F238E27FC236}">
                <a16:creationId xmlns:a16="http://schemas.microsoft.com/office/drawing/2014/main" id="{3126AC87-8359-BD44-8B0C-CC527572FF4A}"/>
              </a:ext>
            </a:extLst>
          </p:cNvPr>
          <p:cNvSpPr txBox="1">
            <a:spLocks noChangeArrowheads="1"/>
          </p:cNvSpPr>
          <p:nvPr/>
        </p:nvSpPr>
        <p:spPr bwMode="auto">
          <a:xfrm>
            <a:off x="2196230" y="2253055"/>
            <a:ext cx="347663"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a:t>
            </a:r>
          </a:p>
        </p:txBody>
      </p:sp>
      <p:sp>
        <p:nvSpPr>
          <p:cNvPr id="451" name="Text Box 11">
            <a:extLst>
              <a:ext uri="{FF2B5EF4-FFF2-40B4-BE49-F238E27FC236}">
                <a16:creationId xmlns:a16="http://schemas.microsoft.com/office/drawing/2014/main" id="{6C8B20E3-E296-674B-80E9-64B2EFDC02EC}"/>
              </a:ext>
            </a:extLst>
          </p:cNvPr>
          <p:cNvSpPr txBox="1">
            <a:spLocks noChangeArrowheads="1"/>
          </p:cNvSpPr>
          <p:nvPr/>
        </p:nvSpPr>
        <p:spPr bwMode="auto">
          <a:xfrm>
            <a:off x="2424830" y="2253055"/>
            <a:ext cx="347663"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a:t>
            </a:r>
          </a:p>
        </p:txBody>
      </p:sp>
      <p:sp>
        <p:nvSpPr>
          <p:cNvPr id="452" name="Text Box 12">
            <a:extLst>
              <a:ext uri="{FF2B5EF4-FFF2-40B4-BE49-F238E27FC236}">
                <a16:creationId xmlns:a16="http://schemas.microsoft.com/office/drawing/2014/main" id="{111D1292-4CEC-9344-AF33-EB2DDE6F851D}"/>
              </a:ext>
            </a:extLst>
          </p:cNvPr>
          <p:cNvSpPr txBox="1">
            <a:spLocks noChangeArrowheads="1"/>
          </p:cNvSpPr>
          <p:nvPr/>
        </p:nvSpPr>
        <p:spPr bwMode="auto">
          <a:xfrm>
            <a:off x="2805830" y="2253055"/>
            <a:ext cx="347663"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a:t>
            </a:r>
          </a:p>
        </p:txBody>
      </p:sp>
      <p:sp>
        <p:nvSpPr>
          <p:cNvPr id="453" name="Text Box 13">
            <a:extLst>
              <a:ext uri="{FF2B5EF4-FFF2-40B4-BE49-F238E27FC236}">
                <a16:creationId xmlns:a16="http://schemas.microsoft.com/office/drawing/2014/main" id="{AE9EF258-7972-B446-AD9F-8B97076B818D}"/>
              </a:ext>
            </a:extLst>
          </p:cNvPr>
          <p:cNvSpPr txBox="1">
            <a:spLocks noChangeArrowheads="1"/>
          </p:cNvSpPr>
          <p:nvPr/>
        </p:nvSpPr>
        <p:spPr bwMode="auto">
          <a:xfrm>
            <a:off x="2196230" y="2557855"/>
            <a:ext cx="347663"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a:t>
            </a:r>
          </a:p>
        </p:txBody>
      </p:sp>
      <p:sp>
        <p:nvSpPr>
          <p:cNvPr id="454" name="Text Box 14">
            <a:extLst>
              <a:ext uri="{FF2B5EF4-FFF2-40B4-BE49-F238E27FC236}">
                <a16:creationId xmlns:a16="http://schemas.microsoft.com/office/drawing/2014/main" id="{0D5B7E41-5C46-6245-B3F5-C5C034F54A13}"/>
              </a:ext>
            </a:extLst>
          </p:cNvPr>
          <p:cNvSpPr txBox="1">
            <a:spLocks noChangeArrowheads="1"/>
          </p:cNvSpPr>
          <p:nvPr/>
        </p:nvSpPr>
        <p:spPr bwMode="auto">
          <a:xfrm>
            <a:off x="2424830" y="2557855"/>
            <a:ext cx="347663"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a:t>
            </a:r>
          </a:p>
        </p:txBody>
      </p:sp>
      <p:sp>
        <p:nvSpPr>
          <p:cNvPr id="455" name="Text Box 15">
            <a:extLst>
              <a:ext uri="{FF2B5EF4-FFF2-40B4-BE49-F238E27FC236}">
                <a16:creationId xmlns:a16="http://schemas.microsoft.com/office/drawing/2014/main" id="{C18A5654-24F2-FE41-AE07-5B3BAAE083F5}"/>
              </a:ext>
            </a:extLst>
          </p:cNvPr>
          <p:cNvSpPr txBox="1">
            <a:spLocks noChangeArrowheads="1"/>
          </p:cNvSpPr>
          <p:nvPr/>
        </p:nvSpPr>
        <p:spPr bwMode="auto">
          <a:xfrm>
            <a:off x="2805830" y="2557855"/>
            <a:ext cx="347663"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a:t>
            </a:r>
          </a:p>
        </p:txBody>
      </p:sp>
      <p:sp>
        <p:nvSpPr>
          <p:cNvPr id="457" name="Text Box 17">
            <a:extLst>
              <a:ext uri="{FF2B5EF4-FFF2-40B4-BE49-F238E27FC236}">
                <a16:creationId xmlns:a16="http://schemas.microsoft.com/office/drawing/2014/main" id="{C4104C8E-6D55-8340-B34F-632A4F41BA7A}"/>
              </a:ext>
            </a:extLst>
          </p:cNvPr>
          <p:cNvSpPr txBox="1">
            <a:spLocks noChangeArrowheads="1"/>
          </p:cNvSpPr>
          <p:nvPr/>
        </p:nvSpPr>
        <p:spPr bwMode="auto">
          <a:xfrm>
            <a:off x="2329580" y="1359292"/>
            <a:ext cx="706438"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1" u="none" strike="noStrike" kern="0" cap="none" spc="0" normalizeH="0" baseline="0" noProof="0" dirty="0">
                <a:ln>
                  <a:noFill/>
                </a:ln>
                <a:solidFill>
                  <a:srgbClr val="000000"/>
                </a:solidFill>
                <a:effectLst/>
                <a:uLnTx/>
                <a:uFillTx/>
                <a:latin typeface="Arial" charset="0"/>
                <a:ea typeface="ＭＳ Ｐゴシック" charset="0"/>
              </a:rPr>
              <a:t>cost to</a:t>
            </a:r>
          </a:p>
        </p:txBody>
      </p:sp>
      <p:sp>
        <p:nvSpPr>
          <p:cNvPr id="458" name="Text Box 18">
            <a:extLst>
              <a:ext uri="{FF2B5EF4-FFF2-40B4-BE49-F238E27FC236}">
                <a16:creationId xmlns:a16="http://schemas.microsoft.com/office/drawing/2014/main" id="{9A819F40-DC81-8147-9209-4A43511CF458}"/>
              </a:ext>
            </a:extLst>
          </p:cNvPr>
          <p:cNvSpPr txBox="1">
            <a:spLocks noChangeArrowheads="1"/>
          </p:cNvSpPr>
          <p:nvPr/>
        </p:nvSpPr>
        <p:spPr bwMode="auto">
          <a:xfrm rot="-5400000">
            <a:off x="1495349" y="4011211"/>
            <a:ext cx="538162"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rPr>
              <a:t>from</a:t>
            </a:r>
          </a:p>
        </p:txBody>
      </p:sp>
      <p:sp>
        <p:nvSpPr>
          <p:cNvPr id="459" name="Text Box 19">
            <a:extLst>
              <a:ext uri="{FF2B5EF4-FFF2-40B4-BE49-F238E27FC236}">
                <a16:creationId xmlns:a16="http://schemas.microsoft.com/office/drawing/2014/main" id="{14A2DFF4-3C64-774C-B843-E53559D4A717}"/>
              </a:ext>
            </a:extLst>
          </p:cNvPr>
          <p:cNvSpPr txBox="1">
            <a:spLocks noChangeArrowheads="1"/>
          </p:cNvSpPr>
          <p:nvPr/>
        </p:nvSpPr>
        <p:spPr bwMode="auto">
          <a:xfrm rot="-5400000">
            <a:off x="1495348" y="5819374"/>
            <a:ext cx="538163"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1" u="none" strike="noStrike" kern="0" cap="none" spc="0" normalizeH="0" baseline="0" noProof="0" dirty="0">
                <a:ln>
                  <a:noFill/>
                </a:ln>
                <a:solidFill>
                  <a:srgbClr val="000000"/>
                </a:solidFill>
                <a:effectLst/>
                <a:uLnTx/>
                <a:uFillTx/>
                <a:latin typeface="Arial" charset="0"/>
                <a:ea typeface="ＭＳ Ｐゴシック" charset="0"/>
              </a:rPr>
              <a:t>from</a:t>
            </a:r>
          </a:p>
        </p:txBody>
      </p:sp>
      <p:sp>
        <p:nvSpPr>
          <p:cNvPr id="467" name="Line 29">
            <a:extLst>
              <a:ext uri="{FF2B5EF4-FFF2-40B4-BE49-F238E27FC236}">
                <a16:creationId xmlns:a16="http://schemas.microsoft.com/office/drawing/2014/main" id="{75BD0381-0562-D546-9AF0-B19FCE9D6A88}"/>
              </a:ext>
            </a:extLst>
          </p:cNvPr>
          <p:cNvSpPr>
            <a:spLocks noChangeShapeType="1"/>
          </p:cNvSpPr>
          <p:nvPr/>
        </p:nvSpPr>
        <p:spPr bwMode="auto">
          <a:xfrm>
            <a:off x="2196230" y="3400817"/>
            <a:ext cx="0" cy="12192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8" name="Line 30">
            <a:extLst>
              <a:ext uri="{FF2B5EF4-FFF2-40B4-BE49-F238E27FC236}">
                <a16:creationId xmlns:a16="http://schemas.microsoft.com/office/drawing/2014/main" id="{EED41EBB-EA99-8C4C-B356-FFC04F35202A}"/>
              </a:ext>
            </a:extLst>
          </p:cNvPr>
          <p:cNvSpPr>
            <a:spLocks noChangeShapeType="1"/>
          </p:cNvSpPr>
          <p:nvPr/>
        </p:nvSpPr>
        <p:spPr bwMode="auto">
          <a:xfrm>
            <a:off x="1891430" y="3629417"/>
            <a:ext cx="1371600" cy="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9" name="Text Box 31">
            <a:extLst>
              <a:ext uri="{FF2B5EF4-FFF2-40B4-BE49-F238E27FC236}">
                <a16:creationId xmlns:a16="http://schemas.microsoft.com/office/drawing/2014/main" id="{DE04857F-04C7-2A45-9008-63962135BDFF}"/>
              </a:ext>
            </a:extLst>
          </p:cNvPr>
          <p:cNvSpPr txBox="1">
            <a:spLocks noChangeArrowheads="1"/>
          </p:cNvSpPr>
          <p:nvPr/>
        </p:nvSpPr>
        <p:spPr bwMode="auto">
          <a:xfrm>
            <a:off x="2196230" y="3243655"/>
            <a:ext cx="9080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x   y   z</a:t>
            </a:r>
          </a:p>
        </p:txBody>
      </p:sp>
      <p:sp>
        <p:nvSpPr>
          <p:cNvPr id="470" name="Text Box 32">
            <a:extLst>
              <a:ext uri="{FF2B5EF4-FFF2-40B4-BE49-F238E27FC236}">
                <a16:creationId xmlns:a16="http://schemas.microsoft.com/office/drawing/2014/main" id="{32F2134F-DADA-504D-87FB-F65DBD72C82C}"/>
              </a:ext>
            </a:extLst>
          </p:cNvPr>
          <p:cNvSpPr txBox="1">
            <a:spLocks noChangeArrowheads="1"/>
          </p:cNvSpPr>
          <p:nvPr/>
        </p:nvSpPr>
        <p:spPr bwMode="auto">
          <a:xfrm>
            <a:off x="1891430" y="3624655"/>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x</a:t>
            </a:r>
          </a:p>
        </p:txBody>
      </p:sp>
      <p:sp>
        <p:nvSpPr>
          <p:cNvPr id="471" name="Text Box 33">
            <a:extLst>
              <a:ext uri="{FF2B5EF4-FFF2-40B4-BE49-F238E27FC236}">
                <a16:creationId xmlns:a16="http://schemas.microsoft.com/office/drawing/2014/main" id="{09493725-917E-7E4C-B214-A060666AA033}"/>
              </a:ext>
            </a:extLst>
          </p:cNvPr>
          <p:cNvSpPr txBox="1">
            <a:spLocks noChangeArrowheads="1"/>
          </p:cNvSpPr>
          <p:nvPr/>
        </p:nvSpPr>
        <p:spPr bwMode="auto">
          <a:xfrm>
            <a:off x="1891430" y="3929455"/>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y</a:t>
            </a:r>
          </a:p>
        </p:txBody>
      </p:sp>
      <p:sp>
        <p:nvSpPr>
          <p:cNvPr id="472" name="Text Box 34">
            <a:extLst>
              <a:ext uri="{FF2B5EF4-FFF2-40B4-BE49-F238E27FC236}">
                <a16:creationId xmlns:a16="http://schemas.microsoft.com/office/drawing/2014/main" id="{39E2692B-68BF-284D-BD9C-6B4A373E29CC}"/>
              </a:ext>
            </a:extLst>
          </p:cNvPr>
          <p:cNvSpPr txBox="1">
            <a:spLocks noChangeArrowheads="1"/>
          </p:cNvSpPr>
          <p:nvPr/>
        </p:nvSpPr>
        <p:spPr bwMode="auto">
          <a:xfrm>
            <a:off x="1891430" y="4234255"/>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z</a:t>
            </a:r>
          </a:p>
        </p:txBody>
      </p:sp>
      <p:sp>
        <p:nvSpPr>
          <p:cNvPr id="473" name="Text Box 35">
            <a:extLst>
              <a:ext uri="{FF2B5EF4-FFF2-40B4-BE49-F238E27FC236}">
                <a16:creationId xmlns:a16="http://schemas.microsoft.com/office/drawing/2014/main" id="{C49848CC-FE8D-5A4F-890E-D9311F47A94A}"/>
              </a:ext>
            </a:extLst>
          </p:cNvPr>
          <p:cNvSpPr txBox="1">
            <a:spLocks noChangeArrowheads="1"/>
          </p:cNvSpPr>
          <p:nvPr/>
        </p:nvSpPr>
        <p:spPr bwMode="auto">
          <a:xfrm>
            <a:off x="2501030" y="3624655"/>
            <a:ext cx="347663"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a:t>
            </a:r>
          </a:p>
        </p:txBody>
      </p:sp>
      <p:sp>
        <p:nvSpPr>
          <p:cNvPr id="474" name="Text Box 36">
            <a:extLst>
              <a:ext uri="{FF2B5EF4-FFF2-40B4-BE49-F238E27FC236}">
                <a16:creationId xmlns:a16="http://schemas.microsoft.com/office/drawing/2014/main" id="{0F4B0497-AF0A-B949-97CF-86A3CF853CBF}"/>
              </a:ext>
            </a:extLst>
          </p:cNvPr>
          <p:cNvSpPr txBox="1">
            <a:spLocks noChangeArrowheads="1"/>
          </p:cNvSpPr>
          <p:nvPr/>
        </p:nvSpPr>
        <p:spPr bwMode="auto">
          <a:xfrm>
            <a:off x="2805830" y="3624655"/>
            <a:ext cx="347663"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a:t>
            </a:r>
          </a:p>
        </p:txBody>
      </p:sp>
      <p:sp>
        <p:nvSpPr>
          <p:cNvPr id="475" name="Text Box 37">
            <a:extLst>
              <a:ext uri="{FF2B5EF4-FFF2-40B4-BE49-F238E27FC236}">
                <a16:creationId xmlns:a16="http://schemas.microsoft.com/office/drawing/2014/main" id="{5D3DFBDB-39AA-BD41-B291-2A4FF492A1BD}"/>
              </a:ext>
            </a:extLst>
          </p:cNvPr>
          <p:cNvSpPr txBox="1">
            <a:spLocks noChangeArrowheads="1"/>
          </p:cNvSpPr>
          <p:nvPr/>
        </p:nvSpPr>
        <p:spPr bwMode="auto">
          <a:xfrm>
            <a:off x="2196230" y="4310455"/>
            <a:ext cx="347663"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a:t>
            </a:r>
          </a:p>
        </p:txBody>
      </p:sp>
      <p:sp>
        <p:nvSpPr>
          <p:cNvPr id="476" name="Text Box 38">
            <a:extLst>
              <a:ext uri="{FF2B5EF4-FFF2-40B4-BE49-F238E27FC236}">
                <a16:creationId xmlns:a16="http://schemas.microsoft.com/office/drawing/2014/main" id="{776D606C-DE24-8347-8683-291671A55057}"/>
              </a:ext>
            </a:extLst>
          </p:cNvPr>
          <p:cNvSpPr txBox="1">
            <a:spLocks noChangeArrowheads="1"/>
          </p:cNvSpPr>
          <p:nvPr/>
        </p:nvSpPr>
        <p:spPr bwMode="auto">
          <a:xfrm>
            <a:off x="2424830" y="4310455"/>
            <a:ext cx="347663"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a:t>
            </a:r>
          </a:p>
        </p:txBody>
      </p:sp>
      <p:sp>
        <p:nvSpPr>
          <p:cNvPr id="477" name="Text Box 39">
            <a:extLst>
              <a:ext uri="{FF2B5EF4-FFF2-40B4-BE49-F238E27FC236}">
                <a16:creationId xmlns:a16="http://schemas.microsoft.com/office/drawing/2014/main" id="{EB1D1ECD-7692-774D-A9DC-7E354528371A}"/>
              </a:ext>
            </a:extLst>
          </p:cNvPr>
          <p:cNvSpPr txBox="1">
            <a:spLocks noChangeArrowheads="1"/>
          </p:cNvSpPr>
          <p:nvPr/>
        </p:nvSpPr>
        <p:spPr bwMode="auto">
          <a:xfrm>
            <a:off x="2805830" y="4310455"/>
            <a:ext cx="347663"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a:t>
            </a:r>
          </a:p>
        </p:txBody>
      </p:sp>
      <p:sp>
        <p:nvSpPr>
          <p:cNvPr id="478" name="Text Box 40">
            <a:extLst>
              <a:ext uri="{FF2B5EF4-FFF2-40B4-BE49-F238E27FC236}">
                <a16:creationId xmlns:a16="http://schemas.microsoft.com/office/drawing/2014/main" id="{5088B19E-B34D-784B-A082-880065FF7781}"/>
              </a:ext>
            </a:extLst>
          </p:cNvPr>
          <p:cNvSpPr txBox="1">
            <a:spLocks noChangeArrowheads="1"/>
          </p:cNvSpPr>
          <p:nvPr/>
        </p:nvSpPr>
        <p:spPr bwMode="auto">
          <a:xfrm>
            <a:off x="2318468" y="3134117"/>
            <a:ext cx="706437"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1" u="none" strike="noStrike" kern="0" cap="none" spc="0" normalizeH="0" baseline="0" noProof="0" dirty="0">
                <a:ln>
                  <a:noFill/>
                </a:ln>
                <a:solidFill>
                  <a:srgbClr val="000000"/>
                </a:solidFill>
                <a:effectLst/>
                <a:uLnTx/>
                <a:uFillTx/>
                <a:latin typeface="Arial" charset="0"/>
                <a:ea typeface="ＭＳ Ｐゴシック" charset="0"/>
              </a:rPr>
              <a:t>cost to</a:t>
            </a:r>
          </a:p>
        </p:txBody>
      </p:sp>
      <p:sp>
        <p:nvSpPr>
          <p:cNvPr id="479" name="Line 41">
            <a:extLst>
              <a:ext uri="{FF2B5EF4-FFF2-40B4-BE49-F238E27FC236}">
                <a16:creationId xmlns:a16="http://schemas.microsoft.com/office/drawing/2014/main" id="{ED309D65-AC9A-9A48-950E-AC379D97BBA0}"/>
              </a:ext>
            </a:extLst>
          </p:cNvPr>
          <p:cNvSpPr>
            <a:spLocks noChangeShapeType="1"/>
          </p:cNvSpPr>
          <p:nvPr/>
        </p:nvSpPr>
        <p:spPr bwMode="auto">
          <a:xfrm>
            <a:off x="2196230" y="5229617"/>
            <a:ext cx="0" cy="12192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0" name="Line 42">
            <a:extLst>
              <a:ext uri="{FF2B5EF4-FFF2-40B4-BE49-F238E27FC236}">
                <a16:creationId xmlns:a16="http://schemas.microsoft.com/office/drawing/2014/main" id="{7261B6D8-FC59-FF4F-9BF1-AFB07D29789F}"/>
              </a:ext>
            </a:extLst>
          </p:cNvPr>
          <p:cNvSpPr>
            <a:spLocks noChangeShapeType="1"/>
          </p:cNvSpPr>
          <p:nvPr/>
        </p:nvSpPr>
        <p:spPr bwMode="auto">
          <a:xfrm>
            <a:off x="1891430" y="5458217"/>
            <a:ext cx="1371600" cy="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1" name="Text Box 43">
            <a:extLst>
              <a:ext uri="{FF2B5EF4-FFF2-40B4-BE49-F238E27FC236}">
                <a16:creationId xmlns:a16="http://schemas.microsoft.com/office/drawing/2014/main" id="{E4ED2235-863B-7A4C-81DA-A5C8498D7344}"/>
              </a:ext>
            </a:extLst>
          </p:cNvPr>
          <p:cNvSpPr txBox="1">
            <a:spLocks noChangeArrowheads="1"/>
          </p:cNvSpPr>
          <p:nvPr/>
        </p:nvSpPr>
        <p:spPr bwMode="auto">
          <a:xfrm>
            <a:off x="2196230" y="5072455"/>
            <a:ext cx="9080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x   y   z</a:t>
            </a:r>
          </a:p>
        </p:txBody>
      </p:sp>
      <p:sp>
        <p:nvSpPr>
          <p:cNvPr id="482" name="Text Box 44">
            <a:extLst>
              <a:ext uri="{FF2B5EF4-FFF2-40B4-BE49-F238E27FC236}">
                <a16:creationId xmlns:a16="http://schemas.microsoft.com/office/drawing/2014/main" id="{80848CD5-EF97-E44C-8B10-AE1B3598E699}"/>
              </a:ext>
            </a:extLst>
          </p:cNvPr>
          <p:cNvSpPr txBox="1">
            <a:spLocks noChangeArrowheads="1"/>
          </p:cNvSpPr>
          <p:nvPr/>
        </p:nvSpPr>
        <p:spPr bwMode="auto">
          <a:xfrm>
            <a:off x="1891430" y="5453455"/>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x</a:t>
            </a:r>
          </a:p>
        </p:txBody>
      </p:sp>
      <p:sp>
        <p:nvSpPr>
          <p:cNvPr id="483" name="Text Box 45">
            <a:extLst>
              <a:ext uri="{FF2B5EF4-FFF2-40B4-BE49-F238E27FC236}">
                <a16:creationId xmlns:a16="http://schemas.microsoft.com/office/drawing/2014/main" id="{B922D36E-AC67-1A4C-BF40-D8CC270F89F0}"/>
              </a:ext>
            </a:extLst>
          </p:cNvPr>
          <p:cNvSpPr txBox="1">
            <a:spLocks noChangeArrowheads="1"/>
          </p:cNvSpPr>
          <p:nvPr/>
        </p:nvSpPr>
        <p:spPr bwMode="auto">
          <a:xfrm>
            <a:off x="1891430" y="5758255"/>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y</a:t>
            </a:r>
          </a:p>
        </p:txBody>
      </p:sp>
      <p:sp>
        <p:nvSpPr>
          <p:cNvPr id="484" name="Text Box 46">
            <a:extLst>
              <a:ext uri="{FF2B5EF4-FFF2-40B4-BE49-F238E27FC236}">
                <a16:creationId xmlns:a16="http://schemas.microsoft.com/office/drawing/2014/main" id="{C96BD7D4-6B14-C047-B652-884D02CB9971}"/>
              </a:ext>
            </a:extLst>
          </p:cNvPr>
          <p:cNvSpPr txBox="1">
            <a:spLocks noChangeArrowheads="1"/>
          </p:cNvSpPr>
          <p:nvPr/>
        </p:nvSpPr>
        <p:spPr bwMode="auto">
          <a:xfrm>
            <a:off x="1891430" y="6063055"/>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z</a:t>
            </a:r>
          </a:p>
        </p:txBody>
      </p:sp>
      <p:sp>
        <p:nvSpPr>
          <p:cNvPr id="485" name="Text Box 47">
            <a:extLst>
              <a:ext uri="{FF2B5EF4-FFF2-40B4-BE49-F238E27FC236}">
                <a16:creationId xmlns:a16="http://schemas.microsoft.com/office/drawing/2014/main" id="{7B2377F3-60C2-304A-9159-875DB1D6AEA8}"/>
              </a:ext>
            </a:extLst>
          </p:cNvPr>
          <p:cNvSpPr txBox="1">
            <a:spLocks noChangeArrowheads="1"/>
          </p:cNvSpPr>
          <p:nvPr/>
        </p:nvSpPr>
        <p:spPr bwMode="auto">
          <a:xfrm>
            <a:off x="2196230" y="5839217"/>
            <a:ext cx="99060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a:t>
            </a:r>
          </a:p>
        </p:txBody>
      </p:sp>
      <p:sp>
        <p:nvSpPr>
          <p:cNvPr id="486" name="Text Box 48">
            <a:extLst>
              <a:ext uri="{FF2B5EF4-FFF2-40B4-BE49-F238E27FC236}">
                <a16:creationId xmlns:a16="http://schemas.microsoft.com/office/drawing/2014/main" id="{D8E11DB6-4089-A144-9DBB-C9FF805F599A}"/>
              </a:ext>
            </a:extLst>
          </p:cNvPr>
          <p:cNvSpPr txBox="1">
            <a:spLocks noChangeArrowheads="1"/>
          </p:cNvSpPr>
          <p:nvPr/>
        </p:nvSpPr>
        <p:spPr bwMode="auto">
          <a:xfrm>
            <a:off x="2424830" y="5834455"/>
            <a:ext cx="347663"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a:t>
            </a:r>
          </a:p>
        </p:txBody>
      </p:sp>
      <p:sp>
        <p:nvSpPr>
          <p:cNvPr id="487" name="Text Box 49">
            <a:extLst>
              <a:ext uri="{FF2B5EF4-FFF2-40B4-BE49-F238E27FC236}">
                <a16:creationId xmlns:a16="http://schemas.microsoft.com/office/drawing/2014/main" id="{CC1B387A-1C77-A744-93E2-098ED73DA0EF}"/>
              </a:ext>
            </a:extLst>
          </p:cNvPr>
          <p:cNvSpPr txBox="1">
            <a:spLocks noChangeArrowheads="1"/>
          </p:cNvSpPr>
          <p:nvPr/>
        </p:nvSpPr>
        <p:spPr bwMode="auto">
          <a:xfrm>
            <a:off x="2805830" y="5834455"/>
            <a:ext cx="347663"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a:t>
            </a:r>
          </a:p>
        </p:txBody>
      </p:sp>
      <p:sp>
        <p:nvSpPr>
          <p:cNvPr id="488" name="Text Box 50">
            <a:extLst>
              <a:ext uri="{FF2B5EF4-FFF2-40B4-BE49-F238E27FC236}">
                <a16:creationId xmlns:a16="http://schemas.microsoft.com/office/drawing/2014/main" id="{7F1FABE2-EAE5-3B48-A95A-1DB182B20C7B}"/>
              </a:ext>
            </a:extLst>
          </p:cNvPr>
          <p:cNvSpPr txBox="1">
            <a:spLocks noChangeArrowheads="1"/>
          </p:cNvSpPr>
          <p:nvPr/>
        </p:nvSpPr>
        <p:spPr bwMode="auto">
          <a:xfrm>
            <a:off x="2196230" y="6139255"/>
            <a:ext cx="3111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7</a:t>
            </a:r>
          </a:p>
        </p:txBody>
      </p:sp>
      <p:sp>
        <p:nvSpPr>
          <p:cNvPr id="489" name="Text Box 51">
            <a:extLst>
              <a:ext uri="{FF2B5EF4-FFF2-40B4-BE49-F238E27FC236}">
                <a16:creationId xmlns:a16="http://schemas.microsoft.com/office/drawing/2014/main" id="{19FF0230-3458-D248-B773-7F9D70995B76}"/>
              </a:ext>
            </a:extLst>
          </p:cNvPr>
          <p:cNvSpPr txBox="1">
            <a:spLocks noChangeArrowheads="1"/>
          </p:cNvSpPr>
          <p:nvPr/>
        </p:nvSpPr>
        <p:spPr bwMode="auto">
          <a:xfrm>
            <a:off x="2424830" y="6139255"/>
            <a:ext cx="3111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a:t>
            </a:r>
          </a:p>
        </p:txBody>
      </p:sp>
      <p:sp>
        <p:nvSpPr>
          <p:cNvPr id="490" name="Text Box 52">
            <a:extLst>
              <a:ext uri="{FF2B5EF4-FFF2-40B4-BE49-F238E27FC236}">
                <a16:creationId xmlns:a16="http://schemas.microsoft.com/office/drawing/2014/main" id="{F1940022-DEF4-9D4B-BA4B-AAB79886293B}"/>
              </a:ext>
            </a:extLst>
          </p:cNvPr>
          <p:cNvSpPr txBox="1">
            <a:spLocks noChangeArrowheads="1"/>
          </p:cNvSpPr>
          <p:nvPr/>
        </p:nvSpPr>
        <p:spPr bwMode="auto">
          <a:xfrm>
            <a:off x="2805830" y="6139255"/>
            <a:ext cx="3111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0</a:t>
            </a:r>
          </a:p>
        </p:txBody>
      </p:sp>
      <p:sp>
        <p:nvSpPr>
          <p:cNvPr id="491" name="Text Box 53">
            <a:extLst>
              <a:ext uri="{FF2B5EF4-FFF2-40B4-BE49-F238E27FC236}">
                <a16:creationId xmlns:a16="http://schemas.microsoft.com/office/drawing/2014/main" id="{4EEA2A3C-0BB3-5A4A-A3BC-614C830D6888}"/>
              </a:ext>
            </a:extLst>
          </p:cNvPr>
          <p:cNvSpPr txBox="1">
            <a:spLocks noChangeArrowheads="1"/>
          </p:cNvSpPr>
          <p:nvPr/>
        </p:nvSpPr>
        <p:spPr bwMode="auto">
          <a:xfrm>
            <a:off x="2340693" y="4940692"/>
            <a:ext cx="706437"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1" u="none" strike="noStrike" kern="0" cap="none" spc="0" normalizeH="0" baseline="0" noProof="0" dirty="0">
                <a:ln>
                  <a:noFill/>
                </a:ln>
                <a:solidFill>
                  <a:srgbClr val="000000"/>
                </a:solidFill>
                <a:effectLst/>
                <a:uLnTx/>
                <a:uFillTx/>
                <a:latin typeface="Arial" charset="0"/>
                <a:ea typeface="ＭＳ Ｐゴシック" charset="0"/>
              </a:rPr>
              <a:t>cost to</a:t>
            </a:r>
          </a:p>
        </p:txBody>
      </p:sp>
      <p:sp>
        <p:nvSpPr>
          <p:cNvPr id="492" name="Text Box 54">
            <a:extLst>
              <a:ext uri="{FF2B5EF4-FFF2-40B4-BE49-F238E27FC236}">
                <a16:creationId xmlns:a16="http://schemas.microsoft.com/office/drawing/2014/main" id="{00BD020A-F6F0-114E-BA53-F52BCF13BE7B}"/>
              </a:ext>
            </a:extLst>
          </p:cNvPr>
          <p:cNvSpPr txBox="1">
            <a:spLocks noChangeArrowheads="1"/>
          </p:cNvSpPr>
          <p:nvPr/>
        </p:nvSpPr>
        <p:spPr bwMode="auto">
          <a:xfrm>
            <a:off x="2200424" y="3658910"/>
            <a:ext cx="946150" cy="6413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a:t>
            </a:r>
          </a:p>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2   0   1</a:t>
            </a:r>
          </a:p>
        </p:txBody>
      </p:sp>
      <p:sp>
        <p:nvSpPr>
          <p:cNvPr id="493" name="Text Box 55">
            <a:extLst>
              <a:ext uri="{FF2B5EF4-FFF2-40B4-BE49-F238E27FC236}">
                <a16:creationId xmlns:a16="http://schemas.microsoft.com/office/drawing/2014/main" id="{00FA41ED-B3FF-E242-9DB3-E1257161C355}"/>
              </a:ext>
            </a:extLst>
          </p:cNvPr>
          <p:cNvSpPr txBox="1">
            <a:spLocks noChangeArrowheads="1"/>
          </p:cNvSpPr>
          <p:nvPr/>
        </p:nvSpPr>
        <p:spPr bwMode="auto">
          <a:xfrm>
            <a:off x="2196230" y="5458217"/>
            <a:ext cx="99060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 ∞  ∞</a:t>
            </a:r>
          </a:p>
        </p:txBody>
      </p:sp>
      <p:sp>
        <p:nvSpPr>
          <p:cNvPr id="496" name="Line 58">
            <a:extLst>
              <a:ext uri="{FF2B5EF4-FFF2-40B4-BE49-F238E27FC236}">
                <a16:creationId xmlns:a16="http://schemas.microsoft.com/office/drawing/2014/main" id="{21884B5D-F7C2-8C44-B19B-93AAB1E7C6FF}"/>
              </a:ext>
            </a:extLst>
          </p:cNvPr>
          <p:cNvSpPr>
            <a:spLocks noChangeShapeType="1"/>
          </p:cNvSpPr>
          <p:nvPr/>
        </p:nvSpPr>
        <p:spPr bwMode="auto">
          <a:xfrm>
            <a:off x="3186830" y="2181617"/>
            <a:ext cx="685800" cy="1524000"/>
          </a:xfrm>
          <a:prstGeom prst="line">
            <a:avLst/>
          </a:prstGeom>
          <a:noFill/>
          <a:ln w="9525">
            <a:solidFill>
              <a:srgbClr val="000000"/>
            </a:solidFill>
            <a:round/>
            <a:headEnd/>
            <a:tailEnd type="triangle" w="med" len="me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7" name="Line 59">
            <a:extLst>
              <a:ext uri="{FF2B5EF4-FFF2-40B4-BE49-F238E27FC236}">
                <a16:creationId xmlns:a16="http://schemas.microsoft.com/office/drawing/2014/main" id="{7DF54633-A6C6-3549-93EA-4B0F0A132FAF}"/>
              </a:ext>
            </a:extLst>
          </p:cNvPr>
          <p:cNvSpPr>
            <a:spLocks noChangeShapeType="1"/>
          </p:cNvSpPr>
          <p:nvPr/>
        </p:nvSpPr>
        <p:spPr bwMode="auto">
          <a:xfrm>
            <a:off x="3110630" y="2257817"/>
            <a:ext cx="685800" cy="3124200"/>
          </a:xfrm>
          <a:prstGeom prst="line">
            <a:avLst/>
          </a:prstGeom>
          <a:noFill/>
          <a:ln w="9525">
            <a:solidFill>
              <a:srgbClr val="000000"/>
            </a:solidFill>
            <a:round/>
            <a:headEnd/>
            <a:tailEnd type="triangle" w="med" len="me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8" name="Line 60">
            <a:extLst>
              <a:ext uri="{FF2B5EF4-FFF2-40B4-BE49-F238E27FC236}">
                <a16:creationId xmlns:a16="http://schemas.microsoft.com/office/drawing/2014/main" id="{1466A465-3F94-9545-ABD6-8D8CD2184C84}"/>
              </a:ext>
            </a:extLst>
          </p:cNvPr>
          <p:cNvSpPr>
            <a:spLocks noChangeShapeType="1"/>
          </p:cNvSpPr>
          <p:nvPr/>
        </p:nvSpPr>
        <p:spPr bwMode="auto">
          <a:xfrm flipV="1">
            <a:off x="3110630" y="2715017"/>
            <a:ext cx="762000" cy="1295400"/>
          </a:xfrm>
          <a:prstGeom prst="line">
            <a:avLst/>
          </a:prstGeom>
          <a:noFill/>
          <a:ln w="9525">
            <a:solidFill>
              <a:srgbClr val="000000"/>
            </a:solidFill>
            <a:round/>
            <a:headEnd/>
            <a:tailEnd type="triangle" w="med" len="me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9" name="Line 61">
            <a:extLst>
              <a:ext uri="{FF2B5EF4-FFF2-40B4-BE49-F238E27FC236}">
                <a16:creationId xmlns:a16="http://schemas.microsoft.com/office/drawing/2014/main" id="{21BBF839-40E3-0C41-9536-5ABF8D8BDAA7}"/>
              </a:ext>
            </a:extLst>
          </p:cNvPr>
          <p:cNvSpPr>
            <a:spLocks noChangeShapeType="1"/>
          </p:cNvSpPr>
          <p:nvPr/>
        </p:nvSpPr>
        <p:spPr bwMode="auto">
          <a:xfrm>
            <a:off x="3110630" y="4315217"/>
            <a:ext cx="609600" cy="1143000"/>
          </a:xfrm>
          <a:prstGeom prst="line">
            <a:avLst/>
          </a:prstGeom>
          <a:noFill/>
          <a:ln w="9525">
            <a:solidFill>
              <a:srgbClr val="000000"/>
            </a:solidFill>
            <a:round/>
            <a:headEnd/>
            <a:tailEnd type="triangle" w="med" len="me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0" name="Line 62">
            <a:extLst>
              <a:ext uri="{FF2B5EF4-FFF2-40B4-BE49-F238E27FC236}">
                <a16:creationId xmlns:a16="http://schemas.microsoft.com/office/drawing/2014/main" id="{D3CBD049-6D4E-044B-B00F-23CDF409F6F6}"/>
              </a:ext>
            </a:extLst>
          </p:cNvPr>
          <p:cNvSpPr>
            <a:spLocks noChangeShapeType="1"/>
          </p:cNvSpPr>
          <p:nvPr/>
        </p:nvSpPr>
        <p:spPr bwMode="auto">
          <a:xfrm flipV="1">
            <a:off x="3110630" y="2791217"/>
            <a:ext cx="838200" cy="3429000"/>
          </a:xfrm>
          <a:prstGeom prst="line">
            <a:avLst/>
          </a:prstGeom>
          <a:noFill/>
          <a:ln w="9525">
            <a:solidFill>
              <a:srgbClr val="000000"/>
            </a:solidFill>
            <a:round/>
            <a:headEnd/>
            <a:tailEnd type="triangle" w="med" len="me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1" name="Line 63">
            <a:extLst>
              <a:ext uri="{FF2B5EF4-FFF2-40B4-BE49-F238E27FC236}">
                <a16:creationId xmlns:a16="http://schemas.microsoft.com/office/drawing/2014/main" id="{07663209-9542-2049-9E73-A6836493B7AF}"/>
              </a:ext>
            </a:extLst>
          </p:cNvPr>
          <p:cNvSpPr>
            <a:spLocks noChangeShapeType="1"/>
          </p:cNvSpPr>
          <p:nvPr/>
        </p:nvSpPr>
        <p:spPr bwMode="auto">
          <a:xfrm flipV="1">
            <a:off x="3186830" y="4543817"/>
            <a:ext cx="762000" cy="1752600"/>
          </a:xfrm>
          <a:prstGeom prst="line">
            <a:avLst/>
          </a:prstGeom>
          <a:noFill/>
          <a:ln w="9525">
            <a:solidFill>
              <a:srgbClr val="000000"/>
            </a:solidFill>
            <a:round/>
            <a:headEnd/>
            <a:tailEnd type="triangle" w="med" len="me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04" name="Group 66">
            <a:extLst>
              <a:ext uri="{FF2B5EF4-FFF2-40B4-BE49-F238E27FC236}">
                <a16:creationId xmlns:a16="http://schemas.microsoft.com/office/drawing/2014/main" id="{131105F8-C125-CE49-B85B-EC210DF07326}"/>
              </a:ext>
            </a:extLst>
          </p:cNvPr>
          <p:cNvGrpSpPr>
            <a:grpSpLocks/>
          </p:cNvGrpSpPr>
          <p:nvPr/>
        </p:nvGrpSpPr>
        <p:grpSpPr bwMode="auto">
          <a:xfrm>
            <a:off x="9037572" y="2949053"/>
            <a:ext cx="2184400" cy="1212850"/>
            <a:chOff x="2352" y="0"/>
            <a:chExt cx="1376" cy="764"/>
          </a:xfrm>
        </p:grpSpPr>
        <p:sp>
          <p:nvSpPr>
            <p:cNvPr id="505" name="Freeform 67">
              <a:extLst>
                <a:ext uri="{FF2B5EF4-FFF2-40B4-BE49-F238E27FC236}">
                  <a16:creationId xmlns:a16="http://schemas.microsoft.com/office/drawing/2014/main" id="{263D03E2-9196-934C-9562-378C3A280ADC}"/>
                </a:ext>
              </a:extLst>
            </p:cNvPr>
            <p:cNvSpPr>
              <a:spLocks/>
            </p:cNvSpPr>
            <p:nvPr/>
          </p:nvSpPr>
          <p:spPr bwMode="auto">
            <a:xfrm>
              <a:off x="2352" y="0"/>
              <a:ext cx="1376" cy="764"/>
            </a:xfrm>
            <a:custGeom>
              <a:avLst/>
              <a:gdLst>
                <a:gd name="T0" fmla="*/ 113 w 1376"/>
                <a:gd name="T1" fmla="*/ 348 h 764"/>
                <a:gd name="T2" fmla="*/ 395 w 1376"/>
                <a:gd name="T3" fmla="*/ 162 h 764"/>
                <a:gd name="T4" fmla="*/ 710 w 1376"/>
                <a:gd name="T5" fmla="*/ 9 h 764"/>
                <a:gd name="T6" fmla="*/ 1160 w 1376"/>
                <a:gd name="T7" fmla="*/ 219 h 764"/>
                <a:gd name="T8" fmla="*/ 1367 w 1376"/>
                <a:gd name="T9" fmla="*/ 510 h 764"/>
                <a:gd name="T10" fmla="*/ 1103 w 1376"/>
                <a:gd name="T11" fmla="*/ 726 h 764"/>
                <a:gd name="T12" fmla="*/ 578 w 1376"/>
                <a:gd name="T13" fmla="*/ 738 h 764"/>
                <a:gd name="T14" fmla="*/ 77 w 1376"/>
                <a:gd name="T15" fmla="*/ 630 h 764"/>
                <a:gd name="T16" fmla="*/ 113 w 1376"/>
                <a:gd name="T17" fmla="*/ 348 h 76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76"/>
                <a:gd name="T28" fmla="*/ 0 h 764"/>
                <a:gd name="T29" fmla="*/ 1376 w 1376"/>
                <a:gd name="T30" fmla="*/ 764 h 76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76" h="764">
                  <a:moveTo>
                    <a:pt x="113" y="348"/>
                  </a:moveTo>
                  <a:cubicBezTo>
                    <a:pt x="166" y="270"/>
                    <a:pt x="296" y="218"/>
                    <a:pt x="395" y="162"/>
                  </a:cubicBezTo>
                  <a:cubicBezTo>
                    <a:pt x="494" y="106"/>
                    <a:pt x="583" y="0"/>
                    <a:pt x="710" y="9"/>
                  </a:cubicBezTo>
                  <a:cubicBezTo>
                    <a:pt x="837" y="18"/>
                    <a:pt x="1051" y="136"/>
                    <a:pt x="1160" y="219"/>
                  </a:cubicBezTo>
                  <a:cubicBezTo>
                    <a:pt x="1269" y="302"/>
                    <a:pt x="1376" y="426"/>
                    <a:pt x="1367" y="510"/>
                  </a:cubicBezTo>
                  <a:cubicBezTo>
                    <a:pt x="1358" y="594"/>
                    <a:pt x="1234" y="688"/>
                    <a:pt x="1103" y="726"/>
                  </a:cubicBezTo>
                  <a:cubicBezTo>
                    <a:pt x="972" y="764"/>
                    <a:pt x="749" y="754"/>
                    <a:pt x="578" y="738"/>
                  </a:cubicBezTo>
                  <a:cubicBezTo>
                    <a:pt x="407" y="722"/>
                    <a:pt x="154" y="695"/>
                    <a:pt x="77" y="630"/>
                  </a:cubicBezTo>
                  <a:cubicBezTo>
                    <a:pt x="0" y="565"/>
                    <a:pt x="60" y="426"/>
                    <a:pt x="113" y="348"/>
                  </a:cubicBezTo>
                  <a:close/>
                </a:path>
              </a:pathLst>
            </a:custGeom>
            <a:solidFill>
              <a:srgbClr val="9CE0FA"/>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06" name="Group 68">
              <a:extLst>
                <a:ext uri="{FF2B5EF4-FFF2-40B4-BE49-F238E27FC236}">
                  <a16:creationId xmlns:a16="http://schemas.microsoft.com/office/drawing/2014/main" id="{83D5943B-43BC-7148-A0C5-04D5679B6A92}"/>
                </a:ext>
              </a:extLst>
            </p:cNvPr>
            <p:cNvGrpSpPr>
              <a:grpSpLocks/>
            </p:cNvGrpSpPr>
            <p:nvPr/>
          </p:nvGrpSpPr>
          <p:grpSpPr bwMode="auto">
            <a:xfrm>
              <a:off x="2448" y="70"/>
              <a:ext cx="1161" cy="676"/>
              <a:chOff x="-17" y="1282"/>
              <a:chExt cx="1161" cy="676"/>
            </a:xfrm>
          </p:grpSpPr>
          <p:sp>
            <p:nvSpPr>
              <p:cNvPr id="507" name="Freeform 69">
                <a:extLst>
                  <a:ext uri="{FF2B5EF4-FFF2-40B4-BE49-F238E27FC236}">
                    <a16:creationId xmlns:a16="http://schemas.microsoft.com/office/drawing/2014/main" id="{5C3786B6-68E8-994E-A191-4C79E192C632}"/>
                  </a:ext>
                </a:extLst>
              </p:cNvPr>
              <p:cNvSpPr>
                <a:spLocks/>
              </p:cNvSpPr>
              <p:nvPr/>
            </p:nvSpPr>
            <p:spPr bwMode="auto">
              <a:xfrm>
                <a:off x="246" y="1476"/>
                <a:ext cx="222" cy="180"/>
              </a:xfrm>
              <a:custGeom>
                <a:avLst/>
                <a:gdLst>
                  <a:gd name="T0" fmla="*/ 0 w 222"/>
                  <a:gd name="T1" fmla="*/ 180 h 180"/>
                  <a:gd name="T2" fmla="*/ 222 w 222"/>
                  <a:gd name="T3" fmla="*/ 0 h 180"/>
                  <a:gd name="T4" fmla="*/ 0 60000 65536"/>
                  <a:gd name="T5" fmla="*/ 0 60000 65536"/>
                  <a:gd name="T6" fmla="*/ 0 w 222"/>
                  <a:gd name="T7" fmla="*/ 0 h 180"/>
                  <a:gd name="T8" fmla="*/ 222 w 222"/>
                  <a:gd name="T9" fmla="*/ 180 h 180"/>
                </a:gdLst>
                <a:ahLst/>
                <a:cxnLst>
                  <a:cxn ang="T4">
                    <a:pos x="T0" y="T1"/>
                  </a:cxn>
                  <a:cxn ang="T5">
                    <a:pos x="T2" y="T3"/>
                  </a:cxn>
                </a:cxnLst>
                <a:rect l="T6" t="T7" r="T8" b="T9"/>
                <a:pathLst>
                  <a:path w="222" h="180">
                    <a:moveTo>
                      <a:pt x="0" y="180"/>
                    </a:moveTo>
                    <a:lnTo>
                      <a:pt x="222" y="0"/>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8" name="Oval 70">
                <a:extLst>
                  <a:ext uri="{FF2B5EF4-FFF2-40B4-BE49-F238E27FC236}">
                    <a16:creationId xmlns:a16="http://schemas.microsoft.com/office/drawing/2014/main" id="{76B74C90-F035-0D46-90DC-7012A31BCF76}"/>
                  </a:ext>
                </a:extLst>
              </p:cNvPr>
              <p:cNvSpPr>
                <a:spLocks noChangeArrowheads="1"/>
              </p:cNvSpPr>
              <p:nvPr/>
            </p:nvSpPr>
            <p:spPr bwMode="auto">
              <a:xfrm>
                <a:off x="-14" y="1712"/>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9" name="Line 71">
                <a:extLst>
                  <a:ext uri="{FF2B5EF4-FFF2-40B4-BE49-F238E27FC236}">
                    <a16:creationId xmlns:a16="http://schemas.microsoft.com/office/drawing/2014/main" id="{E0C79831-B7E5-D94D-B962-8A0A2EBCC53B}"/>
                  </a:ext>
                </a:extLst>
              </p:cNvPr>
              <p:cNvSpPr>
                <a:spLocks noChangeShapeType="1"/>
              </p:cNvSpPr>
              <p:nvPr/>
            </p:nvSpPr>
            <p:spPr bwMode="auto">
              <a:xfrm>
                <a:off x="-14" y="1705"/>
                <a:ext cx="1"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0" name="Line 72">
                <a:extLst>
                  <a:ext uri="{FF2B5EF4-FFF2-40B4-BE49-F238E27FC236}">
                    <a16:creationId xmlns:a16="http://schemas.microsoft.com/office/drawing/2014/main" id="{B7A75E97-14D7-254C-BAE7-25319E0F33E5}"/>
                  </a:ext>
                </a:extLst>
              </p:cNvPr>
              <p:cNvSpPr>
                <a:spLocks noChangeShapeType="1"/>
              </p:cNvSpPr>
              <p:nvPr/>
            </p:nvSpPr>
            <p:spPr bwMode="auto">
              <a:xfrm>
                <a:off x="299" y="1705"/>
                <a:ext cx="1"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1" name="Rectangle 73">
                <a:extLst>
                  <a:ext uri="{FF2B5EF4-FFF2-40B4-BE49-F238E27FC236}">
                    <a16:creationId xmlns:a16="http://schemas.microsoft.com/office/drawing/2014/main" id="{0C521DAF-FFE0-054B-8828-ED05D1912D0A}"/>
                  </a:ext>
                </a:extLst>
              </p:cNvPr>
              <p:cNvSpPr>
                <a:spLocks noChangeArrowheads="1"/>
              </p:cNvSpPr>
              <p:nvPr/>
            </p:nvSpPr>
            <p:spPr bwMode="auto">
              <a:xfrm>
                <a:off x="-14" y="1705"/>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2" name="Oval 74">
                <a:extLst>
                  <a:ext uri="{FF2B5EF4-FFF2-40B4-BE49-F238E27FC236}">
                    <a16:creationId xmlns:a16="http://schemas.microsoft.com/office/drawing/2014/main" id="{91217C6B-657E-7D4C-92F2-48179F30D483}"/>
                  </a:ext>
                </a:extLst>
              </p:cNvPr>
              <p:cNvSpPr>
                <a:spLocks noChangeArrowheads="1"/>
              </p:cNvSpPr>
              <p:nvPr/>
            </p:nvSpPr>
            <p:spPr bwMode="auto">
              <a:xfrm>
                <a:off x="-17" y="1646"/>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3" name="Freeform 75">
                <a:extLst>
                  <a:ext uri="{FF2B5EF4-FFF2-40B4-BE49-F238E27FC236}">
                    <a16:creationId xmlns:a16="http://schemas.microsoft.com/office/drawing/2014/main" id="{93320E84-7F42-D646-8644-59F5B863EA5A}"/>
                  </a:ext>
                </a:extLst>
              </p:cNvPr>
              <p:cNvSpPr>
                <a:spLocks/>
              </p:cNvSpPr>
              <p:nvPr/>
            </p:nvSpPr>
            <p:spPr bwMode="auto">
              <a:xfrm>
                <a:off x="651" y="1476"/>
                <a:ext cx="216" cy="189"/>
              </a:xfrm>
              <a:custGeom>
                <a:avLst/>
                <a:gdLst>
                  <a:gd name="T0" fmla="*/ 0 w 216"/>
                  <a:gd name="T1" fmla="*/ 0 h 189"/>
                  <a:gd name="T2" fmla="*/ 216 w 216"/>
                  <a:gd name="T3" fmla="*/ 189 h 189"/>
                  <a:gd name="T4" fmla="*/ 0 60000 65536"/>
                  <a:gd name="T5" fmla="*/ 0 60000 65536"/>
                  <a:gd name="T6" fmla="*/ 0 w 216"/>
                  <a:gd name="T7" fmla="*/ 0 h 189"/>
                  <a:gd name="T8" fmla="*/ 216 w 216"/>
                  <a:gd name="T9" fmla="*/ 189 h 189"/>
                </a:gdLst>
                <a:ahLst/>
                <a:cxnLst>
                  <a:cxn ang="T4">
                    <a:pos x="T0" y="T1"/>
                  </a:cxn>
                  <a:cxn ang="T5">
                    <a:pos x="T2" y="T3"/>
                  </a:cxn>
                </a:cxnLst>
                <a:rect l="T6" t="T7" r="T8" b="T9"/>
                <a:pathLst>
                  <a:path w="216" h="189">
                    <a:moveTo>
                      <a:pt x="0" y="0"/>
                    </a:moveTo>
                    <a:lnTo>
                      <a:pt x="216" y="189"/>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4" name="Freeform 76">
                <a:extLst>
                  <a:ext uri="{FF2B5EF4-FFF2-40B4-BE49-F238E27FC236}">
                    <a16:creationId xmlns:a16="http://schemas.microsoft.com/office/drawing/2014/main" id="{BF0EFC1E-A2ED-9644-9F97-C07A497C709E}"/>
                  </a:ext>
                </a:extLst>
              </p:cNvPr>
              <p:cNvSpPr>
                <a:spLocks/>
              </p:cNvSpPr>
              <p:nvPr/>
            </p:nvSpPr>
            <p:spPr bwMode="auto">
              <a:xfrm>
                <a:off x="303" y="1740"/>
                <a:ext cx="540" cy="3"/>
              </a:xfrm>
              <a:custGeom>
                <a:avLst/>
                <a:gdLst>
                  <a:gd name="T0" fmla="*/ 540 w 540"/>
                  <a:gd name="T1" fmla="*/ 3 h 3"/>
                  <a:gd name="T2" fmla="*/ 0 w 540"/>
                  <a:gd name="T3" fmla="*/ 0 h 3"/>
                  <a:gd name="T4" fmla="*/ 0 60000 65536"/>
                  <a:gd name="T5" fmla="*/ 0 60000 65536"/>
                  <a:gd name="T6" fmla="*/ 0 w 540"/>
                  <a:gd name="T7" fmla="*/ 0 h 3"/>
                  <a:gd name="T8" fmla="*/ 540 w 540"/>
                  <a:gd name="T9" fmla="*/ 3 h 3"/>
                </a:gdLst>
                <a:ahLst/>
                <a:cxnLst>
                  <a:cxn ang="T4">
                    <a:pos x="T0" y="T1"/>
                  </a:cxn>
                  <a:cxn ang="T5">
                    <a:pos x="T2" y="T3"/>
                  </a:cxn>
                </a:cxnLst>
                <a:rect l="T6" t="T7" r="T8" b="T9"/>
                <a:pathLst>
                  <a:path w="540" h="3">
                    <a:moveTo>
                      <a:pt x="540" y="3"/>
                    </a:moveTo>
                    <a:lnTo>
                      <a:pt x="0" y="0"/>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15" name="Group 77">
                <a:extLst>
                  <a:ext uri="{FF2B5EF4-FFF2-40B4-BE49-F238E27FC236}">
                    <a16:creationId xmlns:a16="http://schemas.microsoft.com/office/drawing/2014/main" id="{8262C69D-F268-2849-B65D-1324D5E79FD0}"/>
                  </a:ext>
                </a:extLst>
              </p:cNvPr>
              <p:cNvGrpSpPr>
                <a:grpSpLocks/>
              </p:cNvGrpSpPr>
              <p:nvPr/>
            </p:nvGrpSpPr>
            <p:grpSpPr bwMode="auto">
              <a:xfrm>
                <a:off x="39" y="1594"/>
                <a:ext cx="196" cy="250"/>
                <a:chOff x="2959" y="2425"/>
                <a:chExt cx="197" cy="250"/>
              </a:xfrm>
            </p:grpSpPr>
            <p:sp>
              <p:nvSpPr>
                <p:cNvPr id="537" name="Rectangle 78">
                  <a:extLst>
                    <a:ext uri="{FF2B5EF4-FFF2-40B4-BE49-F238E27FC236}">
                      <a16:creationId xmlns:a16="http://schemas.microsoft.com/office/drawing/2014/main" id="{6C0B7D66-013B-B74F-B238-4572FF1070C6}"/>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8" name="Text Box 79">
                  <a:extLst>
                    <a:ext uri="{FF2B5EF4-FFF2-40B4-BE49-F238E27FC236}">
                      <a16:creationId xmlns:a16="http://schemas.microsoft.com/office/drawing/2014/main" id="{0F706F26-1CB7-8943-89C3-5B640B734B1D}"/>
                    </a:ext>
                  </a:extLst>
                </p:cNvPr>
                <p:cNvSpPr txBox="1">
                  <a:spLocks noChangeArrowheads="1"/>
                </p:cNvSpPr>
                <p:nvPr/>
              </p:nvSpPr>
              <p:spPr bwMode="auto">
                <a:xfrm>
                  <a:off x="2959" y="2425"/>
                  <a:ext cx="197"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x</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16" name="Group 80">
                <a:extLst>
                  <a:ext uri="{FF2B5EF4-FFF2-40B4-BE49-F238E27FC236}">
                    <a16:creationId xmlns:a16="http://schemas.microsoft.com/office/drawing/2014/main" id="{AE871476-E138-D04C-BACC-E193845288E8}"/>
                  </a:ext>
                </a:extLst>
              </p:cNvPr>
              <p:cNvGrpSpPr>
                <a:grpSpLocks/>
              </p:cNvGrpSpPr>
              <p:nvPr/>
            </p:nvGrpSpPr>
            <p:grpSpPr bwMode="auto">
              <a:xfrm>
                <a:off x="828" y="1576"/>
                <a:ext cx="316" cy="288"/>
                <a:chOff x="1740" y="2272"/>
                <a:chExt cx="316" cy="288"/>
              </a:xfrm>
            </p:grpSpPr>
            <p:sp>
              <p:nvSpPr>
                <p:cNvPr id="529" name="Oval 81">
                  <a:extLst>
                    <a:ext uri="{FF2B5EF4-FFF2-40B4-BE49-F238E27FC236}">
                      <a16:creationId xmlns:a16="http://schemas.microsoft.com/office/drawing/2014/main" id="{63D5C5EA-53A0-8947-BFB8-BA3581D41167}"/>
                    </a:ext>
                  </a:extLst>
                </p:cNvPr>
                <p:cNvSpPr>
                  <a:spLocks noChangeArrowheads="1"/>
                </p:cNvSpPr>
                <p:nvPr/>
              </p:nvSpPr>
              <p:spPr bwMode="auto">
                <a:xfrm>
                  <a:off x="1743" y="2420"/>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0" name="Line 82">
                  <a:extLst>
                    <a:ext uri="{FF2B5EF4-FFF2-40B4-BE49-F238E27FC236}">
                      <a16:creationId xmlns:a16="http://schemas.microsoft.com/office/drawing/2014/main" id="{8FF3C56B-7C27-0949-8918-4755B9C7CFB4}"/>
                    </a:ext>
                  </a:extLst>
                </p:cNvPr>
                <p:cNvSpPr>
                  <a:spLocks noChangeShapeType="1"/>
                </p:cNvSpPr>
                <p:nvPr/>
              </p:nvSpPr>
              <p:spPr bwMode="auto">
                <a:xfrm>
                  <a:off x="1743" y="2413"/>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1" name="Line 83">
                  <a:extLst>
                    <a:ext uri="{FF2B5EF4-FFF2-40B4-BE49-F238E27FC236}">
                      <a16:creationId xmlns:a16="http://schemas.microsoft.com/office/drawing/2014/main" id="{E4D0170D-AC3D-E343-A0C0-936BA1823017}"/>
                    </a:ext>
                  </a:extLst>
                </p:cNvPr>
                <p:cNvSpPr>
                  <a:spLocks noChangeShapeType="1"/>
                </p:cNvSpPr>
                <p:nvPr/>
              </p:nvSpPr>
              <p:spPr bwMode="auto">
                <a:xfrm>
                  <a:off x="2056" y="2413"/>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2" name="Rectangle 84">
                  <a:extLst>
                    <a:ext uri="{FF2B5EF4-FFF2-40B4-BE49-F238E27FC236}">
                      <a16:creationId xmlns:a16="http://schemas.microsoft.com/office/drawing/2014/main" id="{A95CCE0E-AE26-AF43-BF4F-282F90201920}"/>
                    </a:ext>
                  </a:extLst>
                </p:cNvPr>
                <p:cNvSpPr>
                  <a:spLocks noChangeArrowheads="1"/>
                </p:cNvSpPr>
                <p:nvPr/>
              </p:nvSpPr>
              <p:spPr bwMode="auto">
                <a:xfrm>
                  <a:off x="1743" y="2413"/>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3" name="Oval 85">
                  <a:extLst>
                    <a:ext uri="{FF2B5EF4-FFF2-40B4-BE49-F238E27FC236}">
                      <a16:creationId xmlns:a16="http://schemas.microsoft.com/office/drawing/2014/main" id="{1F165F2E-D551-1543-8FF4-E7E9AEB5B6C8}"/>
                    </a:ext>
                  </a:extLst>
                </p:cNvPr>
                <p:cNvSpPr>
                  <a:spLocks noChangeArrowheads="1"/>
                </p:cNvSpPr>
                <p:nvPr/>
              </p:nvSpPr>
              <p:spPr bwMode="auto">
                <a:xfrm>
                  <a:off x="1740" y="2354"/>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34" name="Group 86">
                  <a:extLst>
                    <a:ext uri="{FF2B5EF4-FFF2-40B4-BE49-F238E27FC236}">
                      <a16:creationId xmlns:a16="http://schemas.microsoft.com/office/drawing/2014/main" id="{4A219E6B-F8FD-F745-B02C-95F9E51582CE}"/>
                    </a:ext>
                  </a:extLst>
                </p:cNvPr>
                <p:cNvGrpSpPr>
                  <a:grpSpLocks/>
                </p:cNvGrpSpPr>
                <p:nvPr/>
              </p:nvGrpSpPr>
              <p:grpSpPr bwMode="auto">
                <a:xfrm>
                  <a:off x="1795" y="2272"/>
                  <a:ext cx="212" cy="288"/>
                  <a:chOff x="2951" y="2395"/>
                  <a:chExt cx="213" cy="288"/>
                </a:xfrm>
              </p:grpSpPr>
              <p:sp>
                <p:nvSpPr>
                  <p:cNvPr id="535" name="Rectangle 87">
                    <a:extLst>
                      <a:ext uri="{FF2B5EF4-FFF2-40B4-BE49-F238E27FC236}">
                        <a16:creationId xmlns:a16="http://schemas.microsoft.com/office/drawing/2014/main" id="{DF4CEA50-DC2D-B54A-A88C-7266818FA2E4}"/>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6" name="Text Box 88">
                    <a:extLst>
                      <a:ext uri="{FF2B5EF4-FFF2-40B4-BE49-F238E27FC236}">
                        <a16:creationId xmlns:a16="http://schemas.microsoft.com/office/drawing/2014/main" id="{386959F9-9A61-B243-A07D-325F59824D43}"/>
                      </a:ext>
                    </a:extLst>
                  </p:cNvPr>
                  <p:cNvSpPr txBox="1">
                    <a:spLocks noChangeArrowheads="1"/>
                  </p:cNvSpPr>
                  <p:nvPr/>
                </p:nvSpPr>
                <p:spPr bwMode="auto">
                  <a:xfrm>
                    <a:off x="2951" y="2395"/>
                    <a:ext cx="213" cy="2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Arial" charset="0"/>
                        <a:ea typeface="ＭＳ Ｐゴシック" charset="0"/>
                      </a:rPr>
                      <a:t>z</a:t>
                    </a:r>
                  </a:p>
                </p:txBody>
              </p:sp>
            </p:grpSp>
          </p:grpSp>
          <p:sp>
            <p:nvSpPr>
              <p:cNvPr id="517" name="Text Box 89">
                <a:extLst>
                  <a:ext uri="{FF2B5EF4-FFF2-40B4-BE49-F238E27FC236}">
                    <a16:creationId xmlns:a16="http://schemas.microsoft.com/office/drawing/2014/main" id="{2DB55D98-85D1-9148-BFB4-604DA29883C3}"/>
                  </a:ext>
                </a:extLst>
              </p:cNvPr>
              <p:cNvSpPr txBox="1">
                <a:spLocks noChangeArrowheads="1"/>
              </p:cNvSpPr>
              <p:nvPr/>
            </p:nvSpPr>
            <p:spPr bwMode="auto">
              <a:xfrm>
                <a:off x="724" y="1397"/>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8" name="Text Box 90">
                <a:extLst>
                  <a:ext uri="{FF2B5EF4-FFF2-40B4-BE49-F238E27FC236}">
                    <a16:creationId xmlns:a16="http://schemas.microsoft.com/office/drawing/2014/main" id="{5777214A-84D8-6042-BFBC-CD42F8A4E727}"/>
                  </a:ext>
                </a:extLst>
              </p:cNvPr>
              <p:cNvSpPr txBox="1">
                <a:spLocks noChangeArrowheads="1"/>
              </p:cNvSpPr>
              <p:nvPr/>
            </p:nvSpPr>
            <p:spPr bwMode="auto">
              <a:xfrm>
                <a:off x="196" y="1394"/>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9" name="Text Box 91">
                <a:extLst>
                  <a:ext uri="{FF2B5EF4-FFF2-40B4-BE49-F238E27FC236}">
                    <a16:creationId xmlns:a16="http://schemas.microsoft.com/office/drawing/2014/main" id="{A075B8CC-4064-A446-96E5-46A5335841DF}"/>
                  </a:ext>
                </a:extLst>
              </p:cNvPr>
              <p:cNvSpPr txBox="1">
                <a:spLocks noChangeArrowheads="1"/>
              </p:cNvSpPr>
              <p:nvPr/>
            </p:nvSpPr>
            <p:spPr bwMode="auto">
              <a:xfrm>
                <a:off x="481" y="1727"/>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7</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20" name="Group 92">
                <a:extLst>
                  <a:ext uri="{FF2B5EF4-FFF2-40B4-BE49-F238E27FC236}">
                    <a16:creationId xmlns:a16="http://schemas.microsoft.com/office/drawing/2014/main" id="{978CB86D-6BC1-D74D-81E3-563678BB15BD}"/>
                  </a:ext>
                </a:extLst>
              </p:cNvPr>
              <p:cNvGrpSpPr>
                <a:grpSpLocks/>
              </p:cNvGrpSpPr>
              <p:nvPr/>
            </p:nvGrpSpPr>
            <p:grpSpPr bwMode="auto">
              <a:xfrm>
                <a:off x="408" y="1282"/>
                <a:ext cx="316" cy="250"/>
                <a:chOff x="1740" y="2302"/>
                <a:chExt cx="316" cy="250"/>
              </a:xfrm>
            </p:grpSpPr>
            <p:sp>
              <p:nvSpPr>
                <p:cNvPr id="521" name="Oval 93">
                  <a:extLst>
                    <a:ext uri="{FF2B5EF4-FFF2-40B4-BE49-F238E27FC236}">
                      <a16:creationId xmlns:a16="http://schemas.microsoft.com/office/drawing/2014/main" id="{9E11D3DA-6E78-DC4D-AB66-97414F1706CE}"/>
                    </a:ext>
                  </a:extLst>
                </p:cNvPr>
                <p:cNvSpPr>
                  <a:spLocks noChangeArrowheads="1"/>
                </p:cNvSpPr>
                <p:nvPr/>
              </p:nvSpPr>
              <p:spPr bwMode="auto">
                <a:xfrm>
                  <a:off x="1743" y="2420"/>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2" name="Line 94">
                  <a:extLst>
                    <a:ext uri="{FF2B5EF4-FFF2-40B4-BE49-F238E27FC236}">
                      <a16:creationId xmlns:a16="http://schemas.microsoft.com/office/drawing/2014/main" id="{9CD3C1B5-32AF-0941-8FAD-BECEF5F877FD}"/>
                    </a:ext>
                  </a:extLst>
                </p:cNvPr>
                <p:cNvSpPr>
                  <a:spLocks noChangeShapeType="1"/>
                </p:cNvSpPr>
                <p:nvPr/>
              </p:nvSpPr>
              <p:spPr bwMode="auto">
                <a:xfrm>
                  <a:off x="1743" y="2413"/>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3" name="Line 95">
                  <a:extLst>
                    <a:ext uri="{FF2B5EF4-FFF2-40B4-BE49-F238E27FC236}">
                      <a16:creationId xmlns:a16="http://schemas.microsoft.com/office/drawing/2014/main" id="{5A1A044E-122F-4747-A104-F412C2D38772}"/>
                    </a:ext>
                  </a:extLst>
                </p:cNvPr>
                <p:cNvSpPr>
                  <a:spLocks noChangeShapeType="1"/>
                </p:cNvSpPr>
                <p:nvPr/>
              </p:nvSpPr>
              <p:spPr bwMode="auto">
                <a:xfrm>
                  <a:off x="2056" y="2413"/>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4" name="Rectangle 96">
                  <a:extLst>
                    <a:ext uri="{FF2B5EF4-FFF2-40B4-BE49-F238E27FC236}">
                      <a16:creationId xmlns:a16="http://schemas.microsoft.com/office/drawing/2014/main" id="{09C84F8B-D4F5-454E-A791-F7AEECAC4786}"/>
                    </a:ext>
                  </a:extLst>
                </p:cNvPr>
                <p:cNvSpPr>
                  <a:spLocks noChangeArrowheads="1"/>
                </p:cNvSpPr>
                <p:nvPr/>
              </p:nvSpPr>
              <p:spPr bwMode="auto">
                <a:xfrm>
                  <a:off x="1743" y="2413"/>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5" name="Oval 97">
                  <a:extLst>
                    <a:ext uri="{FF2B5EF4-FFF2-40B4-BE49-F238E27FC236}">
                      <a16:creationId xmlns:a16="http://schemas.microsoft.com/office/drawing/2014/main" id="{EE203571-1A2B-8347-8640-3200A749800F}"/>
                    </a:ext>
                  </a:extLst>
                </p:cNvPr>
                <p:cNvSpPr>
                  <a:spLocks noChangeArrowheads="1"/>
                </p:cNvSpPr>
                <p:nvPr/>
              </p:nvSpPr>
              <p:spPr bwMode="auto">
                <a:xfrm>
                  <a:off x="1740" y="2354"/>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26" name="Group 98">
                  <a:extLst>
                    <a:ext uri="{FF2B5EF4-FFF2-40B4-BE49-F238E27FC236}">
                      <a16:creationId xmlns:a16="http://schemas.microsoft.com/office/drawing/2014/main" id="{121AF45C-AC41-F04B-A84E-1F1324A6E2ED}"/>
                    </a:ext>
                  </a:extLst>
                </p:cNvPr>
                <p:cNvGrpSpPr>
                  <a:grpSpLocks/>
                </p:cNvGrpSpPr>
                <p:nvPr/>
              </p:nvGrpSpPr>
              <p:grpSpPr bwMode="auto">
                <a:xfrm>
                  <a:off x="1803" y="2302"/>
                  <a:ext cx="196" cy="250"/>
                  <a:chOff x="2958" y="2425"/>
                  <a:chExt cx="198" cy="250"/>
                </a:xfrm>
              </p:grpSpPr>
              <p:sp>
                <p:nvSpPr>
                  <p:cNvPr id="527" name="Rectangle 99">
                    <a:extLst>
                      <a:ext uri="{FF2B5EF4-FFF2-40B4-BE49-F238E27FC236}">
                        <a16:creationId xmlns:a16="http://schemas.microsoft.com/office/drawing/2014/main" id="{05065D65-45F5-1D49-A57E-6BF34FB53D70}"/>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8" name="Text Box 100">
                    <a:extLst>
                      <a:ext uri="{FF2B5EF4-FFF2-40B4-BE49-F238E27FC236}">
                        <a16:creationId xmlns:a16="http://schemas.microsoft.com/office/drawing/2014/main" id="{150498C7-B1F2-5B49-80A1-FAF96601B037}"/>
                      </a:ext>
                    </a:extLst>
                  </p:cNvPr>
                  <p:cNvSpPr txBox="1">
                    <a:spLocks noChangeArrowheads="1"/>
                  </p:cNvSpPr>
                  <p:nvPr/>
                </p:nvSpPr>
                <p:spPr bwMode="auto">
                  <a:xfrm>
                    <a:off x="2958" y="2425"/>
                    <a:ext cx="198"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y</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grpSp>
      <p:sp>
        <p:nvSpPr>
          <p:cNvPr id="539" name="Text Box 101">
            <a:extLst>
              <a:ext uri="{FF2B5EF4-FFF2-40B4-BE49-F238E27FC236}">
                <a16:creationId xmlns:a16="http://schemas.microsoft.com/office/drawing/2014/main" id="{AAF68ACA-AA85-2D45-AA50-EB9D1EF819C9}"/>
              </a:ext>
            </a:extLst>
          </p:cNvPr>
          <p:cNvSpPr txBox="1">
            <a:spLocks noChangeArrowheads="1"/>
          </p:cNvSpPr>
          <p:nvPr/>
        </p:nvSpPr>
        <p:spPr bwMode="auto">
          <a:xfrm>
            <a:off x="1471097" y="1455629"/>
            <a:ext cx="715260" cy="4062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1" fontAlgn="base" latinLnBrk="0" hangingPunct="1">
              <a:lnSpc>
                <a:spcPct val="85000"/>
              </a:lnSpc>
              <a:spcBef>
                <a:spcPct val="0"/>
              </a:spcBef>
              <a:spcAft>
                <a:spcPct val="0"/>
              </a:spcAft>
              <a:buClrTx/>
              <a:buSzTx/>
              <a:buFontTx/>
              <a:buNone/>
              <a:tabLst/>
              <a:defRPr/>
            </a:pPr>
            <a:r>
              <a:rPr kumimoji="0" lang="en-US" i="0" u="none" strike="noStrike" kern="0" cap="none" spc="0" normalizeH="0" baseline="0" noProof="0" dirty="0">
                <a:ln>
                  <a:noFill/>
                </a:ln>
                <a:solidFill>
                  <a:srgbClr val="0000A8"/>
                </a:solidFill>
                <a:effectLst/>
                <a:uLnTx/>
                <a:uFillTx/>
                <a:latin typeface="Arial" charset="0"/>
                <a:ea typeface="ＭＳ Ｐゴシック" charset="0"/>
              </a:rPr>
              <a:t>D</a:t>
            </a:r>
            <a:r>
              <a:rPr kumimoji="0" lang="en-US" i="0" u="none" strike="noStrike" kern="0" cap="none" spc="0" normalizeH="0" baseline="-25000" noProof="0" dirty="0">
                <a:ln>
                  <a:noFill/>
                </a:ln>
                <a:solidFill>
                  <a:srgbClr val="0000A8"/>
                </a:solidFill>
                <a:effectLst/>
                <a:uLnTx/>
                <a:uFillTx/>
                <a:latin typeface="Arial" charset="0"/>
                <a:ea typeface="ＭＳ Ｐゴシック" charset="0"/>
              </a:rPr>
              <a:t>x</a:t>
            </a:r>
            <a:r>
              <a:rPr kumimoji="0" lang="en-US" i="0" u="none" strike="noStrike" kern="0" cap="none" spc="0" normalizeH="0" baseline="0" noProof="0" dirty="0">
                <a:ln>
                  <a:noFill/>
                </a:ln>
                <a:solidFill>
                  <a:srgbClr val="0000A8"/>
                </a:solidFill>
                <a:effectLst/>
                <a:uLnTx/>
                <a:uFillTx/>
                <a:latin typeface="Arial" charset="0"/>
                <a:ea typeface="ＭＳ Ｐゴシック" charset="0"/>
              </a:rPr>
              <a:t>()</a:t>
            </a:r>
          </a:p>
        </p:txBody>
      </p:sp>
      <p:sp>
        <p:nvSpPr>
          <p:cNvPr id="540" name="Oval 104">
            <a:extLst>
              <a:ext uri="{FF2B5EF4-FFF2-40B4-BE49-F238E27FC236}">
                <a16:creationId xmlns:a16="http://schemas.microsoft.com/office/drawing/2014/main" id="{E4833BB8-5386-714A-8ECD-2265D1970406}"/>
              </a:ext>
            </a:extLst>
          </p:cNvPr>
          <p:cNvSpPr>
            <a:spLocks noChangeArrowheads="1"/>
          </p:cNvSpPr>
          <p:nvPr/>
        </p:nvSpPr>
        <p:spPr bwMode="auto">
          <a:xfrm>
            <a:off x="2196230" y="1876817"/>
            <a:ext cx="1066800" cy="381000"/>
          </a:xfrm>
          <a:prstGeom prst="ellipse">
            <a:avLst/>
          </a:prstGeom>
          <a:noFill/>
          <a:ln w="9525">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541" name="Oval 105">
            <a:extLst>
              <a:ext uri="{FF2B5EF4-FFF2-40B4-BE49-F238E27FC236}">
                <a16:creationId xmlns:a16="http://schemas.microsoft.com/office/drawing/2014/main" id="{539F2E50-2760-1F46-9F61-0FFBBE40D803}"/>
              </a:ext>
            </a:extLst>
          </p:cNvPr>
          <p:cNvSpPr>
            <a:spLocks noChangeArrowheads="1"/>
          </p:cNvSpPr>
          <p:nvPr/>
        </p:nvSpPr>
        <p:spPr bwMode="auto">
          <a:xfrm>
            <a:off x="2196230" y="3934217"/>
            <a:ext cx="1066800" cy="381000"/>
          </a:xfrm>
          <a:prstGeom prst="ellipse">
            <a:avLst/>
          </a:prstGeom>
          <a:noFill/>
          <a:ln w="9525">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542" name="Oval 106">
            <a:extLst>
              <a:ext uri="{FF2B5EF4-FFF2-40B4-BE49-F238E27FC236}">
                <a16:creationId xmlns:a16="http://schemas.microsoft.com/office/drawing/2014/main" id="{B4D0684B-E9F4-224B-8F03-FAA946680F05}"/>
              </a:ext>
            </a:extLst>
          </p:cNvPr>
          <p:cNvSpPr>
            <a:spLocks noChangeArrowheads="1"/>
          </p:cNvSpPr>
          <p:nvPr/>
        </p:nvSpPr>
        <p:spPr bwMode="auto">
          <a:xfrm>
            <a:off x="2196230" y="6144017"/>
            <a:ext cx="1066800" cy="381000"/>
          </a:xfrm>
          <a:prstGeom prst="ellipse">
            <a:avLst/>
          </a:prstGeom>
          <a:noFill/>
          <a:ln w="9525">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550" name="Text Box 114">
            <a:extLst>
              <a:ext uri="{FF2B5EF4-FFF2-40B4-BE49-F238E27FC236}">
                <a16:creationId xmlns:a16="http://schemas.microsoft.com/office/drawing/2014/main" id="{1BE115B7-BB8D-4842-AC91-954E4DE00C77}"/>
              </a:ext>
            </a:extLst>
          </p:cNvPr>
          <p:cNvSpPr txBox="1">
            <a:spLocks noChangeArrowheads="1"/>
          </p:cNvSpPr>
          <p:nvPr/>
        </p:nvSpPr>
        <p:spPr bwMode="auto">
          <a:xfrm>
            <a:off x="1499672" y="3214405"/>
            <a:ext cx="715260" cy="4062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1" fontAlgn="base" latinLnBrk="0" hangingPunct="1">
              <a:lnSpc>
                <a:spcPct val="85000"/>
              </a:lnSpc>
              <a:spcBef>
                <a:spcPct val="0"/>
              </a:spcBef>
              <a:spcAft>
                <a:spcPct val="0"/>
              </a:spcAft>
              <a:buClrTx/>
              <a:buSzTx/>
              <a:buFontTx/>
              <a:buNone/>
              <a:tabLst/>
              <a:defRPr/>
            </a:pPr>
            <a:r>
              <a:rPr kumimoji="0" lang="en-US" i="0" u="none" strike="noStrike" kern="0" cap="none" spc="0" normalizeH="0" baseline="0" noProof="0" dirty="0">
                <a:ln>
                  <a:noFill/>
                </a:ln>
                <a:solidFill>
                  <a:srgbClr val="0000A8"/>
                </a:solidFill>
                <a:effectLst/>
                <a:uLnTx/>
                <a:uFillTx/>
                <a:latin typeface="Arial" charset="0"/>
                <a:ea typeface="ＭＳ Ｐゴシック" charset="0"/>
              </a:rPr>
              <a:t>D</a:t>
            </a:r>
            <a:r>
              <a:rPr kumimoji="0" lang="en-US" i="0" u="none" strike="noStrike" kern="0" cap="none" spc="0" normalizeH="0" baseline="-25000" noProof="0" dirty="0">
                <a:ln>
                  <a:noFill/>
                </a:ln>
                <a:solidFill>
                  <a:srgbClr val="0000A8"/>
                </a:solidFill>
                <a:effectLst/>
                <a:uLnTx/>
                <a:uFillTx/>
                <a:latin typeface="Arial" charset="0"/>
                <a:ea typeface="ＭＳ Ｐゴシック" charset="0"/>
              </a:rPr>
              <a:t>y</a:t>
            </a:r>
            <a:r>
              <a:rPr kumimoji="0" lang="en-US" i="0" u="none" strike="noStrike" kern="0" cap="none" spc="0" normalizeH="0" baseline="0" noProof="0" dirty="0">
                <a:ln>
                  <a:noFill/>
                </a:ln>
                <a:solidFill>
                  <a:srgbClr val="0000A8"/>
                </a:solidFill>
                <a:effectLst/>
                <a:uLnTx/>
                <a:uFillTx/>
                <a:latin typeface="Arial" charset="0"/>
                <a:ea typeface="ＭＳ Ｐゴシック" charset="0"/>
              </a:rPr>
              <a:t>()</a:t>
            </a:r>
          </a:p>
        </p:txBody>
      </p:sp>
      <p:sp>
        <p:nvSpPr>
          <p:cNvPr id="551" name="Text Box 115">
            <a:extLst>
              <a:ext uri="{FF2B5EF4-FFF2-40B4-BE49-F238E27FC236}">
                <a16:creationId xmlns:a16="http://schemas.microsoft.com/office/drawing/2014/main" id="{E33B6EC8-BC95-5A49-B2A3-D690FAD1486D}"/>
              </a:ext>
            </a:extLst>
          </p:cNvPr>
          <p:cNvSpPr txBox="1">
            <a:spLocks noChangeArrowheads="1"/>
          </p:cNvSpPr>
          <p:nvPr/>
        </p:nvSpPr>
        <p:spPr bwMode="auto">
          <a:xfrm>
            <a:off x="1480970" y="5037203"/>
            <a:ext cx="715260" cy="4062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eaLnBrk="1" fontAlgn="base" latinLnBrk="0" hangingPunct="1">
              <a:lnSpc>
                <a:spcPct val="85000"/>
              </a:lnSpc>
              <a:spcBef>
                <a:spcPct val="0"/>
              </a:spcBef>
              <a:spcAft>
                <a:spcPct val="0"/>
              </a:spcAft>
              <a:buClrTx/>
              <a:buSzTx/>
              <a:buFontTx/>
              <a:buNone/>
              <a:tabLst/>
              <a:defRPr/>
            </a:pPr>
            <a:r>
              <a:rPr kumimoji="0" lang="en-US" i="0" u="none" strike="noStrike" kern="0" cap="none" spc="0" normalizeH="0" baseline="0" noProof="0" dirty="0">
                <a:ln>
                  <a:noFill/>
                </a:ln>
                <a:solidFill>
                  <a:srgbClr val="0000A8"/>
                </a:solidFill>
                <a:effectLst/>
                <a:uLnTx/>
                <a:uFillTx/>
                <a:latin typeface="Arial" charset="0"/>
                <a:ea typeface="ＭＳ Ｐゴシック" charset="0"/>
              </a:rPr>
              <a:t>D</a:t>
            </a:r>
            <a:r>
              <a:rPr kumimoji="0" lang="en-US" i="0" u="none" strike="noStrike" kern="0" cap="none" spc="0" normalizeH="0" baseline="-25000" noProof="0" dirty="0">
                <a:ln>
                  <a:noFill/>
                </a:ln>
                <a:solidFill>
                  <a:srgbClr val="0000A8"/>
                </a:solidFill>
                <a:effectLst/>
                <a:uLnTx/>
                <a:uFillTx/>
                <a:latin typeface="Arial" charset="0"/>
                <a:ea typeface="ＭＳ Ｐゴシック" charset="0"/>
              </a:rPr>
              <a:t>z</a:t>
            </a:r>
            <a:r>
              <a:rPr kumimoji="0" lang="en-US" i="0" u="none" strike="noStrike" kern="0" cap="none" spc="0" normalizeH="0" baseline="0" noProof="0" dirty="0">
                <a:ln>
                  <a:noFill/>
                </a:ln>
                <a:solidFill>
                  <a:srgbClr val="0000A8"/>
                </a:solidFill>
                <a:effectLst/>
                <a:uLnTx/>
                <a:uFillTx/>
                <a:latin typeface="Arial" charset="0"/>
                <a:ea typeface="ＭＳ Ｐゴシック" charset="0"/>
              </a:rPr>
              <a:t>()</a:t>
            </a:r>
          </a:p>
        </p:txBody>
      </p:sp>
      <p:sp>
        <p:nvSpPr>
          <p:cNvPr id="553" name="Text Box 118">
            <a:extLst>
              <a:ext uri="{FF2B5EF4-FFF2-40B4-BE49-F238E27FC236}">
                <a16:creationId xmlns:a16="http://schemas.microsoft.com/office/drawing/2014/main" id="{7BC9CC29-3CAF-8840-B41C-0E5451EC2567}"/>
              </a:ext>
            </a:extLst>
          </p:cNvPr>
          <p:cNvSpPr txBox="1">
            <a:spLocks noChangeArrowheads="1"/>
          </p:cNvSpPr>
          <p:nvPr/>
        </p:nvSpPr>
        <p:spPr bwMode="auto">
          <a:xfrm rot="-5400000">
            <a:off x="1538212" y="2268136"/>
            <a:ext cx="538162"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1" u="none" strike="noStrike" kern="0" cap="none" spc="0" normalizeH="0" baseline="0" noProof="0" dirty="0">
                <a:ln>
                  <a:noFill/>
                </a:ln>
                <a:solidFill>
                  <a:srgbClr val="000000"/>
                </a:solidFill>
                <a:effectLst/>
                <a:uLnTx/>
                <a:uFillTx/>
                <a:latin typeface="Arial" charset="0"/>
                <a:ea typeface="ＭＳ Ｐゴシック" charset="0"/>
              </a:rPr>
              <a:t>from</a:t>
            </a:r>
          </a:p>
        </p:txBody>
      </p:sp>
      <p:grpSp>
        <p:nvGrpSpPr>
          <p:cNvPr id="115" name="Group 114">
            <a:extLst>
              <a:ext uri="{FF2B5EF4-FFF2-40B4-BE49-F238E27FC236}">
                <a16:creationId xmlns:a16="http://schemas.microsoft.com/office/drawing/2014/main" id="{ABA1FD83-DFE8-5347-B9CE-6C968DD0DF5C}"/>
              </a:ext>
            </a:extLst>
          </p:cNvPr>
          <p:cNvGrpSpPr/>
          <p:nvPr/>
        </p:nvGrpSpPr>
        <p:grpSpPr>
          <a:xfrm>
            <a:off x="3737691" y="1343416"/>
            <a:ext cx="3792537" cy="5105400"/>
            <a:chOff x="2760663" y="1143000"/>
            <a:chExt cx="3792537" cy="5105400"/>
          </a:xfrm>
        </p:grpSpPr>
        <p:sp>
          <p:nvSpPr>
            <p:cNvPr id="116" name="Line 20">
              <a:extLst>
                <a:ext uri="{FF2B5EF4-FFF2-40B4-BE49-F238E27FC236}">
                  <a16:creationId xmlns:a16="http://schemas.microsoft.com/office/drawing/2014/main" id="{4144DB2B-5DFB-074B-B3F3-150454E0C9CF}"/>
                </a:ext>
              </a:extLst>
            </p:cNvPr>
            <p:cNvSpPr>
              <a:spLocks noChangeShapeType="1"/>
            </p:cNvSpPr>
            <p:nvPr/>
          </p:nvSpPr>
          <p:spPr bwMode="auto">
            <a:xfrm>
              <a:off x="5486400" y="1524000"/>
              <a:ext cx="0" cy="121920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dirty="0"/>
            </a:p>
          </p:txBody>
        </p:sp>
        <p:sp>
          <p:nvSpPr>
            <p:cNvPr id="117" name="Line 21">
              <a:extLst>
                <a:ext uri="{FF2B5EF4-FFF2-40B4-BE49-F238E27FC236}">
                  <a16:creationId xmlns:a16="http://schemas.microsoft.com/office/drawing/2014/main" id="{7E1B00D8-0C9F-8C49-AE51-1B80C71A1138}"/>
                </a:ext>
              </a:extLst>
            </p:cNvPr>
            <p:cNvSpPr>
              <a:spLocks noChangeShapeType="1"/>
            </p:cNvSpPr>
            <p:nvPr/>
          </p:nvSpPr>
          <p:spPr bwMode="auto">
            <a:xfrm>
              <a:off x="5181600" y="1752600"/>
              <a:ext cx="1371600" cy="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dirty="0"/>
            </a:p>
          </p:txBody>
        </p:sp>
        <p:sp>
          <p:nvSpPr>
            <p:cNvPr id="118" name="Text Box 22">
              <a:extLst>
                <a:ext uri="{FF2B5EF4-FFF2-40B4-BE49-F238E27FC236}">
                  <a16:creationId xmlns:a16="http://schemas.microsoft.com/office/drawing/2014/main" id="{C9FE0AC9-76B8-E844-AEAD-8B55DE4B5E55}"/>
                </a:ext>
              </a:extLst>
            </p:cNvPr>
            <p:cNvSpPr txBox="1">
              <a:spLocks noChangeArrowheads="1"/>
            </p:cNvSpPr>
            <p:nvPr/>
          </p:nvSpPr>
          <p:spPr bwMode="auto">
            <a:xfrm>
              <a:off x="5486400" y="1366838"/>
              <a:ext cx="9080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dirty="0"/>
                <a:t>x   y   z</a:t>
              </a:r>
            </a:p>
          </p:txBody>
        </p:sp>
        <p:sp>
          <p:nvSpPr>
            <p:cNvPr id="119" name="Text Box 23">
              <a:extLst>
                <a:ext uri="{FF2B5EF4-FFF2-40B4-BE49-F238E27FC236}">
                  <a16:creationId xmlns:a16="http://schemas.microsoft.com/office/drawing/2014/main" id="{08D2EAF9-30A9-DB4D-BE82-84EE045D09F3}"/>
                </a:ext>
              </a:extLst>
            </p:cNvPr>
            <p:cNvSpPr txBox="1">
              <a:spLocks noChangeArrowheads="1"/>
            </p:cNvSpPr>
            <p:nvPr/>
          </p:nvSpPr>
          <p:spPr bwMode="auto">
            <a:xfrm>
              <a:off x="5181600" y="1747838"/>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dirty="0"/>
                <a:t>x</a:t>
              </a:r>
            </a:p>
          </p:txBody>
        </p:sp>
        <p:sp>
          <p:nvSpPr>
            <p:cNvPr id="120" name="Text Box 24">
              <a:extLst>
                <a:ext uri="{FF2B5EF4-FFF2-40B4-BE49-F238E27FC236}">
                  <a16:creationId xmlns:a16="http://schemas.microsoft.com/office/drawing/2014/main" id="{64F8E11E-A22A-FD49-8A59-46F2A477ED7B}"/>
                </a:ext>
              </a:extLst>
            </p:cNvPr>
            <p:cNvSpPr txBox="1">
              <a:spLocks noChangeArrowheads="1"/>
            </p:cNvSpPr>
            <p:nvPr/>
          </p:nvSpPr>
          <p:spPr bwMode="auto">
            <a:xfrm>
              <a:off x="5181600" y="2052638"/>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dirty="0"/>
                <a:t>y</a:t>
              </a:r>
            </a:p>
          </p:txBody>
        </p:sp>
        <p:sp>
          <p:nvSpPr>
            <p:cNvPr id="121" name="Text Box 25">
              <a:extLst>
                <a:ext uri="{FF2B5EF4-FFF2-40B4-BE49-F238E27FC236}">
                  <a16:creationId xmlns:a16="http://schemas.microsoft.com/office/drawing/2014/main" id="{78EC6E18-F467-454C-9F75-2E68E50DF1DD}"/>
                </a:ext>
              </a:extLst>
            </p:cNvPr>
            <p:cNvSpPr txBox="1">
              <a:spLocks noChangeArrowheads="1"/>
            </p:cNvSpPr>
            <p:nvPr/>
          </p:nvSpPr>
          <p:spPr bwMode="auto">
            <a:xfrm>
              <a:off x="5181600" y="2357438"/>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dirty="0"/>
                <a:t>z</a:t>
              </a:r>
            </a:p>
          </p:txBody>
        </p:sp>
        <p:sp>
          <p:nvSpPr>
            <p:cNvPr id="122" name="Text Box 26">
              <a:extLst>
                <a:ext uri="{FF2B5EF4-FFF2-40B4-BE49-F238E27FC236}">
                  <a16:creationId xmlns:a16="http://schemas.microsoft.com/office/drawing/2014/main" id="{91B2EA85-2427-634E-8646-38ADAE3AED50}"/>
                </a:ext>
              </a:extLst>
            </p:cNvPr>
            <p:cNvSpPr txBox="1">
              <a:spLocks noChangeArrowheads="1"/>
            </p:cNvSpPr>
            <p:nvPr/>
          </p:nvSpPr>
          <p:spPr bwMode="auto">
            <a:xfrm>
              <a:off x="5486400" y="1747838"/>
              <a:ext cx="8826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dirty="0"/>
                <a:t>0  2   3</a:t>
              </a:r>
            </a:p>
          </p:txBody>
        </p:sp>
        <p:sp>
          <p:nvSpPr>
            <p:cNvPr id="123" name="Text Box 27">
              <a:extLst>
                <a:ext uri="{FF2B5EF4-FFF2-40B4-BE49-F238E27FC236}">
                  <a16:creationId xmlns:a16="http://schemas.microsoft.com/office/drawing/2014/main" id="{C16C8AF6-4A75-B84C-9396-22A308E84CDA}"/>
                </a:ext>
              </a:extLst>
            </p:cNvPr>
            <p:cNvSpPr txBox="1">
              <a:spLocks noChangeArrowheads="1"/>
            </p:cNvSpPr>
            <p:nvPr/>
          </p:nvSpPr>
          <p:spPr bwMode="auto">
            <a:xfrm rot="-5400000">
              <a:off x="4820443" y="2167732"/>
              <a:ext cx="538163"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400" i="1" dirty="0"/>
                <a:t>from</a:t>
              </a:r>
            </a:p>
          </p:txBody>
        </p:sp>
        <p:sp>
          <p:nvSpPr>
            <p:cNvPr id="124" name="Text Box 28">
              <a:extLst>
                <a:ext uri="{FF2B5EF4-FFF2-40B4-BE49-F238E27FC236}">
                  <a16:creationId xmlns:a16="http://schemas.microsoft.com/office/drawing/2014/main" id="{F630FEE9-7CE4-964F-AD1C-14B362CBE58B}"/>
                </a:ext>
              </a:extLst>
            </p:cNvPr>
            <p:cNvSpPr txBox="1">
              <a:spLocks noChangeArrowheads="1"/>
            </p:cNvSpPr>
            <p:nvPr/>
          </p:nvSpPr>
          <p:spPr bwMode="auto">
            <a:xfrm>
              <a:off x="5608638" y="1223963"/>
              <a:ext cx="706437"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400" i="1" dirty="0"/>
                <a:t>cost to</a:t>
              </a:r>
            </a:p>
          </p:txBody>
        </p:sp>
        <p:sp>
          <p:nvSpPr>
            <p:cNvPr id="125" name="Line 50">
              <a:extLst>
                <a:ext uri="{FF2B5EF4-FFF2-40B4-BE49-F238E27FC236}">
                  <a16:creationId xmlns:a16="http://schemas.microsoft.com/office/drawing/2014/main" id="{1DE66E0F-A7EC-2C43-B5D0-23D486D6F9BA}"/>
                </a:ext>
              </a:extLst>
            </p:cNvPr>
            <p:cNvSpPr>
              <a:spLocks noChangeShapeType="1"/>
            </p:cNvSpPr>
            <p:nvPr/>
          </p:nvSpPr>
          <p:spPr bwMode="auto">
            <a:xfrm>
              <a:off x="3276600" y="3200400"/>
              <a:ext cx="0" cy="121920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dirty="0"/>
            </a:p>
          </p:txBody>
        </p:sp>
        <p:sp>
          <p:nvSpPr>
            <p:cNvPr id="126" name="Line 51">
              <a:extLst>
                <a:ext uri="{FF2B5EF4-FFF2-40B4-BE49-F238E27FC236}">
                  <a16:creationId xmlns:a16="http://schemas.microsoft.com/office/drawing/2014/main" id="{6C841A72-C5FE-5949-919A-B4C133D083A8}"/>
                </a:ext>
              </a:extLst>
            </p:cNvPr>
            <p:cNvSpPr>
              <a:spLocks noChangeShapeType="1"/>
            </p:cNvSpPr>
            <p:nvPr/>
          </p:nvSpPr>
          <p:spPr bwMode="auto">
            <a:xfrm>
              <a:off x="2971800" y="3429000"/>
              <a:ext cx="1371600" cy="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dirty="0"/>
            </a:p>
          </p:txBody>
        </p:sp>
        <p:sp>
          <p:nvSpPr>
            <p:cNvPr id="127" name="Text Box 52">
              <a:extLst>
                <a:ext uri="{FF2B5EF4-FFF2-40B4-BE49-F238E27FC236}">
                  <a16:creationId xmlns:a16="http://schemas.microsoft.com/office/drawing/2014/main" id="{E1492B2F-25A1-6F4E-B5C0-098424DFCED0}"/>
                </a:ext>
              </a:extLst>
            </p:cNvPr>
            <p:cNvSpPr txBox="1">
              <a:spLocks noChangeArrowheads="1"/>
            </p:cNvSpPr>
            <p:nvPr/>
          </p:nvSpPr>
          <p:spPr bwMode="auto">
            <a:xfrm>
              <a:off x="3276600" y="3043238"/>
              <a:ext cx="9080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dirty="0"/>
                <a:t>x   y   z</a:t>
              </a:r>
            </a:p>
          </p:txBody>
        </p:sp>
        <p:sp>
          <p:nvSpPr>
            <p:cNvPr id="128" name="Text Box 53">
              <a:extLst>
                <a:ext uri="{FF2B5EF4-FFF2-40B4-BE49-F238E27FC236}">
                  <a16:creationId xmlns:a16="http://schemas.microsoft.com/office/drawing/2014/main" id="{9263A0CF-0F83-FD4A-B283-7EAEEA3F93D5}"/>
                </a:ext>
              </a:extLst>
            </p:cNvPr>
            <p:cNvSpPr txBox="1">
              <a:spLocks noChangeArrowheads="1"/>
            </p:cNvSpPr>
            <p:nvPr/>
          </p:nvSpPr>
          <p:spPr bwMode="auto">
            <a:xfrm>
              <a:off x="2971800" y="3424238"/>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dirty="0"/>
                <a:t>x</a:t>
              </a:r>
            </a:p>
          </p:txBody>
        </p:sp>
        <p:sp>
          <p:nvSpPr>
            <p:cNvPr id="129" name="Text Box 54">
              <a:extLst>
                <a:ext uri="{FF2B5EF4-FFF2-40B4-BE49-F238E27FC236}">
                  <a16:creationId xmlns:a16="http://schemas.microsoft.com/office/drawing/2014/main" id="{E1300D24-831D-C340-A7E6-E9595063FCAC}"/>
                </a:ext>
              </a:extLst>
            </p:cNvPr>
            <p:cNvSpPr txBox="1">
              <a:spLocks noChangeArrowheads="1"/>
            </p:cNvSpPr>
            <p:nvPr/>
          </p:nvSpPr>
          <p:spPr bwMode="auto">
            <a:xfrm>
              <a:off x="2971800" y="3729038"/>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dirty="0"/>
                <a:t>y</a:t>
              </a:r>
            </a:p>
          </p:txBody>
        </p:sp>
        <p:sp>
          <p:nvSpPr>
            <p:cNvPr id="130" name="Text Box 55">
              <a:extLst>
                <a:ext uri="{FF2B5EF4-FFF2-40B4-BE49-F238E27FC236}">
                  <a16:creationId xmlns:a16="http://schemas.microsoft.com/office/drawing/2014/main" id="{F5E54AC6-0FCF-3C4D-AE73-40696DC85A71}"/>
                </a:ext>
              </a:extLst>
            </p:cNvPr>
            <p:cNvSpPr txBox="1">
              <a:spLocks noChangeArrowheads="1"/>
            </p:cNvSpPr>
            <p:nvPr/>
          </p:nvSpPr>
          <p:spPr bwMode="auto">
            <a:xfrm>
              <a:off x="2971800" y="4033838"/>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dirty="0"/>
                <a:t>z</a:t>
              </a:r>
            </a:p>
          </p:txBody>
        </p:sp>
        <p:sp>
          <p:nvSpPr>
            <p:cNvPr id="131" name="Text Box 56">
              <a:extLst>
                <a:ext uri="{FF2B5EF4-FFF2-40B4-BE49-F238E27FC236}">
                  <a16:creationId xmlns:a16="http://schemas.microsoft.com/office/drawing/2014/main" id="{F75153EE-3482-8542-A4C4-AC8C2FC2488A}"/>
                </a:ext>
              </a:extLst>
            </p:cNvPr>
            <p:cNvSpPr txBox="1">
              <a:spLocks noChangeArrowheads="1"/>
            </p:cNvSpPr>
            <p:nvPr/>
          </p:nvSpPr>
          <p:spPr bwMode="auto">
            <a:xfrm>
              <a:off x="3276600" y="3424238"/>
              <a:ext cx="8826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dirty="0"/>
                <a:t>0  2   7</a:t>
              </a:r>
            </a:p>
          </p:txBody>
        </p:sp>
        <p:sp>
          <p:nvSpPr>
            <p:cNvPr id="132" name="Text Box 57">
              <a:extLst>
                <a:ext uri="{FF2B5EF4-FFF2-40B4-BE49-F238E27FC236}">
                  <a16:creationId xmlns:a16="http://schemas.microsoft.com/office/drawing/2014/main" id="{2FDABCC8-77E5-B94A-B85A-F00ADCFC6135}"/>
                </a:ext>
              </a:extLst>
            </p:cNvPr>
            <p:cNvSpPr txBox="1">
              <a:spLocks noChangeArrowheads="1"/>
            </p:cNvSpPr>
            <p:nvPr/>
          </p:nvSpPr>
          <p:spPr bwMode="auto">
            <a:xfrm rot="-5400000">
              <a:off x="2643981" y="3821907"/>
              <a:ext cx="538163"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400" i="1" dirty="0"/>
                <a:t>from</a:t>
              </a:r>
            </a:p>
          </p:txBody>
        </p:sp>
        <p:sp>
          <p:nvSpPr>
            <p:cNvPr id="133" name="Text Box 58">
              <a:extLst>
                <a:ext uri="{FF2B5EF4-FFF2-40B4-BE49-F238E27FC236}">
                  <a16:creationId xmlns:a16="http://schemas.microsoft.com/office/drawing/2014/main" id="{2F22E984-7BD2-7049-9779-3B2DF0655D91}"/>
                </a:ext>
              </a:extLst>
            </p:cNvPr>
            <p:cNvSpPr txBox="1">
              <a:spLocks noChangeArrowheads="1"/>
            </p:cNvSpPr>
            <p:nvPr/>
          </p:nvSpPr>
          <p:spPr bwMode="auto">
            <a:xfrm>
              <a:off x="3421063" y="2900363"/>
              <a:ext cx="706437"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400" i="1" dirty="0"/>
                <a:t>cost to</a:t>
              </a:r>
            </a:p>
          </p:txBody>
        </p:sp>
        <p:sp>
          <p:nvSpPr>
            <p:cNvPr id="134" name="Line 59">
              <a:extLst>
                <a:ext uri="{FF2B5EF4-FFF2-40B4-BE49-F238E27FC236}">
                  <a16:creationId xmlns:a16="http://schemas.microsoft.com/office/drawing/2014/main" id="{4DA56E92-6298-ED4D-889D-BD6B87900B71}"/>
                </a:ext>
              </a:extLst>
            </p:cNvPr>
            <p:cNvSpPr>
              <a:spLocks noChangeShapeType="1"/>
            </p:cNvSpPr>
            <p:nvPr/>
          </p:nvSpPr>
          <p:spPr bwMode="auto">
            <a:xfrm>
              <a:off x="5486400" y="3276600"/>
              <a:ext cx="0" cy="121920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dirty="0"/>
            </a:p>
          </p:txBody>
        </p:sp>
        <p:sp>
          <p:nvSpPr>
            <p:cNvPr id="135" name="Line 60">
              <a:extLst>
                <a:ext uri="{FF2B5EF4-FFF2-40B4-BE49-F238E27FC236}">
                  <a16:creationId xmlns:a16="http://schemas.microsoft.com/office/drawing/2014/main" id="{38288DE2-8F1A-C943-9577-C5AB8F681328}"/>
                </a:ext>
              </a:extLst>
            </p:cNvPr>
            <p:cNvSpPr>
              <a:spLocks noChangeShapeType="1"/>
            </p:cNvSpPr>
            <p:nvPr/>
          </p:nvSpPr>
          <p:spPr bwMode="auto">
            <a:xfrm>
              <a:off x="5181600" y="3505200"/>
              <a:ext cx="1371600" cy="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dirty="0"/>
            </a:p>
          </p:txBody>
        </p:sp>
        <p:sp>
          <p:nvSpPr>
            <p:cNvPr id="136" name="Text Box 61">
              <a:extLst>
                <a:ext uri="{FF2B5EF4-FFF2-40B4-BE49-F238E27FC236}">
                  <a16:creationId xmlns:a16="http://schemas.microsoft.com/office/drawing/2014/main" id="{30D567A8-C9F8-4A4B-8BCE-538C3C795E1C}"/>
                </a:ext>
              </a:extLst>
            </p:cNvPr>
            <p:cNvSpPr txBox="1">
              <a:spLocks noChangeArrowheads="1"/>
            </p:cNvSpPr>
            <p:nvPr/>
          </p:nvSpPr>
          <p:spPr bwMode="auto">
            <a:xfrm>
              <a:off x="5486400" y="3119438"/>
              <a:ext cx="9080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dirty="0"/>
                <a:t>x   y   z</a:t>
              </a:r>
            </a:p>
          </p:txBody>
        </p:sp>
        <p:sp>
          <p:nvSpPr>
            <p:cNvPr id="137" name="Text Box 62">
              <a:extLst>
                <a:ext uri="{FF2B5EF4-FFF2-40B4-BE49-F238E27FC236}">
                  <a16:creationId xmlns:a16="http://schemas.microsoft.com/office/drawing/2014/main" id="{AB04B685-1C21-974D-9179-86AEFB57F681}"/>
                </a:ext>
              </a:extLst>
            </p:cNvPr>
            <p:cNvSpPr txBox="1">
              <a:spLocks noChangeArrowheads="1"/>
            </p:cNvSpPr>
            <p:nvPr/>
          </p:nvSpPr>
          <p:spPr bwMode="auto">
            <a:xfrm>
              <a:off x="5181600" y="3500438"/>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dirty="0"/>
                <a:t>x</a:t>
              </a:r>
            </a:p>
          </p:txBody>
        </p:sp>
        <p:sp>
          <p:nvSpPr>
            <p:cNvPr id="138" name="Text Box 63">
              <a:extLst>
                <a:ext uri="{FF2B5EF4-FFF2-40B4-BE49-F238E27FC236}">
                  <a16:creationId xmlns:a16="http://schemas.microsoft.com/office/drawing/2014/main" id="{B03D6419-FD0C-BE45-8623-BA90BF23D807}"/>
                </a:ext>
              </a:extLst>
            </p:cNvPr>
            <p:cNvSpPr txBox="1">
              <a:spLocks noChangeArrowheads="1"/>
            </p:cNvSpPr>
            <p:nvPr/>
          </p:nvSpPr>
          <p:spPr bwMode="auto">
            <a:xfrm>
              <a:off x="5181600" y="3805238"/>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dirty="0"/>
                <a:t>y</a:t>
              </a:r>
            </a:p>
          </p:txBody>
        </p:sp>
        <p:sp>
          <p:nvSpPr>
            <p:cNvPr id="139" name="Text Box 64">
              <a:extLst>
                <a:ext uri="{FF2B5EF4-FFF2-40B4-BE49-F238E27FC236}">
                  <a16:creationId xmlns:a16="http://schemas.microsoft.com/office/drawing/2014/main" id="{CE3783B5-28D8-584A-AE17-E49FD4EFC4CB}"/>
                </a:ext>
              </a:extLst>
            </p:cNvPr>
            <p:cNvSpPr txBox="1">
              <a:spLocks noChangeArrowheads="1"/>
            </p:cNvSpPr>
            <p:nvPr/>
          </p:nvSpPr>
          <p:spPr bwMode="auto">
            <a:xfrm>
              <a:off x="5181600" y="4110038"/>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dirty="0"/>
                <a:t>z</a:t>
              </a:r>
            </a:p>
          </p:txBody>
        </p:sp>
        <p:sp>
          <p:nvSpPr>
            <p:cNvPr id="140" name="Text Box 65">
              <a:extLst>
                <a:ext uri="{FF2B5EF4-FFF2-40B4-BE49-F238E27FC236}">
                  <a16:creationId xmlns:a16="http://schemas.microsoft.com/office/drawing/2014/main" id="{7E8F8993-5FF5-6B4D-861C-71F030EFC83A}"/>
                </a:ext>
              </a:extLst>
            </p:cNvPr>
            <p:cNvSpPr txBox="1">
              <a:spLocks noChangeArrowheads="1"/>
            </p:cNvSpPr>
            <p:nvPr/>
          </p:nvSpPr>
          <p:spPr bwMode="auto">
            <a:xfrm>
              <a:off x="5486400" y="3500438"/>
              <a:ext cx="8826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dirty="0"/>
                <a:t>0  2   3</a:t>
              </a:r>
            </a:p>
          </p:txBody>
        </p:sp>
        <p:sp>
          <p:nvSpPr>
            <p:cNvPr id="141" name="Text Box 66">
              <a:extLst>
                <a:ext uri="{FF2B5EF4-FFF2-40B4-BE49-F238E27FC236}">
                  <a16:creationId xmlns:a16="http://schemas.microsoft.com/office/drawing/2014/main" id="{DA39478D-98E3-2F49-9A5B-27D196B79CDA}"/>
                </a:ext>
              </a:extLst>
            </p:cNvPr>
            <p:cNvSpPr txBox="1">
              <a:spLocks noChangeArrowheads="1"/>
            </p:cNvSpPr>
            <p:nvPr/>
          </p:nvSpPr>
          <p:spPr bwMode="auto">
            <a:xfrm rot="-5400000">
              <a:off x="4820443" y="3898107"/>
              <a:ext cx="538163"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400" i="1" dirty="0"/>
                <a:t>from</a:t>
              </a:r>
            </a:p>
          </p:txBody>
        </p:sp>
        <p:sp>
          <p:nvSpPr>
            <p:cNvPr id="142" name="Text Box 67">
              <a:extLst>
                <a:ext uri="{FF2B5EF4-FFF2-40B4-BE49-F238E27FC236}">
                  <a16:creationId xmlns:a16="http://schemas.microsoft.com/office/drawing/2014/main" id="{5708604F-50A0-EE47-9C31-BD29C52EBE14}"/>
                </a:ext>
              </a:extLst>
            </p:cNvPr>
            <p:cNvSpPr txBox="1">
              <a:spLocks noChangeArrowheads="1"/>
            </p:cNvSpPr>
            <p:nvPr/>
          </p:nvSpPr>
          <p:spPr bwMode="auto">
            <a:xfrm>
              <a:off x="5597525" y="2965450"/>
              <a:ext cx="706438"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400" i="1" dirty="0"/>
                <a:t>cost to</a:t>
              </a:r>
            </a:p>
          </p:txBody>
        </p:sp>
        <p:sp>
          <p:nvSpPr>
            <p:cNvPr id="143" name="Line 68">
              <a:extLst>
                <a:ext uri="{FF2B5EF4-FFF2-40B4-BE49-F238E27FC236}">
                  <a16:creationId xmlns:a16="http://schemas.microsoft.com/office/drawing/2014/main" id="{EADB6CD3-30DA-524F-AF65-29306DF2356D}"/>
                </a:ext>
              </a:extLst>
            </p:cNvPr>
            <p:cNvSpPr>
              <a:spLocks noChangeShapeType="1"/>
            </p:cNvSpPr>
            <p:nvPr/>
          </p:nvSpPr>
          <p:spPr bwMode="auto">
            <a:xfrm>
              <a:off x="5410200" y="4953000"/>
              <a:ext cx="0" cy="121920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dirty="0"/>
            </a:p>
          </p:txBody>
        </p:sp>
        <p:sp>
          <p:nvSpPr>
            <p:cNvPr id="144" name="Line 69">
              <a:extLst>
                <a:ext uri="{FF2B5EF4-FFF2-40B4-BE49-F238E27FC236}">
                  <a16:creationId xmlns:a16="http://schemas.microsoft.com/office/drawing/2014/main" id="{D8838154-BF72-B443-877A-456567965A4F}"/>
                </a:ext>
              </a:extLst>
            </p:cNvPr>
            <p:cNvSpPr>
              <a:spLocks noChangeShapeType="1"/>
            </p:cNvSpPr>
            <p:nvPr/>
          </p:nvSpPr>
          <p:spPr bwMode="auto">
            <a:xfrm>
              <a:off x="5105400" y="5181600"/>
              <a:ext cx="1371600" cy="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dirty="0"/>
            </a:p>
          </p:txBody>
        </p:sp>
        <p:sp>
          <p:nvSpPr>
            <p:cNvPr id="145" name="Text Box 70">
              <a:extLst>
                <a:ext uri="{FF2B5EF4-FFF2-40B4-BE49-F238E27FC236}">
                  <a16:creationId xmlns:a16="http://schemas.microsoft.com/office/drawing/2014/main" id="{EE34189A-380F-7642-B18C-2F6994F2184E}"/>
                </a:ext>
              </a:extLst>
            </p:cNvPr>
            <p:cNvSpPr txBox="1">
              <a:spLocks noChangeArrowheads="1"/>
            </p:cNvSpPr>
            <p:nvPr/>
          </p:nvSpPr>
          <p:spPr bwMode="auto">
            <a:xfrm>
              <a:off x="5410200" y="4795838"/>
              <a:ext cx="9080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dirty="0"/>
                <a:t>x   y   z</a:t>
              </a:r>
            </a:p>
          </p:txBody>
        </p:sp>
        <p:sp>
          <p:nvSpPr>
            <p:cNvPr id="146" name="Text Box 71">
              <a:extLst>
                <a:ext uri="{FF2B5EF4-FFF2-40B4-BE49-F238E27FC236}">
                  <a16:creationId xmlns:a16="http://schemas.microsoft.com/office/drawing/2014/main" id="{72F88910-6649-864E-AAEC-C377BFCD6E19}"/>
                </a:ext>
              </a:extLst>
            </p:cNvPr>
            <p:cNvSpPr txBox="1">
              <a:spLocks noChangeArrowheads="1"/>
            </p:cNvSpPr>
            <p:nvPr/>
          </p:nvSpPr>
          <p:spPr bwMode="auto">
            <a:xfrm>
              <a:off x="5105400" y="5176838"/>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dirty="0"/>
                <a:t>x</a:t>
              </a:r>
            </a:p>
          </p:txBody>
        </p:sp>
        <p:sp>
          <p:nvSpPr>
            <p:cNvPr id="147" name="Text Box 72">
              <a:extLst>
                <a:ext uri="{FF2B5EF4-FFF2-40B4-BE49-F238E27FC236}">
                  <a16:creationId xmlns:a16="http://schemas.microsoft.com/office/drawing/2014/main" id="{4BB635F1-A540-AB4F-83C9-376DD752A197}"/>
                </a:ext>
              </a:extLst>
            </p:cNvPr>
            <p:cNvSpPr txBox="1">
              <a:spLocks noChangeArrowheads="1"/>
            </p:cNvSpPr>
            <p:nvPr/>
          </p:nvSpPr>
          <p:spPr bwMode="auto">
            <a:xfrm>
              <a:off x="5105400" y="5481638"/>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dirty="0"/>
                <a:t>y</a:t>
              </a:r>
            </a:p>
          </p:txBody>
        </p:sp>
        <p:sp>
          <p:nvSpPr>
            <p:cNvPr id="148" name="Text Box 73">
              <a:extLst>
                <a:ext uri="{FF2B5EF4-FFF2-40B4-BE49-F238E27FC236}">
                  <a16:creationId xmlns:a16="http://schemas.microsoft.com/office/drawing/2014/main" id="{F568A4AD-2019-D542-97D8-C2AFECA68B8B}"/>
                </a:ext>
              </a:extLst>
            </p:cNvPr>
            <p:cNvSpPr txBox="1">
              <a:spLocks noChangeArrowheads="1"/>
            </p:cNvSpPr>
            <p:nvPr/>
          </p:nvSpPr>
          <p:spPr bwMode="auto">
            <a:xfrm>
              <a:off x="5105400" y="5786438"/>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dirty="0"/>
                <a:t>z</a:t>
              </a:r>
            </a:p>
          </p:txBody>
        </p:sp>
        <p:sp>
          <p:nvSpPr>
            <p:cNvPr id="149" name="Text Box 74">
              <a:extLst>
                <a:ext uri="{FF2B5EF4-FFF2-40B4-BE49-F238E27FC236}">
                  <a16:creationId xmlns:a16="http://schemas.microsoft.com/office/drawing/2014/main" id="{88E09B4A-0DA1-F04F-AAFE-01DC62D233FB}"/>
                </a:ext>
              </a:extLst>
            </p:cNvPr>
            <p:cNvSpPr txBox="1">
              <a:spLocks noChangeArrowheads="1"/>
            </p:cNvSpPr>
            <p:nvPr/>
          </p:nvSpPr>
          <p:spPr bwMode="auto">
            <a:xfrm>
              <a:off x="5410200" y="5176838"/>
              <a:ext cx="8826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dirty="0"/>
                <a:t>0  2   3</a:t>
              </a:r>
            </a:p>
          </p:txBody>
        </p:sp>
        <p:sp>
          <p:nvSpPr>
            <p:cNvPr id="150" name="Text Box 75">
              <a:extLst>
                <a:ext uri="{FF2B5EF4-FFF2-40B4-BE49-F238E27FC236}">
                  <a16:creationId xmlns:a16="http://schemas.microsoft.com/office/drawing/2014/main" id="{6CC4F39D-0234-674C-BA5C-63BA885E20D8}"/>
                </a:ext>
              </a:extLst>
            </p:cNvPr>
            <p:cNvSpPr txBox="1">
              <a:spLocks noChangeArrowheads="1"/>
            </p:cNvSpPr>
            <p:nvPr/>
          </p:nvSpPr>
          <p:spPr bwMode="auto">
            <a:xfrm rot="-5400000">
              <a:off x="4755357" y="5563394"/>
              <a:ext cx="538162"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400" i="1" dirty="0"/>
                <a:t>from</a:t>
              </a:r>
            </a:p>
          </p:txBody>
        </p:sp>
        <p:sp>
          <p:nvSpPr>
            <p:cNvPr id="151" name="Text Box 76">
              <a:extLst>
                <a:ext uri="{FF2B5EF4-FFF2-40B4-BE49-F238E27FC236}">
                  <a16:creationId xmlns:a16="http://schemas.microsoft.com/office/drawing/2014/main" id="{3E4793D5-141B-0C42-BD5E-F6B69C64BDCB}"/>
                </a:ext>
              </a:extLst>
            </p:cNvPr>
            <p:cNvSpPr txBox="1">
              <a:spLocks noChangeArrowheads="1"/>
            </p:cNvSpPr>
            <p:nvPr/>
          </p:nvSpPr>
          <p:spPr bwMode="auto">
            <a:xfrm>
              <a:off x="5521325" y="4664075"/>
              <a:ext cx="706438"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400" i="1" dirty="0"/>
                <a:t>cost to</a:t>
              </a:r>
            </a:p>
          </p:txBody>
        </p:sp>
        <p:sp>
          <p:nvSpPr>
            <p:cNvPr id="152" name="Line 77">
              <a:extLst>
                <a:ext uri="{FF2B5EF4-FFF2-40B4-BE49-F238E27FC236}">
                  <a16:creationId xmlns:a16="http://schemas.microsoft.com/office/drawing/2014/main" id="{14CE36D0-CF05-864A-8A09-B8653E1409F1}"/>
                </a:ext>
              </a:extLst>
            </p:cNvPr>
            <p:cNvSpPr>
              <a:spLocks noChangeShapeType="1"/>
            </p:cNvSpPr>
            <p:nvPr/>
          </p:nvSpPr>
          <p:spPr bwMode="auto">
            <a:xfrm>
              <a:off x="3276600" y="4953000"/>
              <a:ext cx="0" cy="121920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dirty="0"/>
            </a:p>
          </p:txBody>
        </p:sp>
        <p:sp>
          <p:nvSpPr>
            <p:cNvPr id="153" name="Line 78">
              <a:extLst>
                <a:ext uri="{FF2B5EF4-FFF2-40B4-BE49-F238E27FC236}">
                  <a16:creationId xmlns:a16="http://schemas.microsoft.com/office/drawing/2014/main" id="{BB876A47-1C89-404D-9919-C79C83D182BC}"/>
                </a:ext>
              </a:extLst>
            </p:cNvPr>
            <p:cNvSpPr>
              <a:spLocks noChangeShapeType="1"/>
            </p:cNvSpPr>
            <p:nvPr/>
          </p:nvSpPr>
          <p:spPr bwMode="auto">
            <a:xfrm>
              <a:off x="2971800" y="5181600"/>
              <a:ext cx="1371600" cy="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dirty="0"/>
            </a:p>
          </p:txBody>
        </p:sp>
        <p:sp>
          <p:nvSpPr>
            <p:cNvPr id="154" name="Text Box 79">
              <a:extLst>
                <a:ext uri="{FF2B5EF4-FFF2-40B4-BE49-F238E27FC236}">
                  <a16:creationId xmlns:a16="http://schemas.microsoft.com/office/drawing/2014/main" id="{7E9BE629-82FC-AF43-8B11-C1B6B6AFA619}"/>
                </a:ext>
              </a:extLst>
            </p:cNvPr>
            <p:cNvSpPr txBox="1">
              <a:spLocks noChangeArrowheads="1"/>
            </p:cNvSpPr>
            <p:nvPr/>
          </p:nvSpPr>
          <p:spPr bwMode="auto">
            <a:xfrm>
              <a:off x="3276600" y="4795838"/>
              <a:ext cx="9080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dirty="0"/>
                <a:t>x   y   z</a:t>
              </a:r>
            </a:p>
          </p:txBody>
        </p:sp>
        <p:sp>
          <p:nvSpPr>
            <p:cNvPr id="155" name="Text Box 80">
              <a:extLst>
                <a:ext uri="{FF2B5EF4-FFF2-40B4-BE49-F238E27FC236}">
                  <a16:creationId xmlns:a16="http://schemas.microsoft.com/office/drawing/2014/main" id="{767F888D-5357-B247-ABF9-36B87547C7E4}"/>
                </a:ext>
              </a:extLst>
            </p:cNvPr>
            <p:cNvSpPr txBox="1">
              <a:spLocks noChangeArrowheads="1"/>
            </p:cNvSpPr>
            <p:nvPr/>
          </p:nvSpPr>
          <p:spPr bwMode="auto">
            <a:xfrm>
              <a:off x="2971800" y="5176838"/>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dirty="0"/>
                <a:t>x</a:t>
              </a:r>
            </a:p>
          </p:txBody>
        </p:sp>
        <p:sp>
          <p:nvSpPr>
            <p:cNvPr id="156" name="Text Box 81">
              <a:extLst>
                <a:ext uri="{FF2B5EF4-FFF2-40B4-BE49-F238E27FC236}">
                  <a16:creationId xmlns:a16="http://schemas.microsoft.com/office/drawing/2014/main" id="{C6F0E942-31EE-1C44-AB02-8705C1B07CFC}"/>
                </a:ext>
              </a:extLst>
            </p:cNvPr>
            <p:cNvSpPr txBox="1">
              <a:spLocks noChangeArrowheads="1"/>
            </p:cNvSpPr>
            <p:nvPr/>
          </p:nvSpPr>
          <p:spPr bwMode="auto">
            <a:xfrm>
              <a:off x="2971800" y="5481638"/>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dirty="0"/>
                <a:t>y</a:t>
              </a:r>
            </a:p>
          </p:txBody>
        </p:sp>
        <p:sp>
          <p:nvSpPr>
            <p:cNvPr id="157" name="Text Box 82">
              <a:extLst>
                <a:ext uri="{FF2B5EF4-FFF2-40B4-BE49-F238E27FC236}">
                  <a16:creationId xmlns:a16="http://schemas.microsoft.com/office/drawing/2014/main" id="{F7D75BA4-0A9F-BA41-AF22-E195DE013A75}"/>
                </a:ext>
              </a:extLst>
            </p:cNvPr>
            <p:cNvSpPr txBox="1">
              <a:spLocks noChangeArrowheads="1"/>
            </p:cNvSpPr>
            <p:nvPr/>
          </p:nvSpPr>
          <p:spPr bwMode="auto">
            <a:xfrm>
              <a:off x="2971800" y="5786438"/>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dirty="0"/>
                <a:t>z</a:t>
              </a:r>
            </a:p>
          </p:txBody>
        </p:sp>
        <p:sp>
          <p:nvSpPr>
            <p:cNvPr id="158" name="Text Box 83">
              <a:extLst>
                <a:ext uri="{FF2B5EF4-FFF2-40B4-BE49-F238E27FC236}">
                  <a16:creationId xmlns:a16="http://schemas.microsoft.com/office/drawing/2014/main" id="{8353E28B-E861-E04B-9CAC-11C865E2B3E3}"/>
                </a:ext>
              </a:extLst>
            </p:cNvPr>
            <p:cNvSpPr txBox="1">
              <a:spLocks noChangeArrowheads="1"/>
            </p:cNvSpPr>
            <p:nvPr/>
          </p:nvSpPr>
          <p:spPr bwMode="auto">
            <a:xfrm>
              <a:off x="3276600" y="5176838"/>
              <a:ext cx="8826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dirty="0"/>
                <a:t>0  2   7</a:t>
              </a:r>
            </a:p>
          </p:txBody>
        </p:sp>
        <p:sp>
          <p:nvSpPr>
            <p:cNvPr id="159" name="Text Box 84">
              <a:extLst>
                <a:ext uri="{FF2B5EF4-FFF2-40B4-BE49-F238E27FC236}">
                  <a16:creationId xmlns:a16="http://schemas.microsoft.com/office/drawing/2014/main" id="{3F36A84A-276A-DF42-B597-7B39AB5FD186}"/>
                </a:ext>
              </a:extLst>
            </p:cNvPr>
            <p:cNvSpPr txBox="1">
              <a:spLocks noChangeArrowheads="1"/>
            </p:cNvSpPr>
            <p:nvPr/>
          </p:nvSpPr>
          <p:spPr bwMode="auto">
            <a:xfrm rot="-5400000">
              <a:off x="2643982" y="5531644"/>
              <a:ext cx="538162"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400" i="1" dirty="0"/>
                <a:t>from</a:t>
              </a:r>
            </a:p>
          </p:txBody>
        </p:sp>
        <p:sp>
          <p:nvSpPr>
            <p:cNvPr id="160" name="Text Box 85">
              <a:extLst>
                <a:ext uri="{FF2B5EF4-FFF2-40B4-BE49-F238E27FC236}">
                  <a16:creationId xmlns:a16="http://schemas.microsoft.com/office/drawing/2014/main" id="{A7F5CC85-9234-BB46-B11F-06C0959436D9}"/>
                </a:ext>
              </a:extLst>
            </p:cNvPr>
            <p:cNvSpPr txBox="1">
              <a:spLocks noChangeArrowheads="1"/>
            </p:cNvSpPr>
            <p:nvPr/>
          </p:nvSpPr>
          <p:spPr bwMode="auto">
            <a:xfrm>
              <a:off x="3409950" y="4664075"/>
              <a:ext cx="706438"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400" i="1" dirty="0"/>
                <a:t>cost to</a:t>
              </a:r>
            </a:p>
          </p:txBody>
        </p:sp>
        <p:sp>
          <p:nvSpPr>
            <p:cNvPr id="161" name="Text Box 103">
              <a:extLst>
                <a:ext uri="{FF2B5EF4-FFF2-40B4-BE49-F238E27FC236}">
                  <a16:creationId xmlns:a16="http://schemas.microsoft.com/office/drawing/2014/main" id="{96789DF3-57A4-E34A-93AB-C449DE36D18A}"/>
                </a:ext>
              </a:extLst>
            </p:cNvPr>
            <p:cNvSpPr txBox="1">
              <a:spLocks noChangeArrowheads="1"/>
            </p:cNvSpPr>
            <p:nvPr/>
          </p:nvSpPr>
          <p:spPr bwMode="auto">
            <a:xfrm>
              <a:off x="3276600" y="3771900"/>
              <a:ext cx="88265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dirty="0"/>
                <a:t>2  0   1</a:t>
              </a:r>
            </a:p>
          </p:txBody>
        </p:sp>
        <p:sp>
          <p:nvSpPr>
            <p:cNvPr id="162" name="Text Box 104">
              <a:extLst>
                <a:ext uri="{FF2B5EF4-FFF2-40B4-BE49-F238E27FC236}">
                  <a16:creationId xmlns:a16="http://schemas.microsoft.com/office/drawing/2014/main" id="{96DC6239-1589-6D4F-AABD-57B6E96D5852}"/>
                </a:ext>
              </a:extLst>
            </p:cNvPr>
            <p:cNvSpPr txBox="1">
              <a:spLocks noChangeArrowheads="1"/>
            </p:cNvSpPr>
            <p:nvPr/>
          </p:nvSpPr>
          <p:spPr bwMode="auto">
            <a:xfrm>
              <a:off x="3276600" y="4110038"/>
              <a:ext cx="9461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dirty="0"/>
                <a:t>7   1   0</a:t>
              </a:r>
            </a:p>
          </p:txBody>
        </p:sp>
        <p:sp>
          <p:nvSpPr>
            <p:cNvPr id="163" name="Text Box 105">
              <a:extLst>
                <a:ext uri="{FF2B5EF4-FFF2-40B4-BE49-F238E27FC236}">
                  <a16:creationId xmlns:a16="http://schemas.microsoft.com/office/drawing/2014/main" id="{7455A733-B4AF-AC45-B037-A657FB2B4F75}"/>
                </a:ext>
              </a:extLst>
            </p:cNvPr>
            <p:cNvSpPr txBox="1">
              <a:spLocks noChangeArrowheads="1"/>
            </p:cNvSpPr>
            <p:nvPr/>
          </p:nvSpPr>
          <p:spPr bwMode="auto">
            <a:xfrm>
              <a:off x="3276600" y="5557838"/>
              <a:ext cx="8826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dirty="0"/>
                <a:t>2  0   1</a:t>
              </a:r>
            </a:p>
          </p:txBody>
        </p:sp>
        <p:sp>
          <p:nvSpPr>
            <p:cNvPr id="164" name="Text Box 106">
              <a:extLst>
                <a:ext uri="{FF2B5EF4-FFF2-40B4-BE49-F238E27FC236}">
                  <a16:creationId xmlns:a16="http://schemas.microsoft.com/office/drawing/2014/main" id="{B7D34B7B-6C05-C742-BC5A-FAC79E894FFF}"/>
                </a:ext>
              </a:extLst>
            </p:cNvPr>
            <p:cNvSpPr txBox="1">
              <a:spLocks noChangeArrowheads="1"/>
            </p:cNvSpPr>
            <p:nvPr/>
          </p:nvSpPr>
          <p:spPr bwMode="auto">
            <a:xfrm>
              <a:off x="3276600" y="5862638"/>
              <a:ext cx="8826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dirty="0"/>
                <a:t>3  1   0</a:t>
              </a:r>
            </a:p>
          </p:txBody>
        </p:sp>
        <p:sp>
          <p:nvSpPr>
            <p:cNvPr id="165" name="Text Box 107">
              <a:extLst>
                <a:ext uri="{FF2B5EF4-FFF2-40B4-BE49-F238E27FC236}">
                  <a16:creationId xmlns:a16="http://schemas.microsoft.com/office/drawing/2014/main" id="{A05361A9-24BB-C941-9778-99FA23064EE3}"/>
                </a:ext>
              </a:extLst>
            </p:cNvPr>
            <p:cNvSpPr txBox="1">
              <a:spLocks noChangeArrowheads="1"/>
            </p:cNvSpPr>
            <p:nvPr/>
          </p:nvSpPr>
          <p:spPr bwMode="auto">
            <a:xfrm>
              <a:off x="5486400" y="2095500"/>
              <a:ext cx="94615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dirty="0"/>
                <a:t>2   0   1</a:t>
              </a:r>
            </a:p>
          </p:txBody>
        </p:sp>
        <p:sp>
          <p:nvSpPr>
            <p:cNvPr id="166" name="Text Box 108">
              <a:extLst>
                <a:ext uri="{FF2B5EF4-FFF2-40B4-BE49-F238E27FC236}">
                  <a16:creationId xmlns:a16="http://schemas.microsoft.com/office/drawing/2014/main" id="{09A4DD37-56D5-F44F-87FF-73055D372B9B}"/>
                </a:ext>
              </a:extLst>
            </p:cNvPr>
            <p:cNvSpPr txBox="1">
              <a:spLocks noChangeArrowheads="1"/>
            </p:cNvSpPr>
            <p:nvPr/>
          </p:nvSpPr>
          <p:spPr bwMode="auto">
            <a:xfrm>
              <a:off x="5486400" y="2433638"/>
              <a:ext cx="8826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dirty="0"/>
                <a:t>3  1   0</a:t>
              </a:r>
            </a:p>
          </p:txBody>
        </p:sp>
        <p:sp>
          <p:nvSpPr>
            <p:cNvPr id="167" name="Text Box 109">
              <a:extLst>
                <a:ext uri="{FF2B5EF4-FFF2-40B4-BE49-F238E27FC236}">
                  <a16:creationId xmlns:a16="http://schemas.microsoft.com/office/drawing/2014/main" id="{DDFCB738-7B77-3145-AD8A-D8D6FFF76373}"/>
                </a:ext>
              </a:extLst>
            </p:cNvPr>
            <p:cNvSpPr txBox="1">
              <a:spLocks noChangeArrowheads="1"/>
            </p:cNvSpPr>
            <p:nvPr/>
          </p:nvSpPr>
          <p:spPr bwMode="auto">
            <a:xfrm>
              <a:off x="5486400" y="3825875"/>
              <a:ext cx="88265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dirty="0"/>
                <a:t>2  0   1</a:t>
              </a:r>
            </a:p>
          </p:txBody>
        </p:sp>
        <p:sp>
          <p:nvSpPr>
            <p:cNvPr id="168" name="Text Box 110">
              <a:extLst>
                <a:ext uri="{FF2B5EF4-FFF2-40B4-BE49-F238E27FC236}">
                  <a16:creationId xmlns:a16="http://schemas.microsoft.com/office/drawing/2014/main" id="{8D3448C5-9AAA-8544-B930-DCC7AA33F508}"/>
                </a:ext>
              </a:extLst>
            </p:cNvPr>
            <p:cNvSpPr txBox="1">
              <a:spLocks noChangeArrowheads="1"/>
            </p:cNvSpPr>
            <p:nvPr/>
          </p:nvSpPr>
          <p:spPr bwMode="auto">
            <a:xfrm>
              <a:off x="5410200" y="5862638"/>
              <a:ext cx="8826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dirty="0"/>
                <a:t>3  1   0</a:t>
              </a:r>
            </a:p>
          </p:txBody>
        </p:sp>
        <p:sp>
          <p:nvSpPr>
            <p:cNvPr id="169" name="Text Box 111">
              <a:extLst>
                <a:ext uri="{FF2B5EF4-FFF2-40B4-BE49-F238E27FC236}">
                  <a16:creationId xmlns:a16="http://schemas.microsoft.com/office/drawing/2014/main" id="{5F7526AB-6759-C44E-AB91-7171F6C81C3D}"/>
                </a:ext>
              </a:extLst>
            </p:cNvPr>
            <p:cNvSpPr txBox="1">
              <a:spLocks noChangeArrowheads="1"/>
            </p:cNvSpPr>
            <p:nvPr/>
          </p:nvSpPr>
          <p:spPr bwMode="auto">
            <a:xfrm>
              <a:off x="5410200" y="5481638"/>
              <a:ext cx="8826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dirty="0"/>
                <a:t>2  0   1</a:t>
              </a:r>
            </a:p>
          </p:txBody>
        </p:sp>
        <p:sp>
          <p:nvSpPr>
            <p:cNvPr id="170" name="Text Box 112">
              <a:extLst>
                <a:ext uri="{FF2B5EF4-FFF2-40B4-BE49-F238E27FC236}">
                  <a16:creationId xmlns:a16="http://schemas.microsoft.com/office/drawing/2014/main" id="{D9D57209-1A4D-4C4B-BF5C-85589FEF5B6C}"/>
                </a:ext>
              </a:extLst>
            </p:cNvPr>
            <p:cNvSpPr txBox="1">
              <a:spLocks noChangeArrowheads="1"/>
            </p:cNvSpPr>
            <p:nvPr/>
          </p:nvSpPr>
          <p:spPr bwMode="auto">
            <a:xfrm>
              <a:off x="5486400" y="4110038"/>
              <a:ext cx="8826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dirty="0"/>
                <a:t>3  1   0</a:t>
              </a:r>
            </a:p>
          </p:txBody>
        </p:sp>
        <p:sp>
          <p:nvSpPr>
            <p:cNvPr id="171" name="Line 119">
              <a:extLst>
                <a:ext uri="{FF2B5EF4-FFF2-40B4-BE49-F238E27FC236}">
                  <a16:creationId xmlns:a16="http://schemas.microsoft.com/office/drawing/2014/main" id="{05008BB1-8BC7-5D41-989B-D3579E2834DC}"/>
                </a:ext>
              </a:extLst>
            </p:cNvPr>
            <p:cNvSpPr>
              <a:spLocks noChangeShapeType="1"/>
            </p:cNvSpPr>
            <p:nvPr/>
          </p:nvSpPr>
          <p:spPr bwMode="auto">
            <a:xfrm>
              <a:off x="4267200" y="1981200"/>
              <a:ext cx="762000" cy="1600200"/>
            </a:xfrm>
            <a:prstGeom prst="line">
              <a:avLst/>
            </a:prstGeom>
            <a:noFill/>
            <a:ln w="9525">
              <a:solidFill>
                <a:schemeClr val="tx1"/>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dirty="0"/>
            </a:p>
          </p:txBody>
        </p:sp>
        <p:sp>
          <p:nvSpPr>
            <p:cNvPr id="172" name="Line 120">
              <a:extLst>
                <a:ext uri="{FF2B5EF4-FFF2-40B4-BE49-F238E27FC236}">
                  <a16:creationId xmlns:a16="http://schemas.microsoft.com/office/drawing/2014/main" id="{6FD1E4DD-CD67-F84C-B839-92CF570F832D}"/>
                </a:ext>
              </a:extLst>
            </p:cNvPr>
            <p:cNvSpPr>
              <a:spLocks noChangeShapeType="1"/>
            </p:cNvSpPr>
            <p:nvPr/>
          </p:nvSpPr>
          <p:spPr bwMode="auto">
            <a:xfrm>
              <a:off x="4191000" y="2057400"/>
              <a:ext cx="838200" cy="2971800"/>
            </a:xfrm>
            <a:prstGeom prst="line">
              <a:avLst/>
            </a:prstGeom>
            <a:noFill/>
            <a:ln w="9525">
              <a:solidFill>
                <a:schemeClr val="tx1"/>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dirty="0"/>
            </a:p>
          </p:txBody>
        </p:sp>
        <p:sp>
          <p:nvSpPr>
            <p:cNvPr id="173" name="Line 121">
              <a:extLst>
                <a:ext uri="{FF2B5EF4-FFF2-40B4-BE49-F238E27FC236}">
                  <a16:creationId xmlns:a16="http://schemas.microsoft.com/office/drawing/2014/main" id="{8575679C-3BDE-A64C-A026-C74CE64AF1C0}"/>
                </a:ext>
              </a:extLst>
            </p:cNvPr>
            <p:cNvSpPr>
              <a:spLocks noChangeShapeType="1"/>
            </p:cNvSpPr>
            <p:nvPr/>
          </p:nvSpPr>
          <p:spPr bwMode="auto">
            <a:xfrm flipV="1">
              <a:off x="4114800" y="2743200"/>
              <a:ext cx="1143000" cy="3200400"/>
            </a:xfrm>
            <a:prstGeom prst="line">
              <a:avLst/>
            </a:prstGeom>
            <a:noFill/>
            <a:ln w="9525">
              <a:solidFill>
                <a:schemeClr val="tx1"/>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dirty="0"/>
            </a:p>
          </p:txBody>
        </p:sp>
        <p:sp>
          <p:nvSpPr>
            <p:cNvPr id="174" name="Line 122">
              <a:extLst>
                <a:ext uri="{FF2B5EF4-FFF2-40B4-BE49-F238E27FC236}">
                  <a16:creationId xmlns:a16="http://schemas.microsoft.com/office/drawing/2014/main" id="{42375F01-8C94-A74A-B05B-ABAE77F456E3}"/>
                </a:ext>
              </a:extLst>
            </p:cNvPr>
            <p:cNvSpPr>
              <a:spLocks noChangeShapeType="1"/>
            </p:cNvSpPr>
            <p:nvPr/>
          </p:nvSpPr>
          <p:spPr bwMode="auto">
            <a:xfrm flipV="1">
              <a:off x="4114800" y="4419600"/>
              <a:ext cx="1066800" cy="1676400"/>
            </a:xfrm>
            <a:prstGeom prst="line">
              <a:avLst/>
            </a:prstGeom>
            <a:noFill/>
            <a:ln w="9525">
              <a:solidFill>
                <a:schemeClr val="tx1"/>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dirty="0"/>
            </a:p>
          </p:txBody>
        </p:sp>
        <p:sp>
          <p:nvSpPr>
            <p:cNvPr id="175" name="Oval 167">
              <a:extLst>
                <a:ext uri="{FF2B5EF4-FFF2-40B4-BE49-F238E27FC236}">
                  <a16:creationId xmlns:a16="http://schemas.microsoft.com/office/drawing/2014/main" id="{B26A55CF-0250-0A45-85E3-4CF355F1065A}"/>
                </a:ext>
              </a:extLst>
            </p:cNvPr>
            <p:cNvSpPr>
              <a:spLocks noChangeArrowheads="1"/>
            </p:cNvSpPr>
            <p:nvPr/>
          </p:nvSpPr>
          <p:spPr bwMode="auto">
            <a:xfrm>
              <a:off x="3200400" y="5867400"/>
              <a:ext cx="1066800" cy="381000"/>
            </a:xfrm>
            <a:prstGeom prst="ellipse">
              <a:avLst/>
            </a:prstGeom>
            <a:noFill/>
            <a:ln w="9525">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dirty="0"/>
            </a:p>
          </p:txBody>
        </p:sp>
        <p:sp>
          <p:nvSpPr>
            <p:cNvPr id="176" name="Text Box 187">
              <a:extLst>
                <a:ext uri="{FF2B5EF4-FFF2-40B4-BE49-F238E27FC236}">
                  <a16:creationId xmlns:a16="http://schemas.microsoft.com/office/drawing/2014/main" id="{F2D1616A-CCD3-4243-B3B5-C825CA7D90D1}"/>
                </a:ext>
              </a:extLst>
            </p:cNvPr>
            <p:cNvSpPr txBox="1">
              <a:spLocks noChangeArrowheads="1"/>
            </p:cNvSpPr>
            <p:nvPr/>
          </p:nvSpPr>
          <p:spPr bwMode="auto">
            <a:xfrm rot="-5400000">
              <a:off x="2650332" y="2026444"/>
              <a:ext cx="538162"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400" i="1" dirty="0"/>
                <a:t>from</a:t>
              </a:r>
            </a:p>
          </p:txBody>
        </p:sp>
        <p:sp>
          <p:nvSpPr>
            <p:cNvPr id="177" name="Line 191">
              <a:extLst>
                <a:ext uri="{FF2B5EF4-FFF2-40B4-BE49-F238E27FC236}">
                  <a16:creationId xmlns:a16="http://schemas.microsoft.com/office/drawing/2014/main" id="{C20FA117-F592-384A-B960-75274EE774E0}"/>
                </a:ext>
              </a:extLst>
            </p:cNvPr>
            <p:cNvSpPr>
              <a:spLocks noChangeShapeType="1"/>
            </p:cNvSpPr>
            <p:nvPr/>
          </p:nvSpPr>
          <p:spPr bwMode="auto">
            <a:xfrm>
              <a:off x="3276600" y="1447800"/>
              <a:ext cx="0" cy="121920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dirty="0"/>
            </a:p>
          </p:txBody>
        </p:sp>
        <p:sp>
          <p:nvSpPr>
            <p:cNvPr id="178" name="Line 192">
              <a:extLst>
                <a:ext uri="{FF2B5EF4-FFF2-40B4-BE49-F238E27FC236}">
                  <a16:creationId xmlns:a16="http://schemas.microsoft.com/office/drawing/2014/main" id="{AF724175-D92A-FB41-A9DC-F9F2FF210396}"/>
                </a:ext>
              </a:extLst>
            </p:cNvPr>
            <p:cNvSpPr>
              <a:spLocks noChangeShapeType="1"/>
            </p:cNvSpPr>
            <p:nvPr/>
          </p:nvSpPr>
          <p:spPr bwMode="auto">
            <a:xfrm>
              <a:off x="2971800" y="1676400"/>
              <a:ext cx="1371600" cy="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dirty="0"/>
            </a:p>
          </p:txBody>
        </p:sp>
        <p:sp>
          <p:nvSpPr>
            <p:cNvPr id="179" name="Text Box 193">
              <a:extLst>
                <a:ext uri="{FF2B5EF4-FFF2-40B4-BE49-F238E27FC236}">
                  <a16:creationId xmlns:a16="http://schemas.microsoft.com/office/drawing/2014/main" id="{D438CFFD-2388-3A48-AE2E-E88A70864F63}"/>
                </a:ext>
              </a:extLst>
            </p:cNvPr>
            <p:cNvSpPr txBox="1">
              <a:spLocks noChangeArrowheads="1"/>
            </p:cNvSpPr>
            <p:nvPr/>
          </p:nvSpPr>
          <p:spPr bwMode="auto">
            <a:xfrm>
              <a:off x="3276600" y="1290638"/>
              <a:ext cx="9080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dirty="0"/>
                <a:t>x   y   z</a:t>
              </a:r>
            </a:p>
          </p:txBody>
        </p:sp>
        <p:sp>
          <p:nvSpPr>
            <p:cNvPr id="180" name="Text Box 194">
              <a:extLst>
                <a:ext uri="{FF2B5EF4-FFF2-40B4-BE49-F238E27FC236}">
                  <a16:creationId xmlns:a16="http://schemas.microsoft.com/office/drawing/2014/main" id="{4AC2DE6F-3A8C-5C43-9513-91B581506206}"/>
                </a:ext>
              </a:extLst>
            </p:cNvPr>
            <p:cNvSpPr txBox="1">
              <a:spLocks noChangeArrowheads="1"/>
            </p:cNvSpPr>
            <p:nvPr/>
          </p:nvSpPr>
          <p:spPr bwMode="auto">
            <a:xfrm>
              <a:off x="2971800" y="1671638"/>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dirty="0"/>
                <a:t>x</a:t>
              </a:r>
            </a:p>
          </p:txBody>
        </p:sp>
        <p:sp>
          <p:nvSpPr>
            <p:cNvPr id="181" name="Text Box 195">
              <a:extLst>
                <a:ext uri="{FF2B5EF4-FFF2-40B4-BE49-F238E27FC236}">
                  <a16:creationId xmlns:a16="http://schemas.microsoft.com/office/drawing/2014/main" id="{8ADFA607-B746-E34D-8F61-F586237C01A9}"/>
                </a:ext>
              </a:extLst>
            </p:cNvPr>
            <p:cNvSpPr txBox="1">
              <a:spLocks noChangeArrowheads="1"/>
            </p:cNvSpPr>
            <p:nvPr/>
          </p:nvSpPr>
          <p:spPr bwMode="auto">
            <a:xfrm>
              <a:off x="2971800" y="1976438"/>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dirty="0"/>
                <a:t>y</a:t>
              </a:r>
            </a:p>
          </p:txBody>
        </p:sp>
        <p:sp>
          <p:nvSpPr>
            <p:cNvPr id="182" name="Text Box 196">
              <a:extLst>
                <a:ext uri="{FF2B5EF4-FFF2-40B4-BE49-F238E27FC236}">
                  <a16:creationId xmlns:a16="http://schemas.microsoft.com/office/drawing/2014/main" id="{1538966C-7C10-DF4B-9641-E32F6FEA96B9}"/>
                </a:ext>
              </a:extLst>
            </p:cNvPr>
            <p:cNvSpPr txBox="1">
              <a:spLocks noChangeArrowheads="1"/>
            </p:cNvSpPr>
            <p:nvPr/>
          </p:nvSpPr>
          <p:spPr bwMode="auto">
            <a:xfrm>
              <a:off x="2971800" y="2281238"/>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dirty="0"/>
                <a:t>z</a:t>
              </a:r>
            </a:p>
          </p:txBody>
        </p:sp>
        <p:sp>
          <p:nvSpPr>
            <p:cNvPr id="183" name="Text Box 197">
              <a:extLst>
                <a:ext uri="{FF2B5EF4-FFF2-40B4-BE49-F238E27FC236}">
                  <a16:creationId xmlns:a16="http://schemas.microsoft.com/office/drawing/2014/main" id="{0C8F8A7C-6C51-AA46-8F5D-CDCB0F4C1BFB}"/>
                </a:ext>
              </a:extLst>
            </p:cNvPr>
            <p:cNvSpPr txBox="1">
              <a:spLocks noChangeArrowheads="1"/>
            </p:cNvSpPr>
            <p:nvPr/>
          </p:nvSpPr>
          <p:spPr bwMode="auto">
            <a:xfrm>
              <a:off x="3297238" y="1671638"/>
              <a:ext cx="3111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dirty="0"/>
                <a:t>0</a:t>
              </a:r>
            </a:p>
          </p:txBody>
        </p:sp>
        <p:sp>
          <p:nvSpPr>
            <p:cNvPr id="184" name="Text Box 225">
              <a:extLst>
                <a:ext uri="{FF2B5EF4-FFF2-40B4-BE49-F238E27FC236}">
                  <a16:creationId xmlns:a16="http://schemas.microsoft.com/office/drawing/2014/main" id="{62C1EEE0-67B4-D645-B265-9F9CCAEBA5CF}"/>
                </a:ext>
              </a:extLst>
            </p:cNvPr>
            <p:cNvSpPr txBox="1">
              <a:spLocks noChangeArrowheads="1"/>
            </p:cNvSpPr>
            <p:nvPr/>
          </p:nvSpPr>
          <p:spPr bwMode="auto">
            <a:xfrm>
              <a:off x="3260725" y="2006600"/>
              <a:ext cx="94615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dirty="0"/>
                <a:t>2   0   1</a:t>
              </a:r>
            </a:p>
          </p:txBody>
        </p:sp>
        <p:sp>
          <p:nvSpPr>
            <p:cNvPr id="185" name="Text Box 226">
              <a:extLst>
                <a:ext uri="{FF2B5EF4-FFF2-40B4-BE49-F238E27FC236}">
                  <a16:creationId xmlns:a16="http://schemas.microsoft.com/office/drawing/2014/main" id="{A3212B60-A7BB-5C4B-B2DB-B3879F6E81C2}"/>
                </a:ext>
              </a:extLst>
            </p:cNvPr>
            <p:cNvSpPr txBox="1">
              <a:spLocks noChangeArrowheads="1"/>
            </p:cNvSpPr>
            <p:nvPr/>
          </p:nvSpPr>
          <p:spPr bwMode="auto">
            <a:xfrm>
              <a:off x="3260725" y="2322513"/>
              <a:ext cx="9461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dirty="0"/>
                <a:t>7   1   0</a:t>
              </a:r>
            </a:p>
          </p:txBody>
        </p:sp>
        <p:sp>
          <p:nvSpPr>
            <p:cNvPr id="186" name="Oval 274">
              <a:extLst>
                <a:ext uri="{FF2B5EF4-FFF2-40B4-BE49-F238E27FC236}">
                  <a16:creationId xmlns:a16="http://schemas.microsoft.com/office/drawing/2014/main" id="{2191A68F-F0CF-5A43-BA0E-0AA2147F1F8F}"/>
                </a:ext>
              </a:extLst>
            </p:cNvPr>
            <p:cNvSpPr>
              <a:spLocks noChangeArrowheads="1"/>
            </p:cNvSpPr>
            <p:nvPr/>
          </p:nvSpPr>
          <p:spPr bwMode="auto">
            <a:xfrm>
              <a:off x="3297238" y="1676400"/>
              <a:ext cx="1066800" cy="381000"/>
            </a:xfrm>
            <a:prstGeom prst="ellipse">
              <a:avLst/>
            </a:prstGeom>
            <a:noFill/>
            <a:ln w="9525">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dirty="0"/>
            </a:p>
          </p:txBody>
        </p:sp>
        <p:sp>
          <p:nvSpPr>
            <p:cNvPr id="187" name="Text Box 279">
              <a:extLst>
                <a:ext uri="{FF2B5EF4-FFF2-40B4-BE49-F238E27FC236}">
                  <a16:creationId xmlns:a16="http://schemas.microsoft.com/office/drawing/2014/main" id="{35AE3563-0144-2149-B342-8E35061DD112}"/>
                </a:ext>
              </a:extLst>
            </p:cNvPr>
            <p:cNvSpPr txBox="1">
              <a:spLocks noChangeArrowheads="1"/>
            </p:cNvSpPr>
            <p:nvPr/>
          </p:nvSpPr>
          <p:spPr bwMode="auto">
            <a:xfrm>
              <a:off x="3922713" y="1674813"/>
              <a:ext cx="3111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dirty="0"/>
                <a:t>3</a:t>
              </a:r>
            </a:p>
          </p:txBody>
        </p:sp>
        <p:sp>
          <p:nvSpPr>
            <p:cNvPr id="188" name="Text Box 280">
              <a:extLst>
                <a:ext uri="{FF2B5EF4-FFF2-40B4-BE49-F238E27FC236}">
                  <a16:creationId xmlns:a16="http://schemas.microsoft.com/office/drawing/2014/main" id="{FB65B54C-B8C4-EC4A-B89D-DE20BB7CB6E3}"/>
                </a:ext>
              </a:extLst>
            </p:cNvPr>
            <p:cNvSpPr txBox="1">
              <a:spLocks noChangeArrowheads="1"/>
            </p:cNvSpPr>
            <p:nvPr/>
          </p:nvSpPr>
          <p:spPr bwMode="auto">
            <a:xfrm>
              <a:off x="3579813" y="1679575"/>
              <a:ext cx="34290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dirty="0"/>
                <a:t>2 </a:t>
              </a:r>
            </a:p>
          </p:txBody>
        </p:sp>
        <p:sp>
          <p:nvSpPr>
            <p:cNvPr id="189" name="Text Box 283">
              <a:extLst>
                <a:ext uri="{FF2B5EF4-FFF2-40B4-BE49-F238E27FC236}">
                  <a16:creationId xmlns:a16="http://schemas.microsoft.com/office/drawing/2014/main" id="{3BE681BC-63E4-5448-8CC2-0E1459ACBD29}"/>
                </a:ext>
              </a:extLst>
            </p:cNvPr>
            <p:cNvSpPr txBox="1">
              <a:spLocks noChangeArrowheads="1"/>
            </p:cNvSpPr>
            <p:nvPr/>
          </p:nvSpPr>
          <p:spPr bwMode="auto">
            <a:xfrm>
              <a:off x="3413125" y="1143000"/>
              <a:ext cx="706438"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400" i="1" dirty="0"/>
                <a:t>cost to</a:t>
              </a:r>
            </a:p>
          </p:txBody>
        </p:sp>
      </p:grpSp>
      <p:sp>
        <p:nvSpPr>
          <p:cNvPr id="190" name="Line 64">
            <a:extLst>
              <a:ext uri="{FF2B5EF4-FFF2-40B4-BE49-F238E27FC236}">
                <a16:creationId xmlns:a16="http://schemas.microsoft.com/office/drawing/2014/main" id="{8605E1E4-D849-BB4E-B06D-F9D938345189}"/>
              </a:ext>
            </a:extLst>
          </p:cNvPr>
          <p:cNvSpPr>
            <a:spLocks noChangeShapeType="1"/>
          </p:cNvSpPr>
          <p:nvPr/>
        </p:nvSpPr>
        <p:spPr bwMode="auto">
          <a:xfrm>
            <a:off x="1586630" y="6545655"/>
            <a:ext cx="6417502" cy="0"/>
          </a:xfrm>
          <a:prstGeom prst="line">
            <a:avLst/>
          </a:prstGeom>
          <a:noFill/>
          <a:ln w="15875">
            <a:solidFill>
              <a:srgbClr val="000000"/>
            </a:solidFill>
            <a:prstDash val="sysDot"/>
            <a:round/>
            <a:headEnd/>
            <a:tailEnd type="triangle" w="med" len="me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1" name="Text Box 65">
            <a:extLst>
              <a:ext uri="{FF2B5EF4-FFF2-40B4-BE49-F238E27FC236}">
                <a16:creationId xmlns:a16="http://schemas.microsoft.com/office/drawing/2014/main" id="{277C3140-A4C8-3848-91EA-B31F85BA86F4}"/>
              </a:ext>
            </a:extLst>
          </p:cNvPr>
          <p:cNvSpPr txBox="1">
            <a:spLocks noChangeArrowheads="1"/>
          </p:cNvSpPr>
          <p:nvPr/>
        </p:nvSpPr>
        <p:spPr bwMode="auto">
          <a:xfrm>
            <a:off x="7960443" y="6337692"/>
            <a:ext cx="61595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000000"/>
                </a:solidFill>
                <a:effectLst/>
                <a:uLnTx/>
                <a:uFillTx/>
                <a:latin typeface="+mn-lt"/>
                <a:ea typeface="ＭＳ Ｐゴシック" charset="0"/>
              </a:rPr>
              <a:t>time</a:t>
            </a:r>
          </a:p>
        </p:txBody>
      </p:sp>
    </p:spTree>
    <p:extLst>
      <p:ext uri="{BB962C8B-B14F-4D97-AF65-F5344CB8AC3E}">
        <p14:creationId xmlns:p14="http://schemas.microsoft.com/office/powerpoint/2010/main" val="25878896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Rectangle 2"/>
          <p:cNvSpPr txBox="1">
            <a:spLocks noChangeArrowheads="1"/>
          </p:cNvSpPr>
          <p:nvPr/>
        </p:nvSpPr>
        <p:spPr bwMode="auto">
          <a:xfrm>
            <a:off x="6021718" y="140786"/>
            <a:ext cx="4646282" cy="6279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l" rtl="0" eaLnBrk="0" fontAlgn="base" hangingPunct="0">
              <a:spcBef>
                <a:spcPct val="0"/>
              </a:spcBef>
              <a:spcAft>
                <a:spcPct val="0"/>
              </a:spcAft>
              <a:defRPr sz="4400">
                <a:solidFill>
                  <a:srgbClr val="000099"/>
                </a:solidFill>
                <a:latin typeface="+mj-lt"/>
                <a:ea typeface="ＭＳ Ｐゴシック" charset="0"/>
                <a:cs typeface="+mj-cs"/>
              </a:defRPr>
            </a:lvl1pPr>
            <a:lvl2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2pPr>
            <a:lvl3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3pPr>
            <a:lvl4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4pPr>
            <a:lvl5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5pPr>
            <a:lvl6pPr marL="457200" algn="l" rtl="0" fontAlgn="base">
              <a:spcBef>
                <a:spcPct val="0"/>
              </a:spcBef>
              <a:spcAft>
                <a:spcPct val="0"/>
              </a:spcAft>
              <a:defRPr sz="4400">
                <a:solidFill>
                  <a:srgbClr val="000099"/>
                </a:solidFill>
                <a:latin typeface="Gill Sans MT" pitchFamily="34" charset="0"/>
                <a:cs typeface="Arial" charset="0"/>
              </a:defRPr>
            </a:lvl6pPr>
            <a:lvl7pPr marL="914400" algn="l" rtl="0" fontAlgn="base">
              <a:spcBef>
                <a:spcPct val="0"/>
              </a:spcBef>
              <a:spcAft>
                <a:spcPct val="0"/>
              </a:spcAft>
              <a:defRPr sz="4400">
                <a:solidFill>
                  <a:srgbClr val="000099"/>
                </a:solidFill>
                <a:latin typeface="Gill Sans MT" pitchFamily="34" charset="0"/>
                <a:cs typeface="Arial" charset="0"/>
              </a:defRPr>
            </a:lvl7pPr>
            <a:lvl8pPr marL="1371600" algn="l" rtl="0" fontAlgn="base">
              <a:spcBef>
                <a:spcPct val="0"/>
              </a:spcBef>
              <a:spcAft>
                <a:spcPct val="0"/>
              </a:spcAft>
              <a:defRPr sz="4400">
                <a:solidFill>
                  <a:srgbClr val="000099"/>
                </a:solidFill>
                <a:latin typeface="Gill Sans MT" pitchFamily="34" charset="0"/>
                <a:cs typeface="Arial" charset="0"/>
              </a:defRPr>
            </a:lvl8pPr>
            <a:lvl9pPr marL="1828800" algn="l" rtl="0" fontAlgn="base">
              <a:spcBef>
                <a:spcPct val="0"/>
              </a:spcBef>
              <a:spcAft>
                <a:spcPct val="0"/>
              </a:spcAft>
              <a:defRPr sz="4400">
                <a:solidFill>
                  <a:srgbClr val="000099"/>
                </a:solidFill>
                <a:latin typeface="Gill Sans MT" pitchFamily="34" charset="0"/>
                <a:cs typeface="Arial" charset="0"/>
              </a:defRPr>
            </a:lvl9pPr>
          </a:lstStyle>
          <a:p>
            <a:pPr algn="r" eaLnBrk="1" hangingPunct="1"/>
            <a:r>
              <a:rPr lang="en-US" altLang="ja-JP" sz="2800" dirty="0">
                <a:solidFill>
                  <a:schemeClr val="tx1"/>
                </a:solidFill>
                <a:latin typeface="Arial"/>
                <a:ea typeface="ＭＳ Ｐゴシック" pitchFamily="34" charset="-128"/>
                <a:cs typeface="Arial"/>
              </a:rPr>
              <a:t>The Distance Vector (DV)</a:t>
            </a:r>
            <a:endParaRPr lang="en-US" sz="2800" dirty="0">
              <a:solidFill>
                <a:schemeClr val="tx1"/>
              </a:solidFill>
              <a:latin typeface="Arial"/>
              <a:ea typeface="ＭＳ Ｐゴシック" pitchFamily="34" charset="-128"/>
              <a:cs typeface="Arial"/>
            </a:endParaRPr>
          </a:p>
        </p:txBody>
      </p:sp>
      <p:pic>
        <p:nvPicPr>
          <p:cNvPr id="3" name="Picture 2" descr="Screen Shot 2015-04-24 at 3.22.23 PM.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524000" y="0"/>
            <a:ext cx="5702300" cy="6807200"/>
          </a:xfrm>
          <a:prstGeom prst="rect">
            <a:avLst/>
          </a:prstGeom>
        </p:spPr>
      </p:pic>
      <p:sp>
        <p:nvSpPr>
          <p:cNvPr id="30" name="Rectangle 29"/>
          <p:cNvSpPr/>
          <p:nvPr/>
        </p:nvSpPr>
        <p:spPr bwMode="auto">
          <a:xfrm>
            <a:off x="5212677" y="1877886"/>
            <a:ext cx="1999723" cy="4863591"/>
          </a:xfrm>
          <a:prstGeom prst="rect">
            <a:avLst/>
          </a:prstGeom>
          <a:solidFill>
            <a:schemeClr val="bg1"/>
          </a:solid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eaLnBrk="0" fontAlgn="base" hangingPunct="0">
              <a:spcBef>
                <a:spcPct val="0"/>
              </a:spcBef>
              <a:spcAft>
                <a:spcPct val="0"/>
              </a:spcAft>
            </a:pPr>
            <a:endParaRPr lang="en-US">
              <a:latin typeface="Arial" charset="0"/>
            </a:endParaRPr>
          </a:p>
        </p:txBody>
      </p:sp>
      <p:sp>
        <p:nvSpPr>
          <p:cNvPr id="5" name="Rectangle 4"/>
          <p:cNvSpPr/>
          <p:nvPr/>
        </p:nvSpPr>
        <p:spPr bwMode="auto">
          <a:xfrm>
            <a:off x="1551024" y="1"/>
            <a:ext cx="3729212" cy="6714457"/>
          </a:xfrm>
          <a:prstGeom prst="rect">
            <a:avLst/>
          </a:prstGeom>
          <a:solidFill>
            <a:schemeClr val="bg1"/>
          </a:solid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eaLnBrk="0" fontAlgn="base" hangingPunct="0">
              <a:spcBef>
                <a:spcPct val="0"/>
              </a:spcBef>
              <a:spcAft>
                <a:spcPct val="0"/>
              </a:spcAft>
            </a:pPr>
            <a:endParaRPr lang="en-US" dirty="0">
              <a:latin typeface="Arial" charset="0"/>
            </a:endParaRPr>
          </a:p>
        </p:txBody>
      </p:sp>
      <p:grpSp>
        <p:nvGrpSpPr>
          <p:cNvPr id="77834" name="Group 77833"/>
          <p:cNvGrpSpPr/>
          <p:nvPr/>
        </p:nvGrpSpPr>
        <p:grpSpPr>
          <a:xfrm>
            <a:off x="1618580" y="878149"/>
            <a:ext cx="5026330" cy="3269415"/>
            <a:chOff x="94580" y="878148"/>
            <a:chExt cx="5026330" cy="3269415"/>
          </a:xfrm>
        </p:grpSpPr>
        <p:sp>
          <p:nvSpPr>
            <p:cNvPr id="77825" name="Rectangle 77824"/>
            <p:cNvSpPr/>
            <p:nvPr/>
          </p:nvSpPr>
          <p:spPr bwMode="auto">
            <a:xfrm>
              <a:off x="94580" y="2175107"/>
              <a:ext cx="3634631" cy="1972456"/>
            </a:xfrm>
            <a:prstGeom prst="rect">
              <a:avLst/>
            </a:prstGeom>
            <a:solidFill>
              <a:schemeClr val="bg1">
                <a:lumMod val="85000"/>
              </a:schemeClr>
            </a:solidFill>
            <a:ln w="9525" cap="flat" cmpd="sng" algn="ctr">
              <a:solidFill>
                <a:srgbClr val="FF0000"/>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eaLnBrk="0" fontAlgn="base" hangingPunct="0">
                <a:spcBef>
                  <a:spcPct val="0"/>
                </a:spcBef>
                <a:spcAft>
                  <a:spcPct val="0"/>
                </a:spcAft>
              </a:pPr>
              <a:endParaRPr lang="en-US">
                <a:latin typeface="Arial" charset="0"/>
              </a:endParaRPr>
            </a:p>
          </p:txBody>
        </p:sp>
        <p:sp>
          <p:nvSpPr>
            <p:cNvPr id="8" name="Oval 7"/>
            <p:cNvSpPr/>
            <p:nvPr/>
          </p:nvSpPr>
          <p:spPr bwMode="auto">
            <a:xfrm>
              <a:off x="4850678" y="878148"/>
              <a:ext cx="270232" cy="270232"/>
            </a:xfrm>
            <a:prstGeom prst="ellipse">
              <a:avLst/>
            </a:prstGeom>
            <a:noFill/>
            <a:ln w="12700" cap="flat" cmpd="sng" algn="ctr">
              <a:solidFill>
                <a:srgbClr val="FF0000"/>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eaLnBrk="0" fontAlgn="base" hangingPunct="0">
                <a:spcBef>
                  <a:spcPct val="0"/>
                </a:spcBef>
                <a:spcAft>
                  <a:spcPct val="0"/>
                </a:spcAft>
              </a:pPr>
              <a:endParaRPr lang="en-US">
                <a:latin typeface="Arial" charset="0"/>
              </a:endParaRPr>
            </a:p>
          </p:txBody>
        </p:sp>
        <p:cxnSp>
          <p:nvCxnSpPr>
            <p:cNvPr id="17" name="Straight Connector 16"/>
            <p:cNvCxnSpPr/>
            <p:nvPr/>
          </p:nvCxnSpPr>
          <p:spPr bwMode="auto">
            <a:xfrm flipH="1">
              <a:off x="2986072" y="1013248"/>
              <a:ext cx="1864614" cy="0"/>
            </a:xfrm>
            <a:prstGeom prst="line">
              <a:avLst/>
            </a:prstGeom>
            <a:solidFill>
              <a:schemeClr val="accent1"/>
            </a:solidFill>
            <a:ln w="9525" cap="flat" cmpd="sng" algn="ctr">
              <a:solidFill>
                <a:srgbClr val="FF0000"/>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aphicFrame>
          <p:nvGraphicFramePr>
            <p:cNvPr id="34" name="Object 33"/>
            <p:cNvGraphicFramePr>
              <a:graphicFrameLocks noChangeAspect="1"/>
            </p:cNvGraphicFramePr>
            <p:nvPr>
              <p:extLst/>
            </p:nvPr>
          </p:nvGraphicFramePr>
          <p:xfrm>
            <a:off x="179388" y="2262188"/>
            <a:ext cx="3530600" cy="1828800"/>
          </p:xfrm>
          <a:graphic>
            <a:graphicData uri="http://schemas.openxmlformats.org/presentationml/2006/ole">
              <mc:AlternateContent xmlns:mc="http://schemas.openxmlformats.org/markup-compatibility/2006">
                <mc:Choice xmlns:v="urn:schemas-microsoft-com:vml" Requires="v">
                  <p:oleObj spid="_x0000_s5193" name="Equation" r:id="rId4" imgW="1765300" imgH="914400" progId="Equation.3">
                    <p:embed/>
                  </p:oleObj>
                </mc:Choice>
                <mc:Fallback>
                  <p:oleObj name="Equation" r:id="rId4" imgW="1765300" imgH="914400" progId="Equation.3">
                    <p:embed/>
                    <p:pic>
                      <p:nvPicPr>
                        <p:cNvPr id="34" name="Object 33"/>
                        <p:cNvPicPr/>
                        <p:nvPr/>
                      </p:nvPicPr>
                      <p:blipFill>
                        <a:blip r:embed="rId5"/>
                        <a:stretch>
                          <a:fillRect/>
                        </a:stretch>
                      </p:blipFill>
                      <p:spPr>
                        <a:xfrm>
                          <a:off x="179388" y="2262188"/>
                          <a:ext cx="3530600" cy="1828800"/>
                        </a:xfrm>
                        <a:prstGeom prst="rect">
                          <a:avLst/>
                        </a:prstGeom>
                        <a:noFill/>
                      </p:spPr>
                    </p:pic>
                  </p:oleObj>
                </mc:Fallback>
              </mc:AlternateContent>
            </a:graphicData>
          </a:graphic>
        </p:graphicFrame>
        <p:cxnSp>
          <p:nvCxnSpPr>
            <p:cNvPr id="77831" name="Straight Connector 77830"/>
            <p:cNvCxnSpPr/>
            <p:nvPr/>
          </p:nvCxnSpPr>
          <p:spPr bwMode="auto">
            <a:xfrm>
              <a:off x="2999583" y="1013248"/>
              <a:ext cx="0" cy="1175369"/>
            </a:xfrm>
            <a:prstGeom prst="line">
              <a:avLst/>
            </a:prstGeom>
            <a:solidFill>
              <a:schemeClr val="accent1"/>
            </a:solidFill>
            <a:ln w="9525" cap="flat" cmpd="sng" algn="ctr">
              <a:solidFill>
                <a:srgbClr val="FF0000"/>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sp>
        <p:nvSpPr>
          <p:cNvPr id="77835" name="TextBox 77834"/>
          <p:cNvSpPr txBox="1"/>
          <p:nvPr/>
        </p:nvSpPr>
        <p:spPr>
          <a:xfrm>
            <a:off x="1632095" y="1661728"/>
            <a:ext cx="2128275" cy="430887"/>
          </a:xfrm>
          <a:prstGeom prst="rect">
            <a:avLst/>
          </a:prstGeom>
          <a:noFill/>
        </p:spPr>
        <p:txBody>
          <a:bodyPr wrap="none" rtlCol="0">
            <a:spAutoFit/>
          </a:bodyPr>
          <a:lstStyle/>
          <a:p>
            <a:r>
              <a:rPr lang="en-US" sz="2200" dirty="0"/>
              <a:t>Cost from </a:t>
            </a:r>
            <a:r>
              <a:rPr lang="en-US" sz="2200" i="1" dirty="0">
                <a:solidFill>
                  <a:srgbClr val="FF0000"/>
                </a:solidFill>
                <a:latin typeface="Times New Roman"/>
                <a:cs typeface="Times New Roman"/>
              </a:rPr>
              <a:t>x</a:t>
            </a:r>
            <a:r>
              <a:rPr lang="en-US" sz="2200" dirty="0"/>
              <a:t> to </a:t>
            </a:r>
            <a:r>
              <a:rPr lang="en-US" sz="2200" i="1" dirty="0">
                <a:solidFill>
                  <a:srgbClr val="FF0000"/>
                </a:solidFill>
                <a:latin typeface="Times New Roman"/>
                <a:cs typeface="Times New Roman"/>
              </a:rPr>
              <a:t>y</a:t>
            </a:r>
            <a:r>
              <a:rPr lang="en-US" sz="2200" dirty="0"/>
              <a:t>: </a:t>
            </a:r>
          </a:p>
        </p:txBody>
      </p:sp>
      <p:grpSp>
        <p:nvGrpSpPr>
          <p:cNvPr id="77843" name="Group 77842"/>
          <p:cNvGrpSpPr/>
          <p:nvPr/>
        </p:nvGrpSpPr>
        <p:grpSpPr>
          <a:xfrm>
            <a:off x="1622352" y="1422339"/>
            <a:ext cx="4756097" cy="5241871"/>
            <a:chOff x="98351" y="1422338"/>
            <a:chExt cx="4756097" cy="5241871"/>
          </a:xfrm>
        </p:grpSpPr>
        <p:sp>
          <p:nvSpPr>
            <p:cNvPr id="50" name="Rectangle 49"/>
            <p:cNvSpPr/>
            <p:nvPr/>
          </p:nvSpPr>
          <p:spPr bwMode="auto">
            <a:xfrm>
              <a:off x="98351" y="4691753"/>
              <a:ext cx="3634631" cy="1972456"/>
            </a:xfrm>
            <a:prstGeom prst="rect">
              <a:avLst/>
            </a:prstGeom>
            <a:solidFill>
              <a:schemeClr val="bg1">
                <a:lumMod val="85000"/>
              </a:schemeClr>
            </a:solidFill>
            <a:ln w="9525" cap="flat" cmpd="sng" algn="ctr">
              <a:solidFill>
                <a:srgbClr val="FF0000"/>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eaLnBrk="0" fontAlgn="base" hangingPunct="0">
                <a:spcBef>
                  <a:spcPct val="0"/>
                </a:spcBef>
                <a:spcAft>
                  <a:spcPct val="0"/>
                </a:spcAft>
              </a:pPr>
              <a:endParaRPr lang="en-US">
                <a:latin typeface="Arial" charset="0"/>
              </a:endParaRPr>
            </a:p>
          </p:txBody>
        </p:sp>
        <p:sp>
          <p:nvSpPr>
            <p:cNvPr id="47" name="Oval 46"/>
            <p:cNvSpPr/>
            <p:nvPr/>
          </p:nvSpPr>
          <p:spPr bwMode="auto">
            <a:xfrm>
              <a:off x="4584216" y="1422338"/>
              <a:ext cx="270232" cy="270232"/>
            </a:xfrm>
            <a:prstGeom prst="ellipse">
              <a:avLst/>
            </a:prstGeom>
            <a:noFill/>
            <a:ln w="12700" cap="flat" cmpd="sng" algn="ctr">
              <a:solidFill>
                <a:srgbClr val="FF0000"/>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eaLnBrk="0" fontAlgn="base" hangingPunct="0">
                <a:spcBef>
                  <a:spcPct val="0"/>
                </a:spcBef>
                <a:spcAft>
                  <a:spcPct val="0"/>
                </a:spcAft>
              </a:pPr>
              <a:endParaRPr lang="en-US">
                <a:latin typeface="Arial" charset="0"/>
              </a:endParaRPr>
            </a:p>
          </p:txBody>
        </p:sp>
        <p:graphicFrame>
          <p:nvGraphicFramePr>
            <p:cNvPr id="49" name="Object 48"/>
            <p:cNvGraphicFramePr>
              <a:graphicFrameLocks noChangeAspect="1"/>
            </p:cNvGraphicFramePr>
            <p:nvPr>
              <p:extLst/>
            </p:nvPr>
          </p:nvGraphicFramePr>
          <p:xfrm>
            <a:off x="182563" y="4778375"/>
            <a:ext cx="3530600" cy="1828800"/>
          </p:xfrm>
          <a:graphic>
            <a:graphicData uri="http://schemas.openxmlformats.org/presentationml/2006/ole">
              <mc:AlternateContent xmlns:mc="http://schemas.openxmlformats.org/markup-compatibility/2006">
                <mc:Choice xmlns:v="urn:schemas-microsoft-com:vml" Requires="v">
                  <p:oleObj spid="_x0000_s5194" name="Equation" r:id="rId6" imgW="1765300" imgH="914400" progId="Equation.3">
                    <p:embed/>
                  </p:oleObj>
                </mc:Choice>
                <mc:Fallback>
                  <p:oleObj name="Equation" r:id="rId6" imgW="1765300" imgH="914400" progId="Equation.3">
                    <p:embed/>
                    <p:pic>
                      <p:nvPicPr>
                        <p:cNvPr id="49" name="Object 48"/>
                        <p:cNvPicPr/>
                        <p:nvPr/>
                      </p:nvPicPr>
                      <p:blipFill>
                        <a:blip r:embed="rId7"/>
                        <a:stretch>
                          <a:fillRect/>
                        </a:stretch>
                      </p:blipFill>
                      <p:spPr>
                        <a:xfrm>
                          <a:off x="182563" y="4778375"/>
                          <a:ext cx="3530600" cy="1828800"/>
                        </a:xfrm>
                        <a:prstGeom prst="rect">
                          <a:avLst/>
                        </a:prstGeom>
                      </p:spPr>
                    </p:pic>
                  </p:oleObj>
                </mc:Fallback>
              </mc:AlternateContent>
            </a:graphicData>
          </a:graphic>
        </p:graphicFrame>
        <p:sp>
          <p:nvSpPr>
            <p:cNvPr id="52" name="TextBox 51"/>
            <p:cNvSpPr txBox="1"/>
            <p:nvPr/>
          </p:nvSpPr>
          <p:spPr>
            <a:xfrm>
              <a:off x="111866" y="4232413"/>
              <a:ext cx="2112245" cy="430887"/>
            </a:xfrm>
            <a:prstGeom prst="rect">
              <a:avLst/>
            </a:prstGeom>
            <a:noFill/>
          </p:spPr>
          <p:txBody>
            <a:bodyPr wrap="none" rtlCol="0">
              <a:spAutoFit/>
            </a:bodyPr>
            <a:lstStyle/>
            <a:p>
              <a:r>
                <a:rPr lang="en-US" sz="2200" dirty="0"/>
                <a:t>Cost from </a:t>
              </a:r>
              <a:r>
                <a:rPr lang="en-US" sz="2200" i="1" dirty="0">
                  <a:solidFill>
                    <a:srgbClr val="FF0000"/>
                  </a:solidFill>
                  <a:latin typeface="Times New Roman"/>
                  <a:cs typeface="Times New Roman"/>
                </a:rPr>
                <a:t>z</a:t>
              </a:r>
              <a:r>
                <a:rPr lang="en-US" sz="2200" dirty="0"/>
                <a:t> to </a:t>
              </a:r>
              <a:r>
                <a:rPr lang="en-US" sz="2200" i="1" dirty="0">
                  <a:solidFill>
                    <a:srgbClr val="FF0000"/>
                  </a:solidFill>
                  <a:latin typeface="Times New Roman"/>
                  <a:cs typeface="Times New Roman"/>
                </a:rPr>
                <a:t>x</a:t>
              </a:r>
              <a:r>
                <a:rPr lang="en-US" sz="2200" dirty="0"/>
                <a:t>: </a:t>
              </a:r>
            </a:p>
          </p:txBody>
        </p:sp>
        <p:cxnSp>
          <p:nvCxnSpPr>
            <p:cNvPr id="77839" name="Straight Connector 77838"/>
            <p:cNvCxnSpPr/>
            <p:nvPr/>
          </p:nvCxnSpPr>
          <p:spPr bwMode="auto">
            <a:xfrm>
              <a:off x="4715558" y="1715767"/>
              <a:ext cx="0" cy="3607162"/>
            </a:xfrm>
            <a:prstGeom prst="line">
              <a:avLst/>
            </a:prstGeom>
            <a:solidFill>
              <a:schemeClr val="accent1"/>
            </a:solidFill>
            <a:ln w="9525" cap="flat" cmpd="sng" algn="ctr">
              <a:solidFill>
                <a:srgbClr val="FF0000"/>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58" name="Straight Connector 57"/>
            <p:cNvCxnSpPr/>
            <p:nvPr/>
          </p:nvCxnSpPr>
          <p:spPr bwMode="auto">
            <a:xfrm flipH="1">
              <a:off x="3715700" y="5309419"/>
              <a:ext cx="999861" cy="0"/>
            </a:xfrm>
            <a:prstGeom prst="line">
              <a:avLst/>
            </a:prstGeom>
            <a:solidFill>
              <a:schemeClr val="accent1"/>
            </a:solidFill>
            <a:ln w="9525" cap="flat" cmpd="sng" algn="ctr">
              <a:solidFill>
                <a:srgbClr val="FF0000"/>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grpSp>
        <p:nvGrpSpPr>
          <p:cNvPr id="77852" name="Group 77851"/>
          <p:cNvGrpSpPr/>
          <p:nvPr/>
        </p:nvGrpSpPr>
        <p:grpSpPr>
          <a:xfrm>
            <a:off x="6625440" y="1142419"/>
            <a:ext cx="3767780" cy="5499743"/>
            <a:chOff x="5101440" y="1142418"/>
            <a:chExt cx="3767780" cy="5499743"/>
          </a:xfrm>
        </p:grpSpPr>
        <p:sp>
          <p:nvSpPr>
            <p:cNvPr id="71" name="Rectangle 70"/>
            <p:cNvSpPr/>
            <p:nvPr/>
          </p:nvSpPr>
          <p:spPr bwMode="auto">
            <a:xfrm>
              <a:off x="5234589" y="4669705"/>
              <a:ext cx="3634631" cy="1972456"/>
            </a:xfrm>
            <a:prstGeom prst="rect">
              <a:avLst/>
            </a:prstGeom>
            <a:solidFill>
              <a:schemeClr val="bg1">
                <a:lumMod val="85000"/>
              </a:schemeClr>
            </a:solidFill>
            <a:ln w="9525" cap="flat" cmpd="sng" algn="ctr">
              <a:solidFill>
                <a:srgbClr val="FF0000"/>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eaLnBrk="0" fontAlgn="base" hangingPunct="0">
                <a:spcBef>
                  <a:spcPct val="0"/>
                </a:spcBef>
                <a:spcAft>
                  <a:spcPct val="0"/>
                </a:spcAft>
              </a:pPr>
              <a:endParaRPr lang="en-US">
                <a:latin typeface="Arial" charset="0"/>
              </a:endParaRPr>
            </a:p>
          </p:txBody>
        </p:sp>
        <p:sp>
          <p:nvSpPr>
            <p:cNvPr id="62" name="Oval 61"/>
            <p:cNvSpPr/>
            <p:nvPr/>
          </p:nvSpPr>
          <p:spPr bwMode="auto">
            <a:xfrm>
              <a:off x="5101440" y="1142418"/>
              <a:ext cx="270232" cy="270232"/>
            </a:xfrm>
            <a:prstGeom prst="ellipse">
              <a:avLst/>
            </a:prstGeom>
            <a:noFill/>
            <a:ln w="12700" cap="flat" cmpd="sng" algn="ctr">
              <a:solidFill>
                <a:srgbClr val="FF0000"/>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eaLnBrk="0" fontAlgn="base" hangingPunct="0">
                <a:spcBef>
                  <a:spcPct val="0"/>
                </a:spcBef>
                <a:spcAft>
                  <a:spcPct val="0"/>
                </a:spcAft>
              </a:pPr>
              <a:endParaRPr lang="en-US">
                <a:latin typeface="Arial" charset="0"/>
              </a:endParaRPr>
            </a:p>
          </p:txBody>
        </p:sp>
        <p:cxnSp>
          <p:nvCxnSpPr>
            <p:cNvPr id="77848" name="Straight Connector 77847"/>
            <p:cNvCxnSpPr/>
            <p:nvPr/>
          </p:nvCxnSpPr>
          <p:spPr bwMode="auto">
            <a:xfrm>
              <a:off x="5242502" y="1432057"/>
              <a:ext cx="13" cy="3228884"/>
            </a:xfrm>
            <a:prstGeom prst="line">
              <a:avLst/>
            </a:prstGeom>
            <a:solidFill>
              <a:schemeClr val="accent1"/>
            </a:solidFill>
            <a:ln w="9525" cap="flat" cmpd="sng" algn="ctr">
              <a:solidFill>
                <a:srgbClr val="FF0000"/>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sp>
          <p:nvSpPr>
            <p:cNvPr id="73" name="TextBox 72"/>
            <p:cNvSpPr txBox="1"/>
            <p:nvPr/>
          </p:nvSpPr>
          <p:spPr>
            <a:xfrm>
              <a:off x="5358165" y="4236204"/>
              <a:ext cx="2112245" cy="430887"/>
            </a:xfrm>
            <a:prstGeom prst="rect">
              <a:avLst/>
            </a:prstGeom>
            <a:noFill/>
          </p:spPr>
          <p:txBody>
            <a:bodyPr wrap="none" rtlCol="0">
              <a:spAutoFit/>
            </a:bodyPr>
            <a:lstStyle/>
            <a:p>
              <a:r>
                <a:rPr lang="en-US" sz="2200" dirty="0"/>
                <a:t>Cost from </a:t>
              </a:r>
              <a:r>
                <a:rPr lang="en-US" sz="2200" i="1" dirty="0">
                  <a:solidFill>
                    <a:srgbClr val="FF0000"/>
                  </a:solidFill>
                  <a:latin typeface="Times New Roman"/>
                  <a:cs typeface="Times New Roman"/>
                </a:rPr>
                <a:t>y</a:t>
              </a:r>
              <a:r>
                <a:rPr lang="en-US" sz="2200" dirty="0"/>
                <a:t> to </a:t>
              </a:r>
              <a:r>
                <a:rPr lang="en-US" sz="2200" i="1" dirty="0">
                  <a:solidFill>
                    <a:srgbClr val="FF0000"/>
                  </a:solidFill>
                  <a:latin typeface="Times New Roman"/>
                  <a:cs typeface="Times New Roman"/>
                </a:rPr>
                <a:t>z</a:t>
              </a:r>
              <a:r>
                <a:rPr lang="en-US" sz="2200" dirty="0"/>
                <a:t>: </a:t>
              </a:r>
            </a:p>
          </p:txBody>
        </p:sp>
      </p:grpSp>
      <p:grpSp>
        <p:nvGrpSpPr>
          <p:cNvPr id="76" name="Group 75"/>
          <p:cNvGrpSpPr/>
          <p:nvPr/>
        </p:nvGrpSpPr>
        <p:grpSpPr>
          <a:xfrm>
            <a:off x="7485779" y="5095601"/>
            <a:ext cx="2276952" cy="1026959"/>
            <a:chOff x="6788860" y="15850"/>
            <a:chExt cx="2276952" cy="1026959"/>
          </a:xfrm>
        </p:grpSpPr>
        <p:sp>
          <p:nvSpPr>
            <p:cNvPr id="77" name="Explosion 2 76"/>
            <p:cNvSpPr/>
            <p:nvPr/>
          </p:nvSpPr>
          <p:spPr bwMode="auto">
            <a:xfrm rot="859133">
              <a:off x="6788860" y="15850"/>
              <a:ext cx="2276952" cy="1026959"/>
            </a:xfrm>
            <a:prstGeom prst="irregularSeal2">
              <a:avLst/>
            </a:prstGeom>
            <a:solidFill>
              <a:srgbClr val="FFFF00"/>
            </a:solidFill>
            <a:ln w="9525" cap="flat" cmpd="sng" algn="ctr">
              <a:noFill/>
              <a:prstDash val="solid"/>
              <a:round/>
              <a:headEnd type="none" w="med" len="med"/>
              <a:tailEnd type="none" w="med" len="med"/>
            </a:ln>
            <a:effectLst>
              <a:outerShdw blurRad="50800" dist="139700" dir="2700000" algn="tl" rotWithShape="0">
                <a:srgbClr val="000000">
                  <a:alpha val="43000"/>
                </a:srgbClr>
              </a:outerShdw>
            </a:effectLst>
          </p:spPr>
          <p:txBody>
            <a:bodyPr vert="horz" wrap="square" lIns="91440" tIns="45720" rIns="91440" bIns="45720" numCol="1" rtlCol="0" anchor="t" anchorCtr="0" compatLnSpc="1">
              <a:prstTxWarp prst="textNoShape">
                <a:avLst/>
              </a:prstTxWarp>
            </a:bodyPr>
            <a:lstStyle/>
            <a:p>
              <a:pPr marL="342900" indent="-342900" eaLnBrk="0" fontAlgn="base" hangingPunct="0">
                <a:spcBef>
                  <a:spcPct val="20000"/>
                </a:spcBef>
                <a:spcAft>
                  <a:spcPct val="0"/>
                </a:spcAft>
                <a:buClr>
                  <a:schemeClr val="accent2"/>
                </a:buClr>
                <a:buSzPct val="85000"/>
              </a:pPr>
              <a:endParaRPr lang="en-US" sz="2400" dirty="0">
                <a:latin typeface="Comic Sans MS" pitchFamily="66" charset="0"/>
              </a:endParaRPr>
            </a:p>
          </p:txBody>
        </p:sp>
        <p:sp>
          <p:nvSpPr>
            <p:cNvPr id="78" name="TextBox 77"/>
            <p:cNvSpPr txBox="1"/>
            <p:nvPr/>
          </p:nvSpPr>
          <p:spPr>
            <a:xfrm>
              <a:off x="7375921" y="342294"/>
              <a:ext cx="964880" cy="369332"/>
            </a:xfrm>
            <a:prstGeom prst="rect">
              <a:avLst/>
            </a:prstGeom>
            <a:noFill/>
          </p:spPr>
          <p:txBody>
            <a:bodyPr wrap="none" rtlCol="0">
              <a:spAutoFit/>
            </a:bodyPr>
            <a:lstStyle/>
            <a:p>
              <a:r>
                <a:rPr lang="en-US" dirty="0"/>
                <a:t>Self-Test</a:t>
              </a:r>
            </a:p>
          </p:txBody>
        </p:sp>
      </p:grpSp>
      <p:pic>
        <p:nvPicPr>
          <p:cNvPr id="33" name="Picture 32" descr="Screen Shot 2016-04-16 at 10.36.46 PM.png"/>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7379489" y="1023559"/>
            <a:ext cx="3220954" cy="1394726"/>
          </a:xfrm>
          <a:prstGeom prst="rect">
            <a:avLst/>
          </a:prstGeom>
        </p:spPr>
      </p:pic>
      <p:graphicFrame>
        <p:nvGraphicFramePr>
          <p:cNvPr id="72" name="Object 71"/>
          <p:cNvGraphicFramePr>
            <a:graphicFrameLocks noChangeAspect="1"/>
          </p:cNvGraphicFramePr>
          <p:nvPr>
            <p:extLst/>
          </p:nvPr>
        </p:nvGraphicFramePr>
        <p:xfrm>
          <a:off x="6844767" y="4795676"/>
          <a:ext cx="3530600" cy="1828800"/>
        </p:xfrm>
        <a:graphic>
          <a:graphicData uri="http://schemas.openxmlformats.org/presentationml/2006/ole">
            <mc:AlternateContent xmlns:mc="http://schemas.openxmlformats.org/markup-compatibility/2006">
              <mc:Choice xmlns:v="urn:schemas-microsoft-com:vml" Requires="v">
                <p:oleObj spid="_x0000_s5195" name="Equation" r:id="rId9" imgW="1765300" imgH="914400" progId="Equation.3">
                  <p:embed/>
                </p:oleObj>
              </mc:Choice>
              <mc:Fallback>
                <p:oleObj name="Equation" r:id="rId9" imgW="1765300" imgH="914400" progId="Equation.3">
                  <p:embed/>
                  <p:pic>
                    <p:nvPicPr>
                      <p:cNvPr id="72" name="Object 71"/>
                      <p:cNvPicPr/>
                      <p:nvPr/>
                    </p:nvPicPr>
                    <p:blipFill>
                      <a:blip r:embed="rId10"/>
                      <a:stretch>
                        <a:fillRect/>
                      </a:stretch>
                    </p:blipFill>
                    <p:spPr>
                      <a:xfrm>
                        <a:off x="6844767" y="4795676"/>
                        <a:ext cx="3530600" cy="1828800"/>
                      </a:xfrm>
                      <a:prstGeom prst="rect">
                        <a:avLst/>
                      </a:prstGeom>
                    </p:spPr>
                  </p:pic>
                </p:oleObj>
              </mc:Fallback>
            </mc:AlternateContent>
          </a:graphicData>
        </a:graphic>
      </p:graphicFrame>
      <p:sp>
        <p:nvSpPr>
          <p:cNvPr id="31" name="Slide Number Placeholder 4">
            <a:extLst>
              <a:ext uri="{FF2B5EF4-FFF2-40B4-BE49-F238E27FC236}">
                <a16:creationId xmlns:a16="http://schemas.microsoft.com/office/drawing/2014/main" id="{20951948-B008-E644-A413-AF8F2E6FBCAF}"/>
              </a:ext>
            </a:extLst>
          </p:cNvPr>
          <p:cNvSpPr>
            <a:spLocks noGrp="1"/>
          </p:cNvSpPr>
          <p:nvPr>
            <p:ph type="sldNum" sz="quarter" idx="4"/>
          </p:nvPr>
        </p:nvSpPr>
        <p:spPr>
          <a:xfrm>
            <a:off x="9219616" y="6443089"/>
            <a:ext cx="2743200" cy="365125"/>
          </a:xfrm>
        </p:spPr>
        <p:txBody>
          <a:bodyPr/>
          <a:lstStyle/>
          <a:p>
            <a:r>
              <a:rPr lang="en-US" smtClean="0"/>
              <a:t>Network Layer: 5-</a:t>
            </a:r>
            <a:fld id="{C4204591-24BD-A542-B9D5-F8D8A88D2FEE}" type="slidenum">
              <a:rPr lang="en-US" smtClean="0"/>
              <a:pPr/>
              <a:t>40</a:t>
            </a:fld>
            <a:endParaRPr lang="en-US" dirty="0"/>
          </a:p>
        </p:txBody>
      </p:sp>
    </p:spTree>
    <p:extLst>
      <p:ext uri="{BB962C8B-B14F-4D97-AF65-F5344CB8AC3E}">
        <p14:creationId xmlns:p14="http://schemas.microsoft.com/office/powerpoint/2010/main" val="18143689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7834"/>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77835"/>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77843"/>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77852"/>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76"/>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xit" presetSubtype="0" fill="hold" nodeType="clickEffect">
                                  <p:stCondLst>
                                    <p:cond delay="0"/>
                                  </p:stCondLst>
                                  <p:childTnLst>
                                    <p:set>
                                      <p:cBhvr>
                                        <p:cTn id="22" dur="1" fill="hold">
                                          <p:stCondLst>
                                            <p:cond delay="0"/>
                                          </p:stCondLst>
                                        </p:cTn>
                                        <p:tgtEl>
                                          <p:spTgt spid="76"/>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3" presetClass="entr" presetSubtype="10" fill="hold" nodeType="clickEffect">
                                  <p:stCondLst>
                                    <p:cond delay="0"/>
                                  </p:stCondLst>
                                  <p:childTnLst>
                                    <p:set>
                                      <p:cBhvr>
                                        <p:cTn id="26" dur="1" fill="hold">
                                          <p:stCondLst>
                                            <p:cond delay="0"/>
                                          </p:stCondLst>
                                        </p:cTn>
                                        <p:tgtEl>
                                          <p:spTgt spid="72"/>
                                        </p:tgtEl>
                                        <p:attrNameLst>
                                          <p:attrName>style.visibility</p:attrName>
                                        </p:attrNameLst>
                                      </p:cBhvr>
                                      <p:to>
                                        <p:strVal val="visible"/>
                                      </p:to>
                                    </p:set>
                                    <p:animEffect transition="in" filter="blinds(horizontal)">
                                      <p:cBhvr>
                                        <p:cTn id="27" dur="500"/>
                                        <p:tgtEl>
                                          <p:spTgt spid="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835"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EDE803E-6759-9045-824E-EB665BC5AFC2}"/>
              </a:ext>
            </a:extLst>
          </p:cNvPr>
          <p:cNvSpPr>
            <a:spLocks noGrp="1"/>
          </p:cNvSpPr>
          <p:nvPr>
            <p:ph type="title"/>
          </p:nvPr>
        </p:nvSpPr>
        <p:spPr/>
        <p:txBody>
          <a:bodyPr/>
          <a:lstStyle/>
          <a:p>
            <a:r>
              <a:rPr lang="en-US" dirty="0"/>
              <a:t>Distance vector: link cost changes</a:t>
            </a:r>
          </a:p>
        </p:txBody>
      </p:sp>
      <p:sp>
        <p:nvSpPr>
          <p:cNvPr id="5" name="Slide Number Placeholder 4">
            <a:extLst>
              <a:ext uri="{FF2B5EF4-FFF2-40B4-BE49-F238E27FC236}">
                <a16:creationId xmlns:a16="http://schemas.microsoft.com/office/drawing/2014/main" id="{AAC033F3-690E-4449-BE11-90A97F90B4D9}"/>
              </a:ext>
            </a:extLst>
          </p:cNvPr>
          <p:cNvSpPr>
            <a:spLocks noGrp="1"/>
          </p:cNvSpPr>
          <p:nvPr>
            <p:ph type="sldNum" sz="quarter" idx="4"/>
          </p:nvPr>
        </p:nvSpPr>
        <p:spPr/>
        <p:txBody>
          <a:bodyPr/>
          <a:lstStyle/>
          <a:p>
            <a:r>
              <a:rPr lang="en-US" dirty="0"/>
              <a:t>Network Layer: 5-</a:t>
            </a:r>
            <a:fld id="{C4204591-24BD-A542-B9D5-F8D8A88D2FEE}" type="slidenum">
              <a:rPr lang="en-US" smtClean="0"/>
              <a:pPr/>
              <a:t>41</a:t>
            </a:fld>
            <a:endParaRPr lang="en-US" dirty="0"/>
          </a:p>
        </p:txBody>
      </p:sp>
      <p:sp>
        <p:nvSpPr>
          <p:cNvPr id="80" name="Text Box 4">
            <a:extLst>
              <a:ext uri="{FF2B5EF4-FFF2-40B4-BE49-F238E27FC236}">
                <a16:creationId xmlns:a16="http://schemas.microsoft.com/office/drawing/2014/main" id="{438AA575-F82B-4140-AE52-BEE0F0C222E5}"/>
              </a:ext>
            </a:extLst>
          </p:cNvPr>
          <p:cNvSpPr txBox="1">
            <a:spLocks noChangeArrowheads="1"/>
          </p:cNvSpPr>
          <p:nvPr/>
        </p:nvSpPr>
        <p:spPr bwMode="auto">
          <a:xfrm>
            <a:off x="488515" y="4245258"/>
            <a:ext cx="1841326" cy="6906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nSpc>
                <a:spcPct val="80000"/>
              </a:lnSpc>
            </a:pPr>
            <a:r>
              <a:rPr lang="en-US" altLang="ja-JP" dirty="0">
                <a:solidFill>
                  <a:srgbClr val="C00000"/>
                </a:solidFill>
                <a:latin typeface="+mn-lt"/>
              </a:rPr>
              <a:t>“good </a:t>
            </a:r>
            <a:r>
              <a:rPr lang="en-US" dirty="0">
                <a:solidFill>
                  <a:srgbClr val="C00000"/>
                </a:solidFill>
                <a:latin typeface="+mn-lt"/>
              </a:rPr>
              <a:t>news </a:t>
            </a:r>
          </a:p>
          <a:p>
            <a:pPr>
              <a:lnSpc>
                <a:spcPct val="80000"/>
              </a:lnSpc>
            </a:pPr>
            <a:r>
              <a:rPr lang="en-US" dirty="0">
                <a:solidFill>
                  <a:srgbClr val="C00000"/>
                </a:solidFill>
                <a:latin typeface="+mn-lt"/>
              </a:rPr>
              <a:t>travels fast”</a:t>
            </a:r>
            <a:endParaRPr lang="en-US" sz="1600" dirty="0">
              <a:solidFill>
                <a:srgbClr val="C00000"/>
              </a:solidFill>
              <a:latin typeface="+mn-lt"/>
            </a:endParaRPr>
          </a:p>
        </p:txBody>
      </p:sp>
      <p:sp>
        <p:nvSpPr>
          <p:cNvPr id="81" name="Rectangle 41">
            <a:extLst>
              <a:ext uri="{FF2B5EF4-FFF2-40B4-BE49-F238E27FC236}">
                <a16:creationId xmlns:a16="http://schemas.microsoft.com/office/drawing/2014/main" id="{C4C2BFAF-08F8-2B4E-84C9-E1AF71573BD5}"/>
              </a:ext>
            </a:extLst>
          </p:cNvPr>
          <p:cNvSpPr>
            <a:spLocks noChangeArrowheads="1"/>
          </p:cNvSpPr>
          <p:nvPr/>
        </p:nvSpPr>
        <p:spPr bwMode="auto">
          <a:xfrm>
            <a:off x="2337453" y="3722449"/>
            <a:ext cx="9111337" cy="7386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nchor="ctr">
            <a:spAutoFit/>
          </a:bodyPr>
          <a:lstStyle/>
          <a:p>
            <a:pPr>
              <a:tabLst>
                <a:tab pos="228600" algn="l"/>
                <a:tab pos="457200" algn="l"/>
              </a:tabLst>
            </a:pPr>
            <a:r>
              <a:rPr lang="en-US" sz="2400" i="1" dirty="0"/>
              <a:t>t</a:t>
            </a:r>
            <a:r>
              <a:rPr lang="en-US" sz="2400" i="1" baseline="-25000" dirty="0"/>
              <a:t>0 </a:t>
            </a:r>
            <a:r>
              <a:rPr lang="en-US" sz="2400" dirty="0"/>
              <a:t>: </a:t>
            </a:r>
            <a:r>
              <a:rPr lang="en-US" sz="2400" i="1" dirty="0"/>
              <a:t>y</a:t>
            </a:r>
            <a:r>
              <a:rPr lang="en-US" sz="2400" dirty="0"/>
              <a:t> detects link-cost change, updates its DV, informs its neighbors.</a:t>
            </a:r>
          </a:p>
          <a:p>
            <a:pPr>
              <a:tabLst>
                <a:tab pos="228600" algn="l"/>
                <a:tab pos="457200" algn="l"/>
              </a:tabLst>
            </a:pPr>
            <a:endParaRPr lang="en-US" dirty="0"/>
          </a:p>
        </p:txBody>
      </p:sp>
      <p:sp>
        <p:nvSpPr>
          <p:cNvPr id="82" name="Rectangle 42">
            <a:extLst>
              <a:ext uri="{FF2B5EF4-FFF2-40B4-BE49-F238E27FC236}">
                <a16:creationId xmlns:a16="http://schemas.microsoft.com/office/drawing/2014/main" id="{0B94A561-5BEF-5441-B104-E5096C7CCA0A}"/>
              </a:ext>
            </a:extLst>
          </p:cNvPr>
          <p:cNvSpPr>
            <a:spLocks noChangeArrowheads="1"/>
          </p:cNvSpPr>
          <p:nvPr/>
        </p:nvSpPr>
        <p:spPr bwMode="auto">
          <a:xfrm>
            <a:off x="2350153" y="4231521"/>
            <a:ext cx="8710330" cy="110799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nchor="ctr">
            <a:spAutoFit/>
          </a:bodyPr>
          <a:lstStyle/>
          <a:p>
            <a:pPr marL="409575" indent="-409575">
              <a:tabLst>
                <a:tab pos="228600" algn="l"/>
                <a:tab pos="334963" algn="l"/>
              </a:tabLst>
            </a:pPr>
            <a:r>
              <a:rPr lang="en-US" sz="2400" i="1" dirty="0"/>
              <a:t>t</a:t>
            </a:r>
            <a:r>
              <a:rPr lang="en-US" sz="2400" i="1" baseline="-25000" dirty="0"/>
              <a:t>1 </a:t>
            </a:r>
            <a:r>
              <a:rPr lang="en-US" sz="2400" dirty="0"/>
              <a:t>: </a:t>
            </a:r>
            <a:r>
              <a:rPr lang="en-US" sz="2400" i="1" dirty="0"/>
              <a:t>z</a:t>
            </a:r>
            <a:r>
              <a:rPr lang="en-US" sz="2400" dirty="0"/>
              <a:t> receives update from </a:t>
            </a:r>
            <a:r>
              <a:rPr lang="en-US" sz="2400" i="1" dirty="0"/>
              <a:t>y</a:t>
            </a:r>
            <a:r>
              <a:rPr lang="en-US" sz="2400" dirty="0"/>
              <a:t>, updates its table, computes new least cost to </a:t>
            </a:r>
            <a:r>
              <a:rPr lang="en-US" sz="2400" i="1" dirty="0"/>
              <a:t>x</a:t>
            </a:r>
            <a:r>
              <a:rPr lang="en-US" sz="2400" dirty="0"/>
              <a:t> , sends its neighbors its DV.</a:t>
            </a:r>
          </a:p>
          <a:p>
            <a:pPr>
              <a:tabLst>
                <a:tab pos="228600" algn="l"/>
                <a:tab pos="457200" algn="l"/>
              </a:tabLst>
            </a:pPr>
            <a:endParaRPr lang="en-US" dirty="0"/>
          </a:p>
        </p:txBody>
      </p:sp>
      <p:sp>
        <p:nvSpPr>
          <p:cNvPr id="83" name="Rectangle 43">
            <a:extLst>
              <a:ext uri="{FF2B5EF4-FFF2-40B4-BE49-F238E27FC236}">
                <a16:creationId xmlns:a16="http://schemas.microsoft.com/office/drawing/2014/main" id="{02ED6D7B-6CD4-684F-802D-890455183F89}"/>
              </a:ext>
            </a:extLst>
          </p:cNvPr>
          <p:cNvSpPr>
            <a:spLocks noChangeArrowheads="1"/>
          </p:cNvSpPr>
          <p:nvPr/>
        </p:nvSpPr>
        <p:spPr bwMode="auto">
          <a:xfrm>
            <a:off x="2322274" y="5064204"/>
            <a:ext cx="8450110" cy="110799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nchor="ctr">
            <a:spAutoFit/>
          </a:bodyPr>
          <a:lstStyle/>
          <a:p>
            <a:pPr marL="409575" indent="-409575">
              <a:tabLst>
                <a:tab pos="228600" algn="l"/>
                <a:tab pos="457200" algn="l"/>
              </a:tabLst>
            </a:pPr>
            <a:r>
              <a:rPr lang="en-US" sz="2400" i="1" dirty="0"/>
              <a:t>t</a:t>
            </a:r>
            <a:r>
              <a:rPr lang="en-US" sz="2400" i="1" baseline="-25000" dirty="0"/>
              <a:t>2 </a:t>
            </a:r>
            <a:r>
              <a:rPr lang="en-US" sz="2400" dirty="0"/>
              <a:t>: </a:t>
            </a:r>
            <a:r>
              <a:rPr lang="en-US" sz="2400" i="1" dirty="0"/>
              <a:t>y</a:t>
            </a:r>
            <a:r>
              <a:rPr lang="en-US" sz="2400" dirty="0"/>
              <a:t> receives </a:t>
            </a:r>
            <a:r>
              <a:rPr lang="en-US" sz="2400" i="1" dirty="0"/>
              <a:t>z</a:t>
            </a:r>
            <a:r>
              <a:rPr lang="en-US" sz="2400" dirty="0"/>
              <a:t>’</a:t>
            </a:r>
            <a:r>
              <a:rPr lang="en-US" altLang="ja-JP" sz="2400" dirty="0"/>
              <a:t>s update, updates its distance table.  </a:t>
            </a:r>
            <a:r>
              <a:rPr lang="en-US" altLang="ja-JP" sz="2400" i="1" dirty="0"/>
              <a:t>y’</a:t>
            </a:r>
            <a:r>
              <a:rPr lang="en-US" altLang="ja-JP" sz="2400" dirty="0"/>
              <a:t>s least costs do </a:t>
            </a:r>
            <a:r>
              <a:rPr lang="en-US" altLang="ja-JP" sz="2400" i="1" dirty="0"/>
              <a:t>not</a:t>
            </a:r>
            <a:r>
              <a:rPr lang="en-US" altLang="ja-JP" sz="2400" dirty="0"/>
              <a:t> change, so </a:t>
            </a:r>
            <a:r>
              <a:rPr lang="en-US" altLang="ja-JP" sz="2400" i="1" dirty="0"/>
              <a:t>y</a:t>
            </a:r>
            <a:r>
              <a:rPr lang="en-US" altLang="ja-JP" sz="2400" dirty="0"/>
              <a:t> does </a:t>
            </a:r>
            <a:r>
              <a:rPr lang="en-US" altLang="ja-JP" sz="2400" i="1" dirty="0">
                <a:solidFill>
                  <a:srgbClr val="0000A8"/>
                </a:solidFill>
              </a:rPr>
              <a:t>not</a:t>
            </a:r>
            <a:r>
              <a:rPr lang="en-US" altLang="ja-JP" sz="2400" dirty="0"/>
              <a:t> send a message to </a:t>
            </a:r>
            <a:r>
              <a:rPr lang="en-US" altLang="ja-JP" sz="2400" i="1" dirty="0"/>
              <a:t>z</a:t>
            </a:r>
            <a:r>
              <a:rPr lang="en-US" altLang="ja-JP" sz="2400" dirty="0"/>
              <a:t>. </a:t>
            </a:r>
          </a:p>
          <a:p>
            <a:pPr>
              <a:tabLst>
                <a:tab pos="228600" algn="l"/>
                <a:tab pos="457200" algn="l"/>
              </a:tabLst>
            </a:pPr>
            <a:endParaRPr lang="en-US" dirty="0"/>
          </a:p>
        </p:txBody>
      </p:sp>
      <p:sp>
        <p:nvSpPr>
          <p:cNvPr id="84" name="Rectangle 3">
            <a:extLst>
              <a:ext uri="{FF2B5EF4-FFF2-40B4-BE49-F238E27FC236}">
                <a16:creationId xmlns:a16="http://schemas.microsoft.com/office/drawing/2014/main" id="{93DE2E22-15BF-CB43-9F27-84D8612D7A54}"/>
              </a:ext>
            </a:extLst>
          </p:cNvPr>
          <p:cNvSpPr>
            <a:spLocks noChangeArrowheads="1"/>
          </p:cNvSpPr>
          <p:nvPr/>
        </p:nvSpPr>
        <p:spPr bwMode="auto">
          <a:xfrm>
            <a:off x="839244" y="1512909"/>
            <a:ext cx="8066762" cy="20069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a:lnSpc>
                <a:spcPct val="85000"/>
              </a:lnSpc>
              <a:spcBef>
                <a:spcPct val="20000"/>
              </a:spcBef>
              <a:buClr>
                <a:srgbClr val="000099"/>
              </a:buClr>
              <a:buSzPct val="100000"/>
            </a:pPr>
            <a:r>
              <a:rPr lang="en-US" sz="3200" dirty="0">
                <a:solidFill>
                  <a:srgbClr val="0000A8"/>
                </a:solidFill>
              </a:rPr>
              <a:t>link cost changes:</a:t>
            </a:r>
          </a:p>
          <a:p>
            <a:pPr marL="342900" indent="-219075">
              <a:lnSpc>
                <a:spcPct val="85000"/>
              </a:lnSpc>
              <a:spcBef>
                <a:spcPct val="20000"/>
              </a:spcBef>
              <a:buClr>
                <a:srgbClr val="000099"/>
              </a:buClr>
              <a:buSzPct val="100000"/>
              <a:buFont typeface="Wingdings" pitchFamily="2" charset="2"/>
              <a:buChar char="§"/>
            </a:pPr>
            <a:r>
              <a:rPr lang="en-US" sz="2800" dirty="0"/>
              <a:t>node detects local link cost change </a:t>
            </a:r>
          </a:p>
          <a:p>
            <a:pPr marL="342900" indent="-219075">
              <a:lnSpc>
                <a:spcPct val="85000"/>
              </a:lnSpc>
              <a:spcBef>
                <a:spcPct val="20000"/>
              </a:spcBef>
              <a:buClr>
                <a:srgbClr val="000099"/>
              </a:buClr>
              <a:buSzPct val="100000"/>
              <a:buFont typeface="Wingdings" pitchFamily="2" charset="2"/>
              <a:buChar char="§"/>
            </a:pPr>
            <a:r>
              <a:rPr lang="en-US" sz="2800" dirty="0"/>
              <a:t>updates routing info, recalculates local DV</a:t>
            </a:r>
          </a:p>
          <a:p>
            <a:pPr marL="342900" indent="-219075">
              <a:lnSpc>
                <a:spcPct val="85000"/>
              </a:lnSpc>
              <a:spcBef>
                <a:spcPct val="20000"/>
              </a:spcBef>
              <a:buClr>
                <a:srgbClr val="000099"/>
              </a:buClr>
              <a:buSzPct val="100000"/>
              <a:buFont typeface="Wingdings" pitchFamily="2" charset="2"/>
              <a:buChar char="§"/>
            </a:pPr>
            <a:r>
              <a:rPr lang="en-US" sz="2800" dirty="0"/>
              <a:t>if DV changes, notify neighbors</a:t>
            </a:r>
            <a:r>
              <a:rPr lang="en-US" sz="2400" dirty="0"/>
              <a:t> </a:t>
            </a:r>
          </a:p>
        </p:txBody>
      </p:sp>
      <p:grpSp>
        <p:nvGrpSpPr>
          <p:cNvPr id="85" name="Group 5">
            <a:extLst>
              <a:ext uri="{FF2B5EF4-FFF2-40B4-BE49-F238E27FC236}">
                <a16:creationId xmlns:a16="http://schemas.microsoft.com/office/drawing/2014/main" id="{40C2098D-55AC-D040-96C2-D888A70E084A}"/>
              </a:ext>
            </a:extLst>
          </p:cNvPr>
          <p:cNvGrpSpPr>
            <a:grpSpLocks/>
          </p:cNvGrpSpPr>
          <p:nvPr/>
        </p:nvGrpSpPr>
        <p:grpSpPr bwMode="auto">
          <a:xfrm>
            <a:off x="9120644" y="1471939"/>
            <a:ext cx="2184400" cy="1314450"/>
            <a:chOff x="3625" y="1076"/>
            <a:chExt cx="1376" cy="828"/>
          </a:xfrm>
        </p:grpSpPr>
        <p:sp>
          <p:nvSpPr>
            <p:cNvPr id="86" name="Freeform 6">
              <a:extLst>
                <a:ext uri="{FF2B5EF4-FFF2-40B4-BE49-F238E27FC236}">
                  <a16:creationId xmlns:a16="http://schemas.microsoft.com/office/drawing/2014/main" id="{AA88A075-09A8-CA4E-82D1-8922BDB9FED5}"/>
                </a:ext>
              </a:extLst>
            </p:cNvPr>
            <p:cNvSpPr>
              <a:spLocks/>
            </p:cNvSpPr>
            <p:nvPr/>
          </p:nvSpPr>
          <p:spPr bwMode="auto">
            <a:xfrm>
              <a:off x="3625" y="1140"/>
              <a:ext cx="1376" cy="764"/>
            </a:xfrm>
            <a:custGeom>
              <a:avLst/>
              <a:gdLst>
                <a:gd name="T0" fmla="*/ 113 w 1376"/>
                <a:gd name="T1" fmla="*/ 348 h 764"/>
                <a:gd name="T2" fmla="*/ 395 w 1376"/>
                <a:gd name="T3" fmla="*/ 162 h 764"/>
                <a:gd name="T4" fmla="*/ 710 w 1376"/>
                <a:gd name="T5" fmla="*/ 9 h 764"/>
                <a:gd name="T6" fmla="*/ 1160 w 1376"/>
                <a:gd name="T7" fmla="*/ 219 h 764"/>
                <a:gd name="T8" fmla="*/ 1367 w 1376"/>
                <a:gd name="T9" fmla="*/ 510 h 764"/>
                <a:gd name="T10" fmla="*/ 1103 w 1376"/>
                <a:gd name="T11" fmla="*/ 726 h 764"/>
                <a:gd name="T12" fmla="*/ 578 w 1376"/>
                <a:gd name="T13" fmla="*/ 738 h 764"/>
                <a:gd name="T14" fmla="*/ 77 w 1376"/>
                <a:gd name="T15" fmla="*/ 630 h 764"/>
                <a:gd name="T16" fmla="*/ 113 w 1376"/>
                <a:gd name="T17" fmla="*/ 348 h 76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76"/>
                <a:gd name="T28" fmla="*/ 0 h 764"/>
                <a:gd name="T29" fmla="*/ 1376 w 1376"/>
                <a:gd name="T30" fmla="*/ 764 h 76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76" h="764">
                  <a:moveTo>
                    <a:pt x="113" y="348"/>
                  </a:moveTo>
                  <a:cubicBezTo>
                    <a:pt x="166" y="270"/>
                    <a:pt x="296" y="218"/>
                    <a:pt x="395" y="162"/>
                  </a:cubicBezTo>
                  <a:cubicBezTo>
                    <a:pt x="494" y="106"/>
                    <a:pt x="583" y="0"/>
                    <a:pt x="710" y="9"/>
                  </a:cubicBezTo>
                  <a:cubicBezTo>
                    <a:pt x="837" y="18"/>
                    <a:pt x="1051" y="136"/>
                    <a:pt x="1160" y="219"/>
                  </a:cubicBezTo>
                  <a:cubicBezTo>
                    <a:pt x="1269" y="302"/>
                    <a:pt x="1376" y="426"/>
                    <a:pt x="1367" y="510"/>
                  </a:cubicBezTo>
                  <a:cubicBezTo>
                    <a:pt x="1358" y="594"/>
                    <a:pt x="1234" y="688"/>
                    <a:pt x="1103" y="726"/>
                  </a:cubicBezTo>
                  <a:cubicBezTo>
                    <a:pt x="972" y="764"/>
                    <a:pt x="749" y="754"/>
                    <a:pt x="578" y="738"/>
                  </a:cubicBezTo>
                  <a:cubicBezTo>
                    <a:pt x="407" y="722"/>
                    <a:pt x="154" y="695"/>
                    <a:pt x="77" y="630"/>
                  </a:cubicBezTo>
                  <a:cubicBezTo>
                    <a:pt x="0" y="565"/>
                    <a:pt x="60" y="426"/>
                    <a:pt x="113" y="348"/>
                  </a:cubicBezTo>
                  <a:close/>
                </a:path>
              </a:pathLst>
            </a:custGeom>
            <a:solidFill>
              <a:srgbClr val="9CE0FA"/>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7" name="Freeform 7">
              <a:extLst>
                <a:ext uri="{FF2B5EF4-FFF2-40B4-BE49-F238E27FC236}">
                  <a16:creationId xmlns:a16="http://schemas.microsoft.com/office/drawing/2014/main" id="{4B2EFECB-750C-904E-9CF2-153C9D959B07}"/>
                </a:ext>
              </a:extLst>
            </p:cNvPr>
            <p:cNvSpPr>
              <a:spLocks/>
            </p:cNvSpPr>
            <p:nvPr/>
          </p:nvSpPr>
          <p:spPr bwMode="auto">
            <a:xfrm>
              <a:off x="3984" y="1404"/>
              <a:ext cx="222" cy="180"/>
            </a:xfrm>
            <a:custGeom>
              <a:avLst/>
              <a:gdLst>
                <a:gd name="T0" fmla="*/ 0 w 222"/>
                <a:gd name="T1" fmla="*/ 180 h 180"/>
                <a:gd name="T2" fmla="*/ 222 w 222"/>
                <a:gd name="T3" fmla="*/ 0 h 180"/>
                <a:gd name="T4" fmla="*/ 0 60000 65536"/>
                <a:gd name="T5" fmla="*/ 0 60000 65536"/>
                <a:gd name="T6" fmla="*/ 0 w 222"/>
                <a:gd name="T7" fmla="*/ 0 h 180"/>
                <a:gd name="T8" fmla="*/ 222 w 222"/>
                <a:gd name="T9" fmla="*/ 180 h 180"/>
              </a:gdLst>
              <a:ahLst/>
              <a:cxnLst>
                <a:cxn ang="T4">
                  <a:pos x="T0" y="T1"/>
                </a:cxn>
                <a:cxn ang="T5">
                  <a:pos x="T2" y="T3"/>
                </a:cxn>
              </a:cxnLst>
              <a:rect l="T6" t="T7" r="T8" b="T9"/>
              <a:pathLst>
                <a:path w="222" h="180">
                  <a:moveTo>
                    <a:pt x="0" y="180"/>
                  </a:moveTo>
                  <a:lnTo>
                    <a:pt x="222" y="0"/>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8" name="Oval 8">
              <a:extLst>
                <a:ext uri="{FF2B5EF4-FFF2-40B4-BE49-F238E27FC236}">
                  <a16:creationId xmlns:a16="http://schemas.microsoft.com/office/drawing/2014/main" id="{B240CDD0-033A-094B-876D-BDAA0A22FFA1}"/>
                </a:ext>
              </a:extLst>
            </p:cNvPr>
            <p:cNvSpPr>
              <a:spLocks noChangeArrowheads="1"/>
            </p:cNvSpPr>
            <p:nvPr/>
          </p:nvSpPr>
          <p:spPr bwMode="auto">
            <a:xfrm>
              <a:off x="3724" y="1640"/>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9" name="Line 9">
              <a:extLst>
                <a:ext uri="{FF2B5EF4-FFF2-40B4-BE49-F238E27FC236}">
                  <a16:creationId xmlns:a16="http://schemas.microsoft.com/office/drawing/2014/main" id="{7A3FBC27-1E37-F54B-BC58-AC6D92BBBDFF}"/>
                </a:ext>
              </a:extLst>
            </p:cNvPr>
            <p:cNvSpPr>
              <a:spLocks noChangeShapeType="1"/>
            </p:cNvSpPr>
            <p:nvPr/>
          </p:nvSpPr>
          <p:spPr bwMode="auto">
            <a:xfrm>
              <a:off x="3724" y="1633"/>
              <a:ext cx="1"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0" name="Line 10">
              <a:extLst>
                <a:ext uri="{FF2B5EF4-FFF2-40B4-BE49-F238E27FC236}">
                  <a16:creationId xmlns:a16="http://schemas.microsoft.com/office/drawing/2014/main" id="{64C6B584-D5CB-894C-8DF1-970A85230582}"/>
                </a:ext>
              </a:extLst>
            </p:cNvPr>
            <p:cNvSpPr>
              <a:spLocks noChangeShapeType="1"/>
            </p:cNvSpPr>
            <p:nvPr/>
          </p:nvSpPr>
          <p:spPr bwMode="auto">
            <a:xfrm>
              <a:off x="4037" y="1633"/>
              <a:ext cx="1"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1" name="Rectangle 11">
              <a:extLst>
                <a:ext uri="{FF2B5EF4-FFF2-40B4-BE49-F238E27FC236}">
                  <a16:creationId xmlns:a16="http://schemas.microsoft.com/office/drawing/2014/main" id="{5C5412BE-59B0-934A-B7BA-B3DF572827ED}"/>
                </a:ext>
              </a:extLst>
            </p:cNvPr>
            <p:cNvSpPr>
              <a:spLocks noChangeArrowheads="1"/>
            </p:cNvSpPr>
            <p:nvPr/>
          </p:nvSpPr>
          <p:spPr bwMode="auto">
            <a:xfrm>
              <a:off x="3724" y="1633"/>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endParaRPr>
            </a:p>
          </p:txBody>
        </p:sp>
        <p:sp>
          <p:nvSpPr>
            <p:cNvPr id="92" name="Oval 12">
              <a:extLst>
                <a:ext uri="{FF2B5EF4-FFF2-40B4-BE49-F238E27FC236}">
                  <a16:creationId xmlns:a16="http://schemas.microsoft.com/office/drawing/2014/main" id="{CFAF80BD-A1F8-574D-9A78-AD60A870496F}"/>
                </a:ext>
              </a:extLst>
            </p:cNvPr>
            <p:cNvSpPr>
              <a:spLocks noChangeArrowheads="1"/>
            </p:cNvSpPr>
            <p:nvPr/>
          </p:nvSpPr>
          <p:spPr bwMode="auto">
            <a:xfrm>
              <a:off x="3721" y="1574"/>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3" name="Freeform 13">
              <a:extLst>
                <a:ext uri="{FF2B5EF4-FFF2-40B4-BE49-F238E27FC236}">
                  <a16:creationId xmlns:a16="http://schemas.microsoft.com/office/drawing/2014/main" id="{B43B42B3-5A45-CC4B-AD55-97D4D7FEE9F2}"/>
                </a:ext>
              </a:extLst>
            </p:cNvPr>
            <p:cNvSpPr>
              <a:spLocks/>
            </p:cNvSpPr>
            <p:nvPr/>
          </p:nvSpPr>
          <p:spPr bwMode="auto">
            <a:xfrm>
              <a:off x="4389" y="1404"/>
              <a:ext cx="216" cy="189"/>
            </a:xfrm>
            <a:custGeom>
              <a:avLst/>
              <a:gdLst>
                <a:gd name="T0" fmla="*/ 0 w 216"/>
                <a:gd name="T1" fmla="*/ 0 h 189"/>
                <a:gd name="T2" fmla="*/ 216 w 216"/>
                <a:gd name="T3" fmla="*/ 189 h 189"/>
                <a:gd name="T4" fmla="*/ 0 60000 65536"/>
                <a:gd name="T5" fmla="*/ 0 60000 65536"/>
                <a:gd name="T6" fmla="*/ 0 w 216"/>
                <a:gd name="T7" fmla="*/ 0 h 189"/>
                <a:gd name="T8" fmla="*/ 216 w 216"/>
                <a:gd name="T9" fmla="*/ 189 h 189"/>
              </a:gdLst>
              <a:ahLst/>
              <a:cxnLst>
                <a:cxn ang="T4">
                  <a:pos x="T0" y="T1"/>
                </a:cxn>
                <a:cxn ang="T5">
                  <a:pos x="T2" y="T3"/>
                </a:cxn>
              </a:cxnLst>
              <a:rect l="T6" t="T7" r="T8" b="T9"/>
              <a:pathLst>
                <a:path w="216" h="189">
                  <a:moveTo>
                    <a:pt x="0" y="0"/>
                  </a:moveTo>
                  <a:lnTo>
                    <a:pt x="216" y="189"/>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4" name="Freeform 14">
              <a:extLst>
                <a:ext uri="{FF2B5EF4-FFF2-40B4-BE49-F238E27FC236}">
                  <a16:creationId xmlns:a16="http://schemas.microsoft.com/office/drawing/2014/main" id="{3F856C59-D658-7B43-A0E2-8332A0F4880C}"/>
                </a:ext>
              </a:extLst>
            </p:cNvPr>
            <p:cNvSpPr>
              <a:spLocks/>
            </p:cNvSpPr>
            <p:nvPr/>
          </p:nvSpPr>
          <p:spPr bwMode="auto">
            <a:xfrm>
              <a:off x="4041" y="1668"/>
              <a:ext cx="540" cy="3"/>
            </a:xfrm>
            <a:custGeom>
              <a:avLst/>
              <a:gdLst>
                <a:gd name="T0" fmla="*/ 540 w 540"/>
                <a:gd name="T1" fmla="*/ 3 h 3"/>
                <a:gd name="T2" fmla="*/ 0 w 540"/>
                <a:gd name="T3" fmla="*/ 0 h 3"/>
                <a:gd name="T4" fmla="*/ 0 60000 65536"/>
                <a:gd name="T5" fmla="*/ 0 60000 65536"/>
                <a:gd name="T6" fmla="*/ 0 w 540"/>
                <a:gd name="T7" fmla="*/ 0 h 3"/>
                <a:gd name="T8" fmla="*/ 540 w 540"/>
                <a:gd name="T9" fmla="*/ 3 h 3"/>
              </a:gdLst>
              <a:ahLst/>
              <a:cxnLst>
                <a:cxn ang="T4">
                  <a:pos x="T0" y="T1"/>
                </a:cxn>
                <a:cxn ang="T5">
                  <a:pos x="T2" y="T3"/>
                </a:cxn>
              </a:cxnLst>
              <a:rect l="T6" t="T7" r="T8" b="T9"/>
              <a:pathLst>
                <a:path w="540" h="3">
                  <a:moveTo>
                    <a:pt x="540" y="3"/>
                  </a:moveTo>
                  <a:lnTo>
                    <a:pt x="0" y="0"/>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5" name="Group 15">
              <a:extLst>
                <a:ext uri="{FF2B5EF4-FFF2-40B4-BE49-F238E27FC236}">
                  <a16:creationId xmlns:a16="http://schemas.microsoft.com/office/drawing/2014/main" id="{00AF41C0-42D7-4E44-8FBF-8783C29EF616}"/>
                </a:ext>
              </a:extLst>
            </p:cNvPr>
            <p:cNvGrpSpPr>
              <a:grpSpLocks/>
            </p:cNvGrpSpPr>
            <p:nvPr/>
          </p:nvGrpSpPr>
          <p:grpSpPr bwMode="auto">
            <a:xfrm>
              <a:off x="3770" y="1526"/>
              <a:ext cx="210" cy="250"/>
              <a:chOff x="2951" y="2429"/>
              <a:chExt cx="213" cy="250"/>
            </a:xfrm>
          </p:grpSpPr>
          <p:sp>
            <p:nvSpPr>
              <p:cNvPr id="119" name="Rectangle 16">
                <a:extLst>
                  <a:ext uri="{FF2B5EF4-FFF2-40B4-BE49-F238E27FC236}">
                    <a16:creationId xmlns:a16="http://schemas.microsoft.com/office/drawing/2014/main" id="{25143E32-38AB-E141-9359-174A66B210FE}"/>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0" name="Text Box 17">
                <a:extLst>
                  <a:ext uri="{FF2B5EF4-FFF2-40B4-BE49-F238E27FC236}">
                    <a16:creationId xmlns:a16="http://schemas.microsoft.com/office/drawing/2014/main" id="{5FBE30DE-B9C1-4142-BA4A-6C0267A38D82}"/>
                  </a:ext>
                </a:extLst>
              </p:cNvPr>
              <p:cNvSpPr txBox="1">
                <a:spLocks noChangeArrowheads="1"/>
              </p:cNvSpPr>
              <p:nvPr/>
            </p:nvSpPr>
            <p:spPr bwMode="auto">
              <a:xfrm>
                <a:off x="2951" y="2429"/>
                <a:ext cx="213"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omic Sans MS" charset="0"/>
                    <a:ea typeface="ＭＳ Ｐゴシック" charset="0"/>
                  </a:rPr>
                  <a:t>x</a:t>
                </a: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endParaRPr>
              </a:p>
            </p:txBody>
          </p:sp>
        </p:grpSp>
        <p:grpSp>
          <p:nvGrpSpPr>
            <p:cNvPr id="96" name="Group 18">
              <a:extLst>
                <a:ext uri="{FF2B5EF4-FFF2-40B4-BE49-F238E27FC236}">
                  <a16:creationId xmlns:a16="http://schemas.microsoft.com/office/drawing/2014/main" id="{1CCB28C8-C25F-6D45-99D6-934E4DB7ACF6}"/>
                </a:ext>
              </a:extLst>
            </p:cNvPr>
            <p:cNvGrpSpPr>
              <a:grpSpLocks/>
            </p:cNvGrpSpPr>
            <p:nvPr/>
          </p:nvGrpSpPr>
          <p:grpSpPr bwMode="auto">
            <a:xfrm>
              <a:off x="4566" y="1538"/>
              <a:ext cx="316" cy="250"/>
              <a:chOff x="1740" y="2306"/>
              <a:chExt cx="316" cy="250"/>
            </a:xfrm>
          </p:grpSpPr>
          <p:sp>
            <p:nvSpPr>
              <p:cNvPr id="111" name="Oval 19">
                <a:extLst>
                  <a:ext uri="{FF2B5EF4-FFF2-40B4-BE49-F238E27FC236}">
                    <a16:creationId xmlns:a16="http://schemas.microsoft.com/office/drawing/2014/main" id="{0BA6C611-2030-A540-9BCB-553B5913B0E1}"/>
                  </a:ext>
                </a:extLst>
              </p:cNvPr>
              <p:cNvSpPr>
                <a:spLocks noChangeArrowheads="1"/>
              </p:cNvSpPr>
              <p:nvPr/>
            </p:nvSpPr>
            <p:spPr bwMode="auto">
              <a:xfrm>
                <a:off x="1743" y="2420"/>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12" name="Line 20">
                <a:extLst>
                  <a:ext uri="{FF2B5EF4-FFF2-40B4-BE49-F238E27FC236}">
                    <a16:creationId xmlns:a16="http://schemas.microsoft.com/office/drawing/2014/main" id="{EAA6F2A9-76FB-FB44-B560-6F7BA3722BA7}"/>
                  </a:ext>
                </a:extLst>
              </p:cNvPr>
              <p:cNvSpPr>
                <a:spLocks noChangeShapeType="1"/>
              </p:cNvSpPr>
              <p:nvPr/>
            </p:nvSpPr>
            <p:spPr bwMode="auto">
              <a:xfrm>
                <a:off x="1743" y="2413"/>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13" name="Line 21">
                <a:extLst>
                  <a:ext uri="{FF2B5EF4-FFF2-40B4-BE49-F238E27FC236}">
                    <a16:creationId xmlns:a16="http://schemas.microsoft.com/office/drawing/2014/main" id="{3E85F84C-1240-7543-9663-416F41E018B7}"/>
                  </a:ext>
                </a:extLst>
              </p:cNvPr>
              <p:cNvSpPr>
                <a:spLocks noChangeShapeType="1"/>
              </p:cNvSpPr>
              <p:nvPr/>
            </p:nvSpPr>
            <p:spPr bwMode="auto">
              <a:xfrm>
                <a:off x="2056" y="2413"/>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14" name="Rectangle 22">
                <a:extLst>
                  <a:ext uri="{FF2B5EF4-FFF2-40B4-BE49-F238E27FC236}">
                    <a16:creationId xmlns:a16="http://schemas.microsoft.com/office/drawing/2014/main" id="{2E0B953E-0313-0841-B1F0-D4A85EE0DE45}"/>
                  </a:ext>
                </a:extLst>
              </p:cNvPr>
              <p:cNvSpPr>
                <a:spLocks noChangeArrowheads="1"/>
              </p:cNvSpPr>
              <p:nvPr/>
            </p:nvSpPr>
            <p:spPr bwMode="auto">
              <a:xfrm>
                <a:off x="1743" y="2413"/>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endParaRPr>
              </a:p>
            </p:txBody>
          </p:sp>
          <p:sp>
            <p:nvSpPr>
              <p:cNvPr id="115" name="Oval 23">
                <a:extLst>
                  <a:ext uri="{FF2B5EF4-FFF2-40B4-BE49-F238E27FC236}">
                    <a16:creationId xmlns:a16="http://schemas.microsoft.com/office/drawing/2014/main" id="{8F6108B2-EB1F-D245-A6FC-F779F7F6823F}"/>
                  </a:ext>
                </a:extLst>
              </p:cNvPr>
              <p:cNvSpPr>
                <a:spLocks noChangeArrowheads="1"/>
              </p:cNvSpPr>
              <p:nvPr/>
            </p:nvSpPr>
            <p:spPr bwMode="auto">
              <a:xfrm>
                <a:off x="1740" y="2354"/>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16" name="Group 24">
                <a:extLst>
                  <a:ext uri="{FF2B5EF4-FFF2-40B4-BE49-F238E27FC236}">
                    <a16:creationId xmlns:a16="http://schemas.microsoft.com/office/drawing/2014/main" id="{ED45E093-AC43-4E49-AF6B-E506C1277D09}"/>
                  </a:ext>
                </a:extLst>
              </p:cNvPr>
              <p:cNvGrpSpPr>
                <a:grpSpLocks/>
              </p:cNvGrpSpPr>
              <p:nvPr/>
            </p:nvGrpSpPr>
            <p:grpSpPr bwMode="auto">
              <a:xfrm>
                <a:off x="1800" y="2306"/>
                <a:ext cx="202" cy="250"/>
                <a:chOff x="2955" y="2429"/>
                <a:chExt cx="205" cy="250"/>
              </a:xfrm>
            </p:grpSpPr>
            <p:sp>
              <p:nvSpPr>
                <p:cNvPr id="117" name="Rectangle 25">
                  <a:extLst>
                    <a:ext uri="{FF2B5EF4-FFF2-40B4-BE49-F238E27FC236}">
                      <a16:creationId xmlns:a16="http://schemas.microsoft.com/office/drawing/2014/main" id="{6D3355A1-B945-5447-8024-3F52F6D0DC26}"/>
                    </a:ext>
                  </a:extLst>
                </p:cNvPr>
                <p:cNvSpPr>
                  <a:spLocks noChangeArrowheads="1"/>
                </p:cNvSpPr>
                <p:nvPr/>
              </p:nvSpPr>
              <p:spPr bwMode="auto">
                <a:xfrm>
                  <a:off x="2982" y="2490"/>
                  <a:ext cx="143"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18" name="Text Box 26">
                  <a:extLst>
                    <a:ext uri="{FF2B5EF4-FFF2-40B4-BE49-F238E27FC236}">
                      <a16:creationId xmlns:a16="http://schemas.microsoft.com/office/drawing/2014/main" id="{1EA4AFE9-8666-394D-A688-4C7388B89086}"/>
                    </a:ext>
                  </a:extLst>
                </p:cNvPr>
                <p:cNvSpPr txBox="1">
                  <a:spLocks noChangeArrowheads="1"/>
                </p:cNvSpPr>
                <p:nvPr/>
              </p:nvSpPr>
              <p:spPr bwMode="auto">
                <a:xfrm>
                  <a:off x="2955" y="2429"/>
                  <a:ext cx="205"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omic Sans MS" charset="0"/>
                      <a:ea typeface="ＭＳ Ｐゴシック" charset="0"/>
                    </a:rPr>
                    <a:t>z</a:t>
                  </a: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endParaRPr>
                </a:p>
              </p:txBody>
            </p:sp>
          </p:grpSp>
        </p:grpSp>
        <p:sp>
          <p:nvSpPr>
            <p:cNvPr id="97" name="Text Box 27">
              <a:extLst>
                <a:ext uri="{FF2B5EF4-FFF2-40B4-BE49-F238E27FC236}">
                  <a16:creationId xmlns:a16="http://schemas.microsoft.com/office/drawing/2014/main" id="{8D486D45-3211-2E42-9C51-652738E0C104}"/>
                </a:ext>
              </a:extLst>
            </p:cNvPr>
            <p:cNvSpPr txBox="1">
              <a:spLocks noChangeArrowheads="1"/>
            </p:cNvSpPr>
            <p:nvPr/>
          </p:nvSpPr>
          <p:spPr bwMode="auto">
            <a:xfrm>
              <a:off x="4469" y="1328"/>
              <a:ext cx="181"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charset="0"/>
                  <a:ea typeface="ＭＳ Ｐゴシック" charset="0"/>
                </a:rPr>
                <a:t>1</a:t>
              </a: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endParaRPr>
            </a:p>
          </p:txBody>
        </p:sp>
        <p:sp>
          <p:nvSpPr>
            <p:cNvPr id="98" name="Text Box 28">
              <a:extLst>
                <a:ext uri="{FF2B5EF4-FFF2-40B4-BE49-F238E27FC236}">
                  <a16:creationId xmlns:a16="http://schemas.microsoft.com/office/drawing/2014/main" id="{C4EEA417-D5C5-ED4D-88D6-31DEF02AA77B}"/>
                </a:ext>
              </a:extLst>
            </p:cNvPr>
            <p:cNvSpPr txBox="1">
              <a:spLocks noChangeArrowheads="1"/>
            </p:cNvSpPr>
            <p:nvPr/>
          </p:nvSpPr>
          <p:spPr bwMode="auto">
            <a:xfrm>
              <a:off x="3930" y="1325"/>
              <a:ext cx="204"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charset="0"/>
                  <a:ea typeface="ＭＳ Ｐゴシック" charset="0"/>
                </a:rPr>
                <a:t>4</a:t>
              </a: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endParaRPr>
            </a:p>
          </p:txBody>
        </p:sp>
        <p:sp>
          <p:nvSpPr>
            <p:cNvPr id="99" name="Text Box 29">
              <a:extLst>
                <a:ext uri="{FF2B5EF4-FFF2-40B4-BE49-F238E27FC236}">
                  <a16:creationId xmlns:a16="http://schemas.microsoft.com/office/drawing/2014/main" id="{6DB9746E-151B-D246-AE3B-7C96BB80470E}"/>
                </a:ext>
              </a:extLst>
            </p:cNvPr>
            <p:cNvSpPr txBox="1">
              <a:spLocks noChangeArrowheads="1"/>
            </p:cNvSpPr>
            <p:nvPr/>
          </p:nvSpPr>
          <p:spPr bwMode="auto">
            <a:xfrm>
              <a:off x="4171" y="1658"/>
              <a:ext cx="292"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charset="0"/>
                  <a:ea typeface="ＭＳ Ｐゴシック" charset="0"/>
                </a:rPr>
                <a:t>50</a:t>
              </a: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endParaRPr>
            </a:p>
          </p:txBody>
        </p:sp>
        <p:grpSp>
          <p:nvGrpSpPr>
            <p:cNvPr id="100" name="Group 30">
              <a:extLst>
                <a:ext uri="{FF2B5EF4-FFF2-40B4-BE49-F238E27FC236}">
                  <a16:creationId xmlns:a16="http://schemas.microsoft.com/office/drawing/2014/main" id="{6091DEB1-C5BF-E040-8EF0-C995C85E26C8}"/>
                </a:ext>
              </a:extLst>
            </p:cNvPr>
            <p:cNvGrpSpPr>
              <a:grpSpLocks/>
            </p:cNvGrpSpPr>
            <p:nvPr/>
          </p:nvGrpSpPr>
          <p:grpSpPr bwMode="auto">
            <a:xfrm>
              <a:off x="4146" y="1214"/>
              <a:ext cx="316" cy="250"/>
              <a:chOff x="1740" y="2306"/>
              <a:chExt cx="316" cy="250"/>
            </a:xfrm>
          </p:grpSpPr>
          <p:sp>
            <p:nvSpPr>
              <p:cNvPr id="103" name="Oval 31">
                <a:extLst>
                  <a:ext uri="{FF2B5EF4-FFF2-40B4-BE49-F238E27FC236}">
                    <a16:creationId xmlns:a16="http://schemas.microsoft.com/office/drawing/2014/main" id="{51AA4501-AE8F-BF45-9219-96A74877EAA0}"/>
                  </a:ext>
                </a:extLst>
              </p:cNvPr>
              <p:cNvSpPr>
                <a:spLocks noChangeArrowheads="1"/>
              </p:cNvSpPr>
              <p:nvPr/>
            </p:nvSpPr>
            <p:spPr bwMode="auto">
              <a:xfrm>
                <a:off x="1743" y="2420"/>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4" name="Line 32">
                <a:extLst>
                  <a:ext uri="{FF2B5EF4-FFF2-40B4-BE49-F238E27FC236}">
                    <a16:creationId xmlns:a16="http://schemas.microsoft.com/office/drawing/2014/main" id="{FB4052E6-F89B-5144-8146-574A7EFFC438}"/>
                  </a:ext>
                </a:extLst>
              </p:cNvPr>
              <p:cNvSpPr>
                <a:spLocks noChangeShapeType="1"/>
              </p:cNvSpPr>
              <p:nvPr/>
            </p:nvSpPr>
            <p:spPr bwMode="auto">
              <a:xfrm>
                <a:off x="1743" y="2413"/>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5" name="Line 33">
                <a:extLst>
                  <a:ext uri="{FF2B5EF4-FFF2-40B4-BE49-F238E27FC236}">
                    <a16:creationId xmlns:a16="http://schemas.microsoft.com/office/drawing/2014/main" id="{C74DC608-BD5B-6840-AF47-0933A3D7D893}"/>
                  </a:ext>
                </a:extLst>
              </p:cNvPr>
              <p:cNvSpPr>
                <a:spLocks noChangeShapeType="1"/>
              </p:cNvSpPr>
              <p:nvPr/>
            </p:nvSpPr>
            <p:spPr bwMode="auto">
              <a:xfrm>
                <a:off x="2056" y="2413"/>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6" name="Rectangle 34">
                <a:extLst>
                  <a:ext uri="{FF2B5EF4-FFF2-40B4-BE49-F238E27FC236}">
                    <a16:creationId xmlns:a16="http://schemas.microsoft.com/office/drawing/2014/main" id="{3A1AFE8A-9C2C-D640-A73A-1B89A22C2E2E}"/>
                  </a:ext>
                </a:extLst>
              </p:cNvPr>
              <p:cNvSpPr>
                <a:spLocks noChangeArrowheads="1"/>
              </p:cNvSpPr>
              <p:nvPr/>
            </p:nvSpPr>
            <p:spPr bwMode="auto">
              <a:xfrm>
                <a:off x="1743" y="2413"/>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endParaRPr>
              </a:p>
            </p:txBody>
          </p:sp>
          <p:sp>
            <p:nvSpPr>
              <p:cNvPr id="107" name="Oval 35">
                <a:extLst>
                  <a:ext uri="{FF2B5EF4-FFF2-40B4-BE49-F238E27FC236}">
                    <a16:creationId xmlns:a16="http://schemas.microsoft.com/office/drawing/2014/main" id="{BC6727D8-BE5E-224D-85D1-5439843920CA}"/>
                  </a:ext>
                </a:extLst>
              </p:cNvPr>
              <p:cNvSpPr>
                <a:spLocks noChangeArrowheads="1"/>
              </p:cNvSpPr>
              <p:nvPr/>
            </p:nvSpPr>
            <p:spPr bwMode="auto">
              <a:xfrm>
                <a:off x="1740" y="2354"/>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08" name="Group 36">
                <a:extLst>
                  <a:ext uri="{FF2B5EF4-FFF2-40B4-BE49-F238E27FC236}">
                    <a16:creationId xmlns:a16="http://schemas.microsoft.com/office/drawing/2014/main" id="{0047B545-BB3D-7249-B046-CE8A2718BB5A}"/>
                  </a:ext>
                </a:extLst>
              </p:cNvPr>
              <p:cNvGrpSpPr>
                <a:grpSpLocks/>
              </p:cNvGrpSpPr>
              <p:nvPr/>
            </p:nvGrpSpPr>
            <p:grpSpPr bwMode="auto">
              <a:xfrm>
                <a:off x="1802" y="2306"/>
                <a:ext cx="199" cy="250"/>
                <a:chOff x="2957" y="2429"/>
                <a:chExt cx="202" cy="250"/>
              </a:xfrm>
            </p:grpSpPr>
            <p:sp>
              <p:nvSpPr>
                <p:cNvPr id="109" name="Rectangle 37">
                  <a:extLst>
                    <a:ext uri="{FF2B5EF4-FFF2-40B4-BE49-F238E27FC236}">
                      <a16:creationId xmlns:a16="http://schemas.microsoft.com/office/drawing/2014/main" id="{318364A7-97F1-1F4E-988F-46922CCB27A0}"/>
                    </a:ext>
                  </a:extLst>
                </p:cNvPr>
                <p:cNvSpPr>
                  <a:spLocks noChangeArrowheads="1"/>
                </p:cNvSpPr>
                <p:nvPr/>
              </p:nvSpPr>
              <p:spPr bwMode="auto">
                <a:xfrm>
                  <a:off x="2982" y="2490"/>
                  <a:ext cx="143"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10" name="Text Box 38">
                  <a:extLst>
                    <a:ext uri="{FF2B5EF4-FFF2-40B4-BE49-F238E27FC236}">
                      <a16:creationId xmlns:a16="http://schemas.microsoft.com/office/drawing/2014/main" id="{E578598E-0919-2540-8611-872BA7F56BC7}"/>
                    </a:ext>
                  </a:extLst>
                </p:cNvPr>
                <p:cNvSpPr txBox="1">
                  <a:spLocks noChangeArrowheads="1"/>
                </p:cNvSpPr>
                <p:nvPr/>
              </p:nvSpPr>
              <p:spPr bwMode="auto">
                <a:xfrm>
                  <a:off x="2957" y="2429"/>
                  <a:ext cx="202"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omic Sans MS" charset="0"/>
                      <a:ea typeface="ＭＳ Ｐゴシック" charset="0"/>
                    </a:rPr>
                    <a:t>y</a:t>
                  </a: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endParaRPr>
                </a:p>
              </p:txBody>
            </p:sp>
          </p:grpSp>
        </p:grpSp>
        <p:sp>
          <p:nvSpPr>
            <p:cNvPr id="101" name="Text Box 39">
              <a:extLst>
                <a:ext uri="{FF2B5EF4-FFF2-40B4-BE49-F238E27FC236}">
                  <a16:creationId xmlns:a16="http://schemas.microsoft.com/office/drawing/2014/main" id="{1DED0BC9-977B-8046-8C36-2E4B087649CB}"/>
                </a:ext>
              </a:extLst>
            </p:cNvPr>
            <p:cNvSpPr txBox="1">
              <a:spLocks noChangeArrowheads="1"/>
            </p:cNvSpPr>
            <p:nvPr/>
          </p:nvSpPr>
          <p:spPr bwMode="auto">
            <a:xfrm>
              <a:off x="3837" y="1076"/>
              <a:ext cx="182"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lang="en-US" sz="1800" kern="0" dirty="0">
                  <a:solidFill>
                    <a:srgbClr val="FF0000"/>
                  </a:solidFill>
                  <a:latin typeface="Comic Sans MS" charset="0"/>
                </a:rPr>
                <a:t>1</a:t>
              </a: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endParaRPr>
            </a:p>
          </p:txBody>
        </p:sp>
        <p:sp>
          <p:nvSpPr>
            <p:cNvPr id="102" name="Line 40">
              <a:extLst>
                <a:ext uri="{FF2B5EF4-FFF2-40B4-BE49-F238E27FC236}">
                  <a16:creationId xmlns:a16="http://schemas.microsoft.com/office/drawing/2014/main" id="{09BE1DC2-4B0A-DA43-B4B9-66A1A38E5701}"/>
                </a:ext>
              </a:extLst>
            </p:cNvPr>
            <p:cNvSpPr>
              <a:spLocks noChangeShapeType="1"/>
            </p:cNvSpPr>
            <p:nvPr/>
          </p:nvSpPr>
          <p:spPr bwMode="auto">
            <a:xfrm flipH="1" flipV="1">
              <a:off x="3948" y="1272"/>
              <a:ext cx="132" cy="228"/>
            </a:xfrm>
            <a:prstGeom prst="line">
              <a:avLst/>
            </a:prstGeom>
            <a:noFill/>
            <a:ln w="19050">
              <a:solidFill>
                <a:srgbClr val="FF0000"/>
              </a:solidFill>
              <a:round/>
              <a:headEnd/>
              <a:tailEnd type="triangle" w="med" len="me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Tree>
    <p:extLst>
      <p:ext uri="{BB962C8B-B14F-4D97-AF65-F5344CB8AC3E}">
        <p14:creationId xmlns:p14="http://schemas.microsoft.com/office/powerpoint/2010/main" val="30180547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8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8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p:bldP spid="82" grpId="0"/>
      <p:bldP spid="83" grpId="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EDE803E-6759-9045-824E-EB665BC5AFC2}"/>
              </a:ext>
            </a:extLst>
          </p:cNvPr>
          <p:cNvSpPr>
            <a:spLocks noGrp="1"/>
          </p:cNvSpPr>
          <p:nvPr>
            <p:ph type="title"/>
          </p:nvPr>
        </p:nvSpPr>
        <p:spPr/>
        <p:txBody>
          <a:bodyPr/>
          <a:lstStyle/>
          <a:p>
            <a:r>
              <a:rPr lang="en-US" dirty="0"/>
              <a:t>Distance vector: link cost changes</a:t>
            </a:r>
          </a:p>
        </p:txBody>
      </p:sp>
      <p:sp>
        <p:nvSpPr>
          <p:cNvPr id="5" name="Slide Number Placeholder 4">
            <a:extLst>
              <a:ext uri="{FF2B5EF4-FFF2-40B4-BE49-F238E27FC236}">
                <a16:creationId xmlns:a16="http://schemas.microsoft.com/office/drawing/2014/main" id="{AAC033F3-690E-4449-BE11-90A97F90B4D9}"/>
              </a:ext>
            </a:extLst>
          </p:cNvPr>
          <p:cNvSpPr>
            <a:spLocks noGrp="1"/>
          </p:cNvSpPr>
          <p:nvPr>
            <p:ph type="sldNum" sz="quarter" idx="4"/>
          </p:nvPr>
        </p:nvSpPr>
        <p:spPr/>
        <p:txBody>
          <a:bodyPr/>
          <a:lstStyle/>
          <a:p>
            <a:r>
              <a:rPr lang="en-US" dirty="0"/>
              <a:t>Network Layer: 5-</a:t>
            </a:r>
            <a:fld id="{C4204591-24BD-A542-B9D5-F8D8A88D2FEE}" type="slidenum">
              <a:rPr lang="en-US" smtClean="0"/>
              <a:pPr/>
              <a:t>42</a:t>
            </a:fld>
            <a:endParaRPr lang="en-US" dirty="0"/>
          </a:p>
        </p:txBody>
      </p:sp>
      <p:sp>
        <p:nvSpPr>
          <p:cNvPr id="6" name="Rectangle 3">
            <a:extLst>
              <a:ext uri="{FF2B5EF4-FFF2-40B4-BE49-F238E27FC236}">
                <a16:creationId xmlns:a16="http://schemas.microsoft.com/office/drawing/2014/main" id="{D3F0A53B-EF0A-F14F-83F8-2625C7BB826D}"/>
              </a:ext>
            </a:extLst>
          </p:cNvPr>
          <p:cNvSpPr>
            <a:spLocks noChangeArrowheads="1"/>
          </p:cNvSpPr>
          <p:nvPr/>
        </p:nvSpPr>
        <p:spPr bwMode="auto">
          <a:xfrm>
            <a:off x="869732" y="1182861"/>
            <a:ext cx="8066762" cy="20069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a:lnSpc>
                <a:spcPct val="85000"/>
              </a:lnSpc>
              <a:spcBef>
                <a:spcPct val="20000"/>
              </a:spcBef>
              <a:buClr>
                <a:srgbClr val="000099"/>
              </a:buClr>
              <a:buSzPct val="100000"/>
            </a:pPr>
            <a:r>
              <a:rPr lang="en-US" sz="3200" dirty="0">
                <a:solidFill>
                  <a:srgbClr val="0000A8"/>
                </a:solidFill>
              </a:rPr>
              <a:t>link cost changes:</a:t>
            </a:r>
          </a:p>
          <a:p>
            <a:pPr marL="342900" indent="-219075">
              <a:lnSpc>
                <a:spcPct val="85000"/>
              </a:lnSpc>
              <a:spcBef>
                <a:spcPct val="20000"/>
              </a:spcBef>
              <a:buClr>
                <a:srgbClr val="000099"/>
              </a:buClr>
              <a:buSzPct val="100000"/>
              <a:buFont typeface="Wingdings" pitchFamily="2" charset="2"/>
              <a:buChar char="§"/>
            </a:pPr>
            <a:r>
              <a:rPr lang="en-US" sz="2800" dirty="0"/>
              <a:t>node detects local link cost change </a:t>
            </a:r>
          </a:p>
          <a:p>
            <a:pPr marL="342900" indent="-219075">
              <a:lnSpc>
                <a:spcPct val="85000"/>
              </a:lnSpc>
              <a:spcBef>
                <a:spcPct val="20000"/>
              </a:spcBef>
              <a:buClr>
                <a:srgbClr val="000099"/>
              </a:buClr>
              <a:buSzPct val="100000"/>
              <a:buFont typeface="Wingdings" pitchFamily="2" charset="2"/>
              <a:buChar char="§"/>
            </a:pPr>
            <a:r>
              <a:rPr lang="en-US" sz="2800" dirty="0">
                <a:solidFill>
                  <a:srgbClr val="C00000"/>
                </a:solidFill>
              </a:rPr>
              <a:t>“bad news travels slow” </a:t>
            </a:r>
            <a:r>
              <a:rPr lang="en-US" sz="2800" dirty="0"/>
              <a:t>– count-to-infinity problem:</a:t>
            </a:r>
          </a:p>
        </p:txBody>
      </p:sp>
      <p:grpSp>
        <p:nvGrpSpPr>
          <p:cNvPr id="43" name="Group 5">
            <a:extLst>
              <a:ext uri="{FF2B5EF4-FFF2-40B4-BE49-F238E27FC236}">
                <a16:creationId xmlns:a16="http://schemas.microsoft.com/office/drawing/2014/main" id="{53548EC1-9C54-AF46-9B41-624583B976B0}"/>
              </a:ext>
            </a:extLst>
          </p:cNvPr>
          <p:cNvGrpSpPr>
            <a:grpSpLocks/>
          </p:cNvGrpSpPr>
          <p:nvPr/>
        </p:nvGrpSpPr>
        <p:grpSpPr bwMode="auto">
          <a:xfrm>
            <a:off x="9120644" y="1471939"/>
            <a:ext cx="2184400" cy="1314450"/>
            <a:chOff x="3625" y="1076"/>
            <a:chExt cx="1376" cy="828"/>
          </a:xfrm>
        </p:grpSpPr>
        <p:sp>
          <p:nvSpPr>
            <p:cNvPr id="44" name="Freeform 6">
              <a:extLst>
                <a:ext uri="{FF2B5EF4-FFF2-40B4-BE49-F238E27FC236}">
                  <a16:creationId xmlns:a16="http://schemas.microsoft.com/office/drawing/2014/main" id="{33A5FF50-7C95-DF45-AA77-5718630E874D}"/>
                </a:ext>
              </a:extLst>
            </p:cNvPr>
            <p:cNvSpPr>
              <a:spLocks/>
            </p:cNvSpPr>
            <p:nvPr/>
          </p:nvSpPr>
          <p:spPr bwMode="auto">
            <a:xfrm>
              <a:off x="3625" y="1140"/>
              <a:ext cx="1376" cy="764"/>
            </a:xfrm>
            <a:custGeom>
              <a:avLst/>
              <a:gdLst>
                <a:gd name="T0" fmla="*/ 113 w 1376"/>
                <a:gd name="T1" fmla="*/ 348 h 764"/>
                <a:gd name="T2" fmla="*/ 395 w 1376"/>
                <a:gd name="T3" fmla="*/ 162 h 764"/>
                <a:gd name="T4" fmla="*/ 710 w 1376"/>
                <a:gd name="T5" fmla="*/ 9 h 764"/>
                <a:gd name="T6" fmla="*/ 1160 w 1376"/>
                <a:gd name="T7" fmla="*/ 219 h 764"/>
                <a:gd name="T8" fmla="*/ 1367 w 1376"/>
                <a:gd name="T9" fmla="*/ 510 h 764"/>
                <a:gd name="T10" fmla="*/ 1103 w 1376"/>
                <a:gd name="T11" fmla="*/ 726 h 764"/>
                <a:gd name="T12" fmla="*/ 578 w 1376"/>
                <a:gd name="T13" fmla="*/ 738 h 764"/>
                <a:gd name="T14" fmla="*/ 77 w 1376"/>
                <a:gd name="T15" fmla="*/ 630 h 764"/>
                <a:gd name="T16" fmla="*/ 113 w 1376"/>
                <a:gd name="T17" fmla="*/ 348 h 76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76"/>
                <a:gd name="T28" fmla="*/ 0 h 764"/>
                <a:gd name="T29" fmla="*/ 1376 w 1376"/>
                <a:gd name="T30" fmla="*/ 764 h 76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76" h="764">
                  <a:moveTo>
                    <a:pt x="113" y="348"/>
                  </a:moveTo>
                  <a:cubicBezTo>
                    <a:pt x="166" y="270"/>
                    <a:pt x="296" y="218"/>
                    <a:pt x="395" y="162"/>
                  </a:cubicBezTo>
                  <a:cubicBezTo>
                    <a:pt x="494" y="106"/>
                    <a:pt x="583" y="0"/>
                    <a:pt x="710" y="9"/>
                  </a:cubicBezTo>
                  <a:cubicBezTo>
                    <a:pt x="837" y="18"/>
                    <a:pt x="1051" y="136"/>
                    <a:pt x="1160" y="219"/>
                  </a:cubicBezTo>
                  <a:cubicBezTo>
                    <a:pt x="1269" y="302"/>
                    <a:pt x="1376" y="426"/>
                    <a:pt x="1367" y="510"/>
                  </a:cubicBezTo>
                  <a:cubicBezTo>
                    <a:pt x="1358" y="594"/>
                    <a:pt x="1234" y="688"/>
                    <a:pt x="1103" y="726"/>
                  </a:cubicBezTo>
                  <a:cubicBezTo>
                    <a:pt x="972" y="764"/>
                    <a:pt x="749" y="754"/>
                    <a:pt x="578" y="738"/>
                  </a:cubicBezTo>
                  <a:cubicBezTo>
                    <a:pt x="407" y="722"/>
                    <a:pt x="154" y="695"/>
                    <a:pt x="77" y="630"/>
                  </a:cubicBezTo>
                  <a:cubicBezTo>
                    <a:pt x="0" y="565"/>
                    <a:pt x="60" y="426"/>
                    <a:pt x="113" y="348"/>
                  </a:cubicBezTo>
                  <a:close/>
                </a:path>
              </a:pathLst>
            </a:custGeom>
            <a:solidFill>
              <a:srgbClr val="9CE0FA"/>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 name="Freeform 7">
              <a:extLst>
                <a:ext uri="{FF2B5EF4-FFF2-40B4-BE49-F238E27FC236}">
                  <a16:creationId xmlns:a16="http://schemas.microsoft.com/office/drawing/2014/main" id="{6612A2CD-4C6B-DA4A-A743-D71528CFC5F0}"/>
                </a:ext>
              </a:extLst>
            </p:cNvPr>
            <p:cNvSpPr>
              <a:spLocks/>
            </p:cNvSpPr>
            <p:nvPr/>
          </p:nvSpPr>
          <p:spPr bwMode="auto">
            <a:xfrm>
              <a:off x="3984" y="1404"/>
              <a:ext cx="222" cy="180"/>
            </a:xfrm>
            <a:custGeom>
              <a:avLst/>
              <a:gdLst>
                <a:gd name="T0" fmla="*/ 0 w 222"/>
                <a:gd name="T1" fmla="*/ 180 h 180"/>
                <a:gd name="T2" fmla="*/ 222 w 222"/>
                <a:gd name="T3" fmla="*/ 0 h 180"/>
                <a:gd name="T4" fmla="*/ 0 60000 65536"/>
                <a:gd name="T5" fmla="*/ 0 60000 65536"/>
                <a:gd name="T6" fmla="*/ 0 w 222"/>
                <a:gd name="T7" fmla="*/ 0 h 180"/>
                <a:gd name="T8" fmla="*/ 222 w 222"/>
                <a:gd name="T9" fmla="*/ 180 h 180"/>
              </a:gdLst>
              <a:ahLst/>
              <a:cxnLst>
                <a:cxn ang="T4">
                  <a:pos x="T0" y="T1"/>
                </a:cxn>
                <a:cxn ang="T5">
                  <a:pos x="T2" y="T3"/>
                </a:cxn>
              </a:cxnLst>
              <a:rect l="T6" t="T7" r="T8" b="T9"/>
              <a:pathLst>
                <a:path w="222" h="180">
                  <a:moveTo>
                    <a:pt x="0" y="180"/>
                  </a:moveTo>
                  <a:lnTo>
                    <a:pt x="222" y="0"/>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 name="Oval 8">
              <a:extLst>
                <a:ext uri="{FF2B5EF4-FFF2-40B4-BE49-F238E27FC236}">
                  <a16:creationId xmlns:a16="http://schemas.microsoft.com/office/drawing/2014/main" id="{7E8971E6-BEA2-874D-B1E4-61CF622DBD71}"/>
                </a:ext>
              </a:extLst>
            </p:cNvPr>
            <p:cNvSpPr>
              <a:spLocks noChangeArrowheads="1"/>
            </p:cNvSpPr>
            <p:nvPr/>
          </p:nvSpPr>
          <p:spPr bwMode="auto">
            <a:xfrm>
              <a:off x="3724" y="1640"/>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 name="Line 9">
              <a:extLst>
                <a:ext uri="{FF2B5EF4-FFF2-40B4-BE49-F238E27FC236}">
                  <a16:creationId xmlns:a16="http://schemas.microsoft.com/office/drawing/2014/main" id="{7D294D69-AF88-234B-B581-BE8C218CC824}"/>
                </a:ext>
              </a:extLst>
            </p:cNvPr>
            <p:cNvSpPr>
              <a:spLocks noChangeShapeType="1"/>
            </p:cNvSpPr>
            <p:nvPr/>
          </p:nvSpPr>
          <p:spPr bwMode="auto">
            <a:xfrm>
              <a:off x="3724" y="1633"/>
              <a:ext cx="1"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 name="Line 10">
              <a:extLst>
                <a:ext uri="{FF2B5EF4-FFF2-40B4-BE49-F238E27FC236}">
                  <a16:creationId xmlns:a16="http://schemas.microsoft.com/office/drawing/2014/main" id="{67E1C9F1-E4C7-5D42-AEB7-AA8E2621A72F}"/>
                </a:ext>
              </a:extLst>
            </p:cNvPr>
            <p:cNvSpPr>
              <a:spLocks noChangeShapeType="1"/>
            </p:cNvSpPr>
            <p:nvPr/>
          </p:nvSpPr>
          <p:spPr bwMode="auto">
            <a:xfrm>
              <a:off x="4037" y="1633"/>
              <a:ext cx="1"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 name="Rectangle 11">
              <a:extLst>
                <a:ext uri="{FF2B5EF4-FFF2-40B4-BE49-F238E27FC236}">
                  <a16:creationId xmlns:a16="http://schemas.microsoft.com/office/drawing/2014/main" id="{45C496EF-F8C3-F740-9541-702695F34528}"/>
                </a:ext>
              </a:extLst>
            </p:cNvPr>
            <p:cNvSpPr>
              <a:spLocks noChangeArrowheads="1"/>
            </p:cNvSpPr>
            <p:nvPr/>
          </p:nvSpPr>
          <p:spPr bwMode="auto">
            <a:xfrm>
              <a:off x="3724" y="1633"/>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endParaRPr>
            </a:p>
          </p:txBody>
        </p:sp>
        <p:sp>
          <p:nvSpPr>
            <p:cNvPr id="50" name="Oval 12">
              <a:extLst>
                <a:ext uri="{FF2B5EF4-FFF2-40B4-BE49-F238E27FC236}">
                  <a16:creationId xmlns:a16="http://schemas.microsoft.com/office/drawing/2014/main" id="{4BA59B67-A386-7243-9AB5-2A0415A51025}"/>
                </a:ext>
              </a:extLst>
            </p:cNvPr>
            <p:cNvSpPr>
              <a:spLocks noChangeArrowheads="1"/>
            </p:cNvSpPr>
            <p:nvPr/>
          </p:nvSpPr>
          <p:spPr bwMode="auto">
            <a:xfrm>
              <a:off x="3721" y="1574"/>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 name="Freeform 13">
              <a:extLst>
                <a:ext uri="{FF2B5EF4-FFF2-40B4-BE49-F238E27FC236}">
                  <a16:creationId xmlns:a16="http://schemas.microsoft.com/office/drawing/2014/main" id="{98C215AE-6010-1343-8BB0-929BDFAA64C2}"/>
                </a:ext>
              </a:extLst>
            </p:cNvPr>
            <p:cNvSpPr>
              <a:spLocks/>
            </p:cNvSpPr>
            <p:nvPr/>
          </p:nvSpPr>
          <p:spPr bwMode="auto">
            <a:xfrm>
              <a:off x="4389" y="1404"/>
              <a:ext cx="216" cy="189"/>
            </a:xfrm>
            <a:custGeom>
              <a:avLst/>
              <a:gdLst>
                <a:gd name="T0" fmla="*/ 0 w 216"/>
                <a:gd name="T1" fmla="*/ 0 h 189"/>
                <a:gd name="T2" fmla="*/ 216 w 216"/>
                <a:gd name="T3" fmla="*/ 189 h 189"/>
                <a:gd name="T4" fmla="*/ 0 60000 65536"/>
                <a:gd name="T5" fmla="*/ 0 60000 65536"/>
                <a:gd name="T6" fmla="*/ 0 w 216"/>
                <a:gd name="T7" fmla="*/ 0 h 189"/>
                <a:gd name="T8" fmla="*/ 216 w 216"/>
                <a:gd name="T9" fmla="*/ 189 h 189"/>
              </a:gdLst>
              <a:ahLst/>
              <a:cxnLst>
                <a:cxn ang="T4">
                  <a:pos x="T0" y="T1"/>
                </a:cxn>
                <a:cxn ang="T5">
                  <a:pos x="T2" y="T3"/>
                </a:cxn>
              </a:cxnLst>
              <a:rect l="T6" t="T7" r="T8" b="T9"/>
              <a:pathLst>
                <a:path w="216" h="189">
                  <a:moveTo>
                    <a:pt x="0" y="0"/>
                  </a:moveTo>
                  <a:lnTo>
                    <a:pt x="216" y="189"/>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 name="Freeform 14">
              <a:extLst>
                <a:ext uri="{FF2B5EF4-FFF2-40B4-BE49-F238E27FC236}">
                  <a16:creationId xmlns:a16="http://schemas.microsoft.com/office/drawing/2014/main" id="{4B2DB31F-6877-E640-B5F7-0BFCC7893310}"/>
                </a:ext>
              </a:extLst>
            </p:cNvPr>
            <p:cNvSpPr>
              <a:spLocks/>
            </p:cNvSpPr>
            <p:nvPr/>
          </p:nvSpPr>
          <p:spPr bwMode="auto">
            <a:xfrm>
              <a:off x="4041" y="1668"/>
              <a:ext cx="540" cy="3"/>
            </a:xfrm>
            <a:custGeom>
              <a:avLst/>
              <a:gdLst>
                <a:gd name="T0" fmla="*/ 540 w 540"/>
                <a:gd name="T1" fmla="*/ 3 h 3"/>
                <a:gd name="T2" fmla="*/ 0 w 540"/>
                <a:gd name="T3" fmla="*/ 0 h 3"/>
                <a:gd name="T4" fmla="*/ 0 60000 65536"/>
                <a:gd name="T5" fmla="*/ 0 60000 65536"/>
                <a:gd name="T6" fmla="*/ 0 w 540"/>
                <a:gd name="T7" fmla="*/ 0 h 3"/>
                <a:gd name="T8" fmla="*/ 540 w 540"/>
                <a:gd name="T9" fmla="*/ 3 h 3"/>
              </a:gdLst>
              <a:ahLst/>
              <a:cxnLst>
                <a:cxn ang="T4">
                  <a:pos x="T0" y="T1"/>
                </a:cxn>
                <a:cxn ang="T5">
                  <a:pos x="T2" y="T3"/>
                </a:cxn>
              </a:cxnLst>
              <a:rect l="T6" t="T7" r="T8" b="T9"/>
              <a:pathLst>
                <a:path w="540" h="3">
                  <a:moveTo>
                    <a:pt x="540" y="3"/>
                  </a:moveTo>
                  <a:lnTo>
                    <a:pt x="0" y="0"/>
                  </a:lnTo>
                </a:path>
              </a:pathLst>
            </a:custGeom>
            <a:noFill/>
            <a:ln w="12700">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3" name="Group 15">
              <a:extLst>
                <a:ext uri="{FF2B5EF4-FFF2-40B4-BE49-F238E27FC236}">
                  <a16:creationId xmlns:a16="http://schemas.microsoft.com/office/drawing/2014/main" id="{EEB81C2A-A0B1-7444-8561-297CF350C412}"/>
                </a:ext>
              </a:extLst>
            </p:cNvPr>
            <p:cNvGrpSpPr>
              <a:grpSpLocks/>
            </p:cNvGrpSpPr>
            <p:nvPr/>
          </p:nvGrpSpPr>
          <p:grpSpPr bwMode="auto">
            <a:xfrm>
              <a:off x="3770" y="1526"/>
              <a:ext cx="210" cy="250"/>
              <a:chOff x="2951" y="2429"/>
              <a:chExt cx="213" cy="250"/>
            </a:xfrm>
          </p:grpSpPr>
          <p:sp>
            <p:nvSpPr>
              <p:cNvPr id="77" name="Rectangle 16">
                <a:extLst>
                  <a:ext uri="{FF2B5EF4-FFF2-40B4-BE49-F238E27FC236}">
                    <a16:creationId xmlns:a16="http://schemas.microsoft.com/office/drawing/2014/main" id="{F8E4C5AC-0844-044C-BB78-B139DD8F1F58}"/>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 name="Text Box 17">
                <a:extLst>
                  <a:ext uri="{FF2B5EF4-FFF2-40B4-BE49-F238E27FC236}">
                    <a16:creationId xmlns:a16="http://schemas.microsoft.com/office/drawing/2014/main" id="{CF77536C-E1FF-C944-841A-DD711E911C78}"/>
                  </a:ext>
                </a:extLst>
              </p:cNvPr>
              <p:cNvSpPr txBox="1">
                <a:spLocks noChangeArrowheads="1"/>
              </p:cNvSpPr>
              <p:nvPr/>
            </p:nvSpPr>
            <p:spPr bwMode="auto">
              <a:xfrm>
                <a:off x="2951" y="2429"/>
                <a:ext cx="213"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omic Sans MS" charset="0"/>
                    <a:ea typeface="ＭＳ Ｐゴシック" charset="0"/>
                  </a:rPr>
                  <a:t>x</a:t>
                </a: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endParaRPr>
              </a:p>
            </p:txBody>
          </p:sp>
        </p:grpSp>
        <p:grpSp>
          <p:nvGrpSpPr>
            <p:cNvPr id="54" name="Group 18">
              <a:extLst>
                <a:ext uri="{FF2B5EF4-FFF2-40B4-BE49-F238E27FC236}">
                  <a16:creationId xmlns:a16="http://schemas.microsoft.com/office/drawing/2014/main" id="{5CBB15BA-4A40-AB4B-B9EC-BA4E18A4A6EB}"/>
                </a:ext>
              </a:extLst>
            </p:cNvPr>
            <p:cNvGrpSpPr>
              <a:grpSpLocks/>
            </p:cNvGrpSpPr>
            <p:nvPr/>
          </p:nvGrpSpPr>
          <p:grpSpPr bwMode="auto">
            <a:xfrm>
              <a:off x="4566" y="1538"/>
              <a:ext cx="316" cy="250"/>
              <a:chOff x="1740" y="2306"/>
              <a:chExt cx="316" cy="250"/>
            </a:xfrm>
          </p:grpSpPr>
          <p:sp>
            <p:nvSpPr>
              <p:cNvPr id="69" name="Oval 19">
                <a:extLst>
                  <a:ext uri="{FF2B5EF4-FFF2-40B4-BE49-F238E27FC236}">
                    <a16:creationId xmlns:a16="http://schemas.microsoft.com/office/drawing/2014/main" id="{0A200021-D040-DA45-B158-588926E56591}"/>
                  </a:ext>
                </a:extLst>
              </p:cNvPr>
              <p:cNvSpPr>
                <a:spLocks noChangeArrowheads="1"/>
              </p:cNvSpPr>
              <p:nvPr/>
            </p:nvSpPr>
            <p:spPr bwMode="auto">
              <a:xfrm>
                <a:off x="1743" y="2420"/>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0" name="Line 20">
                <a:extLst>
                  <a:ext uri="{FF2B5EF4-FFF2-40B4-BE49-F238E27FC236}">
                    <a16:creationId xmlns:a16="http://schemas.microsoft.com/office/drawing/2014/main" id="{79386E2C-CB0C-9645-B7C5-2599A8A95059}"/>
                  </a:ext>
                </a:extLst>
              </p:cNvPr>
              <p:cNvSpPr>
                <a:spLocks noChangeShapeType="1"/>
              </p:cNvSpPr>
              <p:nvPr/>
            </p:nvSpPr>
            <p:spPr bwMode="auto">
              <a:xfrm>
                <a:off x="1743" y="2413"/>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1" name="Line 21">
                <a:extLst>
                  <a:ext uri="{FF2B5EF4-FFF2-40B4-BE49-F238E27FC236}">
                    <a16:creationId xmlns:a16="http://schemas.microsoft.com/office/drawing/2014/main" id="{A48EA00D-73A4-AF4B-B223-5949CA704258}"/>
                  </a:ext>
                </a:extLst>
              </p:cNvPr>
              <p:cNvSpPr>
                <a:spLocks noChangeShapeType="1"/>
              </p:cNvSpPr>
              <p:nvPr/>
            </p:nvSpPr>
            <p:spPr bwMode="auto">
              <a:xfrm>
                <a:off x="2056" y="2413"/>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2" name="Rectangle 22">
                <a:extLst>
                  <a:ext uri="{FF2B5EF4-FFF2-40B4-BE49-F238E27FC236}">
                    <a16:creationId xmlns:a16="http://schemas.microsoft.com/office/drawing/2014/main" id="{08DBF7C1-ED9B-9D40-8D84-0B5C3304C865}"/>
                  </a:ext>
                </a:extLst>
              </p:cNvPr>
              <p:cNvSpPr>
                <a:spLocks noChangeArrowheads="1"/>
              </p:cNvSpPr>
              <p:nvPr/>
            </p:nvSpPr>
            <p:spPr bwMode="auto">
              <a:xfrm>
                <a:off x="1743" y="2413"/>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endParaRPr>
              </a:p>
            </p:txBody>
          </p:sp>
          <p:sp>
            <p:nvSpPr>
              <p:cNvPr id="73" name="Oval 23">
                <a:extLst>
                  <a:ext uri="{FF2B5EF4-FFF2-40B4-BE49-F238E27FC236}">
                    <a16:creationId xmlns:a16="http://schemas.microsoft.com/office/drawing/2014/main" id="{3E9346AE-E519-354C-810A-16DEADE45AF9}"/>
                  </a:ext>
                </a:extLst>
              </p:cNvPr>
              <p:cNvSpPr>
                <a:spLocks noChangeArrowheads="1"/>
              </p:cNvSpPr>
              <p:nvPr/>
            </p:nvSpPr>
            <p:spPr bwMode="auto">
              <a:xfrm>
                <a:off x="1740" y="2354"/>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4" name="Group 24">
                <a:extLst>
                  <a:ext uri="{FF2B5EF4-FFF2-40B4-BE49-F238E27FC236}">
                    <a16:creationId xmlns:a16="http://schemas.microsoft.com/office/drawing/2014/main" id="{2999FEF8-4C59-634B-A19F-C8299FF594C4}"/>
                  </a:ext>
                </a:extLst>
              </p:cNvPr>
              <p:cNvGrpSpPr>
                <a:grpSpLocks/>
              </p:cNvGrpSpPr>
              <p:nvPr/>
            </p:nvGrpSpPr>
            <p:grpSpPr bwMode="auto">
              <a:xfrm>
                <a:off x="1800" y="2306"/>
                <a:ext cx="202" cy="250"/>
                <a:chOff x="2955" y="2429"/>
                <a:chExt cx="205" cy="250"/>
              </a:xfrm>
            </p:grpSpPr>
            <p:sp>
              <p:nvSpPr>
                <p:cNvPr id="75" name="Rectangle 25">
                  <a:extLst>
                    <a:ext uri="{FF2B5EF4-FFF2-40B4-BE49-F238E27FC236}">
                      <a16:creationId xmlns:a16="http://schemas.microsoft.com/office/drawing/2014/main" id="{563F9320-3842-A643-A717-FFF399899715}"/>
                    </a:ext>
                  </a:extLst>
                </p:cNvPr>
                <p:cNvSpPr>
                  <a:spLocks noChangeArrowheads="1"/>
                </p:cNvSpPr>
                <p:nvPr/>
              </p:nvSpPr>
              <p:spPr bwMode="auto">
                <a:xfrm>
                  <a:off x="2982" y="2490"/>
                  <a:ext cx="143"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 name="Text Box 26">
                  <a:extLst>
                    <a:ext uri="{FF2B5EF4-FFF2-40B4-BE49-F238E27FC236}">
                      <a16:creationId xmlns:a16="http://schemas.microsoft.com/office/drawing/2014/main" id="{8960A5DB-B3CA-144F-B2CA-63FA639D9C19}"/>
                    </a:ext>
                  </a:extLst>
                </p:cNvPr>
                <p:cNvSpPr txBox="1">
                  <a:spLocks noChangeArrowheads="1"/>
                </p:cNvSpPr>
                <p:nvPr/>
              </p:nvSpPr>
              <p:spPr bwMode="auto">
                <a:xfrm>
                  <a:off x="2955" y="2429"/>
                  <a:ext cx="205"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omic Sans MS" charset="0"/>
                      <a:ea typeface="ＭＳ Ｐゴシック" charset="0"/>
                    </a:rPr>
                    <a:t>z</a:t>
                  </a: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endParaRPr>
                </a:p>
              </p:txBody>
            </p:sp>
          </p:grpSp>
        </p:grpSp>
        <p:sp>
          <p:nvSpPr>
            <p:cNvPr id="55" name="Text Box 27">
              <a:extLst>
                <a:ext uri="{FF2B5EF4-FFF2-40B4-BE49-F238E27FC236}">
                  <a16:creationId xmlns:a16="http://schemas.microsoft.com/office/drawing/2014/main" id="{7E80773C-8042-6A43-AC5A-44D7A16EAC58}"/>
                </a:ext>
              </a:extLst>
            </p:cNvPr>
            <p:cNvSpPr txBox="1">
              <a:spLocks noChangeArrowheads="1"/>
            </p:cNvSpPr>
            <p:nvPr/>
          </p:nvSpPr>
          <p:spPr bwMode="auto">
            <a:xfrm>
              <a:off x="4469" y="1328"/>
              <a:ext cx="181"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charset="0"/>
                  <a:ea typeface="ＭＳ Ｐゴシック" charset="0"/>
                </a:rPr>
                <a:t>1</a:t>
              </a: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endParaRPr>
            </a:p>
          </p:txBody>
        </p:sp>
        <p:sp>
          <p:nvSpPr>
            <p:cNvPr id="56" name="Text Box 28">
              <a:extLst>
                <a:ext uri="{FF2B5EF4-FFF2-40B4-BE49-F238E27FC236}">
                  <a16:creationId xmlns:a16="http://schemas.microsoft.com/office/drawing/2014/main" id="{C55355DC-E7CE-B140-B094-F538DB0E7FDE}"/>
                </a:ext>
              </a:extLst>
            </p:cNvPr>
            <p:cNvSpPr txBox="1">
              <a:spLocks noChangeArrowheads="1"/>
            </p:cNvSpPr>
            <p:nvPr/>
          </p:nvSpPr>
          <p:spPr bwMode="auto">
            <a:xfrm>
              <a:off x="3930" y="1325"/>
              <a:ext cx="204"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charset="0"/>
                  <a:ea typeface="ＭＳ Ｐゴシック" charset="0"/>
                </a:rPr>
                <a:t>4</a:t>
              </a: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endParaRPr>
            </a:p>
          </p:txBody>
        </p:sp>
        <p:sp>
          <p:nvSpPr>
            <p:cNvPr id="57" name="Text Box 29">
              <a:extLst>
                <a:ext uri="{FF2B5EF4-FFF2-40B4-BE49-F238E27FC236}">
                  <a16:creationId xmlns:a16="http://schemas.microsoft.com/office/drawing/2014/main" id="{355C66B1-698A-184B-8DA8-9BE05384C6E1}"/>
                </a:ext>
              </a:extLst>
            </p:cNvPr>
            <p:cNvSpPr txBox="1">
              <a:spLocks noChangeArrowheads="1"/>
            </p:cNvSpPr>
            <p:nvPr/>
          </p:nvSpPr>
          <p:spPr bwMode="auto">
            <a:xfrm>
              <a:off x="4171" y="1658"/>
              <a:ext cx="292"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charset="0"/>
                  <a:ea typeface="ＭＳ Ｐゴシック" charset="0"/>
                </a:rPr>
                <a:t>50</a:t>
              </a: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endParaRPr>
            </a:p>
          </p:txBody>
        </p:sp>
        <p:grpSp>
          <p:nvGrpSpPr>
            <p:cNvPr id="58" name="Group 30">
              <a:extLst>
                <a:ext uri="{FF2B5EF4-FFF2-40B4-BE49-F238E27FC236}">
                  <a16:creationId xmlns:a16="http://schemas.microsoft.com/office/drawing/2014/main" id="{5525A171-AA7D-8E43-AA99-783CD6693B5E}"/>
                </a:ext>
              </a:extLst>
            </p:cNvPr>
            <p:cNvGrpSpPr>
              <a:grpSpLocks/>
            </p:cNvGrpSpPr>
            <p:nvPr/>
          </p:nvGrpSpPr>
          <p:grpSpPr bwMode="auto">
            <a:xfrm>
              <a:off x="4146" y="1214"/>
              <a:ext cx="316" cy="250"/>
              <a:chOff x="1740" y="2306"/>
              <a:chExt cx="316" cy="250"/>
            </a:xfrm>
          </p:grpSpPr>
          <p:sp>
            <p:nvSpPr>
              <p:cNvPr id="61" name="Oval 31">
                <a:extLst>
                  <a:ext uri="{FF2B5EF4-FFF2-40B4-BE49-F238E27FC236}">
                    <a16:creationId xmlns:a16="http://schemas.microsoft.com/office/drawing/2014/main" id="{D84C6EE9-75F6-2B46-AA10-45E7BF28FA29}"/>
                  </a:ext>
                </a:extLst>
              </p:cNvPr>
              <p:cNvSpPr>
                <a:spLocks noChangeArrowheads="1"/>
              </p:cNvSpPr>
              <p:nvPr/>
            </p:nvSpPr>
            <p:spPr bwMode="auto">
              <a:xfrm>
                <a:off x="1743" y="2420"/>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2" name="Line 32">
                <a:extLst>
                  <a:ext uri="{FF2B5EF4-FFF2-40B4-BE49-F238E27FC236}">
                    <a16:creationId xmlns:a16="http://schemas.microsoft.com/office/drawing/2014/main" id="{2567FA46-08FC-BD4D-8FF6-A3A4C69A8C79}"/>
                  </a:ext>
                </a:extLst>
              </p:cNvPr>
              <p:cNvSpPr>
                <a:spLocks noChangeShapeType="1"/>
              </p:cNvSpPr>
              <p:nvPr/>
            </p:nvSpPr>
            <p:spPr bwMode="auto">
              <a:xfrm>
                <a:off x="1743" y="2413"/>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3" name="Line 33">
                <a:extLst>
                  <a:ext uri="{FF2B5EF4-FFF2-40B4-BE49-F238E27FC236}">
                    <a16:creationId xmlns:a16="http://schemas.microsoft.com/office/drawing/2014/main" id="{26FB35EB-138C-CF45-AA13-8A120FEA7C47}"/>
                  </a:ext>
                </a:extLst>
              </p:cNvPr>
              <p:cNvSpPr>
                <a:spLocks noChangeShapeType="1"/>
              </p:cNvSpPr>
              <p:nvPr/>
            </p:nvSpPr>
            <p:spPr bwMode="auto">
              <a:xfrm>
                <a:off x="2056" y="2413"/>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 name="Rectangle 34">
                <a:extLst>
                  <a:ext uri="{FF2B5EF4-FFF2-40B4-BE49-F238E27FC236}">
                    <a16:creationId xmlns:a16="http://schemas.microsoft.com/office/drawing/2014/main" id="{6D96E9E3-BC4D-1842-BF12-AA066722B460}"/>
                  </a:ext>
                </a:extLst>
              </p:cNvPr>
              <p:cNvSpPr>
                <a:spLocks noChangeArrowheads="1"/>
              </p:cNvSpPr>
              <p:nvPr/>
            </p:nvSpPr>
            <p:spPr bwMode="auto">
              <a:xfrm>
                <a:off x="1743" y="2413"/>
                <a:ext cx="310" cy="49"/>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endParaRPr>
              </a:p>
            </p:txBody>
          </p:sp>
          <p:sp>
            <p:nvSpPr>
              <p:cNvPr id="65" name="Oval 35">
                <a:extLst>
                  <a:ext uri="{FF2B5EF4-FFF2-40B4-BE49-F238E27FC236}">
                    <a16:creationId xmlns:a16="http://schemas.microsoft.com/office/drawing/2014/main" id="{D1D0B359-3B66-D143-BE1A-57596411218A}"/>
                  </a:ext>
                </a:extLst>
              </p:cNvPr>
              <p:cNvSpPr>
                <a:spLocks noChangeArrowheads="1"/>
              </p:cNvSpPr>
              <p:nvPr/>
            </p:nvSpPr>
            <p:spPr bwMode="auto">
              <a:xfrm>
                <a:off x="1740" y="2354"/>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66" name="Group 36">
                <a:extLst>
                  <a:ext uri="{FF2B5EF4-FFF2-40B4-BE49-F238E27FC236}">
                    <a16:creationId xmlns:a16="http://schemas.microsoft.com/office/drawing/2014/main" id="{3D130FA3-1656-2E4D-A448-FBC3A12A31FC}"/>
                  </a:ext>
                </a:extLst>
              </p:cNvPr>
              <p:cNvGrpSpPr>
                <a:grpSpLocks/>
              </p:cNvGrpSpPr>
              <p:nvPr/>
            </p:nvGrpSpPr>
            <p:grpSpPr bwMode="auto">
              <a:xfrm>
                <a:off x="1802" y="2306"/>
                <a:ext cx="199" cy="250"/>
                <a:chOff x="2957" y="2429"/>
                <a:chExt cx="202" cy="250"/>
              </a:xfrm>
            </p:grpSpPr>
            <p:sp>
              <p:nvSpPr>
                <p:cNvPr id="67" name="Rectangle 37">
                  <a:extLst>
                    <a:ext uri="{FF2B5EF4-FFF2-40B4-BE49-F238E27FC236}">
                      <a16:creationId xmlns:a16="http://schemas.microsoft.com/office/drawing/2014/main" id="{CC9AB493-6B84-8A4F-849B-352E8FEF17AF}"/>
                    </a:ext>
                  </a:extLst>
                </p:cNvPr>
                <p:cNvSpPr>
                  <a:spLocks noChangeArrowheads="1"/>
                </p:cNvSpPr>
                <p:nvPr/>
              </p:nvSpPr>
              <p:spPr bwMode="auto">
                <a:xfrm>
                  <a:off x="2982" y="2490"/>
                  <a:ext cx="143"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8" name="Text Box 38">
                  <a:extLst>
                    <a:ext uri="{FF2B5EF4-FFF2-40B4-BE49-F238E27FC236}">
                      <a16:creationId xmlns:a16="http://schemas.microsoft.com/office/drawing/2014/main" id="{08E9F813-DB7C-084E-B829-ED11637E6CBC}"/>
                    </a:ext>
                  </a:extLst>
                </p:cNvPr>
                <p:cNvSpPr txBox="1">
                  <a:spLocks noChangeArrowheads="1"/>
                </p:cNvSpPr>
                <p:nvPr/>
              </p:nvSpPr>
              <p:spPr bwMode="auto">
                <a:xfrm>
                  <a:off x="2957" y="2429"/>
                  <a:ext cx="202"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omic Sans MS" charset="0"/>
                      <a:ea typeface="ＭＳ Ｐゴシック" charset="0"/>
                    </a:rPr>
                    <a:t>y</a:t>
                  </a: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endParaRPr>
                </a:p>
              </p:txBody>
            </p:sp>
          </p:grpSp>
        </p:grpSp>
        <p:sp>
          <p:nvSpPr>
            <p:cNvPr id="59" name="Text Box 39">
              <a:extLst>
                <a:ext uri="{FF2B5EF4-FFF2-40B4-BE49-F238E27FC236}">
                  <a16:creationId xmlns:a16="http://schemas.microsoft.com/office/drawing/2014/main" id="{F204BFEE-4A9D-1242-8E82-0E122FB4FA36}"/>
                </a:ext>
              </a:extLst>
            </p:cNvPr>
            <p:cNvSpPr txBox="1">
              <a:spLocks noChangeArrowheads="1"/>
            </p:cNvSpPr>
            <p:nvPr/>
          </p:nvSpPr>
          <p:spPr bwMode="auto">
            <a:xfrm>
              <a:off x="3781" y="1076"/>
              <a:ext cx="294"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lang="en-US" sz="1800" kern="0" dirty="0">
                  <a:solidFill>
                    <a:srgbClr val="FF0000"/>
                  </a:solidFill>
                  <a:latin typeface="Comic Sans MS" charset="0"/>
                </a:rPr>
                <a:t>6</a:t>
              </a:r>
              <a:r>
                <a:rPr kumimoji="0" lang="en-US" sz="1800" b="0" i="0" u="none" strike="noStrike" kern="0" cap="none" spc="0" normalizeH="0" baseline="0" noProof="0" dirty="0">
                  <a:ln>
                    <a:noFill/>
                  </a:ln>
                  <a:solidFill>
                    <a:srgbClr val="FF0000"/>
                  </a:solidFill>
                  <a:effectLst/>
                  <a:uLnTx/>
                  <a:uFillTx/>
                  <a:latin typeface="Comic Sans MS" charset="0"/>
                  <a:ea typeface="ＭＳ Ｐゴシック" charset="0"/>
                </a:rPr>
                <a:t>0</a:t>
              </a: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endParaRPr>
            </a:p>
          </p:txBody>
        </p:sp>
        <p:sp>
          <p:nvSpPr>
            <p:cNvPr id="60" name="Line 40">
              <a:extLst>
                <a:ext uri="{FF2B5EF4-FFF2-40B4-BE49-F238E27FC236}">
                  <a16:creationId xmlns:a16="http://schemas.microsoft.com/office/drawing/2014/main" id="{4A0CC945-C558-D74F-91C0-D7DC05E360DB}"/>
                </a:ext>
              </a:extLst>
            </p:cNvPr>
            <p:cNvSpPr>
              <a:spLocks noChangeShapeType="1"/>
            </p:cNvSpPr>
            <p:nvPr/>
          </p:nvSpPr>
          <p:spPr bwMode="auto">
            <a:xfrm flipH="1" flipV="1">
              <a:off x="3948" y="1272"/>
              <a:ext cx="132" cy="228"/>
            </a:xfrm>
            <a:prstGeom prst="line">
              <a:avLst/>
            </a:prstGeom>
            <a:noFill/>
            <a:ln w="19050">
              <a:solidFill>
                <a:srgbClr val="FF0000"/>
              </a:solidFill>
              <a:round/>
              <a:headEnd/>
              <a:tailEnd type="triangle" w="med" len="me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9" name="Rectangle 3">
            <a:extLst>
              <a:ext uri="{FF2B5EF4-FFF2-40B4-BE49-F238E27FC236}">
                <a16:creationId xmlns:a16="http://schemas.microsoft.com/office/drawing/2014/main" id="{6855C03C-8E44-EF41-9C64-F301F7F5A936}"/>
              </a:ext>
            </a:extLst>
          </p:cNvPr>
          <p:cNvSpPr>
            <a:spLocks noChangeArrowheads="1"/>
          </p:cNvSpPr>
          <p:nvPr/>
        </p:nvSpPr>
        <p:spPr bwMode="auto">
          <a:xfrm>
            <a:off x="1041747" y="2917913"/>
            <a:ext cx="10519776" cy="75221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7663" indent="-223838">
              <a:lnSpc>
                <a:spcPct val="85000"/>
              </a:lnSpc>
              <a:spcBef>
                <a:spcPct val="20000"/>
              </a:spcBef>
              <a:buClr>
                <a:srgbClr val="000099"/>
              </a:buClr>
              <a:buSzPct val="100000"/>
              <a:buFont typeface="Arial" panose="020B0604020202020204" pitchFamily="34" charset="0"/>
              <a:buChar char="•"/>
            </a:pPr>
            <a:r>
              <a:rPr lang="en-US" sz="2400" i="1" dirty="0"/>
              <a:t>y </a:t>
            </a:r>
            <a:r>
              <a:rPr lang="en-US" sz="2400" dirty="0"/>
              <a:t>sees direct link to </a:t>
            </a:r>
            <a:r>
              <a:rPr lang="en-US" sz="2400" i="1" dirty="0"/>
              <a:t>x</a:t>
            </a:r>
            <a:r>
              <a:rPr lang="en-US" sz="2400" dirty="0"/>
              <a:t> has new cost 60, but z has said it has a path at cost of 5. So </a:t>
            </a:r>
            <a:r>
              <a:rPr lang="en-US" sz="2400" i="1" dirty="0"/>
              <a:t>y</a:t>
            </a:r>
            <a:r>
              <a:rPr lang="en-US" sz="2400" dirty="0"/>
              <a:t> computes “my new cost to x will be 6, via z); notifies </a:t>
            </a:r>
            <a:r>
              <a:rPr lang="en-US" sz="2400" i="1" dirty="0"/>
              <a:t>z</a:t>
            </a:r>
            <a:r>
              <a:rPr lang="en-US" sz="2400" dirty="0"/>
              <a:t> of new cost of 6 to </a:t>
            </a:r>
            <a:r>
              <a:rPr lang="en-US" sz="2400" i="1" dirty="0"/>
              <a:t>x.</a:t>
            </a:r>
          </a:p>
        </p:txBody>
      </p:sp>
      <p:sp>
        <p:nvSpPr>
          <p:cNvPr id="84" name="Rectangle 3">
            <a:extLst>
              <a:ext uri="{FF2B5EF4-FFF2-40B4-BE49-F238E27FC236}">
                <a16:creationId xmlns:a16="http://schemas.microsoft.com/office/drawing/2014/main" id="{209F57E2-5D18-394E-8877-449361B245B3}"/>
              </a:ext>
            </a:extLst>
          </p:cNvPr>
          <p:cNvSpPr>
            <a:spLocks noChangeArrowheads="1"/>
          </p:cNvSpPr>
          <p:nvPr/>
        </p:nvSpPr>
        <p:spPr bwMode="auto">
          <a:xfrm>
            <a:off x="1043836" y="3596406"/>
            <a:ext cx="9931052" cy="75221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7663" indent="-223838">
              <a:lnSpc>
                <a:spcPct val="85000"/>
              </a:lnSpc>
              <a:spcBef>
                <a:spcPct val="20000"/>
              </a:spcBef>
              <a:buClr>
                <a:srgbClr val="000099"/>
              </a:buClr>
              <a:buSzPct val="100000"/>
              <a:buFont typeface="Arial" panose="020B0604020202020204" pitchFamily="34" charset="0"/>
              <a:buChar char="•"/>
            </a:pPr>
            <a:r>
              <a:rPr lang="en-US" sz="2400" i="1" dirty="0"/>
              <a:t>z </a:t>
            </a:r>
            <a:r>
              <a:rPr lang="en-US" sz="2400" dirty="0"/>
              <a:t>learns that path to </a:t>
            </a:r>
            <a:r>
              <a:rPr lang="en-US" sz="2400" i="1" dirty="0"/>
              <a:t>x</a:t>
            </a:r>
            <a:r>
              <a:rPr lang="en-US" sz="2400" dirty="0"/>
              <a:t> via</a:t>
            </a:r>
            <a:r>
              <a:rPr lang="en-US" sz="2400" i="1" dirty="0"/>
              <a:t> y </a:t>
            </a:r>
            <a:r>
              <a:rPr lang="en-US" sz="2400" dirty="0"/>
              <a:t>has new cost 6, so </a:t>
            </a:r>
            <a:r>
              <a:rPr lang="en-US" sz="2400" i="1" dirty="0"/>
              <a:t>z</a:t>
            </a:r>
            <a:r>
              <a:rPr lang="en-US" sz="2400" dirty="0"/>
              <a:t>  computes “my new cost to </a:t>
            </a:r>
            <a:r>
              <a:rPr lang="en-US" sz="2400" i="1" dirty="0"/>
              <a:t>x</a:t>
            </a:r>
            <a:r>
              <a:rPr lang="en-US" sz="2400" dirty="0"/>
              <a:t> will be 7 via y), notifies </a:t>
            </a:r>
            <a:r>
              <a:rPr lang="en-US" sz="2400" i="1" dirty="0"/>
              <a:t>y</a:t>
            </a:r>
            <a:r>
              <a:rPr lang="en-US" sz="2400" dirty="0"/>
              <a:t> of new cost of 7 to </a:t>
            </a:r>
            <a:r>
              <a:rPr lang="en-US" sz="2400" i="1" dirty="0"/>
              <a:t>x.</a:t>
            </a:r>
          </a:p>
        </p:txBody>
      </p:sp>
      <p:sp>
        <p:nvSpPr>
          <p:cNvPr id="86" name="Rectangle 3">
            <a:extLst>
              <a:ext uri="{FF2B5EF4-FFF2-40B4-BE49-F238E27FC236}">
                <a16:creationId xmlns:a16="http://schemas.microsoft.com/office/drawing/2014/main" id="{0C0B111B-B4A7-664F-87FA-C7247397ADBF}"/>
              </a:ext>
            </a:extLst>
          </p:cNvPr>
          <p:cNvSpPr>
            <a:spLocks noChangeArrowheads="1"/>
          </p:cNvSpPr>
          <p:nvPr/>
        </p:nvSpPr>
        <p:spPr bwMode="auto">
          <a:xfrm>
            <a:off x="1045923" y="4274900"/>
            <a:ext cx="9931052" cy="75221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7663" indent="-223838">
              <a:lnSpc>
                <a:spcPct val="85000"/>
              </a:lnSpc>
              <a:spcBef>
                <a:spcPct val="20000"/>
              </a:spcBef>
              <a:buClr>
                <a:srgbClr val="000099"/>
              </a:buClr>
              <a:buSzPct val="100000"/>
              <a:buFont typeface="Arial" panose="020B0604020202020204" pitchFamily="34" charset="0"/>
              <a:buChar char="•"/>
            </a:pPr>
            <a:r>
              <a:rPr lang="en-US" sz="2400" i="1" dirty="0"/>
              <a:t>y </a:t>
            </a:r>
            <a:r>
              <a:rPr lang="en-US" sz="2400" dirty="0"/>
              <a:t>learns that path to </a:t>
            </a:r>
            <a:r>
              <a:rPr lang="en-US" sz="2400" i="1" dirty="0"/>
              <a:t>x</a:t>
            </a:r>
            <a:r>
              <a:rPr lang="en-US" sz="2400" dirty="0"/>
              <a:t> via </a:t>
            </a:r>
            <a:r>
              <a:rPr lang="en-US" sz="2400" i="1" dirty="0"/>
              <a:t>z </a:t>
            </a:r>
            <a:r>
              <a:rPr lang="en-US" sz="2400" dirty="0"/>
              <a:t>has new cost 7, so </a:t>
            </a:r>
            <a:r>
              <a:rPr lang="en-US" sz="2400" i="1" dirty="0"/>
              <a:t>y</a:t>
            </a:r>
            <a:r>
              <a:rPr lang="en-US" sz="2400" dirty="0"/>
              <a:t>  computes “my new cost to </a:t>
            </a:r>
            <a:r>
              <a:rPr lang="en-US" sz="2400" i="1" dirty="0"/>
              <a:t>x</a:t>
            </a:r>
            <a:r>
              <a:rPr lang="en-US" sz="2400" dirty="0"/>
              <a:t> will be 8 via y), notifies </a:t>
            </a:r>
            <a:r>
              <a:rPr lang="en-US" sz="2400" i="1" dirty="0"/>
              <a:t>z</a:t>
            </a:r>
            <a:r>
              <a:rPr lang="en-US" sz="2400" dirty="0"/>
              <a:t> of new cost of 8 to </a:t>
            </a:r>
            <a:r>
              <a:rPr lang="en-US" sz="2400" i="1" dirty="0"/>
              <a:t>x.</a:t>
            </a:r>
          </a:p>
        </p:txBody>
      </p:sp>
      <p:sp>
        <p:nvSpPr>
          <p:cNvPr id="88" name="Rectangle 3">
            <a:extLst>
              <a:ext uri="{FF2B5EF4-FFF2-40B4-BE49-F238E27FC236}">
                <a16:creationId xmlns:a16="http://schemas.microsoft.com/office/drawing/2014/main" id="{7E0DCDFE-D830-1B42-B16D-8968BB1067B1}"/>
              </a:ext>
            </a:extLst>
          </p:cNvPr>
          <p:cNvSpPr>
            <a:spLocks noChangeArrowheads="1"/>
          </p:cNvSpPr>
          <p:nvPr/>
        </p:nvSpPr>
        <p:spPr bwMode="auto">
          <a:xfrm>
            <a:off x="1020871" y="4963831"/>
            <a:ext cx="9931052" cy="75221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7663" indent="-223838">
              <a:lnSpc>
                <a:spcPct val="85000"/>
              </a:lnSpc>
              <a:spcBef>
                <a:spcPct val="20000"/>
              </a:spcBef>
              <a:buClr>
                <a:srgbClr val="000099"/>
              </a:buClr>
              <a:buSzPct val="100000"/>
              <a:buFont typeface="Arial" panose="020B0604020202020204" pitchFamily="34" charset="0"/>
              <a:buChar char="•"/>
            </a:pPr>
            <a:r>
              <a:rPr lang="en-US" sz="2400" i="1" dirty="0"/>
              <a:t>z </a:t>
            </a:r>
            <a:r>
              <a:rPr lang="en-US" sz="2400" dirty="0"/>
              <a:t>learns that path to </a:t>
            </a:r>
            <a:r>
              <a:rPr lang="en-US" sz="2400" i="1" dirty="0"/>
              <a:t>x</a:t>
            </a:r>
            <a:r>
              <a:rPr lang="en-US" sz="2400" dirty="0"/>
              <a:t> via</a:t>
            </a:r>
            <a:r>
              <a:rPr lang="en-US" sz="2400" i="1" dirty="0"/>
              <a:t> y </a:t>
            </a:r>
            <a:r>
              <a:rPr lang="en-US" sz="2400" dirty="0"/>
              <a:t>has new cost 8, so </a:t>
            </a:r>
            <a:r>
              <a:rPr lang="en-US" sz="2400" i="1" dirty="0"/>
              <a:t>z</a:t>
            </a:r>
            <a:r>
              <a:rPr lang="en-US" sz="2400" dirty="0"/>
              <a:t>  computes “my new cost to </a:t>
            </a:r>
            <a:r>
              <a:rPr lang="en-US" sz="2400" i="1" dirty="0"/>
              <a:t>x</a:t>
            </a:r>
            <a:r>
              <a:rPr lang="en-US" sz="2400" dirty="0"/>
              <a:t> will be 9 via y), notifies </a:t>
            </a:r>
            <a:r>
              <a:rPr lang="en-US" sz="2400" i="1" dirty="0"/>
              <a:t>y</a:t>
            </a:r>
            <a:r>
              <a:rPr lang="en-US" sz="2400" dirty="0"/>
              <a:t> of new cost of 9 to </a:t>
            </a:r>
            <a:r>
              <a:rPr lang="en-US" sz="2400" i="1" dirty="0"/>
              <a:t>x.</a:t>
            </a:r>
          </a:p>
        </p:txBody>
      </p:sp>
      <p:sp>
        <p:nvSpPr>
          <p:cNvPr id="3" name="TextBox 2">
            <a:extLst>
              <a:ext uri="{FF2B5EF4-FFF2-40B4-BE49-F238E27FC236}">
                <a16:creationId xmlns:a16="http://schemas.microsoft.com/office/drawing/2014/main" id="{7BE410B7-81B2-C140-A5EB-EE7F3B11820D}"/>
              </a:ext>
            </a:extLst>
          </p:cNvPr>
          <p:cNvSpPr txBox="1"/>
          <p:nvPr/>
        </p:nvSpPr>
        <p:spPr>
          <a:xfrm>
            <a:off x="1365337" y="5473616"/>
            <a:ext cx="433132" cy="523220"/>
          </a:xfrm>
          <a:prstGeom prst="rect">
            <a:avLst/>
          </a:prstGeom>
          <a:noFill/>
        </p:spPr>
        <p:txBody>
          <a:bodyPr wrap="none" rtlCol="0">
            <a:spAutoFit/>
          </a:bodyPr>
          <a:lstStyle/>
          <a:p>
            <a:r>
              <a:rPr lang="en-US" sz="2800" dirty="0"/>
              <a:t>…</a:t>
            </a:r>
          </a:p>
        </p:txBody>
      </p:sp>
      <p:sp>
        <p:nvSpPr>
          <p:cNvPr id="89" name="Rectangle 3">
            <a:extLst>
              <a:ext uri="{FF2B5EF4-FFF2-40B4-BE49-F238E27FC236}">
                <a16:creationId xmlns:a16="http://schemas.microsoft.com/office/drawing/2014/main" id="{F5EE352E-983D-7043-B7BC-2EEB81513579}"/>
              </a:ext>
            </a:extLst>
          </p:cNvPr>
          <p:cNvSpPr>
            <a:spLocks noChangeArrowheads="1"/>
          </p:cNvSpPr>
          <p:nvPr/>
        </p:nvSpPr>
        <p:spPr bwMode="auto">
          <a:xfrm>
            <a:off x="847596" y="6018756"/>
            <a:ext cx="9931052" cy="44532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7663" indent="-223838">
              <a:lnSpc>
                <a:spcPct val="85000"/>
              </a:lnSpc>
              <a:spcBef>
                <a:spcPct val="20000"/>
              </a:spcBef>
              <a:buClr>
                <a:srgbClr val="000099"/>
              </a:buClr>
              <a:buSzPct val="100000"/>
              <a:buFont typeface="Wingdings" pitchFamily="2" charset="2"/>
              <a:buChar char="§"/>
            </a:pPr>
            <a:r>
              <a:rPr lang="en-US" sz="2800" dirty="0"/>
              <a:t>see text for solutions.  </a:t>
            </a:r>
            <a:r>
              <a:rPr lang="en-US" sz="2800" i="1" dirty="0"/>
              <a:t>Distributed algorithms are tricky!</a:t>
            </a:r>
          </a:p>
        </p:txBody>
      </p:sp>
    </p:spTree>
    <p:extLst>
      <p:ext uri="{BB962C8B-B14F-4D97-AF65-F5344CB8AC3E}">
        <p14:creationId xmlns:p14="http://schemas.microsoft.com/office/powerpoint/2010/main" val="186373923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EDE803E-6759-9045-824E-EB665BC5AFC2}"/>
              </a:ext>
            </a:extLst>
          </p:cNvPr>
          <p:cNvSpPr>
            <a:spLocks noGrp="1"/>
          </p:cNvSpPr>
          <p:nvPr>
            <p:ph type="title"/>
          </p:nvPr>
        </p:nvSpPr>
        <p:spPr/>
        <p:txBody>
          <a:bodyPr/>
          <a:lstStyle/>
          <a:p>
            <a:r>
              <a:rPr lang="en-US" dirty="0"/>
              <a:t>Comparison of LS and DV algorithms</a:t>
            </a:r>
          </a:p>
        </p:txBody>
      </p:sp>
      <p:sp>
        <p:nvSpPr>
          <p:cNvPr id="5" name="Slide Number Placeholder 4">
            <a:extLst>
              <a:ext uri="{FF2B5EF4-FFF2-40B4-BE49-F238E27FC236}">
                <a16:creationId xmlns:a16="http://schemas.microsoft.com/office/drawing/2014/main" id="{AAC033F3-690E-4449-BE11-90A97F90B4D9}"/>
              </a:ext>
            </a:extLst>
          </p:cNvPr>
          <p:cNvSpPr>
            <a:spLocks noGrp="1"/>
          </p:cNvSpPr>
          <p:nvPr>
            <p:ph type="sldNum" sz="quarter" idx="4"/>
          </p:nvPr>
        </p:nvSpPr>
        <p:spPr/>
        <p:txBody>
          <a:bodyPr/>
          <a:lstStyle/>
          <a:p>
            <a:r>
              <a:rPr lang="en-US" dirty="0"/>
              <a:t>Network Layer: 5-</a:t>
            </a:r>
            <a:fld id="{C4204591-24BD-A542-B9D5-F8D8A88D2FEE}" type="slidenum">
              <a:rPr lang="en-US" smtClean="0"/>
              <a:pPr/>
              <a:t>43</a:t>
            </a:fld>
            <a:endParaRPr lang="en-US" dirty="0"/>
          </a:p>
        </p:txBody>
      </p:sp>
      <p:sp>
        <p:nvSpPr>
          <p:cNvPr id="80" name="Rectangle 3">
            <a:extLst>
              <a:ext uri="{FF2B5EF4-FFF2-40B4-BE49-F238E27FC236}">
                <a16:creationId xmlns:a16="http://schemas.microsoft.com/office/drawing/2014/main" id="{E69A0B3F-EBFC-164A-821B-5A70757FB250}"/>
              </a:ext>
            </a:extLst>
          </p:cNvPr>
          <p:cNvSpPr txBox="1">
            <a:spLocks noChangeArrowheads="1"/>
          </p:cNvSpPr>
          <p:nvPr/>
        </p:nvSpPr>
        <p:spPr>
          <a:xfrm>
            <a:off x="749342" y="1478070"/>
            <a:ext cx="5162943" cy="161585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charset="0"/>
              <a:buNone/>
            </a:pPr>
            <a:r>
              <a:rPr lang="en-US" dirty="0">
                <a:solidFill>
                  <a:srgbClr val="0000A8"/>
                </a:solidFill>
              </a:rPr>
              <a:t>message complexity</a:t>
            </a:r>
          </a:p>
          <a:p>
            <a:pPr marL="696913" lvl="1" indent="-349250">
              <a:buNone/>
            </a:pPr>
            <a:r>
              <a:rPr lang="en-US" dirty="0">
                <a:solidFill>
                  <a:srgbClr val="0000A8"/>
                </a:solidFill>
              </a:rPr>
              <a:t>LS: </a:t>
            </a:r>
            <a:r>
              <a:rPr lang="en-US" i="1" dirty="0">
                <a:solidFill>
                  <a:srgbClr val="0000A8"/>
                </a:solidFill>
              </a:rPr>
              <a:t>n</a:t>
            </a:r>
            <a:r>
              <a:rPr lang="en-US" dirty="0">
                <a:solidFill>
                  <a:srgbClr val="0000A8"/>
                </a:solidFill>
              </a:rPr>
              <a:t> </a:t>
            </a:r>
            <a:r>
              <a:rPr lang="en-US" dirty="0"/>
              <a:t>routers, O(</a:t>
            </a:r>
            <a:r>
              <a:rPr lang="en-US" i="1" dirty="0"/>
              <a:t>n</a:t>
            </a:r>
            <a:r>
              <a:rPr lang="en-US" i="1" baseline="30000" dirty="0"/>
              <a:t>2</a:t>
            </a:r>
            <a:r>
              <a:rPr lang="en-US" dirty="0"/>
              <a:t>) messages sent  </a:t>
            </a:r>
          </a:p>
          <a:p>
            <a:pPr marL="696913" lvl="1" indent="-349250">
              <a:buNone/>
            </a:pPr>
            <a:r>
              <a:rPr lang="en-US" dirty="0">
                <a:solidFill>
                  <a:srgbClr val="0000A8"/>
                </a:solidFill>
              </a:rPr>
              <a:t>DV: </a:t>
            </a:r>
            <a:r>
              <a:rPr lang="en-US" dirty="0"/>
              <a:t>exchange between neighbors; convergence time varies</a:t>
            </a:r>
          </a:p>
        </p:txBody>
      </p:sp>
      <p:sp>
        <p:nvSpPr>
          <p:cNvPr id="81" name="Rectangle 3">
            <a:extLst>
              <a:ext uri="{FF2B5EF4-FFF2-40B4-BE49-F238E27FC236}">
                <a16:creationId xmlns:a16="http://schemas.microsoft.com/office/drawing/2014/main" id="{88AB766F-5F85-0D4D-90A7-D36ED49CD024}"/>
              </a:ext>
            </a:extLst>
          </p:cNvPr>
          <p:cNvSpPr txBox="1">
            <a:spLocks noChangeArrowheads="1"/>
          </p:cNvSpPr>
          <p:nvPr/>
        </p:nvSpPr>
        <p:spPr>
          <a:xfrm>
            <a:off x="738904" y="3382027"/>
            <a:ext cx="5060647" cy="23674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spcBef>
                <a:spcPct val="50000"/>
              </a:spcBef>
              <a:buFont typeface="Wingdings" charset="0"/>
              <a:buNone/>
            </a:pPr>
            <a:r>
              <a:rPr lang="en-US" dirty="0">
                <a:solidFill>
                  <a:srgbClr val="0000A8"/>
                </a:solidFill>
              </a:rPr>
              <a:t>speed of convergence</a:t>
            </a:r>
          </a:p>
          <a:p>
            <a:pPr marL="696913" indent="-349250">
              <a:spcBef>
                <a:spcPts val="600"/>
              </a:spcBef>
              <a:buNone/>
            </a:pPr>
            <a:r>
              <a:rPr lang="en-US" sz="2400" dirty="0">
                <a:solidFill>
                  <a:srgbClr val="0000A8"/>
                </a:solidFill>
              </a:rPr>
              <a:t>LS: </a:t>
            </a:r>
            <a:r>
              <a:rPr lang="en-US" sz="2400" dirty="0"/>
              <a:t>O(</a:t>
            </a:r>
            <a:r>
              <a:rPr lang="en-US" sz="2400" i="1" dirty="0"/>
              <a:t>n</a:t>
            </a:r>
            <a:r>
              <a:rPr lang="en-US" sz="2400" b="1" i="1" baseline="30000" dirty="0"/>
              <a:t>2</a:t>
            </a:r>
            <a:r>
              <a:rPr lang="en-US" sz="2400" dirty="0"/>
              <a:t>) algorithm, O(</a:t>
            </a:r>
            <a:r>
              <a:rPr lang="en-US" sz="2400" i="1" dirty="0"/>
              <a:t>n</a:t>
            </a:r>
            <a:r>
              <a:rPr lang="en-US" sz="2400" i="1" baseline="30000" dirty="0"/>
              <a:t>2</a:t>
            </a:r>
            <a:r>
              <a:rPr lang="en-US" sz="2400" dirty="0"/>
              <a:t>) messages</a:t>
            </a:r>
          </a:p>
          <a:p>
            <a:pPr marL="696913" lvl="1" indent="-236538">
              <a:spcBef>
                <a:spcPts val="0"/>
              </a:spcBef>
            </a:pPr>
            <a:r>
              <a:rPr lang="en-US" dirty="0"/>
              <a:t>may have oscillations</a:t>
            </a:r>
            <a:endParaRPr lang="en-US" sz="2000" dirty="0"/>
          </a:p>
          <a:p>
            <a:pPr marL="696913" indent="-349250">
              <a:spcBef>
                <a:spcPts val="600"/>
              </a:spcBef>
              <a:buNone/>
            </a:pPr>
            <a:r>
              <a:rPr lang="en-US" sz="2400" dirty="0">
                <a:solidFill>
                  <a:srgbClr val="0000A8"/>
                </a:solidFill>
              </a:rPr>
              <a:t>DV: </a:t>
            </a:r>
            <a:r>
              <a:rPr lang="en-US" sz="2400" dirty="0"/>
              <a:t>convergence time varies</a:t>
            </a:r>
          </a:p>
          <a:p>
            <a:pPr marL="696913" lvl="1" indent="-236538">
              <a:spcBef>
                <a:spcPts val="0"/>
              </a:spcBef>
            </a:pPr>
            <a:r>
              <a:rPr lang="en-US" dirty="0"/>
              <a:t>may have routing loops</a:t>
            </a:r>
          </a:p>
          <a:p>
            <a:pPr marL="696913" lvl="1" indent="-236538">
              <a:spcBef>
                <a:spcPts val="0"/>
              </a:spcBef>
            </a:pPr>
            <a:r>
              <a:rPr lang="en-US" dirty="0"/>
              <a:t>count-to-infinity problem</a:t>
            </a:r>
            <a:endParaRPr lang="en-US" sz="1800" dirty="0"/>
          </a:p>
        </p:txBody>
      </p:sp>
      <p:sp>
        <p:nvSpPr>
          <p:cNvPr id="82" name="Rectangle 4">
            <a:extLst>
              <a:ext uri="{FF2B5EF4-FFF2-40B4-BE49-F238E27FC236}">
                <a16:creationId xmlns:a16="http://schemas.microsoft.com/office/drawing/2014/main" id="{DC033023-B5B6-A345-83EB-C080F9647406}"/>
              </a:ext>
            </a:extLst>
          </p:cNvPr>
          <p:cNvSpPr txBox="1">
            <a:spLocks noChangeArrowheads="1"/>
          </p:cNvSpPr>
          <p:nvPr/>
        </p:nvSpPr>
        <p:spPr>
          <a:xfrm>
            <a:off x="6087648" y="1498948"/>
            <a:ext cx="5574083" cy="493943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charset="0"/>
              <a:buNone/>
            </a:pPr>
            <a:r>
              <a:rPr lang="en-US" dirty="0">
                <a:solidFill>
                  <a:srgbClr val="0000A8"/>
                </a:solidFill>
              </a:rPr>
              <a:t>robustness: </a:t>
            </a:r>
            <a:r>
              <a:rPr lang="en-US" dirty="0"/>
              <a:t>what happens if router malfunctions, or is compromised?</a:t>
            </a:r>
          </a:p>
          <a:p>
            <a:pPr>
              <a:buFont typeface="Wingdings" charset="0"/>
              <a:buNone/>
            </a:pPr>
            <a:r>
              <a:rPr lang="en-US" sz="2400" dirty="0">
                <a:solidFill>
                  <a:srgbClr val="0000A8"/>
                </a:solidFill>
              </a:rPr>
              <a:t>LS: </a:t>
            </a:r>
          </a:p>
          <a:p>
            <a:pPr marL="522288" lvl="1" indent="-236538"/>
            <a:r>
              <a:rPr lang="en-US" dirty="0"/>
              <a:t>router can advertise incorrect </a:t>
            </a:r>
            <a:r>
              <a:rPr lang="en-US" i="1" dirty="0">
                <a:solidFill>
                  <a:srgbClr val="000099"/>
                </a:solidFill>
              </a:rPr>
              <a:t>link</a:t>
            </a:r>
            <a:r>
              <a:rPr lang="en-US" dirty="0"/>
              <a:t> cost</a:t>
            </a:r>
          </a:p>
          <a:p>
            <a:pPr marL="522288" lvl="1" indent="-236538"/>
            <a:r>
              <a:rPr lang="en-US" dirty="0"/>
              <a:t>each router computes only its </a:t>
            </a:r>
            <a:r>
              <a:rPr lang="en-US" i="1" dirty="0"/>
              <a:t>own</a:t>
            </a:r>
            <a:r>
              <a:rPr lang="en-US" dirty="0"/>
              <a:t> table</a:t>
            </a:r>
          </a:p>
          <a:p>
            <a:pPr>
              <a:buFont typeface="Wingdings" charset="0"/>
              <a:buNone/>
            </a:pPr>
            <a:r>
              <a:rPr lang="en-US" sz="2400" dirty="0">
                <a:solidFill>
                  <a:srgbClr val="0000A8"/>
                </a:solidFill>
              </a:rPr>
              <a:t>DV:</a:t>
            </a:r>
          </a:p>
          <a:p>
            <a:pPr marL="460375" lvl="1" indent="-223838"/>
            <a:r>
              <a:rPr lang="en-US" dirty="0"/>
              <a:t>DV router can advertise incorrect </a:t>
            </a:r>
            <a:r>
              <a:rPr lang="en-US" i="1" dirty="0">
                <a:solidFill>
                  <a:srgbClr val="000099"/>
                </a:solidFill>
              </a:rPr>
              <a:t>path</a:t>
            </a:r>
            <a:r>
              <a:rPr lang="en-US" dirty="0"/>
              <a:t> cost (“I have a </a:t>
            </a:r>
            <a:r>
              <a:rPr lang="en-US" i="1" dirty="0"/>
              <a:t>really</a:t>
            </a:r>
            <a:r>
              <a:rPr lang="en-US" dirty="0"/>
              <a:t> low cost path to everywhere”): black-holing</a:t>
            </a:r>
          </a:p>
          <a:p>
            <a:pPr marL="460375" lvl="1" indent="-223838"/>
            <a:r>
              <a:rPr lang="en-US" dirty="0"/>
              <a:t>each router’</a:t>
            </a:r>
            <a:r>
              <a:rPr lang="en-US" altLang="ja-JP" dirty="0"/>
              <a:t>s table used by others: </a:t>
            </a:r>
            <a:r>
              <a:rPr lang="en-US" sz="2400" dirty="0"/>
              <a:t>error propagate thru network</a:t>
            </a:r>
          </a:p>
        </p:txBody>
      </p:sp>
    </p:spTree>
    <p:extLst>
      <p:ext uri="{BB962C8B-B14F-4D97-AF65-F5344CB8AC3E}">
        <p14:creationId xmlns:p14="http://schemas.microsoft.com/office/powerpoint/2010/main" val="33171990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gtEl>
                                        <p:attrNameLst>
                                          <p:attrName>style.visibility</p:attrName>
                                        </p:attrNameLst>
                                      </p:cBhvr>
                                      <p:to>
                                        <p:strVal val="visible"/>
                                      </p:to>
                                    </p:set>
                                    <p:animEffect transition="in" filter="dissolve">
                                      <p:cBhvr>
                                        <p:cTn id="7" dur="500"/>
                                        <p:tgtEl>
                                          <p:spTgt spid="8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2"/>
                                        </p:tgtEl>
                                        <p:attrNameLst>
                                          <p:attrName>style.visibility</p:attrName>
                                        </p:attrNameLst>
                                      </p:cBhvr>
                                      <p:to>
                                        <p:strVal val="visible"/>
                                      </p:to>
                                    </p:set>
                                    <p:animEffect transition="in" filter="dissolve">
                                      <p:cBhvr>
                                        <p:cTn id="12" dur="500"/>
                                        <p:tgtEl>
                                          <p:spTgt spid="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p:bldP spid="82"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Screen Shot 2017-04-13 at 12.22.22 PM.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169206" y="1046027"/>
            <a:ext cx="2123838" cy="2022276"/>
          </a:xfrm>
          <a:prstGeom prst="rect">
            <a:avLst/>
          </a:prstGeom>
        </p:spPr>
      </p:pic>
      <p:sp>
        <p:nvSpPr>
          <p:cNvPr id="27" name="Rectangle 2"/>
          <p:cNvSpPr txBox="1">
            <a:spLocks noChangeArrowheads="1"/>
          </p:cNvSpPr>
          <p:nvPr/>
        </p:nvSpPr>
        <p:spPr bwMode="auto">
          <a:xfrm>
            <a:off x="7709406" y="166437"/>
            <a:ext cx="2958596" cy="538318"/>
          </a:xfrm>
          <a:prstGeom prst="rect">
            <a:avLst/>
          </a:prstGeom>
          <a:solidFill>
            <a:srgbClr val="FF0000"/>
          </a:solidFill>
          <a:ln>
            <a:noFill/>
          </a:ln>
        </p:spPr>
        <p:txBody>
          <a:bodyPr vert="horz" wrap="square" lIns="91440" tIns="45720" rIns="91440" bIns="45720" numCol="1" anchor="ctr" anchorCtr="0" compatLnSpc="1">
            <a:prstTxWarp prst="textNoShape">
              <a:avLst/>
            </a:prstTxWarp>
          </a:bodyPr>
          <a:lstStyle>
            <a:lvl1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1pPr>
            <a:lvl2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2pPr>
            <a:lvl3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3pPr>
            <a:lvl4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4pPr>
            <a:lvl5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5pPr>
            <a:lvl6pPr marL="457200" algn="l" rtl="0" eaLnBrk="0" fontAlgn="base" hangingPunct="0">
              <a:spcBef>
                <a:spcPct val="0"/>
              </a:spcBef>
              <a:spcAft>
                <a:spcPct val="0"/>
              </a:spcAft>
              <a:defRPr sz="4000" u="sng">
                <a:solidFill>
                  <a:schemeClr val="accent2"/>
                </a:solidFill>
                <a:latin typeface="Comic Sans MS" pitchFamily="66" charset="0"/>
              </a:defRPr>
            </a:lvl6pPr>
            <a:lvl7pPr marL="914400" algn="l" rtl="0" eaLnBrk="0" fontAlgn="base" hangingPunct="0">
              <a:spcBef>
                <a:spcPct val="0"/>
              </a:spcBef>
              <a:spcAft>
                <a:spcPct val="0"/>
              </a:spcAft>
              <a:defRPr sz="4000" u="sng">
                <a:solidFill>
                  <a:schemeClr val="accent2"/>
                </a:solidFill>
                <a:latin typeface="Comic Sans MS" pitchFamily="66" charset="0"/>
              </a:defRPr>
            </a:lvl7pPr>
            <a:lvl8pPr marL="1371600" algn="l" rtl="0" eaLnBrk="0" fontAlgn="base" hangingPunct="0">
              <a:spcBef>
                <a:spcPct val="0"/>
              </a:spcBef>
              <a:spcAft>
                <a:spcPct val="0"/>
              </a:spcAft>
              <a:defRPr sz="4000" u="sng">
                <a:solidFill>
                  <a:schemeClr val="accent2"/>
                </a:solidFill>
                <a:latin typeface="Comic Sans MS" pitchFamily="66" charset="0"/>
              </a:defRPr>
            </a:lvl8pPr>
            <a:lvl9pPr marL="1828800" algn="l" rtl="0" eaLnBrk="0" fontAlgn="base" hangingPunct="0">
              <a:spcBef>
                <a:spcPct val="0"/>
              </a:spcBef>
              <a:spcAft>
                <a:spcPct val="0"/>
              </a:spcAft>
              <a:defRPr sz="4000" u="sng">
                <a:solidFill>
                  <a:schemeClr val="accent2"/>
                </a:solidFill>
                <a:latin typeface="Comic Sans MS" pitchFamily="66" charset="0"/>
              </a:defRPr>
            </a:lvl9pPr>
          </a:lstStyle>
          <a:p>
            <a:pPr algn="r" eaLnBrk="1" hangingPunct="1"/>
            <a:r>
              <a:rPr lang="en-US" sz="2800" dirty="0">
                <a:solidFill>
                  <a:schemeClr val="bg1"/>
                </a:solidFill>
                <a:latin typeface="Arial"/>
                <a:ea typeface="ＭＳ Ｐゴシック" pitchFamily="34" charset="-128"/>
                <a:cs typeface="Arial"/>
              </a:rPr>
              <a:t>Exercise 5.9 </a:t>
            </a:r>
          </a:p>
        </p:txBody>
      </p:sp>
      <p:sp>
        <p:nvSpPr>
          <p:cNvPr id="2" name="Rectangle 1"/>
          <p:cNvSpPr/>
          <p:nvPr/>
        </p:nvSpPr>
        <p:spPr>
          <a:xfrm>
            <a:off x="1524000" y="6611780"/>
            <a:ext cx="7183692" cy="246221"/>
          </a:xfrm>
          <a:prstGeom prst="rect">
            <a:avLst/>
          </a:prstGeom>
        </p:spPr>
        <p:txBody>
          <a:bodyPr wrap="square">
            <a:spAutoFit/>
          </a:bodyPr>
          <a:lstStyle/>
          <a:p>
            <a:r>
              <a:rPr lang="en-US" sz="1000" i="1" dirty="0">
                <a:solidFill>
                  <a:schemeClr val="bg1">
                    <a:lumMod val="50000"/>
                  </a:schemeClr>
                </a:solidFill>
                <a:latin typeface="Times New Roman"/>
                <a:cs typeface="Times New Roman"/>
              </a:rPr>
              <a:t>http://</a:t>
            </a:r>
            <a:r>
              <a:rPr lang="en-US" sz="1000" i="1" dirty="0" err="1">
                <a:solidFill>
                  <a:schemeClr val="bg1">
                    <a:lumMod val="50000"/>
                  </a:schemeClr>
                </a:solidFill>
                <a:latin typeface="Times New Roman"/>
                <a:cs typeface="Times New Roman"/>
              </a:rPr>
              <a:t>homepages.herts.ac.uk</a:t>
            </a:r>
            <a:r>
              <a:rPr lang="en-US" sz="1000" i="1" dirty="0">
                <a:solidFill>
                  <a:schemeClr val="bg1">
                    <a:lumMod val="50000"/>
                  </a:schemeClr>
                </a:solidFill>
                <a:latin typeface="Times New Roman"/>
                <a:cs typeface="Times New Roman"/>
              </a:rPr>
              <a:t>/~</a:t>
            </a:r>
            <a:r>
              <a:rPr lang="en-US" sz="1000" i="1" dirty="0" err="1">
                <a:solidFill>
                  <a:schemeClr val="bg1">
                    <a:lumMod val="50000"/>
                  </a:schemeClr>
                </a:solidFill>
                <a:latin typeface="Times New Roman"/>
                <a:cs typeface="Times New Roman"/>
              </a:rPr>
              <a:t>comqrgd</a:t>
            </a:r>
            <a:r>
              <a:rPr lang="en-US" sz="1000" i="1" dirty="0">
                <a:solidFill>
                  <a:schemeClr val="bg1">
                    <a:lumMod val="50000"/>
                  </a:schemeClr>
                </a:solidFill>
                <a:latin typeface="Times New Roman"/>
                <a:cs typeface="Times New Roman"/>
              </a:rPr>
              <a:t>/docs/network-notes/network-notes-img31.png</a:t>
            </a:r>
          </a:p>
        </p:txBody>
      </p:sp>
      <p:sp>
        <p:nvSpPr>
          <p:cNvPr id="11" name="Content Placeholder 2"/>
          <p:cNvSpPr>
            <a:spLocks noGrp="1"/>
          </p:cNvSpPr>
          <p:nvPr>
            <p:ph idx="1"/>
          </p:nvPr>
        </p:nvSpPr>
        <p:spPr>
          <a:xfrm>
            <a:off x="1921121" y="1257113"/>
            <a:ext cx="5755442" cy="4677083"/>
          </a:xfrm>
        </p:spPr>
        <p:txBody>
          <a:bodyPr>
            <a:normAutofit/>
          </a:bodyPr>
          <a:lstStyle/>
          <a:p>
            <a:pPr marL="0" indent="0">
              <a:lnSpc>
                <a:spcPct val="100000"/>
              </a:lnSpc>
              <a:buNone/>
            </a:pPr>
            <a:r>
              <a:rPr lang="en-US" altLang="en-US" sz="2200" dirty="0">
                <a:latin typeface="Arial"/>
                <a:cs typeface="Arial"/>
              </a:rPr>
              <a:t>Answer the questions based on the figure and the table with some values that constructed by Bellman-Ford algorithm.</a:t>
            </a:r>
          </a:p>
          <a:p>
            <a:pPr marL="0" indent="0">
              <a:lnSpc>
                <a:spcPct val="100000"/>
              </a:lnSpc>
              <a:buNone/>
            </a:pPr>
            <a:endParaRPr lang="en-US" altLang="en-US" sz="2200" dirty="0">
              <a:latin typeface="Arial"/>
              <a:cs typeface="Arial"/>
            </a:endParaRPr>
          </a:p>
          <a:p>
            <a:pPr marL="457200" indent="-457200">
              <a:lnSpc>
                <a:spcPct val="100000"/>
              </a:lnSpc>
              <a:buClr>
                <a:schemeClr val="tx1"/>
              </a:buClr>
              <a:buSzPct val="100000"/>
              <a:buAutoNum type="alphaLcParenBoth"/>
            </a:pPr>
            <a:r>
              <a:rPr lang="en-US" altLang="en-US" sz="2200" dirty="0">
                <a:latin typeface="Arial"/>
                <a:cs typeface="Arial"/>
              </a:rPr>
              <a:t>Calculate the cost at </a:t>
            </a:r>
            <a:r>
              <a:rPr lang="en-US" altLang="en-US" sz="2200" i="1" dirty="0">
                <a:solidFill>
                  <a:srgbClr val="FF0000"/>
                </a:solidFill>
                <a:latin typeface="Times New Roman"/>
                <a:cs typeface="Times New Roman"/>
              </a:rPr>
              <a:t>w</a:t>
            </a:r>
            <a:r>
              <a:rPr lang="en-US" altLang="en-US" sz="2200" dirty="0">
                <a:latin typeface="Arial"/>
                <a:cs typeface="Arial"/>
              </a:rPr>
              <a:t>, </a:t>
            </a:r>
            <a:r>
              <a:rPr lang="en-US" altLang="en-US" sz="2200" i="1" dirty="0">
                <a:solidFill>
                  <a:srgbClr val="FF0000"/>
                </a:solidFill>
                <a:latin typeface="Times New Roman"/>
                <a:cs typeface="Times New Roman"/>
              </a:rPr>
              <a:t>x</a:t>
            </a:r>
            <a:r>
              <a:rPr lang="en-US" altLang="en-US" sz="2200" dirty="0">
                <a:latin typeface="Arial"/>
                <a:cs typeface="Arial"/>
              </a:rPr>
              <a:t> and </a:t>
            </a:r>
            <a:r>
              <a:rPr lang="en-US" altLang="en-US" sz="2200" i="1" dirty="0">
                <a:solidFill>
                  <a:srgbClr val="FF0000"/>
                </a:solidFill>
                <a:latin typeface="Times New Roman"/>
                <a:cs typeface="Times New Roman"/>
              </a:rPr>
              <a:t>y</a:t>
            </a:r>
            <a:r>
              <a:rPr lang="en-US" altLang="en-US" sz="2200" dirty="0">
                <a:latin typeface="Arial"/>
                <a:cs typeface="Arial"/>
              </a:rPr>
              <a:t>.</a:t>
            </a:r>
          </a:p>
          <a:p>
            <a:pPr marL="457200" indent="-457200">
              <a:lnSpc>
                <a:spcPct val="100000"/>
              </a:lnSpc>
              <a:buClr>
                <a:schemeClr val="tx1"/>
              </a:buClr>
              <a:buSzPct val="100000"/>
              <a:buAutoNum type="alphaLcParenBoth"/>
            </a:pPr>
            <a:r>
              <a:rPr lang="en-US" altLang="en-US" sz="2200" dirty="0">
                <a:latin typeface="Arial"/>
                <a:cs typeface="Arial"/>
              </a:rPr>
              <a:t>Proof the cost in the blue shaded cells.</a:t>
            </a:r>
          </a:p>
          <a:p>
            <a:pPr marL="457200" indent="-457200">
              <a:lnSpc>
                <a:spcPct val="100000"/>
              </a:lnSpc>
              <a:buClr>
                <a:schemeClr val="tx1"/>
              </a:buClr>
              <a:buSzPct val="100000"/>
              <a:buAutoNum type="alphaLcParenBoth"/>
            </a:pPr>
            <a:r>
              <a:rPr lang="en-US" altLang="en-US" sz="2200" dirty="0">
                <a:latin typeface="Arial"/>
                <a:cs typeface="Arial"/>
              </a:rPr>
              <a:t>Calculate the cost at </a:t>
            </a:r>
            <a:r>
              <a:rPr lang="en-US" altLang="en-US" sz="2200" i="1" dirty="0">
                <a:solidFill>
                  <a:srgbClr val="FF0000"/>
                </a:solidFill>
                <a:latin typeface="Times New Roman"/>
                <a:cs typeface="Times New Roman"/>
              </a:rPr>
              <a:t>z</a:t>
            </a:r>
            <a:r>
              <a:rPr lang="en-US" altLang="en-US" sz="2200" dirty="0">
                <a:latin typeface="Arial"/>
                <a:cs typeface="Arial"/>
              </a:rPr>
              <a:t>.                      Justify your answer.</a:t>
            </a:r>
          </a:p>
          <a:p>
            <a:pPr marL="0" indent="0">
              <a:lnSpc>
                <a:spcPct val="100000"/>
              </a:lnSpc>
              <a:buNone/>
            </a:pPr>
            <a:endParaRPr lang="en-US" altLang="en-US" sz="2200" dirty="0">
              <a:latin typeface="Arial"/>
              <a:cs typeface="Arial"/>
            </a:endParaRPr>
          </a:p>
          <a:p>
            <a:pPr marL="0" indent="0">
              <a:lnSpc>
                <a:spcPct val="100000"/>
              </a:lnSpc>
              <a:buNone/>
            </a:pPr>
            <a:endParaRPr lang="en-US" altLang="en-US" sz="2200" dirty="0">
              <a:latin typeface="Arial"/>
              <a:cs typeface="Arial"/>
            </a:endParaRPr>
          </a:p>
          <a:p>
            <a:pPr marL="0" indent="0">
              <a:lnSpc>
                <a:spcPct val="100000"/>
              </a:lnSpc>
              <a:buNone/>
            </a:pPr>
            <a:endParaRPr lang="en-US" altLang="en-US" sz="2200" dirty="0">
              <a:latin typeface="Arial"/>
              <a:cs typeface="Arial"/>
            </a:endParaRPr>
          </a:p>
          <a:p>
            <a:pPr marL="0" indent="0">
              <a:lnSpc>
                <a:spcPct val="100000"/>
              </a:lnSpc>
              <a:buClr>
                <a:schemeClr val="tx1"/>
              </a:buClr>
              <a:buSzPct val="100000"/>
              <a:buNone/>
            </a:pPr>
            <a:endParaRPr lang="en-US" altLang="en-US" sz="2200" dirty="0">
              <a:latin typeface="Arial"/>
              <a:cs typeface="Arial"/>
            </a:endParaRPr>
          </a:p>
          <a:p>
            <a:pPr marL="457200" indent="-457200">
              <a:lnSpc>
                <a:spcPct val="100000"/>
              </a:lnSpc>
              <a:buAutoNum type="alphaLcParenBoth"/>
            </a:pPr>
            <a:endParaRPr lang="en-US" altLang="en-US" sz="2200" dirty="0">
              <a:latin typeface="Arial"/>
              <a:cs typeface="Arial"/>
            </a:endParaRPr>
          </a:p>
        </p:txBody>
      </p:sp>
      <p:graphicFrame>
        <p:nvGraphicFramePr>
          <p:cNvPr id="4" name="Table 3"/>
          <p:cNvGraphicFramePr>
            <a:graphicFrameLocks noGrp="1"/>
          </p:cNvGraphicFramePr>
          <p:nvPr>
            <p:extLst/>
          </p:nvPr>
        </p:nvGraphicFramePr>
        <p:xfrm>
          <a:off x="6025757" y="3356821"/>
          <a:ext cx="4453399" cy="3337560"/>
        </p:xfrm>
        <a:graphic>
          <a:graphicData uri="http://schemas.openxmlformats.org/drawingml/2006/table">
            <a:tbl>
              <a:tblPr firstRow="1" bandRow="1">
                <a:tableStyleId>{5C22544A-7EE6-4342-B048-85BDC9FD1C3A}</a:tableStyleId>
              </a:tblPr>
              <a:tblGrid>
                <a:gridCol w="342205">
                  <a:extLst>
                    <a:ext uri="{9D8B030D-6E8A-4147-A177-3AD203B41FA5}">
                      <a16:colId xmlns:a16="http://schemas.microsoft.com/office/drawing/2014/main" val="20000"/>
                    </a:ext>
                  </a:extLst>
                </a:gridCol>
                <a:gridCol w="290636">
                  <a:extLst>
                    <a:ext uri="{9D8B030D-6E8A-4147-A177-3AD203B41FA5}">
                      <a16:colId xmlns:a16="http://schemas.microsoft.com/office/drawing/2014/main" val="20001"/>
                    </a:ext>
                  </a:extLst>
                </a:gridCol>
                <a:gridCol w="545794">
                  <a:extLst>
                    <a:ext uri="{9D8B030D-6E8A-4147-A177-3AD203B41FA5}">
                      <a16:colId xmlns:a16="http://schemas.microsoft.com/office/drawing/2014/main" val="20002"/>
                    </a:ext>
                  </a:extLst>
                </a:gridCol>
                <a:gridCol w="545794">
                  <a:extLst>
                    <a:ext uri="{9D8B030D-6E8A-4147-A177-3AD203B41FA5}">
                      <a16:colId xmlns:a16="http://schemas.microsoft.com/office/drawing/2014/main" val="20003"/>
                    </a:ext>
                  </a:extLst>
                </a:gridCol>
                <a:gridCol w="545794">
                  <a:extLst>
                    <a:ext uri="{9D8B030D-6E8A-4147-A177-3AD203B41FA5}">
                      <a16:colId xmlns:a16="http://schemas.microsoft.com/office/drawing/2014/main" val="20004"/>
                    </a:ext>
                  </a:extLst>
                </a:gridCol>
                <a:gridCol w="545794">
                  <a:extLst>
                    <a:ext uri="{9D8B030D-6E8A-4147-A177-3AD203B41FA5}">
                      <a16:colId xmlns:a16="http://schemas.microsoft.com/office/drawing/2014/main" val="20005"/>
                    </a:ext>
                  </a:extLst>
                </a:gridCol>
                <a:gridCol w="545794">
                  <a:extLst>
                    <a:ext uri="{9D8B030D-6E8A-4147-A177-3AD203B41FA5}">
                      <a16:colId xmlns:a16="http://schemas.microsoft.com/office/drawing/2014/main" val="20006"/>
                    </a:ext>
                  </a:extLst>
                </a:gridCol>
                <a:gridCol w="545794">
                  <a:extLst>
                    <a:ext uri="{9D8B030D-6E8A-4147-A177-3AD203B41FA5}">
                      <a16:colId xmlns:a16="http://schemas.microsoft.com/office/drawing/2014/main" val="20007"/>
                    </a:ext>
                  </a:extLst>
                </a:gridCol>
                <a:gridCol w="545794">
                  <a:extLst>
                    <a:ext uri="{9D8B030D-6E8A-4147-A177-3AD203B41FA5}">
                      <a16:colId xmlns:a16="http://schemas.microsoft.com/office/drawing/2014/main" val="20008"/>
                    </a:ext>
                  </a:extLst>
                </a:gridCol>
              </a:tblGrid>
              <a:tr h="370840">
                <a:tc>
                  <a:txBody>
                    <a:bodyPr/>
                    <a:lstStyle/>
                    <a:p>
                      <a:pPr algn="ctr"/>
                      <a:endParaRPr lang="en-US" b="0" dirty="0">
                        <a:solidFill>
                          <a:schemeClr val="tx1"/>
                        </a:solidFill>
                        <a:latin typeface="Times New Roman"/>
                        <a:cs typeface="Times New Roman"/>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algn="ctr"/>
                      <a:r>
                        <a:rPr lang="en-US" b="0" dirty="0">
                          <a:solidFill>
                            <a:schemeClr val="tx1"/>
                          </a:solidFill>
                          <a:latin typeface="Times New Roman"/>
                          <a:cs typeface="Times New Roman"/>
                        </a:rPr>
                        <a:t>cost to</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lang="en-US" b="0" dirty="0">
                        <a:solidFill>
                          <a:schemeClr val="tx1"/>
                        </a:solidFill>
                        <a:latin typeface="Times New Roman"/>
                        <a:cs typeface="Times New Roman"/>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noFill/>
                  </a:tcPr>
                </a:tc>
                <a:tc hMerge="1">
                  <a:txBody>
                    <a:bodyPr/>
                    <a:lstStyle/>
                    <a:p>
                      <a:pPr algn="ctr"/>
                      <a:endParaRPr lang="en-US" b="0">
                        <a:solidFill>
                          <a:schemeClr val="tx1"/>
                        </a:solidFill>
                        <a:latin typeface="Times New Roman"/>
                        <a:cs typeface="Times New Roman"/>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noFill/>
                  </a:tcPr>
                </a:tc>
                <a:tc hMerge="1">
                  <a:txBody>
                    <a:bodyPr/>
                    <a:lstStyle/>
                    <a:p>
                      <a:pPr algn="ctr"/>
                      <a:endParaRPr lang="en-US" b="0" dirty="0">
                        <a:solidFill>
                          <a:schemeClr val="tx1"/>
                        </a:solidFill>
                        <a:latin typeface="Times New Roman"/>
                        <a:cs typeface="Times New Roman"/>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noFill/>
                  </a:tcPr>
                </a:tc>
                <a:tc hMerge="1">
                  <a:txBody>
                    <a:bodyPr/>
                    <a:lstStyle/>
                    <a:p>
                      <a:pPr algn="ctr"/>
                      <a:endParaRPr lang="en-US" b="0" dirty="0">
                        <a:solidFill>
                          <a:schemeClr val="tx1"/>
                        </a:solidFill>
                        <a:latin typeface="Times New Roman"/>
                        <a:cs typeface="Times New Roman"/>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noFill/>
                  </a:tcPr>
                </a:tc>
                <a:tc hMerge="1">
                  <a:txBody>
                    <a:bodyPr/>
                    <a:lstStyle/>
                    <a:p>
                      <a:pPr algn="ctr"/>
                      <a:endParaRPr lang="en-US" b="0" dirty="0">
                        <a:solidFill>
                          <a:schemeClr val="tx1"/>
                        </a:solidFill>
                        <a:latin typeface="Times New Roman"/>
                        <a:cs typeface="Times New Roman"/>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noFill/>
                  </a:tcPr>
                </a:tc>
                <a:tc hMerge="1">
                  <a:txBody>
                    <a:bodyPr/>
                    <a:lstStyle/>
                    <a:p>
                      <a:pPr algn="ctr"/>
                      <a:endParaRPr lang="en-US" b="0" dirty="0">
                        <a:solidFill>
                          <a:schemeClr val="tx1"/>
                        </a:solidFill>
                        <a:latin typeface="Times New Roman"/>
                        <a:cs typeface="Times New Roman"/>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noFill/>
                  </a:tcPr>
                </a:tc>
                <a:tc hMerge="1">
                  <a:txBody>
                    <a:bodyPr/>
                    <a:lstStyle/>
                    <a:p>
                      <a:pPr algn="ctr"/>
                      <a:endParaRPr lang="en-US" b="0" dirty="0">
                        <a:solidFill>
                          <a:schemeClr val="tx1"/>
                        </a:solidFill>
                        <a:latin typeface="Times New Roman"/>
                        <a:cs typeface="Times New Roman"/>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noFill/>
                  </a:tcPr>
                </a:tc>
                <a:extLst>
                  <a:ext uri="{0D108BD9-81ED-4DB2-BD59-A6C34878D82A}">
                    <a16:rowId xmlns:a16="http://schemas.microsoft.com/office/drawing/2014/main" val="10000"/>
                  </a:ext>
                </a:extLst>
              </a:tr>
              <a:tr h="370840">
                <a:tc rowSpan="8">
                  <a:txBody>
                    <a:bodyPr/>
                    <a:lstStyle/>
                    <a:p>
                      <a:pPr algn="ctr"/>
                      <a:r>
                        <a:rPr lang="en-US" b="0" dirty="0">
                          <a:solidFill>
                            <a:schemeClr val="tx1"/>
                          </a:solidFill>
                          <a:latin typeface="Times New Roman"/>
                          <a:cs typeface="Times New Roman"/>
                        </a:rPr>
                        <a:t>from</a:t>
                      </a:r>
                    </a:p>
                  </a:txBody>
                  <a:tcPr vert="vert27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b="0" i="1" dirty="0">
                        <a:solidFill>
                          <a:schemeClr val="tx1"/>
                        </a:solidFill>
                        <a:latin typeface="Times New Roman"/>
                        <a:cs typeface="Times New Roman"/>
                      </a:endParaRPr>
                    </a:p>
                  </a:txBody>
                  <a:tcPr>
                    <a:lnL w="12700" cap="flat" cmpd="sng" algn="ctr">
                      <a:no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b="0" dirty="0">
                          <a:solidFill>
                            <a:schemeClr val="tx1"/>
                          </a:solidFill>
                          <a:latin typeface="Times New Roman"/>
                          <a:cs typeface="Times New Roman"/>
                        </a:rPr>
                        <a:t>A</a:t>
                      </a:r>
                    </a:p>
                  </a:txBody>
                  <a:tcPr>
                    <a:lnL w="12700" cap="flat" cmpd="sng" algn="ctr">
                      <a:solidFill>
                        <a:scrgbClr r="0" g="0" b="0"/>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b="0" dirty="0">
                          <a:solidFill>
                            <a:schemeClr val="tx1"/>
                          </a:solidFill>
                          <a:latin typeface="Times New Roman"/>
                          <a:cs typeface="Times New Roman"/>
                        </a:rPr>
                        <a:t>B</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b="0" dirty="0">
                          <a:solidFill>
                            <a:schemeClr val="tx1"/>
                          </a:solidFill>
                          <a:latin typeface="Times New Roman"/>
                          <a:cs typeface="Times New Roman"/>
                        </a:rPr>
                        <a:t>C</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b="0" dirty="0">
                          <a:solidFill>
                            <a:schemeClr val="tx1"/>
                          </a:solidFill>
                          <a:latin typeface="Times New Roman"/>
                          <a:cs typeface="Times New Roman"/>
                        </a:rPr>
                        <a:t>D</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b="0" dirty="0">
                          <a:solidFill>
                            <a:schemeClr val="tx1"/>
                          </a:solidFill>
                          <a:latin typeface="Times New Roman"/>
                          <a:cs typeface="Times New Roman"/>
                        </a:rPr>
                        <a:t>E</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b="0" dirty="0">
                          <a:solidFill>
                            <a:schemeClr val="tx1"/>
                          </a:solidFill>
                          <a:latin typeface="Times New Roman"/>
                          <a:cs typeface="Times New Roman"/>
                        </a:rPr>
                        <a:t>F</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b="0" dirty="0">
                          <a:solidFill>
                            <a:schemeClr val="tx1"/>
                          </a:solidFill>
                          <a:latin typeface="Times New Roman"/>
                          <a:cs typeface="Times New Roman"/>
                        </a:rPr>
                        <a:t>G</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70840">
                <a:tc vMerge="1">
                  <a:txBody>
                    <a:bodyPr/>
                    <a:lstStyle/>
                    <a:p>
                      <a:pPr algn="ctr"/>
                      <a:endParaRPr lang="en-US" b="0" dirty="0">
                        <a:solidFill>
                          <a:schemeClr val="tx1"/>
                        </a:solidFill>
                        <a:latin typeface="Times New Roman"/>
                        <a:cs typeface="Times New Roman"/>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noFill/>
                  </a:tcPr>
                </a:tc>
                <a:tc>
                  <a:txBody>
                    <a:bodyPr/>
                    <a:lstStyle/>
                    <a:p>
                      <a:pPr algn="ctr"/>
                      <a:r>
                        <a:rPr lang="en-US" b="0" dirty="0">
                          <a:solidFill>
                            <a:schemeClr val="tx1"/>
                          </a:solidFill>
                          <a:latin typeface="Times New Roman"/>
                          <a:cs typeface="Times New Roman"/>
                        </a:rPr>
                        <a:t>A</a:t>
                      </a:r>
                    </a:p>
                  </a:txBody>
                  <a:tcPr>
                    <a:lnL w="12700" cap="flat" cmpd="sng" algn="ctr">
                      <a:no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b="0" i="1" dirty="0">
                        <a:solidFill>
                          <a:srgbClr val="FF0000"/>
                        </a:solidFill>
                        <a:latin typeface="Times New Roman"/>
                        <a:cs typeface="Times New Roman"/>
                      </a:endParaRPr>
                    </a:p>
                  </a:txBody>
                  <a:tcPr>
                    <a:lnL w="12700" cap="flat" cmpd="sng" algn="ctr">
                      <a:solidFill>
                        <a:scrgbClr r="0" g="0" b="0"/>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b="0" i="1" dirty="0">
                        <a:solidFill>
                          <a:srgbClr val="FF0000"/>
                        </a:solidFill>
                        <a:latin typeface="Times New Roman"/>
                        <a:cs typeface="Times New Roman"/>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b="0" i="1">
                        <a:solidFill>
                          <a:srgbClr val="FF0000"/>
                        </a:solidFill>
                        <a:latin typeface="Times New Roman"/>
                        <a:cs typeface="Times New Roman"/>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b="0" i="1">
                        <a:solidFill>
                          <a:srgbClr val="FF0000"/>
                        </a:solidFill>
                        <a:latin typeface="Times New Roman"/>
                        <a:cs typeface="Times New Roman"/>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b="0" i="1" dirty="0">
                          <a:solidFill>
                            <a:srgbClr val="FF0000"/>
                          </a:solidFill>
                          <a:latin typeface="Times New Roman"/>
                          <a:cs typeface="Times New Roman"/>
                        </a:rPr>
                        <a:t>w</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b="0" dirty="0">
                        <a:solidFill>
                          <a:schemeClr val="tx1"/>
                        </a:solidFill>
                        <a:latin typeface="Times New Roman"/>
                        <a:cs typeface="Times New Roman"/>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b="0" dirty="0">
                        <a:solidFill>
                          <a:schemeClr val="tx1"/>
                        </a:solidFill>
                        <a:latin typeface="Times New Roman"/>
                        <a:cs typeface="Times New Roman"/>
                      </a:endParaRPr>
                    </a:p>
                  </a:txBody>
                  <a:tcPr>
                    <a:lnL w="12700" cap="flat" cmpd="sng" algn="ctr">
                      <a:no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370840">
                <a:tc vMerge="1">
                  <a:txBody>
                    <a:bodyPr/>
                    <a:lstStyle/>
                    <a:p>
                      <a:pPr algn="ctr"/>
                      <a:endParaRPr lang="en-US" b="0" dirty="0">
                        <a:solidFill>
                          <a:schemeClr val="tx1"/>
                        </a:solidFill>
                        <a:latin typeface="Times New Roman"/>
                        <a:cs typeface="Times New Roman"/>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noFill/>
                  </a:tcPr>
                </a:tc>
                <a:tc>
                  <a:txBody>
                    <a:bodyPr/>
                    <a:lstStyle/>
                    <a:p>
                      <a:pPr algn="ctr"/>
                      <a:r>
                        <a:rPr lang="en-US" b="0" dirty="0">
                          <a:solidFill>
                            <a:schemeClr val="tx1"/>
                          </a:solidFill>
                          <a:latin typeface="Times New Roman"/>
                          <a:cs typeface="Times New Roman"/>
                        </a:rPr>
                        <a:t>B</a:t>
                      </a:r>
                    </a:p>
                  </a:txBody>
                  <a:tcPr>
                    <a:lnL w="12700" cap="flat" cmpd="sng" algn="ctr">
                      <a:no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b="0" i="1" dirty="0">
                        <a:solidFill>
                          <a:srgbClr val="FF0000"/>
                        </a:solidFill>
                        <a:latin typeface="Times New Roman"/>
                        <a:cs typeface="Times New Roman"/>
                      </a:endParaRPr>
                    </a:p>
                  </a:txBody>
                  <a:tcPr>
                    <a:lnL w="12700" cap="flat" cmpd="sng" algn="ctr">
                      <a:solidFill>
                        <a:scrgbClr r="0" g="0" b="0"/>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b="0" i="1" dirty="0">
                        <a:solidFill>
                          <a:srgbClr val="FF0000"/>
                        </a:solidFill>
                        <a:latin typeface="Times New Roman"/>
                        <a:cs typeface="Times New Roman"/>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b="0" i="1" dirty="0">
                        <a:solidFill>
                          <a:srgbClr val="FF0000"/>
                        </a:solidFill>
                        <a:latin typeface="Times New Roman"/>
                        <a:cs typeface="Times New Roman"/>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b="0" i="1" dirty="0">
                          <a:solidFill>
                            <a:srgbClr val="FF0000"/>
                          </a:solidFill>
                          <a:latin typeface="Times New Roman"/>
                          <a:cs typeface="Times New Roman"/>
                        </a:rPr>
                        <a:t>x</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b="0" i="1">
                        <a:solidFill>
                          <a:srgbClr val="FF0000"/>
                        </a:solidFill>
                        <a:latin typeface="Times New Roman"/>
                        <a:cs typeface="Times New Roman"/>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b="0" dirty="0">
                        <a:solidFill>
                          <a:schemeClr val="tx1"/>
                        </a:solidFill>
                        <a:latin typeface="Times New Roman"/>
                        <a:cs typeface="Times New Roman"/>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b="0" dirty="0">
                        <a:solidFill>
                          <a:schemeClr val="tx1"/>
                        </a:solidFill>
                        <a:latin typeface="Times New Roman"/>
                        <a:cs typeface="Times New Roman"/>
                      </a:endParaRPr>
                    </a:p>
                  </a:txBody>
                  <a:tcPr>
                    <a:lnL w="12700" cap="flat" cmpd="sng" algn="ctr">
                      <a:no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370840">
                <a:tc vMerge="1">
                  <a:txBody>
                    <a:bodyPr/>
                    <a:lstStyle/>
                    <a:p>
                      <a:pPr algn="ctr"/>
                      <a:endParaRPr lang="en-US" b="0" dirty="0">
                        <a:solidFill>
                          <a:schemeClr val="tx1"/>
                        </a:solidFill>
                        <a:latin typeface="Times New Roman"/>
                        <a:cs typeface="Times New Roman"/>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noFill/>
                  </a:tcPr>
                </a:tc>
                <a:tc>
                  <a:txBody>
                    <a:bodyPr/>
                    <a:lstStyle/>
                    <a:p>
                      <a:pPr algn="ctr"/>
                      <a:r>
                        <a:rPr lang="en-US" b="0" dirty="0">
                          <a:solidFill>
                            <a:schemeClr val="tx1"/>
                          </a:solidFill>
                          <a:latin typeface="Times New Roman"/>
                          <a:cs typeface="Times New Roman"/>
                        </a:rPr>
                        <a:t>C</a:t>
                      </a:r>
                    </a:p>
                  </a:txBody>
                  <a:tcPr>
                    <a:lnL w="12700" cap="flat" cmpd="sng" algn="ctr">
                      <a:no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b="0" i="1" dirty="0">
                          <a:solidFill>
                            <a:srgbClr val="FF0000"/>
                          </a:solidFill>
                          <a:latin typeface="Times New Roman"/>
                          <a:cs typeface="Times New Roman"/>
                        </a:rPr>
                        <a:t>y</a:t>
                      </a:r>
                    </a:p>
                  </a:txBody>
                  <a:tcPr>
                    <a:lnL w="12700" cap="flat" cmpd="sng" algn="ctr">
                      <a:solidFill>
                        <a:scrgbClr r="0" g="0" b="0"/>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b="0" i="1" dirty="0">
                        <a:solidFill>
                          <a:srgbClr val="FF0000"/>
                        </a:solidFill>
                        <a:latin typeface="Times New Roman"/>
                        <a:cs typeface="Times New Roman"/>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b="0" i="1" dirty="0">
                        <a:solidFill>
                          <a:srgbClr val="FF0000"/>
                        </a:solidFill>
                        <a:latin typeface="Times New Roman"/>
                        <a:cs typeface="Times New Roman"/>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b="0" i="1" dirty="0">
                        <a:solidFill>
                          <a:srgbClr val="FF0000"/>
                        </a:solidFill>
                        <a:latin typeface="Times New Roman"/>
                        <a:cs typeface="Times New Roman"/>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b="0" i="1" dirty="0">
                        <a:solidFill>
                          <a:srgbClr val="FF0000"/>
                        </a:solidFill>
                        <a:latin typeface="Times New Roman"/>
                        <a:cs typeface="Times New Roman"/>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b="0">
                        <a:solidFill>
                          <a:schemeClr val="tx1"/>
                        </a:solidFill>
                        <a:latin typeface="Times New Roman"/>
                        <a:cs typeface="Times New Roman"/>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b="0" dirty="0">
                        <a:solidFill>
                          <a:schemeClr val="tx1"/>
                        </a:solidFill>
                        <a:latin typeface="Times New Roman"/>
                        <a:cs typeface="Times New Roman"/>
                      </a:endParaRPr>
                    </a:p>
                  </a:txBody>
                  <a:tcPr>
                    <a:lnL w="12700" cap="flat" cmpd="sng" algn="ctr">
                      <a:no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r h="370840">
                <a:tc vMerge="1">
                  <a:txBody>
                    <a:bodyPr/>
                    <a:lstStyle/>
                    <a:p>
                      <a:pPr algn="ctr"/>
                      <a:endParaRPr lang="en-US" b="0" dirty="0">
                        <a:solidFill>
                          <a:schemeClr val="tx1"/>
                        </a:solidFill>
                        <a:latin typeface="Times New Roman"/>
                        <a:cs typeface="Times New Roman"/>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noFill/>
                  </a:tcPr>
                </a:tc>
                <a:tc>
                  <a:txBody>
                    <a:bodyPr/>
                    <a:lstStyle/>
                    <a:p>
                      <a:pPr algn="ctr"/>
                      <a:r>
                        <a:rPr lang="en-US" b="0" dirty="0">
                          <a:solidFill>
                            <a:schemeClr val="tx1"/>
                          </a:solidFill>
                          <a:latin typeface="Times New Roman"/>
                          <a:cs typeface="Times New Roman"/>
                        </a:rPr>
                        <a:t>D</a:t>
                      </a:r>
                    </a:p>
                  </a:txBody>
                  <a:tcPr>
                    <a:lnL w="12700" cap="flat" cmpd="sng" algn="ctr">
                      <a:no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b="0" dirty="0">
                        <a:solidFill>
                          <a:schemeClr val="tx1"/>
                        </a:solidFill>
                        <a:latin typeface="Times New Roman"/>
                        <a:cs typeface="Times New Roman"/>
                      </a:endParaRPr>
                    </a:p>
                  </a:txBody>
                  <a:tcPr>
                    <a:lnL w="12700" cap="flat" cmpd="sng" algn="ctr">
                      <a:solidFill>
                        <a:scrgbClr r="0" g="0" b="0"/>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b="0" i="1" dirty="0">
                          <a:solidFill>
                            <a:schemeClr val="tx1"/>
                          </a:solidFill>
                          <a:latin typeface="Times New Roman"/>
                          <a:cs typeface="Times New Roman"/>
                        </a:rPr>
                        <a:t>13</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66CCFF"/>
                    </a:solidFill>
                  </a:tcPr>
                </a:tc>
                <a:tc>
                  <a:txBody>
                    <a:bodyPr/>
                    <a:lstStyle/>
                    <a:p>
                      <a:pPr algn="ctr"/>
                      <a:endParaRPr lang="en-US" b="0" i="1" dirty="0">
                        <a:solidFill>
                          <a:schemeClr val="tx1"/>
                        </a:solidFill>
                        <a:latin typeface="Times New Roman"/>
                        <a:cs typeface="Times New Roman"/>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b="0" i="1" dirty="0">
                        <a:solidFill>
                          <a:schemeClr val="tx1"/>
                        </a:solidFill>
                        <a:latin typeface="Times New Roman"/>
                        <a:cs typeface="Times New Roman"/>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b="0" dirty="0">
                        <a:solidFill>
                          <a:schemeClr val="tx1"/>
                        </a:solidFill>
                        <a:latin typeface="Times New Roman"/>
                        <a:cs typeface="Times New Roman"/>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b="0" dirty="0">
                        <a:solidFill>
                          <a:schemeClr val="tx1"/>
                        </a:solidFill>
                        <a:latin typeface="Times New Roman"/>
                        <a:cs typeface="Times New Roman"/>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b="0" dirty="0">
                        <a:solidFill>
                          <a:schemeClr val="tx1"/>
                        </a:solidFill>
                        <a:latin typeface="Times New Roman"/>
                        <a:cs typeface="Times New Roman"/>
                      </a:endParaRPr>
                    </a:p>
                  </a:txBody>
                  <a:tcPr>
                    <a:lnL w="12700" cap="flat" cmpd="sng" algn="ctr">
                      <a:no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370840">
                <a:tc vMerge="1">
                  <a:txBody>
                    <a:bodyPr/>
                    <a:lstStyle/>
                    <a:p>
                      <a:pPr algn="ctr"/>
                      <a:endParaRPr lang="en-US" b="0" dirty="0">
                        <a:solidFill>
                          <a:schemeClr val="tx1"/>
                        </a:solidFill>
                        <a:latin typeface="Times New Roman"/>
                        <a:cs typeface="Times New Roman"/>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noFill/>
                  </a:tcPr>
                </a:tc>
                <a:tc>
                  <a:txBody>
                    <a:bodyPr/>
                    <a:lstStyle/>
                    <a:p>
                      <a:pPr algn="ctr"/>
                      <a:r>
                        <a:rPr lang="en-US" b="0" dirty="0">
                          <a:solidFill>
                            <a:schemeClr val="tx1"/>
                          </a:solidFill>
                          <a:latin typeface="Times New Roman"/>
                          <a:cs typeface="Times New Roman"/>
                        </a:rPr>
                        <a:t>E</a:t>
                      </a:r>
                    </a:p>
                  </a:txBody>
                  <a:tcPr>
                    <a:lnL w="12700" cap="flat" cmpd="sng" algn="ctr">
                      <a:no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b="0" dirty="0">
                        <a:solidFill>
                          <a:schemeClr val="tx1"/>
                        </a:solidFill>
                        <a:latin typeface="Times New Roman"/>
                        <a:cs typeface="Times New Roman"/>
                      </a:endParaRPr>
                    </a:p>
                  </a:txBody>
                  <a:tcPr>
                    <a:lnL w="12700" cap="flat" cmpd="sng" algn="ctr">
                      <a:solidFill>
                        <a:scrgbClr r="0" g="0" b="0"/>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b="0" i="1" dirty="0">
                        <a:solidFill>
                          <a:schemeClr val="tx1"/>
                        </a:solidFill>
                        <a:latin typeface="Times New Roman"/>
                        <a:cs typeface="Times New Roman"/>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b="0" i="1" dirty="0">
                        <a:solidFill>
                          <a:schemeClr val="tx1"/>
                        </a:solidFill>
                        <a:latin typeface="Times New Roman"/>
                        <a:cs typeface="Times New Roman"/>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b="0" i="1" dirty="0">
                          <a:solidFill>
                            <a:schemeClr val="tx1"/>
                          </a:solidFill>
                          <a:latin typeface="Times New Roman"/>
                          <a:cs typeface="Times New Roman"/>
                        </a:rPr>
                        <a:t>9</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66CCFF"/>
                    </a:solidFill>
                  </a:tcPr>
                </a:tc>
                <a:tc>
                  <a:txBody>
                    <a:bodyPr/>
                    <a:lstStyle/>
                    <a:p>
                      <a:pPr algn="ctr"/>
                      <a:endParaRPr lang="en-US" b="0" dirty="0">
                        <a:solidFill>
                          <a:schemeClr val="tx1"/>
                        </a:solidFill>
                        <a:latin typeface="Times New Roman"/>
                        <a:cs typeface="Times New Roman"/>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b="0" dirty="0">
                        <a:solidFill>
                          <a:schemeClr val="tx1"/>
                        </a:solidFill>
                        <a:latin typeface="Times New Roman"/>
                        <a:cs typeface="Times New Roman"/>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b="0" dirty="0">
                        <a:solidFill>
                          <a:schemeClr val="tx1"/>
                        </a:solidFill>
                        <a:latin typeface="Times New Roman"/>
                        <a:cs typeface="Times New Roman"/>
                      </a:endParaRPr>
                    </a:p>
                  </a:txBody>
                  <a:tcPr>
                    <a:lnL w="12700" cap="flat" cmpd="sng" algn="ctr">
                      <a:no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6"/>
                  </a:ext>
                </a:extLst>
              </a:tr>
              <a:tr h="370840">
                <a:tc vMerge="1">
                  <a:txBody>
                    <a:bodyPr/>
                    <a:lstStyle/>
                    <a:p>
                      <a:pPr algn="ctr"/>
                      <a:endParaRPr lang="en-US" b="0" dirty="0">
                        <a:solidFill>
                          <a:schemeClr val="tx1"/>
                        </a:solidFill>
                        <a:latin typeface="Times New Roman"/>
                        <a:cs typeface="Times New Roman"/>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noFill/>
                  </a:tcPr>
                </a:tc>
                <a:tc>
                  <a:txBody>
                    <a:bodyPr/>
                    <a:lstStyle/>
                    <a:p>
                      <a:pPr algn="ctr"/>
                      <a:r>
                        <a:rPr lang="en-US" b="0" dirty="0">
                          <a:solidFill>
                            <a:schemeClr val="tx1"/>
                          </a:solidFill>
                          <a:latin typeface="Times New Roman"/>
                          <a:cs typeface="Times New Roman"/>
                        </a:rPr>
                        <a:t>F</a:t>
                      </a:r>
                    </a:p>
                  </a:txBody>
                  <a:tcPr>
                    <a:lnL w="12700" cap="flat" cmpd="sng" algn="ctr">
                      <a:no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b="0" dirty="0">
                        <a:solidFill>
                          <a:schemeClr val="tx1"/>
                        </a:solidFill>
                        <a:latin typeface="Times New Roman"/>
                        <a:cs typeface="Times New Roman"/>
                      </a:endParaRPr>
                    </a:p>
                  </a:txBody>
                  <a:tcPr>
                    <a:lnL w="12700" cap="flat" cmpd="sng" algn="ctr">
                      <a:solidFill>
                        <a:scrgbClr r="0" g="0" b="0"/>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b="0" i="1" dirty="0">
                        <a:solidFill>
                          <a:schemeClr val="tx1"/>
                        </a:solidFill>
                        <a:latin typeface="Times New Roman"/>
                        <a:cs typeface="Times New Roman"/>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b="0" i="1" dirty="0">
                          <a:solidFill>
                            <a:schemeClr val="tx1"/>
                          </a:solidFill>
                          <a:latin typeface="Times New Roman"/>
                          <a:cs typeface="Times New Roman"/>
                        </a:rPr>
                        <a:t>11</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66CCFF"/>
                    </a:solidFill>
                  </a:tcPr>
                </a:tc>
                <a:tc>
                  <a:txBody>
                    <a:bodyPr/>
                    <a:lstStyle/>
                    <a:p>
                      <a:pPr algn="ctr"/>
                      <a:endParaRPr lang="en-US" b="0" i="1" dirty="0">
                        <a:solidFill>
                          <a:schemeClr val="tx1"/>
                        </a:solidFill>
                        <a:latin typeface="Times New Roman"/>
                        <a:cs typeface="Times New Roman"/>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b="0" dirty="0">
                        <a:solidFill>
                          <a:schemeClr val="tx1"/>
                        </a:solidFill>
                        <a:latin typeface="Times New Roman"/>
                        <a:cs typeface="Times New Roman"/>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b="0" dirty="0">
                        <a:solidFill>
                          <a:schemeClr val="tx1"/>
                        </a:solidFill>
                        <a:latin typeface="Times New Roman"/>
                        <a:cs typeface="Times New Roman"/>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b="0" dirty="0">
                        <a:solidFill>
                          <a:schemeClr val="tx1"/>
                        </a:solidFill>
                        <a:latin typeface="Times New Roman"/>
                        <a:cs typeface="Times New Roman"/>
                      </a:endParaRPr>
                    </a:p>
                  </a:txBody>
                  <a:tcPr>
                    <a:lnL w="12700" cap="flat" cmpd="sng" algn="ctr">
                      <a:no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370840">
                <a:tc vMerge="1">
                  <a:txBody>
                    <a:bodyPr/>
                    <a:lstStyle/>
                    <a:p>
                      <a:pPr algn="ctr"/>
                      <a:endParaRPr lang="en-US" b="0" dirty="0">
                        <a:solidFill>
                          <a:schemeClr val="tx1"/>
                        </a:solidFill>
                        <a:latin typeface="Times New Roman"/>
                        <a:cs typeface="Times New Roman"/>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noFill/>
                  </a:tcPr>
                </a:tc>
                <a:tc>
                  <a:txBody>
                    <a:bodyPr/>
                    <a:lstStyle/>
                    <a:p>
                      <a:pPr algn="ctr"/>
                      <a:r>
                        <a:rPr lang="en-US" b="0" dirty="0">
                          <a:solidFill>
                            <a:schemeClr val="tx1"/>
                          </a:solidFill>
                          <a:latin typeface="Times New Roman"/>
                          <a:cs typeface="Times New Roman"/>
                        </a:rPr>
                        <a:t>G</a:t>
                      </a:r>
                    </a:p>
                  </a:txBody>
                  <a:tcPr>
                    <a:lnL w="12700" cap="flat" cmpd="sng" algn="ctr">
                      <a:no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b="0" i="1" dirty="0">
                          <a:solidFill>
                            <a:srgbClr val="FF0000"/>
                          </a:solidFill>
                          <a:latin typeface="Times New Roman"/>
                          <a:cs typeface="Times New Roman"/>
                        </a:rPr>
                        <a:t>z</a:t>
                      </a:r>
                    </a:p>
                  </a:txBody>
                  <a:tcPr>
                    <a:lnL w="12700" cap="flat" cmpd="sng" algn="ctr">
                      <a:solidFill>
                        <a:scrgbClr r="0" g="0" b="0"/>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b="0" dirty="0">
                        <a:solidFill>
                          <a:schemeClr val="tx1"/>
                        </a:solidFill>
                        <a:latin typeface="Times New Roman"/>
                        <a:cs typeface="Times New Roman"/>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b="0">
                        <a:solidFill>
                          <a:schemeClr val="tx1"/>
                        </a:solidFill>
                        <a:latin typeface="Times New Roman"/>
                        <a:cs typeface="Times New Roman"/>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b="0">
                        <a:solidFill>
                          <a:schemeClr val="tx1"/>
                        </a:solidFill>
                        <a:latin typeface="Times New Roman"/>
                        <a:cs typeface="Times New Roman"/>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b="0" dirty="0">
                        <a:solidFill>
                          <a:schemeClr val="tx1"/>
                        </a:solidFill>
                        <a:latin typeface="Times New Roman"/>
                        <a:cs typeface="Times New Roman"/>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b="0" dirty="0">
                        <a:solidFill>
                          <a:schemeClr val="tx1"/>
                        </a:solidFill>
                        <a:latin typeface="Times New Roman"/>
                        <a:cs typeface="Times New Roman"/>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b="0" dirty="0">
                        <a:solidFill>
                          <a:schemeClr val="tx1"/>
                        </a:solidFill>
                        <a:latin typeface="Times New Roman"/>
                        <a:cs typeface="Times New Roman"/>
                      </a:endParaRPr>
                    </a:p>
                  </a:txBody>
                  <a:tcPr>
                    <a:lnL w="12700" cap="flat" cmpd="sng" algn="ctr">
                      <a:no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8"/>
                  </a:ext>
                </a:extLst>
              </a:tr>
            </a:tbl>
          </a:graphicData>
        </a:graphic>
      </p:graphicFrame>
      <p:sp>
        <p:nvSpPr>
          <p:cNvPr id="7" name="Slide Number Placeholder 4">
            <a:extLst>
              <a:ext uri="{FF2B5EF4-FFF2-40B4-BE49-F238E27FC236}">
                <a16:creationId xmlns:a16="http://schemas.microsoft.com/office/drawing/2014/main" id="{20951948-B008-E644-A413-AF8F2E6FBCAF}"/>
              </a:ext>
            </a:extLst>
          </p:cNvPr>
          <p:cNvSpPr>
            <a:spLocks noGrp="1"/>
          </p:cNvSpPr>
          <p:nvPr>
            <p:ph type="sldNum" sz="quarter" idx="4"/>
          </p:nvPr>
        </p:nvSpPr>
        <p:spPr>
          <a:xfrm>
            <a:off x="9219616" y="6443089"/>
            <a:ext cx="2743200" cy="365125"/>
          </a:xfrm>
        </p:spPr>
        <p:txBody>
          <a:bodyPr/>
          <a:lstStyle/>
          <a:p>
            <a:r>
              <a:rPr lang="en-US" smtClean="0"/>
              <a:t>Network Layer: 5-</a:t>
            </a:r>
            <a:fld id="{C4204591-24BD-A542-B9D5-F8D8A88D2FEE}" type="slidenum">
              <a:rPr lang="en-US" smtClean="0"/>
              <a:pPr/>
              <a:t>44</a:t>
            </a:fld>
            <a:endParaRPr lang="en-US" dirty="0"/>
          </a:p>
        </p:txBody>
      </p:sp>
    </p:spTree>
    <p:extLst>
      <p:ext uri="{BB962C8B-B14F-4D97-AF65-F5344CB8AC3E}">
        <p14:creationId xmlns:p14="http://schemas.microsoft.com/office/powerpoint/2010/main" val="306243722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“control plane” roadmap</a:t>
            </a:r>
            <a:endParaRPr lang="en-US" sz="4400"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761675" y="4144564"/>
            <a:ext cx="5066531" cy="1937764"/>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9575" indent="-293688">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network management, configuration </a:t>
            </a:r>
          </a:p>
          <a:p>
            <a:pPr marL="685800" lvl="1" indent="-219075">
              <a:buClr>
                <a:schemeClr val="bg1">
                  <a:lumMod val="75000"/>
                </a:schemeClr>
              </a:buClr>
            </a:pPr>
            <a:r>
              <a:rPr lang="en-US" altLang="en-US" sz="2800" dirty="0">
                <a:solidFill>
                  <a:schemeClr val="bg1">
                    <a:lumMod val="75000"/>
                  </a:schemeClr>
                </a:solidFill>
                <a:ea typeface="ＭＳ Ｐゴシック" panose="020B0600070205080204" pitchFamily="34" charset="-128"/>
                <a:cs typeface="ＭＳ Ｐゴシック" panose="020B0600070205080204" pitchFamily="34" charset="-128"/>
              </a:rPr>
              <a:t>SNMP</a:t>
            </a:r>
          </a:p>
          <a:p>
            <a:pPr marL="685800" lvl="1" indent="-219075">
              <a:buClr>
                <a:schemeClr val="bg1">
                  <a:lumMod val="75000"/>
                </a:schemeClr>
              </a:buClr>
            </a:pPr>
            <a:r>
              <a:rPr lang="en-US" altLang="en-US" sz="2800" dirty="0">
                <a:solidFill>
                  <a:schemeClr val="bg1">
                    <a:lumMod val="75000"/>
                  </a:schemeClr>
                </a:solidFill>
                <a:ea typeface="ＭＳ Ｐゴシック" panose="020B0600070205080204" pitchFamily="34" charset="-128"/>
                <a:cs typeface="ＭＳ Ｐゴシック" panose="020B0600070205080204" pitchFamily="34" charset="-128"/>
              </a:rPr>
              <a:t>NETCONF/YANG (NOT COVERED)</a:t>
            </a:r>
          </a:p>
          <a:p>
            <a:pPr lvl="1"/>
            <a:endParaRPr lang="en-US" alt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622456" y="1361615"/>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introduction</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routing protocols</a:t>
            </a:r>
          </a:p>
          <a:p>
            <a:pPr marL="285750" indent="-285750">
              <a:spcBef>
                <a:spcPts val="600"/>
              </a:spcBef>
              <a:buClr>
                <a:srgbClr val="0000A8"/>
              </a:buClr>
            </a:pPr>
            <a:r>
              <a:rPr lang="en-US" altLang="en-US" sz="3600" dirty="0">
                <a:ea typeface="ＭＳ Ｐゴシック" panose="020B0600070205080204" pitchFamily="34" charset="-128"/>
                <a:cs typeface="Arial" panose="020B0604020202020204" pitchFamily="34" charset="0"/>
              </a:rPr>
              <a:t>intra-ISP routing: OSPF</a:t>
            </a:r>
          </a:p>
          <a:p>
            <a:pPr marL="285750" indent="-285750">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routing among ISPs: BGP</a:t>
            </a:r>
          </a:p>
          <a:p>
            <a:pPr marL="285750" indent="-285750">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SDN control plane</a:t>
            </a:r>
          </a:p>
          <a:p>
            <a:pPr marL="285750" indent="-285750">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Internet Control Message Protocol </a:t>
            </a:r>
            <a:r>
              <a:rPr lang="en-US" altLang="en-US" sz="3200" dirty="0" smtClean="0">
                <a:solidFill>
                  <a:schemeClr val="bg1">
                    <a:lumMod val="75000"/>
                  </a:schemeClr>
                </a:solidFill>
                <a:ea typeface="ＭＳ Ｐゴシック" panose="020B0600070205080204" pitchFamily="34" charset="-128"/>
                <a:cs typeface="ＭＳ Ｐゴシック" panose="020B0600070205080204" pitchFamily="34" charset="-128"/>
              </a:rPr>
              <a:t>(ICMP)</a:t>
            </a:r>
            <a:endPar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endParaRPr>
          </a:p>
          <a:p>
            <a:pPr marL="466725" indent="-409575">
              <a:spcBef>
                <a:spcPts val="600"/>
              </a:spcBef>
              <a:buNone/>
            </a:pPr>
            <a:endParaRPr lang="en-US" altLang="en-US" sz="3200" dirty="0">
              <a:ea typeface="ＭＳ Ｐゴシック" panose="020B0600070205080204" pitchFamily="34" charset="-128"/>
              <a:cs typeface="Arial" panose="020B0604020202020204" pitchFamily="34" charset="0"/>
            </a:endParaRPr>
          </a:p>
        </p:txBody>
      </p:sp>
      <p:sp>
        <p:nvSpPr>
          <p:cNvPr id="11" name="Slide Number Placeholder 4">
            <a:extLst>
              <a:ext uri="{FF2B5EF4-FFF2-40B4-BE49-F238E27FC236}">
                <a16:creationId xmlns:a16="http://schemas.microsoft.com/office/drawing/2014/main" id="{60E442AF-0FD6-9040-9BFF-CE4BE886AA41}"/>
              </a:ext>
            </a:extLst>
          </p:cNvPr>
          <p:cNvSpPr>
            <a:spLocks noGrp="1"/>
          </p:cNvSpPr>
          <p:nvPr>
            <p:ph type="sldNum" sz="quarter" idx="4"/>
          </p:nvPr>
        </p:nvSpPr>
        <p:spPr>
          <a:xfrm>
            <a:off x="9219616" y="6443089"/>
            <a:ext cx="2743200" cy="365125"/>
          </a:xfrm>
        </p:spPr>
        <p:txBody>
          <a:bodyPr/>
          <a:lstStyle/>
          <a:p>
            <a:r>
              <a:rPr lang="en-US" dirty="0"/>
              <a:t>Network Layer: 5-</a:t>
            </a:r>
            <a:fld id="{C4204591-24BD-A542-B9D5-F8D8A88D2FEE}" type="slidenum">
              <a:rPr lang="en-US" smtClean="0"/>
              <a:pPr/>
              <a:t>45</a:t>
            </a:fld>
            <a:endParaRPr lang="en-US" dirty="0"/>
          </a:p>
        </p:txBody>
      </p:sp>
    </p:spTree>
    <p:extLst>
      <p:ext uri="{BB962C8B-B14F-4D97-AF65-F5344CB8AC3E}">
        <p14:creationId xmlns:p14="http://schemas.microsoft.com/office/powerpoint/2010/main" val="16483579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Content Placeholder 6">
            <a:extLst>
              <a:ext uri="{FF2B5EF4-FFF2-40B4-BE49-F238E27FC236}">
                <a16:creationId xmlns:a16="http://schemas.microsoft.com/office/drawing/2014/main" id="{E7BA213B-068E-DC4B-B1E8-7B6FBA112986}"/>
              </a:ext>
            </a:extLst>
          </p:cNvPr>
          <p:cNvSpPr>
            <a:spLocks noGrp="1"/>
          </p:cNvSpPr>
          <p:nvPr>
            <p:ph idx="1"/>
          </p:nvPr>
        </p:nvSpPr>
        <p:spPr>
          <a:xfrm>
            <a:off x="788096" y="1561188"/>
            <a:ext cx="10515600" cy="4351338"/>
          </a:xfrm>
        </p:spPr>
        <p:txBody>
          <a:bodyPr/>
          <a:lstStyle/>
          <a:p>
            <a:pPr marL="130175" indent="0">
              <a:buNone/>
            </a:pPr>
            <a:r>
              <a:rPr lang="en-US" sz="3200" dirty="0"/>
              <a:t>our routing study thus far - idealized </a:t>
            </a:r>
          </a:p>
          <a:p>
            <a:pPr marL="522288" indent="-285750">
              <a:spcBef>
                <a:spcPts val="400"/>
              </a:spcBef>
            </a:pPr>
            <a:r>
              <a:rPr lang="en-US" dirty="0"/>
              <a:t>all routers identical</a:t>
            </a:r>
          </a:p>
          <a:p>
            <a:pPr marL="522288" indent="-285750">
              <a:spcBef>
                <a:spcPts val="400"/>
              </a:spcBef>
            </a:pPr>
            <a:r>
              <a:rPr lang="en-US" dirty="0"/>
              <a:t>network “flat”</a:t>
            </a:r>
          </a:p>
          <a:p>
            <a:pPr marL="130175" indent="0">
              <a:buNone/>
            </a:pPr>
            <a:r>
              <a:rPr lang="en-US" dirty="0"/>
              <a:t>… not true in practice</a:t>
            </a:r>
          </a:p>
          <a:p>
            <a:endParaRPr lang="en-US" dirty="0"/>
          </a:p>
        </p:txBody>
      </p:sp>
      <p:sp>
        <p:nvSpPr>
          <p:cNvPr id="6" name="Title 5">
            <a:extLst>
              <a:ext uri="{FF2B5EF4-FFF2-40B4-BE49-F238E27FC236}">
                <a16:creationId xmlns:a16="http://schemas.microsoft.com/office/drawing/2014/main" id="{5DA1129F-3DCF-3A44-9CC7-AFE5C958C642}"/>
              </a:ext>
            </a:extLst>
          </p:cNvPr>
          <p:cNvSpPr>
            <a:spLocks noGrp="1"/>
          </p:cNvSpPr>
          <p:nvPr>
            <p:ph type="title"/>
          </p:nvPr>
        </p:nvSpPr>
        <p:spPr/>
        <p:txBody>
          <a:bodyPr>
            <a:normAutofit/>
          </a:bodyPr>
          <a:lstStyle/>
          <a:p>
            <a:r>
              <a:rPr lang="en-US" b="0" kern="0" dirty="0">
                <a:solidFill>
                  <a:srgbClr val="000099"/>
                </a:solidFill>
                <a:latin typeface="+mn-lt"/>
                <a:ea typeface="ＭＳ Ｐゴシック" charset="0"/>
              </a:rPr>
              <a:t>Making routing scalable</a:t>
            </a:r>
            <a:endParaRPr lang="en-US" sz="4800" dirty="0">
              <a:latin typeface="+mn-lt"/>
            </a:endParaRPr>
          </a:p>
        </p:txBody>
      </p:sp>
      <p:sp>
        <p:nvSpPr>
          <p:cNvPr id="5" name="Slide Number Placeholder 4">
            <a:extLst>
              <a:ext uri="{FF2B5EF4-FFF2-40B4-BE49-F238E27FC236}">
                <a16:creationId xmlns:a16="http://schemas.microsoft.com/office/drawing/2014/main" id="{253403F4-351A-E44F-97D7-AD7199580E78}"/>
              </a:ext>
            </a:extLst>
          </p:cNvPr>
          <p:cNvSpPr>
            <a:spLocks noGrp="1"/>
          </p:cNvSpPr>
          <p:nvPr>
            <p:ph type="sldNum" sz="quarter" idx="4"/>
          </p:nvPr>
        </p:nvSpPr>
        <p:spPr/>
        <p:txBody>
          <a:bodyPr/>
          <a:lstStyle/>
          <a:p>
            <a:r>
              <a:rPr lang="en-US" dirty="0"/>
              <a:t>Network Layer: 5-</a:t>
            </a:r>
            <a:fld id="{C4204591-24BD-A542-B9D5-F8D8A88D2FEE}" type="slidenum">
              <a:rPr lang="en-US" smtClean="0"/>
              <a:pPr/>
              <a:t>46</a:t>
            </a:fld>
            <a:endParaRPr lang="en-US" dirty="0"/>
          </a:p>
        </p:txBody>
      </p:sp>
      <p:sp>
        <p:nvSpPr>
          <p:cNvPr id="11" name="Rectangle 3">
            <a:extLst>
              <a:ext uri="{FF2B5EF4-FFF2-40B4-BE49-F238E27FC236}">
                <a16:creationId xmlns:a16="http://schemas.microsoft.com/office/drawing/2014/main" id="{F9B3A519-428E-254A-A0D8-474D6ECEC54E}"/>
              </a:ext>
            </a:extLst>
          </p:cNvPr>
          <p:cNvSpPr txBox="1">
            <a:spLocks noChangeArrowheads="1"/>
          </p:cNvSpPr>
          <p:nvPr/>
        </p:nvSpPr>
        <p:spPr bwMode="auto">
          <a:xfrm>
            <a:off x="990600" y="3666994"/>
            <a:ext cx="4984315" cy="22669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a:buFont typeface="Wingdings" charset="0"/>
              <a:buNone/>
            </a:pPr>
            <a:r>
              <a:rPr lang="en-US" kern="0" dirty="0">
                <a:solidFill>
                  <a:srgbClr val="C00000"/>
                </a:solidFill>
              </a:rPr>
              <a:t>scale: </a:t>
            </a:r>
            <a:r>
              <a:rPr lang="en-US" kern="0" dirty="0"/>
              <a:t>billions of destinations:</a:t>
            </a:r>
          </a:p>
          <a:p>
            <a:r>
              <a:rPr lang="en-US" sz="2400" kern="0" dirty="0"/>
              <a:t>can’</a:t>
            </a:r>
            <a:r>
              <a:rPr lang="en-US" altLang="ja-JP" sz="2400" kern="0" dirty="0"/>
              <a:t>t store all destinations in routing tables!</a:t>
            </a:r>
          </a:p>
          <a:p>
            <a:r>
              <a:rPr lang="en-US" sz="2400" kern="0" dirty="0"/>
              <a:t>routing table exchange would swamp links!</a:t>
            </a:r>
            <a:r>
              <a:rPr lang="en-US" kern="0" dirty="0"/>
              <a:t> </a:t>
            </a:r>
          </a:p>
          <a:p>
            <a:endParaRPr lang="en-US" kern="0" dirty="0">
              <a:latin typeface="Gill Sans MT" charset="0"/>
            </a:endParaRPr>
          </a:p>
          <a:p>
            <a:endParaRPr lang="en-US" kern="0" dirty="0">
              <a:latin typeface="Gill Sans MT" charset="0"/>
            </a:endParaRPr>
          </a:p>
        </p:txBody>
      </p:sp>
      <p:sp>
        <p:nvSpPr>
          <p:cNvPr id="12" name="Rectangle 4">
            <a:extLst>
              <a:ext uri="{FF2B5EF4-FFF2-40B4-BE49-F238E27FC236}">
                <a16:creationId xmlns:a16="http://schemas.microsoft.com/office/drawing/2014/main" id="{F4EA3DB5-195F-1A49-92C3-E48E324A5BA4}"/>
              </a:ext>
            </a:extLst>
          </p:cNvPr>
          <p:cNvSpPr txBox="1">
            <a:spLocks noChangeArrowheads="1"/>
          </p:cNvSpPr>
          <p:nvPr/>
        </p:nvSpPr>
        <p:spPr bwMode="auto">
          <a:xfrm>
            <a:off x="6413326" y="3654991"/>
            <a:ext cx="5361270" cy="2514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2800" b="0" u="none" strike="noStrike" kern="0" cap="none" spc="0" normalizeH="0" baseline="0" noProof="0" dirty="0">
                <a:ln>
                  <a:noFill/>
                </a:ln>
                <a:solidFill>
                  <a:srgbClr val="C00000"/>
                </a:solidFill>
                <a:effectLst/>
                <a:uLnTx/>
                <a:uFillTx/>
                <a:ea typeface="ＭＳ Ｐゴシック" charset="0"/>
                <a:cs typeface="+mn-cs"/>
              </a:rPr>
              <a:t>administrative autonomy:</a:t>
            </a:r>
          </a:p>
          <a:p>
            <a:pPr marR="0" lvl="0" indent="-219075" algn="l" defTabSz="914400" rtl="0" eaLnBrk="0" fontAlgn="base" latinLnBrk="0" hangingPunct="0">
              <a:lnSpc>
                <a:spcPct val="85000"/>
              </a:lnSpc>
              <a:spcBef>
                <a:spcPct val="20000"/>
              </a:spcBef>
              <a:spcAft>
                <a:spcPct val="0"/>
              </a:spcAft>
              <a:buClr>
                <a:srgbClr val="000099"/>
              </a:buClr>
              <a:buSzPct val="100000"/>
              <a:buFont typeface="Wingdings" charset="2"/>
              <a:buChar char="§"/>
              <a:defRPr/>
            </a:pPr>
            <a:r>
              <a:rPr kumimoji="0" lang="en-US" sz="2400" b="0" i="0" u="none" strike="noStrike" kern="0" cap="none" spc="0" normalizeH="0" baseline="0" noProof="0" dirty="0">
                <a:ln>
                  <a:noFill/>
                </a:ln>
                <a:solidFill>
                  <a:srgbClr val="000000"/>
                </a:solidFill>
                <a:effectLst/>
                <a:uLnTx/>
                <a:uFillTx/>
                <a:ea typeface="ＭＳ Ｐゴシック" charset="0"/>
                <a:cs typeface="+mn-cs"/>
              </a:rPr>
              <a:t>Internet: a network of networks</a:t>
            </a:r>
          </a:p>
          <a:p>
            <a:pPr marR="0" lvl="0" indent="-219075" algn="l" defTabSz="914400" rtl="0" eaLnBrk="0" fontAlgn="base" latinLnBrk="0" hangingPunct="0">
              <a:lnSpc>
                <a:spcPct val="85000"/>
              </a:lnSpc>
              <a:spcBef>
                <a:spcPct val="20000"/>
              </a:spcBef>
              <a:spcAft>
                <a:spcPct val="0"/>
              </a:spcAft>
              <a:buClr>
                <a:srgbClr val="000099"/>
              </a:buClr>
              <a:buSzPct val="100000"/>
              <a:buFont typeface="Wingdings" charset="2"/>
              <a:buChar char="§"/>
              <a:defRPr/>
            </a:pPr>
            <a:r>
              <a:rPr kumimoji="0" lang="en-US" sz="2400" b="0" i="0" u="none" strike="noStrike" kern="0" cap="none" spc="0" normalizeH="0" baseline="0" noProof="0" dirty="0">
                <a:ln>
                  <a:noFill/>
                </a:ln>
                <a:solidFill>
                  <a:srgbClr val="000000"/>
                </a:solidFill>
                <a:effectLst/>
                <a:uLnTx/>
                <a:uFillTx/>
                <a:ea typeface="ＭＳ Ｐゴシック" charset="0"/>
                <a:cs typeface="+mn-cs"/>
              </a:rPr>
              <a:t>each network admin may want to control routing in its own network</a:t>
            </a:r>
          </a:p>
        </p:txBody>
      </p:sp>
    </p:spTree>
    <p:extLst>
      <p:ext uri="{BB962C8B-B14F-4D97-AF65-F5344CB8AC3E}">
        <p14:creationId xmlns:p14="http://schemas.microsoft.com/office/powerpoint/2010/main" val="86745374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dissolv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dissolve">
                                      <p:cBhvr>
                                        <p:cTn id="1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Content Placeholder 6">
            <a:extLst>
              <a:ext uri="{FF2B5EF4-FFF2-40B4-BE49-F238E27FC236}">
                <a16:creationId xmlns:a16="http://schemas.microsoft.com/office/drawing/2014/main" id="{E7BA213B-068E-DC4B-B1E8-7B6FBA112986}"/>
              </a:ext>
            </a:extLst>
          </p:cNvPr>
          <p:cNvSpPr>
            <a:spLocks noGrp="1"/>
          </p:cNvSpPr>
          <p:nvPr>
            <p:ph idx="1"/>
          </p:nvPr>
        </p:nvSpPr>
        <p:spPr>
          <a:xfrm>
            <a:off x="788096" y="1561188"/>
            <a:ext cx="10515600" cy="4351338"/>
          </a:xfrm>
        </p:spPr>
        <p:txBody>
          <a:bodyPr/>
          <a:lstStyle/>
          <a:p>
            <a:pPr marL="130175" indent="0">
              <a:buNone/>
            </a:pPr>
            <a:r>
              <a:rPr lang="en-US" sz="3200" dirty="0"/>
              <a:t>aggregate routers into regions known as </a:t>
            </a:r>
            <a:r>
              <a:rPr lang="en-US" sz="3200" dirty="0">
                <a:solidFill>
                  <a:srgbClr val="0000A8"/>
                </a:solidFill>
              </a:rPr>
              <a:t>“autonomous systems”</a:t>
            </a:r>
            <a:r>
              <a:rPr lang="en-US" sz="3200" dirty="0"/>
              <a:t> (AS) (a.k.a. “</a:t>
            </a:r>
            <a:r>
              <a:rPr lang="en-US" sz="3200" dirty="0">
                <a:solidFill>
                  <a:srgbClr val="0000A8"/>
                </a:solidFill>
              </a:rPr>
              <a:t>domains</a:t>
            </a:r>
            <a:r>
              <a:rPr lang="en-US" sz="3200" dirty="0"/>
              <a:t>”)</a:t>
            </a:r>
          </a:p>
        </p:txBody>
      </p:sp>
      <p:sp>
        <p:nvSpPr>
          <p:cNvPr id="6" name="Title 5">
            <a:extLst>
              <a:ext uri="{FF2B5EF4-FFF2-40B4-BE49-F238E27FC236}">
                <a16:creationId xmlns:a16="http://schemas.microsoft.com/office/drawing/2014/main" id="{5DA1129F-3DCF-3A44-9CC7-AFE5C958C642}"/>
              </a:ext>
            </a:extLst>
          </p:cNvPr>
          <p:cNvSpPr>
            <a:spLocks noGrp="1"/>
          </p:cNvSpPr>
          <p:nvPr>
            <p:ph type="title"/>
          </p:nvPr>
        </p:nvSpPr>
        <p:spPr/>
        <p:txBody>
          <a:bodyPr>
            <a:normAutofit/>
          </a:bodyPr>
          <a:lstStyle/>
          <a:p>
            <a:r>
              <a:rPr lang="en-US" dirty="0"/>
              <a:t>Internet approach to scalable routing</a:t>
            </a:r>
            <a:endParaRPr lang="en-US" sz="4800" dirty="0">
              <a:latin typeface="+mn-lt"/>
            </a:endParaRPr>
          </a:p>
        </p:txBody>
      </p:sp>
      <p:sp>
        <p:nvSpPr>
          <p:cNvPr id="5" name="Slide Number Placeholder 4">
            <a:extLst>
              <a:ext uri="{FF2B5EF4-FFF2-40B4-BE49-F238E27FC236}">
                <a16:creationId xmlns:a16="http://schemas.microsoft.com/office/drawing/2014/main" id="{253403F4-351A-E44F-97D7-AD7199580E78}"/>
              </a:ext>
            </a:extLst>
          </p:cNvPr>
          <p:cNvSpPr>
            <a:spLocks noGrp="1"/>
          </p:cNvSpPr>
          <p:nvPr>
            <p:ph type="sldNum" sz="quarter" idx="4"/>
          </p:nvPr>
        </p:nvSpPr>
        <p:spPr/>
        <p:txBody>
          <a:bodyPr/>
          <a:lstStyle/>
          <a:p>
            <a:r>
              <a:rPr lang="en-US" dirty="0"/>
              <a:t>Network Layer: 5-</a:t>
            </a:r>
            <a:fld id="{C4204591-24BD-A542-B9D5-F8D8A88D2FEE}" type="slidenum">
              <a:rPr lang="en-US" smtClean="0"/>
              <a:pPr/>
              <a:t>47</a:t>
            </a:fld>
            <a:endParaRPr lang="en-US" dirty="0"/>
          </a:p>
        </p:txBody>
      </p:sp>
      <p:sp>
        <p:nvSpPr>
          <p:cNvPr id="11" name="Rectangle 3">
            <a:extLst>
              <a:ext uri="{FF2B5EF4-FFF2-40B4-BE49-F238E27FC236}">
                <a16:creationId xmlns:a16="http://schemas.microsoft.com/office/drawing/2014/main" id="{F9B3A519-428E-254A-A0D8-474D6ECEC54E}"/>
              </a:ext>
            </a:extLst>
          </p:cNvPr>
          <p:cNvSpPr txBox="1">
            <a:spLocks noChangeArrowheads="1"/>
          </p:cNvSpPr>
          <p:nvPr/>
        </p:nvSpPr>
        <p:spPr bwMode="auto">
          <a:xfrm>
            <a:off x="952500" y="2904546"/>
            <a:ext cx="5635668" cy="365954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0" indent="0">
              <a:buNone/>
            </a:pPr>
            <a:r>
              <a:rPr lang="en-US" sz="3200" kern="0" dirty="0">
                <a:solidFill>
                  <a:srgbClr val="C00000"/>
                </a:solidFill>
              </a:rPr>
              <a:t>intra-AS (aka “intra-domain”): </a:t>
            </a:r>
            <a:r>
              <a:rPr lang="en-US" kern="0" dirty="0"/>
              <a:t>routing among </a:t>
            </a:r>
            <a:r>
              <a:rPr lang="en-US" i="1" kern="0" dirty="0"/>
              <a:t>within same AS (“network”)</a:t>
            </a:r>
          </a:p>
          <a:p>
            <a:pPr>
              <a:lnSpc>
                <a:spcPct val="90000"/>
              </a:lnSpc>
              <a:spcBef>
                <a:spcPts val="400"/>
              </a:spcBef>
            </a:pPr>
            <a:r>
              <a:rPr lang="en-US" sz="2400" kern="0" dirty="0"/>
              <a:t>all routers in AS must run same intra-domain protocol</a:t>
            </a:r>
          </a:p>
          <a:p>
            <a:pPr>
              <a:lnSpc>
                <a:spcPct val="90000"/>
              </a:lnSpc>
              <a:spcBef>
                <a:spcPts val="400"/>
              </a:spcBef>
            </a:pPr>
            <a:r>
              <a:rPr lang="en-US" sz="2400" kern="0" dirty="0"/>
              <a:t>routers in different AS can run different intra-domain routing protocols</a:t>
            </a:r>
          </a:p>
          <a:p>
            <a:pPr>
              <a:lnSpc>
                <a:spcPct val="90000"/>
              </a:lnSpc>
              <a:spcBef>
                <a:spcPts val="400"/>
              </a:spcBef>
            </a:pPr>
            <a:r>
              <a:rPr lang="en-US" sz="2400" kern="0" dirty="0">
                <a:solidFill>
                  <a:srgbClr val="0000A8"/>
                </a:solidFill>
              </a:rPr>
              <a:t>gateway router: </a:t>
            </a:r>
            <a:r>
              <a:rPr lang="en-US" sz="2400" kern="0" dirty="0"/>
              <a:t>at “edge” of its own AS, has link(s) to router(s) in other AS’es</a:t>
            </a:r>
          </a:p>
          <a:p>
            <a:endParaRPr lang="en-US" kern="0" dirty="0">
              <a:latin typeface="Gill Sans MT" charset="0"/>
            </a:endParaRPr>
          </a:p>
          <a:p>
            <a:endParaRPr lang="en-US" kern="0" dirty="0">
              <a:latin typeface="Gill Sans MT" charset="0"/>
            </a:endParaRPr>
          </a:p>
        </p:txBody>
      </p:sp>
      <p:sp>
        <p:nvSpPr>
          <p:cNvPr id="12" name="Rectangle 4">
            <a:extLst>
              <a:ext uri="{FF2B5EF4-FFF2-40B4-BE49-F238E27FC236}">
                <a16:creationId xmlns:a16="http://schemas.microsoft.com/office/drawing/2014/main" id="{F4EA3DB5-195F-1A49-92C3-E48E324A5BA4}"/>
              </a:ext>
            </a:extLst>
          </p:cNvPr>
          <p:cNvSpPr txBox="1">
            <a:spLocks noChangeArrowheads="1"/>
          </p:cNvSpPr>
          <p:nvPr/>
        </p:nvSpPr>
        <p:spPr bwMode="auto">
          <a:xfrm>
            <a:off x="6864096" y="2928482"/>
            <a:ext cx="5160890" cy="2514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lvl="0">
              <a:buNone/>
              <a:defRPr/>
            </a:pPr>
            <a:r>
              <a:rPr lang="en-US" sz="3200" kern="0" dirty="0">
                <a:solidFill>
                  <a:srgbClr val="CC0000"/>
                </a:solidFill>
                <a:cs typeface="+mn-cs"/>
              </a:rPr>
              <a:t>inter-AS (aka “inter-domain”): </a:t>
            </a:r>
            <a:r>
              <a:rPr lang="en-US" kern="0" dirty="0">
                <a:cs typeface="+mn-cs"/>
              </a:rPr>
              <a:t>routing </a:t>
            </a:r>
            <a:r>
              <a:rPr lang="en-US" i="1" kern="0" dirty="0">
                <a:solidFill>
                  <a:srgbClr val="0000A8"/>
                </a:solidFill>
                <a:cs typeface="+mn-cs"/>
              </a:rPr>
              <a:t>among</a:t>
            </a:r>
            <a:r>
              <a:rPr lang="en-US" kern="0" dirty="0">
                <a:cs typeface="+mn-cs"/>
              </a:rPr>
              <a:t> AS’es</a:t>
            </a:r>
          </a:p>
          <a:p>
            <a:pPr marL="409575" lvl="0" indent="-285750">
              <a:buFont typeface="Wingdings" pitchFamily="2" charset="2"/>
              <a:buChar char="§"/>
              <a:defRPr/>
            </a:pPr>
            <a:r>
              <a:rPr lang="en-US" sz="2400" kern="0" dirty="0">
                <a:cs typeface="+mn-cs"/>
              </a:rPr>
              <a:t>gateways perform inter-domain routing (as well as intra-domain routing)</a:t>
            </a:r>
          </a:p>
        </p:txBody>
      </p:sp>
    </p:spTree>
    <p:extLst>
      <p:ext uri="{BB962C8B-B14F-4D97-AF65-F5344CB8AC3E}">
        <p14:creationId xmlns:p14="http://schemas.microsoft.com/office/powerpoint/2010/main" val="171352156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dissolv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dissolve">
                                      <p:cBhvr>
                                        <p:cTn id="1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5DA1129F-3DCF-3A44-9CC7-AFE5C958C642}"/>
              </a:ext>
            </a:extLst>
          </p:cNvPr>
          <p:cNvSpPr>
            <a:spLocks noGrp="1"/>
          </p:cNvSpPr>
          <p:nvPr>
            <p:ph type="title"/>
          </p:nvPr>
        </p:nvSpPr>
        <p:spPr/>
        <p:txBody>
          <a:bodyPr>
            <a:normAutofit/>
          </a:bodyPr>
          <a:lstStyle/>
          <a:p>
            <a:r>
              <a:rPr lang="en-US" b="0" kern="0" dirty="0">
                <a:solidFill>
                  <a:srgbClr val="000099"/>
                </a:solidFill>
                <a:latin typeface="+mn-lt"/>
                <a:ea typeface="ＭＳ Ｐゴシック" charset="0"/>
              </a:rPr>
              <a:t>Interconnected ASes</a:t>
            </a:r>
            <a:endParaRPr lang="en-US" sz="4800" dirty="0">
              <a:latin typeface="+mn-lt"/>
            </a:endParaRPr>
          </a:p>
        </p:txBody>
      </p:sp>
      <p:sp>
        <p:nvSpPr>
          <p:cNvPr id="5" name="Slide Number Placeholder 4">
            <a:extLst>
              <a:ext uri="{FF2B5EF4-FFF2-40B4-BE49-F238E27FC236}">
                <a16:creationId xmlns:a16="http://schemas.microsoft.com/office/drawing/2014/main" id="{253403F4-351A-E44F-97D7-AD7199580E78}"/>
              </a:ext>
            </a:extLst>
          </p:cNvPr>
          <p:cNvSpPr>
            <a:spLocks noGrp="1"/>
          </p:cNvSpPr>
          <p:nvPr>
            <p:ph type="sldNum" sz="quarter" idx="4"/>
          </p:nvPr>
        </p:nvSpPr>
        <p:spPr/>
        <p:txBody>
          <a:bodyPr/>
          <a:lstStyle/>
          <a:p>
            <a:r>
              <a:rPr lang="en-US" dirty="0"/>
              <a:t>Network Layer: 5-</a:t>
            </a:r>
            <a:fld id="{C4204591-24BD-A542-B9D5-F8D8A88D2FEE}" type="slidenum">
              <a:rPr lang="en-US" smtClean="0"/>
              <a:pPr/>
              <a:t>48</a:t>
            </a:fld>
            <a:endParaRPr lang="en-US" dirty="0"/>
          </a:p>
        </p:txBody>
      </p:sp>
      <p:sp>
        <p:nvSpPr>
          <p:cNvPr id="133" name="Freeform 3">
            <a:extLst>
              <a:ext uri="{FF2B5EF4-FFF2-40B4-BE49-F238E27FC236}">
                <a16:creationId xmlns:a16="http://schemas.microsoft.com/office/drawing/2014/main" id="{E9C365D2-5973-C342-80CF-5D128AC2921C}"/>
              </a:ext>
            </a:extLst>
          </p:cNvPr>
          <p:cNvSpPr>
            <a:spLocks/>
          </p:cNvSpPr>
          <p:nvPr/>
        </p:nvSpPr>
        <p:spPr bwMode="auto">
          <a:xfrm>
            <a:off x="5446783" y="4100650"/>
            <a:ext cx="2351995" cy="1511508"/>
          </a:xfrm>
          <a:custGeom>
            <a:avLst/>
            <a:gdLst>
              <a:gd name="T0" fmla="*/ 1063 w 1162"/>
              <a:gd name="T1" fmla="*/ 49351 h 543"/>
              <a:gd name="T2" fmla="*/ 6960 w 1162"/>
              <a:gd name="T3" fmla="*/ 4162 h 543"/>
              <a:gd name="T4" fmla="*/ 17785 w 1162"/>
              <a:gd name="T5" fmla="*/ 23973 h 543"/>
              <a:gd name="T6" fmla="*/ 21649 w 1162"/>
              <a:gd name="T7" fmla="*/ 72662 h 543"/>
              <a:gd name="T8" fmla="*/ 19828 w 1162"/>
              <a:gd name="T9" fmla="*/ 137161 h 543"/>
              <a:gd name="T10" fmla="*/ 11083 w 1162"/>
              <a:gd name="T11" fmla="*/ 164591 h 543"/>
              <a:gd name="T12" fmla="*/ 1657 w 1162"/>
              <a:gd name="T13" fmla="*/ 133650 h 543"/>
              <a:gd name="T14" fmla="*/ 1063 w 1162"/>
              <a:gd name="T15" fmla="*/ 49351 h 543"/>
              <a:gd name="T16" fmla="*/ 0 60000 65536"/>
              <a:gd name="T17" fmla="*/ 0 60000 65536"/>
              <a:gd name="T18" fmla="*/ 0 60000 65536"/>
              <a:gd name="T19" fmla="*/ 0 60000 65536"/>
              <a:gd name="T20" fmla="*/ 0 60000 65536"/>
              <a:gd name="T21" fmla="*/ 0 60000 65536"/>
              <a:gd name="T22" fmla="*/ 0 60000 65536"/>
              <a:gd name="T23" fmla="*/ 0 60000 65536"/>
              <a:gd name="T24" fmla="*/ 0 w 1162"/>
              <a:gd name="T25" fmla="*/ 0 h 543"/>
              <a:gd name="T26" fmla="*/ 1162 w 1162"/>
              <a:gd name="T27" fmla="*/ 543 h 5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62" h="543">
                <a:moveTo>
                  <a:pt x="56" y="162"/>
                </a:moveTo>
                <a:cubicBezTo>
                  <a:pt x="115" y="100"/>
                  <a:pt x="221" y="28"/>
                  <a:pt x="368" y="14"/>
                </a:cubicBezTo>
                <a:cubicBezTo>
                  <a:pt x="515" y="0"/>
                  <a:pt x="811" y="42"/>
                  <a:pt x="940" y="79"/>
                </a:cubicBezTo>
                <a:cubicBezTo>
                  <a:pt x="1069" y="116"/>
                  <a:pt x="1126" y="177"/>
                  <a:pt x="1144" y="239"/>
                </a:cubicBezTo>
                <a:cubicBezTo>
                  <a:pt x="1162" y="301"/>
                  <a:pt x="1141" y="401"/>
                  <a:pt x="1048" y="451"/>
                </a:cubicBezTo>
                <a:cubicBezTo>
                  <a:pt x="955" y="501"/>
                  <a:pt x="746" y="543"/>
                  <a:pt x="586" y="541"/>
                </a:cubicBezTo>
                <a:cubicBezTo>
                  <a:pt x="426" y="539"/>
                  <a:pt x="176" y="502"/>
                  <a:pt x="88" y="439"/>
                </a:cubicBezTo>
                <a:cubicBezTo>
                  <a:pt x="0" y="376"/>
                  <a:pt x="63" y="220"/>
                  <a:pt x="56" y="162"/>
                </a:cubicBezTo>
                <a:close/>
              </a:path>
            </a:pathLst>
          </a:custGeom>
          <a:solidFill>
            <a:srgbClr val="9CE0FA"/>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4" name="Freeform 4">
            <a:extLst>
              <a:ext uri="{FF2B5EF4-FFF2-40B4-BE49-F238E27FC236}">
                <a16:creationId xmlns:a16="http://schemas.microsoft.com/office/drawing/2014/main" id="{4090092D-F797-484C-B1D2-AD83E59BF3EE}"/>
              </a:ext>
            </a:extLst>
          </p:cNvPr>
          <p:cNvSpPr>
            <a:spLocks/>
          </p:cNvSpPr>
          <p:nvPr/>
        </p:nvSpPr>
        <p:spPr bwMode="auto">
          <a:xfrm>
            <a:off x="1620228" y="3847012"/>
            <a:ext cx="1832250" cy="1498236"/>
          </a:xfrm>
          <a:custGeom>
            <a:avLst/>
            <a:gdLst>
              <a:gd name="T0" fmla="*/ 134 w 1198"/>
              <a:gd name="T1" fmla="*/ 270558 h 451"/>
              <a:gd name="T2" fmla="*/ 273 w 1198"/>
              <a:gd name="T3" fmla="*/ 132828 h 451"/>
              <a:gd name="T4" fmla="*/ 679 w 1198"/>
              <a:gd name="T5" fmla="*/ 73044 h 451"/>
              <a:gd name="T6" fmla="*/ 1501 w 1198"/>
              <a:gd name="T7" fmla="*/ 37135 h 451"/>
              <a:gd name="T8" fmla="*/ 1796 w 1198"/>
              <a:gd name="T9" fmla="*/ 294460 h 451"/>
              <a:gd name="T10" fmla="*/ 1350 w 1198"/>
              <a:gd name="T11" fmla="*/ 616944 h 451"/>
              <a:gd name="T12" fmla="*/ 466 w 1198"/>
              <a:gd name="T13" fmla="*/ 634874 h 451"/>
              <a:gd name="T14" fmla="*/ 54 w 1198"/>
              <a:gd name="T15" fmla="*/ 503524 h 451"/>
              <a:gd name="T16" fmla="*/ 134 w 1198"/>
              <a:gd name="T17" fmla="*/ 270558 h 45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98"/>
              <a:gd name="T28" fmla="*/ 0 h 451"/>
              <a:gd name="T29" fmla="*/ 1198 w 1198"/>
              <a:gd name="T30" fmla="*/ 451 h 45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98" h="451">
                <a:moveTo>
                  <a:pt x="88" y="181"/>
                </a:moveTo>
                <a:cubicBezTo>
                  <a:pt x="159" y="143"/>
                  <a:pt x="120" y="111"/>
                  <a:pt x="180" y="89"/>
                </a:cubicBezTo>
                <a:cubicBezTo>
                  <a:pt x="240" y="67"/>
                  <a:pt x="313" y="60"/>
                  <a:pt x="448" y="49"/>
                </a:cubicBezTo>
                <a:cubicBezTo>
                  <a:pt x="583" y="38"/>
                  <a:pt x="866" y="0"/>
                  <a:pt x="988" y="25"/>
                </a:cubicBezTo>
                <a:cubicBezTo>
                  <a:pt x="1110" y="50"/>
                  <a:pt x="1198" y="132"/>
                  <a:pt x="1181" y="197"/>
                </a:cubicBezTo>
                <a:cubicBezTo>
                  <a:pt x="1164" y="262"/>
                  <a:pt x="1034" y="375"/>
                  <a:pt x="889" y="413"/>
                </a:cubicBezTo>
                <a:cubicBezTo>
                  <a:pt x="744" y="451"/>
                  <a:pt x="449" y="438"/>
                  <a:pt x="307" y="425"/>
                </a:cubicBezTo>
                <a:cubicBezTo>
                  <a:pt x="165" y="412"/>
                  <a:pt x="72" y="378"/>
                  <a:pt x="36" y="337"/>
                </a:cubicBezTo>
                <a:cubicBezTo>
                  <a:pt x="0" y="296"/>
                  <a:pt x="77" y="213"/>
                  <a:pt x="88" y="181"/>
                </a:cubicBezTo>
                <a:close/>
              </a:path>
            </a:pathLst>
          </a:custGeom>
          <a:solidFill>
            <a:srgbClr val="9CE0FA"/>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5" name="Freeform 5">
            <a:extLst>
              <a:ext uri="{FF2B5EF4-FFF2-40B4-BE49-F238E27FC236}">
                <a16:creationId xmlns:a16="http://schemas.microsoft.com/office/drawing/2014/main" id="{D3A2AF50-CEA9-924C-8C29-0549AF5748DF}"/>
              </a:ext>
            </a:extLst>
          </p:cNvPr>
          <p:cNvSpPr>
            <a:spLocks/>
          </p:cNvSpPr>
          <p:nvPr/>
        </p:nvSpPr>
        <p:spPr bwMode="auto">
          <a:xfrm>
            <a:off x="2802795" y="4927925"/>
            <a:ext cx="2930139" cy="1167917"/>
          </a:xfrm>
          <a:custGeom>
            <a:avLst/>
            <a:gdLst>
              <a:gd name="T0" fmla="*/ 1319 w 1583"/>
              <a:gd name="T1" fmla="*/ 862 h 682"/>
              <a:gd name="T2" fmla="*/ 3445 w 1583"/>
              <a:gd name="T3" fmla="*/ 285 h 682"/>
              <a:gd name="T4" fmla="*/ 6645 w 1583"/>
              <a:gd name="T5" fmla="*/ 77 h 682"/>
              <a:gd name="T6" fmla="*/ 9794 w 1583"/>
              <a:gd name="T7" fmla="*/ 744 h 682"/>
              <a:gd name="T8" fmla="*/ 13238 w 1583"/>
              <a:gd name="T9" fmla="*/ 1642 h 682"/>
              <a:gd name="T10" fmla="*/ 10773 w 1583"/>
              <a:gd name="T11" fmla="*/ 2476 h 682"/>
              <a:gd name="T12" fmla="*/ 5844 w 1583"/>
              <a:gd name="T13" fmla="*/ 2523 h 682"/>
              <a:gd name="T14" fmla="*/ 751 w 1583"/>
              <a:gd name="T15" fmla="*/ 2291 h 682"/>
              <a:gd name="T16" fmla="*/ 1319 w 1583"/>
              <a:gd name="T17" fmla="*/ 862 h 68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83"/>
              <a:gd name="T28" fmla="*/ 0 h 682"/>
              <a:gd name="T29" fmla="*/ 1583 w 1583"/>
              <a:gd name="T30" fmla="*/ 682 h 68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83" h="682">
                <a:moveTo>
                  <a:pt x="155" y="224"/>
                </a:moveTo>
                <a:cubicBezTo>
                  <a:pt x="208" y="137"/>
                  <a:pt x="302" y="108"/>
                  <a:pt x="407" y="74"/>
                </a:cubicBezTo>
                <a:cubicBezTo>
                  <a:pt x="512" y="40"/>
                  <a:pt x="660" y="0"/>
                  <a:pt x="785" y="20"/>
                </a:cubicBezTo>
                <a:cubicBezTo>
                  <a:pt x="910" y="40"/>
                  <a:pt x="1027" y="126"/>
                  <a:pt x="1157" y="194"/>
                </a:cubicBezTo>
                <a:cubicBezTo>
                  <a:pt x="1287" y="262"/>
                  <a:pt x="1545" y="353"/>
                  <a:pt x="1564" y="428"/>
                </a:cubicBezTo>
                <a:cubicBezTo>
                  <a:pt x="1583" y="503"/>
                  <a:pt x="1417" y="606"/>
                  <a:pt x="1272" y="644"/>
                </a:cubicBezTo>
                <a:cubicBezTo>
                  <a:pt x="1127" y="682"/>
                  <a:pt x="887" y="664"/>
                  <a:pt x="690" y="656"/>
                </a:cubicBezTo>
                <a:cubicBezTo>
                  <a:pt x="493" y="648"/>
                  <a:pt x="178" y="668"/>
                  <a:pt x="89" y="596"/>
                </a:cubicBezTo>
                <a:cubicBezTo>
                  <a:pt x="0" y="524"/>
                  <a:pt x="102" y="311"/>
                  <a:pt x="155" y="224"/>
                </a:cubicBezTo>
                <a:close/>
              </a:path>
            </a:pathLst>
          </a:custGeom>
          <a:solidFill>
            <a:srgbClr val="9CE0FA"/>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6" name="Oval 6">
            <a:extLst>
              <a:ext uri="{FF2B5EF4-FFF2-40B4-BE49-F238E27FC236}">
                <a16:creationId xmlns:a16="http://schemas.microsoft.com/office/drawing/2014/main" id="{D886B232-293A-5347-8A9F-D005603A3D64}"/>
              </a:ext>
            </a:extLst>
          </p:cNvPr>
          <p:cNvSpPr>
            <a:spLocks noChangeArrowheads="1"/>
          </p:cNvSpPr>
          <p:nvPr/>
        </p:nvSpPr>
        <p:spPr bwMode="auto">
          <a:xfrm>
            <a:off x="2001278" y="4926450"/>
            <a:ext cx="456967" cy="119446"/>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7" name="Line 7">
            <a:extLst>
              <a:ext uri="{FF2B5EF4-FFF2-40B4-BE49-F238E27FC236}">
                <a16:creationId xmlns:a16="http://schemas.microsoft.com/office/drawing/2014/main" id="{48D605CF-ABE3-1B4F-A232-D527090F964F}"/>
              </a:ext>
            </a:extLst>
          </p:cNvPr>
          <p:cNvSpPr>
            <a:spLocks noChangeShapeType="1"/>
          </p:cNvSpPr>
          <p:nvPr/>
        </p:nvSpPr>
        <p:spPr bwMode="auto">
          <a:xfrm>
            <a:off x="2001278" y="4916128"/>
            <a:ext cx="0" cy="76681"/>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8" name="Line 8">
            <a:extLst>
              <a:ext uri="{FF2B5EF4-FFF2-40B4-BE49-F238E27FC236}">
                <a16:creationId xmlns:a16="http://schemas.microsoft.com/office/drawing/2014/main" id="{6E612E8D-CA6C-F94A-8F5F-7BEED5AE7E82}"/>
              </a:ext>
            </a:extLst>
          </p:cNvPr>
          <p:cNvSpPr>
            <a:spLocks noChangeShapeType="1"/>
          </p:cNvSpPr>
          <p:nvPr/>
        </p:nvSpPr>
        <p:spPr bwMode="auto">
          <a:xfrm>
            <a:off x="2458245" y="4916128"/>
            <a:ext cx="0" cy="76681"/>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9" name="Rectangle 9">
            <a:extLst>
              <a:ext uri="{FF2B5EF4-FFF2-40B4-BE49-F238E27FC236}">
                <a16:creationId xmlns:a16="http://schemas.microsoft.com/office/drawing/2014/main" id="{0E2B504C-B9E0-FC47-9368-53C623397F64}"/>
              </a:ext>
            </a:extLst>
          </p:cNvPr>
          <p:cNvSpPr>
            <a:spLocks noChangeArrowheads="1"/>
          </p:cNvSpPr>
          <p:nvPr/>
        </p:nvSpPr>
        <p:spPr bwMode="auto">
          <a:xfrm>
            <a:off x="2001278" y="4916128"/>
            <a:ext cx="452588" cy="75207"/>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0" name="Oval 10">
            <a:extLst>
              <a:ext uri="{FF2B5EF4-FFF2-40B4-BE49-F238E27FC236}">
                <a16:creationId xmlns:a16="http://schemas.microsoft.com/office/drawing/2014/main" id="{9EFBE396-B625-0344-8E23-5BBAD57A09A7}"/>
              </a:ext>
            </a:extLst>
          </p:cNvPr>
          <p:cNvSpPr>
            <a:spLocks noChangeArrowheads="1"/>
          </p:cNvSpPr>
          <p:nvPr/>
        </p:nvSpPr>
        <p:spPr bwMode="auto">
          <a:xfrm>
            <a:off x="1996898" y="4829124"/>
            <a:ext cx="456967" cy="14009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1" name="Rectangle 11">
            <a:extLst>
              <a:ext uri="{FF2B5EF4-FFF2-40B4-BE49-F238E27FC236}">
                <a16:creationId xmlns:a16="http://schemas.microsoft.com/office/drawing/2014/main" id="{F0DBD69C-A5DB-DC4A-AE43-093463BEFD9F}"/>
              </a:ext>
            </a:extLst>
          </p:cNvPr>
          <p:cNvSpPr>
            <a:spLocks noChangeArrowheads="1"/>
          </p:cNvSpPr>
          <p:nvPr/>
        </p:nvSpPr>
        <p:spPr bwMode="auto">
          <a:xfrm>
            <a:off x="2123914" y="4848294"/>
            <a:ext cx="205854" cy="182856"/>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2" name="Text Box 12">
            <a:extLst>
              <a:ext uri="{FF2B5EF4-FFF2-40B4-BE49-F238E27FC236}">
                <a16:creationId xmlns:a16="http://schemas.microsoft.com/office/drawing/2014/main" id="{9C707F26-D218-B941-ACA7-2537E8CEE743}"/>
              </a:ext>
            </a:extLst>
          </p:cNvPr>
          <p:cNvSpPr txBox="1">
            <a:spLocks noChangeArrowheads="1"/>
          </p:cNvSpPr>
          <p:nvPr/>
        </p:nvSpPr>
        <p:spPr bwMode="auto">
          <a:xfrm>
            <a:off x="1998358" y="4752442"/>
            <a:ext cx="467187" cy="39667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3b</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3" name="Oval 13">
            <a:extLst>
              <a:ext uri="{FF2B5EF4-FFF2-40B4-BE49-F238E27FC236}">
                <a16:creationId xmlns:a16="http://schemas.microsoft.com/office/drawing/2014/main" id="{F5CAF371-FE17-244E-B591-ECED8083E85E}"/>
              </a:ext>
            </a:extLst>
          </p:cNvPr>
          <p:cNvSpPr>
            <a:spLocks noChangeArrowheads="1"/>
          </p:cNvSpPr>
          <p:nvPr/>
        </p:nvSpPr>
        <p:spPr bwMode="auto">
          <a:xfrm>
            <a:off x="3779509" y="5820083"/>
            <a:ext cx="456967" cy="119446"/>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4" name="Line 14">
            <a:extLst>
              <a:ext uri="{FF2B5EF4-FFF2-40B4-BE49-F238E27FC236}">
                <a16:creationId xmlns:a16="http://schemas.microsoft.com/office/drawing/2014/main" id="{21854A4C-DB2D-E340-B5A9-97C52C8C104F}"/>
              </a:ext>
            </a:extLst>
          </p:cNvPr>
          <p:cNvSpPr>
            <a:spLocks noChangeShapeType="1"/>
          </p:cNvSpPr>
          <p:nvPr/>
        </p:nvSpPr>
        <p:spPr bwMode="auto">
          <a:xfrm>
            <a:off x="3779509" y="5809761"/>
            <a:ext cx="0" cy="76681"/>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5" name="Line 15">
            <a:extLst>
              <a:ext uri="{FF2B5EF4-FFF2-40B4-BE49-F238E27FC236}">
                <a16:creationId xmlns:a16="http://schemas.microsoft.com/office/drawing/2014/main" id="{E1CB0695-60DD-C243-A589-4B84D9A97D8C}"/>
              </a:ext>
            </a:extLst>
          </p:cNvPr>
          <p:cNvSpPr>
            <a:spLocks noChangeShapeType="1"/>
          </p:cNvSpPr>
          <p:nvPr/>
        </p:nvSpPr>
        <p:spPr bwMode="auto">
          <a:xfrm>
            <a:off x="4236476" y="5809761"/>
            <a:ext cx="0" cy="76681"/>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6" name="Rectangle 16">
            <a:extLst>
              <a:ext uri="{FF2B5EF4-FFF2-40B4-BE49-F238E27FC236}">
                <a16:creationId xmlns:a16="http://schemas.microsoft.com/office/drawing/2014/main" id="{5BD440AE-D73F-7F45-9AA6-838A5A161111}"/>
              </a:ext>
            </a:extLst>
          </p:cNvPr>
          <p:cNvSpPr>
            <a:spLocks noChangeArrowheads="1"/>
          </p:cNvSpPr>
          <p:nvPr/>
        </p:nvSpPr>
        <p:spPr bwMode="auto">
          <a:xfrm>
            <a:off x="3779509" y="5809761"/>
            <a:ext cx="452588" cy="75207"/>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7" name="Oval 17">
            <a:extLst>
              <a:ext uri="{FF2B5EF4-FFF2-40B4-BE49-F238E27FC236}">
                <a16:creationId xmlns:a16="http://schemas.microsoft.com/office/drawing/2014/main" id="{E5795699-8636-AB42-9278-8D9E1A42842D}"/>
              </a:ext>
            </a:extLst>
          </p:cNvPr>
          <p:cNvSpPr>
            <a:spLocks noChangeArrowheads="1"/>
          </p:cNvSpPr>
          <p:nvPr/>
        </p:nvSpPr>
        <p:spPr bwMode="auto">
          <a:xfrm>
            <a:off x="3775129" y="5722757"/>
            <a:ext cx="456967" cy="14009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48" name="Group 18">
            <a:extLst>
              <a:ext uri="{FF2B5EF4-FFF2-40B4-BE49-F238E27FC236}">
                <a16:creationId xmlns:a16="http://schemas.microsoft.com/office/drawing/2014/main" id="{6B8409BD-7477-6747-91EB-78CFC8F8BA47}"/>
              </a:ext>
            </a:extLst>
          </p:cNvPr>
          <p:cNvGrpSpPr>
            <a:grpSpLocks/>
          </p:cNvGrpSpPr>
          <p:nvPr/>
        </p:nvGrpSpPr>
        <p:grpSpPr bwMode="auto">
          <a:xfrm>
            <a:off x="3778049" y="5637228"/>
            <a:ext cx="468647" cy="396679"/>
            <a:chOff x="2897" y="2425"/>
            <a:chExt cx="323" cy="269"/>
          </a:xfrm>
        </p:grpSpPr>
        <p:sp>
          <p:nvSpPr>
            <p:cNvPr id="251" name="Rectangle 19">
              <a:extLst>
                <a:ext uri="{FF2B5EF4-FFF2-40B4-BE49-F238E27FC236}">
                  <a16:creationId xmlns:a16="http://schemas.microsoft.com/office/drawing/2014/main" id="{7D7609E8-756E-1B41-AE93-5463D8AF72AE}"/>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2" name="Text Box 20">
              <a:extLst>
                <a:ext uri="{FF2B5EF4-FFF2-40B4-BE49-F238E27FC236}">
                  <a16:creationId xmlns:a16="http://schemas.microsoft.com/office/drawing/2014/main" id="{7B4233D3-81BD-B448-80FE-0C01096615A5}"/>
                </a:ext>
              </a:extLst>
            </p:cNvPr>
            <p:cNvSpPr txBox="1">
              <a:spLocks noChangeArrowheads="1"/>
            </p:cNvSpPr>
            <p:nvPr/>
          </p:nvSpPr>
          <p:spPr bwMode="auto">
            <a:xfrm>
              <a:off x="2897" y="2425"/>
              <a:ext cx="323" cy="26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1d</a:t>
              </a:r>
            </a:p>
          </p:txBody>
        </p:sp>
      </p:grpSp>
      <p:sp>
        <p:nvSpPr>
          <p:cNvPr id="149" name="Oval 21">
            <a:extLst>
              <a:ext uri="{FF2B5EF4-FFF2-40B4-BE49-F238E27FC236}">
                <a16:creationId xmlns:a16="http://schemas.microsoft.com/office/drawing/2014/main" id="{7AA5B5C8-99AF-D744-91DD-4758CEDCAEAA}"/>
              </a:ext>
            </a:extLst>
          </p:cNvPr>
          <p:cNvSpPr>
            <a:spLocks noChangeArrowheads="1"/>
          </p:cNvSpPr>
          <p:nvPr/>
        </p:nvSpPr>
        <p:spPr bwMode="auto">
          <a:xfrm>
            <a:off x="2820315" y="4731797"/>
            <a:ext cx="456967" cy="1223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0" name="Line 22">
            <a:extLst>
              <a:ext uri="{FF2B5EF4-FFF2-40B4-BE49-F238E27FC236}">
                <a16:creationId xmlns:a16="http://schemas.microsoft.com/office/drawing/2014/main" id="{3F1A6000-25C3-6A47-897A-6B2052E82150}"/>
              </a:ext>
            </a:extLst>
          </p:cNvPr>
          <p:cNvSpPr>
            <a:spLocks noChangeShapeType="1"/>
          </p:cNvSpPr>
          <p:nvPr/>
        </p:nvSpPr>
        <p:spPr bwMode="auto">
          <a:xfrm>
            <a:off x="2820315" y="4721475"/>
            <a:ext cx="0" cy="73732"/>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1" name="Line 23">
            <a:extLst>
              <a:ext uri="{FF2B5EF4-FFF2-40B4-BE49-F238E27FC236}">
                <a16:creationId xmlns:a16="http://schemas.microsoft.com/office/drawing/2014/main" id="{2C6C2593-75EB-9041-B98E-049BD334D460}"/>
              </a:ext>
            </a:extLst>
          </p:cNvPr>
          <p:cNvSpPr>
            <a:spLocks noChangeShapeType="1"/>
          </p:cNvSpPr>
          <p:nvPr/>
        </p:nvSpPr>
        <p:spPr bwMode="auto">
          <a:xfrm>
            <a:off x="3277282" y="4721475"/>
            <a:ext cx="0" cy="73732"/>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2" name="Rectangle 24">
            <a:extLst>
              <a:ext uri="{FF2B5EF4-FFF2-40B4-BE49-F238E27FC236}">
                <a16:creationId xmlns:a16="http://schemas.microsoft.com/office/drawing/2014/main" id="{503F2144-C006-BA4A-A54C-154D6C9ABA2E}"/>
              </a:ext>
            </a:extLst>
          </p:cNvPr>
          <p:cNvSpPr>
            <a:spLocks noChangeArrowheads="1"/>
          </p:cNvSpPr>
          <p:nvPr/>
        </p:nvSpPr>
        <p:spPr bwMode="auto">
          <a:xfrm>
            <a:off x="2820315" y="4721475"/>
            <a:ext cx="452588" cy="6930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3" name="Oval 25">
            <a:extLst>
              <a:ext uri="{FF2B5EF4-FFF2-40B4-BE49-F238E27FC236}">
                <a16:creationId xmlns:a16="http://schemas.microsoft.com/office/drawing/2014/main" id="{D492E009-7760-4343-874C-AD3B41835873}"/>
              </a:ext>
            </a:extLst>
          </p:cNvPr>
          <p:cNvSpPr>
            <a:spLocks noChangeArrowheads="1"/>
          </p:cNvSpPr>
          <p:nvPr/>
        </p:nvSpPr>
        <p:spPr bwMode="auto">
          <a:xfrm>
            <a:off x="2815935" y="4634471"/>
            <a:ext cx="456967" cy="14009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4" name="Rectangle 26">
            <a:extLst>
              <a:ext uri="{FF2B5EF4-FFF2-40B4-BE49-F238E27FC236}">
                <a16:creationId xmlns:a16="http://schemas.microsoft.com/office/drawing/2014/main" id="{F8BDB031-7C07-264D-B086-6DC72DC78BDE}"/>
              </a:ext>
            </a:extLst>
          </p:cNvPr>
          <p:cNvSpPr>
            <a:spLocks noChangeArrowheads="1"/>
          </p:cNvSpPr>
          <p:nvPr/>
        </p:nvSpPr>
        <p:spPr bwMode="auto">
          <a:xfrm>
            <a:off x="2942952" y="4653641"/>
            <a:ext cx="207314" cy="162211"/>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5" name="Text Box 27">
            <a:extLst>
              <a:ext uri="{FF2B5EF4-FFF2-40B4-BE49-F238E27FC236}">
                <a16:creationId xmlns:a16="http://schemas.microsoft.com/office/drawing/2014/main" id="{B087AFAB-7C65-874C-8F8F-3012C906099F}"/>
              </a:ext>
            </a:extLst>
          </p:cNvPr>
          <p:cNvSpPr txBox="1">
            <a:spLocks noChangeArrowheads="1"/>
          </p:cNvSpPr>
          <p:nvPr/>
        </p:nvSpPr>
        <p:spPr bwMode="auto">
          <a:xfrm>
            <a:off x="2818855" y="4556315"/>
            <a:ext cx="467187" cy="39667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3a</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6" name="Oval 28">
            <a:extLst>
              <a:ext uri="{FF2B5EF4-FFF2-40B4-BE49-F238E27FC236}">
                <a16:creationId xmlns:a16="http://schemas.microsoft.com/office/drawing/2014/main" id="{87CEC350-ADF1-E24F-A235-1A9B645EFA00}"/>
              </a:ext>
            </a:extLst>
          </p:cNvPr>
          <p:cNvSpPr>
            <a:spLocks noChangeArrowheads="1"/>
          </p:cNvSpPr>
          <p:nvPr/>
        </p:nvSpPr>
        <p:spPr bwMode="auto">
          <a:xfrm>
            <a:off x="3726950" y="5236125"/>
            <a:ext cx="456967" cy="119446"/>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7" name="Line 29">
            <a:extLst>
              <a:ext uri="{FF2B5EF4-FFF2-40B4-BE49-F238E27FC236}">
                <a16:creationId xmlns:a16="http://schemas.microsoft.com/office/drawing/2014/main" id="{5782FBF4-093E-9947-AAA6-533CA371CD3F}"/>
              </a:ext>
            </a:extLst>
          </p:cNvPr>
          <p:cNvSpPr>
            <a:spLocks noChangeShapeType="1"/>
          </p:cNvSpPr>
          <p:nvPr/>
        </p:nvSpPr>
        <p:spPr bwMode="auto">
          <a:xfrm>
            <a:off x="3726950" y="5227277"/>
            <a:ext cx="0" cy="7520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8" name="Line 30">
            <a:extLst>
              <a:ext uri="{FF2B5EF4-FFF2-40B4-BE49-F238E27FC236}">
                <a16:creationId xmlns:a16="http://schemas.microsoft.com/office/drawing/2014/main" id="{FA0971A2-9137-1943-A6F3-BD3716BCCBB6}"/>
              </a:ext>
            </a:extLst>
          </p:cNvPr>
          <p:cNvSpPr>
            <a:spLocks noChangeShapeType="1"/>
          </p:cNvSpPr>
          <p:nvPr/>
        </p:nvSpPr>
        <p:spPr bwMode="auto">
          <a:xfrm>
            <a:off x="4183917" y="5227277"/>
            <a:ext cx="0" cy="7520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9" name="Rectangle 31">
            <a:extLst>
              <a:ext uri="{FF2B5EF4-FFF2-40B4-BE49-F238E27FC236}">
                <a16:creationId xmlns:a16="http://schemas.microsoft.com/office/drawing/2014/main" id="{FBE8FDDA-4B2E-BE4C-95BF-585222778ECA}"/>
              </a:ext>
            </a:extLst>
          </p:cNvPr>
          <p:cNvSpPr>
            <a:spLocks noChangeArrowheads="1"/>
          </p:cNvSpPr>
          <p:nvPr/>
        </p:nvSpPr>
        <p:spPr bwMode="auto">
          <a:xfrm>
            <a:off x="3726950" y="5227277"/>
            <a:ext cx="452588" cy="70783"/>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0" name="Oval 32">
            <a:extLst>
              <a:ext uri="{FF2B5EF4-FFF2-40B4-BE49-F238E27FC236}">
                <a16:creationId xmlns:a16="http://schemas.microsoft.com/office/drawing/2014/main" id="{6DE39B5B-BD23-3044-9274-CFE1A3DFE64E}"/>
              </a:ext>
            </a:extLst>
          </p:cNvPr>
          <p:cNvSpPr>
            <a:spLocks noChangeArrowheads="1"/>
          </p:cNvSpPr>
          <p:nvPr/>
        </p:nvSpPr>
        <p:spPr bwMode="auto">
          <a:xfrm>
            <a:off x="3722570" y="5138799"/>
            <a:ext cx="456967" cy="14009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61" name="Group 33">
            <a:extLst>
              <a:ext uri="{FF2B5EF4-FFF2-40B4-BE49-F238E27FC236}">
                <a16:creationId xmlns:a16="http://schemas.microsoft.com/office/drawing/2014/main" id="{D6CD68FD-658B-EA4A-AFA2-F4EE9AE43DCA}"/>
              </a:ext>
            </a:extLst>
          </p:cNvPr>
          <p:cNvGrpSpPr>
            <a:grpSpLocks/>
          </p:cNvGrpSpPr>
          <p:nvPr/>
        </p:nvGrpSpPr>
        <p:grpSpPr bwMode="auto">
          <a:xfrm>
            <a:off x="3729870" y="5053269"/>
            <a:ext cx="452588" cy="398153"/>
            <a:chOff x="2899" y="2425"/>
            <a:chExt cx="319" cy="270"/>
          </a:xfrm>
        </p:grpSpPr>
        <p:sp>
          <p:nvSpPr>
            <p:cNvPr id="249" name="Rectangle 34">
              <a:extLst>
                <a:ext uri="{FF2B5EF4-FFF2-40B4-BE49-F238E27FC236}">
                  <a16:creationId xmlns:a16="http://schemas.microsoft.com/office/drawing/2014/main" id="{C85F8938-221C-6441-94A5-77506E21CEF5}"/>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0" name="Text Box 35">
              <a:extLst>
                <a:ext uri="{FF2B5EF4-FFF2-40B4-BE49-F238E27FC236}">
                  <a16:creationId xmlns:a16="http://schemas.microsoft.com/office/drawing/2014/main" id="{430475AC-A5D0-EF4C-9180-A3E96828AD84}"/>
                </a:ext>
              </a:extLst>
            </p:cNvPr>
            <p:cNvSpPr txBox="1">
              <a:spLocks noChangeArrowheads="1"/>
            </p:cNvSpPr>
            <p:nvPr/>
          </p:nvSpPr>
          <p:spPr bwMode="auto">
            <a:xfrm>
              <a:off x="2899" y="2425"/>
              <a:ext cx="319" cy="27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1c</a:t>
              </a:r>
            </a:p>
          </p:txBody>
        </p:sp>
      </p:grpSp>
      <p:sp>
        <p:nvSpPr>
          <p:cNvPr id="162" name="Line 36">
            <a:extLst>
              <a:ext uri="{FF2B5EF4-FFF2-40B4-BE49-F238E27FC236}">
                <a16:creationId xmlns:a16="http://schemas.microsoft.com/office/drawing/2014/main" id="{AF16B8FF-7450-3B46-865A-EC0F92A90E8F}"/>
              </a:ext>
            </a:extLst>
          </p:cNvPr>
          <p:cNvSpPr>
            <a:spLocks noChangeShapeType="1"/>
          </p:cNvSpPr>
          <p:nvPr/>
        </p:nvSpPr>
        <p:spPr bwMode="auto">
          <a:xfrm>
            <a:off x="6347578" y="4971418"/>
            <a:ext cx="449668" cy="14451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3" name="Line 37">
            <a:extLst>
              <a:ext uri="{FF2B5EF4-FFF2-40B4-BE49-F238E27FC236}">
                <a16:creationId xmlns:a16="http://schemas.microsoft.com/office/drawing/2014/main" id="{B705DAC1-A436-FC47-B3A5-64086AE0207E}"/>
              </a:ext>
            </a:extLst>
          </p:cNvPr>
          <p:cNvSpPr>
            <a:spLocks noChangeShapeType="1"/>
          </p:cNvSpPr>
          <p:nvPr/>
        </p:nvSpPr>
        <p:spPr bwMode="auto">
          <a:xfrm>
            <a:off x="6820605" y="4846819"/>
            <a:ext cx="132856" cy="171058"/>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4" name="Line 38">
            <a:extLst>
              <a:ext uri="{FF2B5EF4-FFF2-40B4-BE49-F238E27FC236}">
                <a16:creationId xmlns:a16="http://schemas.microsoft.com/office/drawing/2014/main" id="{B646BCF5-2213-9142-8477-66C7DFEE38E7}"/>
              </a:ext>
            </a:extLst>
          </p:cNvPr>
          <p:cNvSpPr>
            <a:spLocks noChangeShapeType="1"/>
          </p:cNvSpPr>
          <p:nvPr/>
        </p:nvSpPr>
        <p:spPr bwMode="auto">
          <a:xfrm flipV="1">
            <a:off x="6248301" y="4781935"/>
            <a:ext cx="166435" cy="112073"/>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5" name="Freeform 39">
            <a:extLst>
              <a:ext uri="{FF2B5EF4-FFF2-40B4-BE49-F238E27FC236}">
                <a16:creationId xmlns:a16="http://schemas.microsoft.com/office/drawing/2014/main" id="{1A359E4A-1EBE-234F-9DE9-E4FB43E18A2D}"/>
              </a:ext>
            </a:extLst>
          </p:cNvPr>
          <p:cNvSpPr>
            <a:spLocks/>
          </p:cNvSpPr>
          <p:nvPr/>
        </p:nvSpPr>
        <p:spPr bwMode="auto">
          <a:xfrm>
            <a:off x="4233556" y="5716858"/>
            <a:ext cx="385429" cy="120921"/>
          </a:xfrm>
          <a:custGeom>
            <a:avLst/>
            <a:gdLst>
              <a:gd name="T0" fmla="*/ 0 w 264"/>
              <a:gd name="T1" fmla="*/ 82 h 82"/>
              <a:gd name="T2" fmla="*/ 264 w 264"/>
              <a:gd name="T3" fmla="*/ 0 h 82"/>
              <a:gd name="T4" fmla="*/ 0 60000 65536"/>
              <a:gd name="T5" fmla="*/ 0 60000 65536"/>
              <a:gd name="T6" fmla="*/ 0 w 264"/>
              <a:gd name="T7" fmla="*/ 0 h 82"/>
              <a:gd name="T8" fmla="*/ 264 w 264"/>
              <a:gd name="T9" fmla="*/ 82 h 82"/>
            </a:gdLst>
            <a:ahLst/>
            <a:cxnLst>
              <a:cxn ang="T4">
                <a:pos x="T0" y="T1"/>
              </a:cxn>
              <a:cxn ang="T5">
                <a:pos x="T2" y="T3"/>
              </a:cxn>
            </a:cxnLst>
            <a:rect l="T6" t="T7" r="T8" b="T9"/>
            <a:pathLst>
              <a:path w="264" h="82">
                <a:moveTo>
                  <a:pt x="0" y="82"/>
                </a:moveTo>
                <a:lnTo>
                  <a:pt x="264" y="0"/>
                </a:lnTo>
              </a:path>
            </a:pathLst>
          </a:custGeom>
          <a:noFill/>
          <a:ln w="28575" cap="flat" cmpd="sng">
            <a:solidFill>
              <a:srgbClr val="000000"/>
            </a:solidFill>
            <a:prstDash val="solid"/>
            <a:round/>
            <a:headEnd type="none" w="med" len="med"/>
            <a:tailEnd type="none" w="med" len="me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6" name="Freeform 40">
            <a:extLst>
              <a:ext uri="{FF2B5EF4-FFF2-40B4-BE49-F238E27FC236}">
                <a16:creationId xmlns:a16="http://schemas.microsoft.com/office/drawing/2014/main" id="{097126F1-D995-444D-8642-03F5F5E0DBAA}"/>
              </a:ext>
            </a:extLst>
          </p:cNvPr>
          <p:cNvSpPr>
            <a:spLocks/>
          </p:cNvSpPr>
          <p:nvPr/>
        </p:nvSpPr>
        <p:spPr bwMode="auto">
          <a:xfrm>
            <a:off x="3561975" y="5663771"/>
            <a:ext cx="221914" cy="174008"/>
          </a:xfrm>
          <a:custGeom>
            <a:avLst/>
            <a:gdLst>
              <a:gd name="T0" fmla="*/ 0 w 152"/>
              <a:gd name="T1" fmla="*/ 0 h 118"/>
              <a:gd name="T2" fmla="*/ 152 w 152"/>
              <a:gd name="T3" fmla="*/ 118 h 118"/>
              <a:gd name="T4" fmla="*/ 0 60000 65536"/>
              <a:gd name="T5" fmla="*/ 0 60000 65536"/>
              <a:gd name="T6" fmla="*/ 0 w 152"/>
              <a:gd name="T7" fmla="*/ 0 h 118"/>
              <a:gd name="T8" fmla="*/ 152 w 152"/>
              <a:gd name="T9" fmla="*/ 118 h 118"/>
            </a:gdLst>
            <a:ahLst/>
            <a:cxnLst>
              <a:cxn ang="T4">
                <a:pos x="T0" y="T1"/>
              </a:cxn>
              <a:cxn ang="T5">
                <a:pos x="T2" y="T3"/>
              </a:cxn>
            </a:cxnLst>
            <a:rect l="T6" t="T7" r="T8" b="T9"/>
            <a:pathLst>
              <a:path w="152" h="118">
                <a:moveTo>
                  <a:pt x="0" y="0"/>
                </a:moveTo>
                <a:lnTo>
                  <a:pt x="152" y="118"/>
                </a:lnTo>
              </a:path>
            </a:pathLst>
          </a:custGeom>
          <a:noFill/>
          <a:ln w="28575" cap="flat" cmpd="sng">
            <a:solidFill>
              <a:srgbClr val="000000"/>
            </a:solidFill>
            <a:prstDash val="solid"/>
            <a:round/>
            <a:headEnd type="none" w="med" len="med"/>
            <a:tailEnd type="none" w="med" len="me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7" name="Freeform 41">
            <a:extLst>
              <a:ext uri="{FF2B5EF4-FFF2-40B4-BE49-F238E27FC236}">
                <a16:creationId xmlns:a16="http://schemas.microsoft.com/office/drawing/2014/main" id="{8FA74CA7-BEE7-3E46-BAFF-EC2177B4B95C}"/>
              </a:ext>
            </a:extLst>
          </p:cNvPr>
          <p:cNvSpPr>
            <a:spLocks/>
          </p:cNvSpPr>
          <p:nvPr/>
        </p:nvSpPr>
        <p:spPr bwMode="auto">
          <a:xfrm>
            <a:off x="3743010" y="5560546"/>
            <a:ext cx="823417" cy="120921"/>
          </a:xfrm>
          <a:custGeom>
            <a:avLst/>
            <a:gdLst>
              <a:gd name="T0" fmla="*/ 0 w 564"/>
              <a:gd name="T1" fmla="*/ 0 h 82"/>
              <a:gd name="T2" fmla="*/ 564 w 564"/>
              <a:gd name="T3" fmla="*/ 82 h 82"/>
              <a:gd name="T4" fmla="*/ 0 60000 65536"/>
              <a:gd name="T5" fmla="*/ 0 60000 65536"/>
              <a:gd name="T6" fmla="*/ 0 w 564"/>
              <a:gd name="T7" fmla="*/ 0 h 82"/>
              <a:gd name="T8" fmla="*/ 564 w 564"/>
              <a:gd name="T9" fmla="*/ 82 h 82"/>
            </a:gdLst>
            <a:ahLst/>
            <a:cxnLst>
              <a:cxn ang="T4">
                <a:pos x="T0" y="T1"/>
              </a:cxn>
              <a:cxn ang="T5">
                <a:pos x="T2" y="T3"/>
              </a:cxn>
            </a:cxnLst>
            <a:rect l="T6" t="T7" r="T8" b="T9"/>
            <a:pathLst>
              <a:path w="564" h="82">
                <a:moveTo>
                  <a:pt x="0" y="0"/>
                </a:moveTo>
                <a:lnTo>
                  <a:pt x="564" y="82"/>
                </a:lnTo>
              </a:path>
            </a:pathLst>
          </a:custGeom>
          <a:noFill/>
          <a:ln w="28575" cap="flat" cmpd="sng">
            <a:solidFill>
              <a:srgbClr val="000000"/>
            </a:solidFill>
            <a:prstDash val="solid"/>
            <a:round/>
            <a:headEnd type="none" w="med" len="med"/>
            <a:tailEnd type="none" w="med" len="me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8" name="Freeform 42">
            <a:extLst>
              <a:ext uri="{FF2B5EF4-FFF2-40B4-BE49-F238E27FC236}">
                <a16:creationId xmlns:a16="http://schemas.microsoft.com/office/drawing/2014/main" id="{A5B0DFEC-B8A9-C34F-94A0-A4E2936DD8A8}"/>
              </a:ext>
            </a:extLst>
          </p:cNvPr>
          <p:cNvSpPr>
            <a:spLocks/>
          </p:cNvSpPr>
          <p:nvPr/>
        </p:nvSpPr>
        <p:spPr bwMode="auto">
          <a:xfrm>
            <a:off x="3652492" y="5321654"/>
            <a:ext cx="110957" cy="138616"/>
          </a:xfrm>
          <a:custGeom>
            <a:avLst/>
            <a:gdLst>
              <a:gd name="T0" fmla="*/ 0 w 76"/>
              <a:gd name="T1" fmla="*/ 94 h 94"/>
              <a:gd name="T2" fmla="*/ 76 w 76"/>
              <a:gd name="T3" fmla="*/ 0 h 94"/>
              <a:gd name="T4" fmla="*/ 0 60000 65536"/>
              <a:gd name="T5" fmla="*/ 0 60000 65536"/>
              <a:gd name="T6" fmla="*/ 0 w 76"/>
              <a:gd name="T7" fmla="*/ 0 h 94"/>
              <a:gd name="T8" fmla="*/ 76 w 76"/>
              <a:gd name="T9" fmla="*/ 94 h 94"/>
            </a:gdLst>
            <a:ahLst/>
            <a:cxnLst>
              <a:cxn ang="T4">
                <a:pos x="T0" y="T1"/>
              </a:cxn>
              <a:cxn ang="T5">
                <a:pos x="T2" y="T3"/>
              </a:cxn>
            </a:cxnLst>
            <a:rect l="T6" t="T7" r="T8" b="T9"/>
            <a:pathLst>
              <a:path w="76" h="94">
                <a:moveTo>
                  <a:pt x="0" y="94"/>
                </a:moveTo>
                <a:lnTo>
                  <a:pt x="76" y="0"/>
                </a:lnTo>
              </a:path>
            </a:pathLst>
          </a:custGeom>
          <a:noFill/>
          <a:ln w="28575" cap="flat" cmpd="sng">
            <a:solidFill>
              <a:srgbClr val="000000"/>
            </a:solidFill>
            <a:prstDash val="solid"/>
            <a:round/>
            <a:headEnd type="none" w="med" len="med"/>
            <a:tailEnd type="none" w="med" len="me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9" name="Freeform 43">
            <a:extLst>
              <a:ext uri="{FF2B5EF4-FFF2-40B4-BE49-F238E27FC236}">
                <a16:creationId xmlns:a16="http://schemas.microsoft.com/office/drawing/2014/main" id="{698BCEC3-16FB-314C-831F-6D55ED13B108}"/>
              </a:ext>
            </a:extLst>
          </p:cNvPr>
          <p:cNvSpPr>
            <a:spLocks/>
          </p:cNvSpPr>
          <p:nvPr/>
        </p:nvSpPr>
        <p:spPr bwMode="auto">
          <a:xfrm>
            <a:off x="2446565" y="4767189"/>
            <a:ext cx="367910" cy="168109"/>
          </a:xfrm>
          <a:custGeom>
            <a:avLst/>
            <a:gdLst>
              <a:gd name="T0" fmla="*/ 0 w 252"/>
              <a:gd name="T1" fmla="*/ 114 h 114"/>
              <a:gd name="T2" fmla="*/ 252 w 252"/>
              <a:gd name="T3" fmla="*/ 0 h 114"/>
              <a:gd name="T4" fmla="*/ 0 60000 65536"/>
              <a:gd name="T5" fmla="*/ 0 60000 65536"/>
              <a:gd name="T6" fmla="*/ 0 w 252"/>
              <a:gd name="T7" fmla="*/ 0 h 114"/>
              <a:gd name="T8" fmla="*/ 252 w 252"/>
              <a:gd name="T9" fmla="*/ 114 h 114"/>
            </a:gdLst>
            <a:ahLst/>
            <a:cxnLst>
              <a:cxn ang="T4">
                <a:pos x="T0" y="T1"/>
              </a:cxn>
              <a:cxn ang="T5">
                <a:pos x="T2" y="T3"/>
              </a:cxn>
            </a:cxnLst>
            <a:rect l="T6" t="T7" r="T8" b="T9"/>
            <a:pathLst>
              <a:path w="252" h="114">
                <a:moveTo>
                  <a:pt x="0" y="114"/>
                </a:moveTo>
                <a:lnTo>
                  <a:pt x="252" y="0"/>
                </a:lnTo>
              </a:path>
            </a:pathLst>
          </a:custGeom>
          <a:noFill/>
          <a:ln w="28575" cap="flat" cmpd="sng">
            <a:solidFill>
              <a:srgbClr val="000000"/>
            </a:solidFill>
            <a:prstDash val="solid"/>
            <a:round/>
            <a:headEnd type="none" w="med" len="med"/>
            <a:tailEnd type="none" w="med" len="me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0" name="Freeform 44">
            <a:extLst>
              <a:ext uri="{FF2B5EF4-FFF2-40B4-BE49-F238E27FC236}">
                <a16:creationId xmlns:a16="http://schemas.microsoft.com/office/drawing/2014/main" id="{8CB7EA9B-46A2-DA43-BD84-E5E548E767A3}"/>
              </a:ext>
            </a:extLst>
          </p:cNvPr>
          <p:cNvSpPr>
            <a:spLocks/>
          </p:cNvSpPr>
          <p:nvPr/>
        </p:nvSpPr>
        <p:spPr bwMode="auto">
          <a:xfrm>
            <a:off x="3083108" y="4855667"/>
            <a:ext cx="648222" cy="380458"/>
          </a:xfrm>
          <a:custGeom>
            <a:avLst/>
            <a:gdLst>
              <a:gd name="T0" fmla="*/ 0 w 444"/>
              <a:gd name="T1" fmla="*/ 0 h 258"/>
              <a:gd name="T2" fmla="*/ 444 w 444"/>
              <a:gd name="T3" fmla="*/ 258 h 258"/>
              <a:gd name="T4" fmla="*/ 0 60000 65536"/>
              <a:gd name="T5" fmla="*/ 0 60000 65536"/>
              <a:gd name="T6" fmla="*/ 0 w 444"/>
              <a:gd name="T7" fmla="*/ 0 h 258"/>
              <a:gd name="T8" fmla="*/ 444 w 444"/>
              <a:gd name="T9" fmla="*/ 258 h 258"/>
            </a:gdLst>
            <a:ahLst/>
            <a:cxnLst>
              <a:cxn ang="T4">
                <a:pos x="T0" y="T1"/>
              </a:cxn>
              <a:cxn ang="T5">
                <a:pos x="T2" y="T3"/>
              </a:cxn>
            </a:cxnLst>
            <a:rect l="T6" t="T7" r="T8" b="T9"/>
            <a:pathLst>
              <a:path w="444" h="258">
                <a:moveTo>
                  <a:pt x="0" y="0"/>
                </a:moveTo>
                <a:lnTo>
                  <a:pt x="444" y="258"/>
                </a:lnTo>
              </a:path>
            </a:pathLst>
          </a:custGeom>
          <a:noFill/>
          <a:ln w="28575" cap="flat" cmpd="sng">
            <a:solidFill>
              <a:srgbClr val="000000"/>
            </a:solidFill>
            <a:prstDash val="solid"/>
            <a:round/>
            <a:headEnd type="none" w="med" len="med"/>
            <a:tailEnd type="none" w="med" len="me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1" name="Freeform 45">
            <a:extLst>
              <a:ext uri="{FF2B5EF4-FFF2-40B4-BE49-F238E27FC236}">
                <a16:creationId xmlns:a16="http://schemas.microsoft.com/office/drawing/2014/main" id="{7D4FB268-A169-0F4B-9C84-1ACD0524121A}"/>
              </a:ext>
            </a:extLst>
          </p:cNvPr>
          <p:cNvSpPr>
            <a:spLocks/>
          </p:cNvSpPr>
          <p:nvPr/>
        </p:nvSpPr>
        <p:spPr bwMode="auto">
          <a:xfrm>
            <a:off x="5016095" y="5029675"/>
            <a:ext cx="954814" cy="619350"/>
          </a:xfrm>
          <a:custGeom>
            <a:avLst/>
            <a:gdLst>
              <a:gd name="T0" fmla="*/ 0 w 654"/>
              <a:gd name="T1" fmla="*/ 420 h 420"/>
              <a:gd name="T2" fmla="*/ 654 w 654"/>
              <a:gd name="T3" fmla="*/ 0 h 420"/>
              <a:gd name="T4" fmla="*/ 0 60000 65536"/>
              <a:gd name="T5" fmla="*/ 0 60000 65536"/>
              <a:gd name="T6" fmla="*/ 0 w 654"/>
              <a:gd name="T7" fmla="*/ 0 h 420"/>
              <a:gd name="T8" fmla="*/ 654 w 654"/>
              <a:gd name="T9" fmla="*/ 420 h 420"/>
            </a:gdLst>
            <a:ahLst/>
            <a:cxnLst>
              <a:cxn ang="T4">
                <a:pos x="T0" y="T1"/>
              </a:cxn>
              <a:cxn ang="T5">
                <a:pos x="T2" y="T3"/>
              </a:cxn>
            </a:cxnLst>
            <a:rect l="T6" t="T7" r="T8" b="T9"/>
            <a:pathLst>
              <a:path w="654" h="420">
                <a:moveTo>
                  <a:pt x="0" y="420"/>
                </a:moveTo>
                <a:lnTo>
                  <a:pt x="654" y="0"/>
                </a:lnTo>
              </a:path>
            </a:pathLst>
          </a:custGeom>
          <a:noFill/>
          <a:ln w="28575" cap="flat" cmpd="sng">
            <a:solidFill>
              <a:srgbClr val="000000"/>
            </a:solidFill>
            <a:prstDash val="solid"/>
            <a:round/>
            <a:headEnd type="none" w="med" len="med"/>
            <a:tailEnd type="none" w="med" len="me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2" name="Oval 46">
            <a:extLst>
              <a:ext uri="{FF2B5EF4-FFF2-40B4-BE49-F238E27FC236}">
                <a16:creationId xmlns:a16="http://schemas.microsoft.com/office/drawing/2014/main" id="{77EAE8E4-EF1C-944D-B5DF-947BBACAF6BC}"/>
              </a:ext>
            </a:extLst>
          </p:cNvPr>
          <p:cNvSpPr>
            <a:spLocks noChangeArrowheads="1"/>
          </p:cNvSpPr>
          <p:nvPr/>
        </p:nvSpPr>
        <p:spPr bwMode="auto">
          <a:xfrm>
            <a:off x="5890611" y="4936773"/>
            <a:ext cx="456967" cy="12092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3" name="Line 47">
            <a:extLst>
              <a:ext uri="{FF2B5EF4-FFF2-40B4-BE49-F238E27FC236}">
                <a16:creationId xmlns:a16="http://schemas.microsoft.com/office/drawing/2014/main" id="{7605033D-73A1-924E-99FE-EDD6125246F5}"/>
              </a:ext>
            </a:extLst>
          </p:cNvPr>
          <p:cNvSpPr>
            <a:spLocks noChangeShapeType="1"/>
          </p:cNvSpPr>
          <p:nvPr/>
        </p:nvSpPr>
        <p:spPr bwMode="auto">
          <a:xfrm>
            <a:off x="5890611" y="4924975"/>
            <a:ext cx="0" cy="73732"/>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4" name="Line 48">
            <a:extLst>
              <a:ext uri="{FF2B5EF4-FFF2-40B4-BE49-F238E27FC236}">
                <a16:creationId xmlns:a16="http://schemas.microsoft.com/office/drawing/2014/main" id="{DBC0B4AB-D0E3-C74F-9785-E25E20C244C4}"/>
              </a:ext>
            </a:extLst>
          </p:cNvPr>
          <p:cNvSpPr>
            <a:spLocks noChangeShapeType="1"/>
          </p:cNvSpPr>
          <p:nvPr/>
        </p:nvSpPr>
        <p:spPr bwMode="auto">
          <a:xfrm>
            <a:off x="6347578" y="4924975"/>
            <a:ext cx="0" cy="73732"/>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5" name="Rectangle 49">
            <a:extLst>
              <a:ext uri="{FF2B5EF4-FFF2-40B4-BE49-F238E27FC236}">
                <a16:creationId xmlns:a16="http://schemas.microsoft.com/office/drawing/2014/main" id="{592A5C53-BD83-384A-9C2D-08CEEB785BC8}"/>
              </a:ext>
            </a:extLst>
          </p:cNvPr>
          <p:cNvSpPr>
            <a:spLocks noChangeArrowheads="1"/>
          </p:cNvSpPr>
          <p:nvPr/>
        </p:nvSpPr>
        <p:spPr bwMode="auto">
          <a:xfrm>
            <a:off x="5890611" y="4924975"/>
            <a:ext cx="452588" cy="737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6" name="Oval 50">
            <a:extLst>
              <a:ext uri="{FF2B5EF4-FFF2-40B4-BE49-F238E27FC236}">
                <a16:creationId xmlns:a16="http://schemas.microsoft.com/office/drawing/2014/main" id="{5D02A58E-4F5A-EC40-B29A-0D5700D169BA}"/>
              </a:ext>
            </a:extLst>
          </p:cNvPr>
          <p:cNvSpPr>
            <a:spLocks noChangeArrowheads="1"/>
          </p:cNvSpPr>
          <p:nvPr/>
        </p:nvSpPr>
        <p:spPr bwMode="auto">
          <a:xfrm>
            <a:off x="5886231" y="4837972"/>
            <a:ext cx="456967" cy="14009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7" name="Rectangle 51">
            <a:extLst>
              <a:ext uri="{FF2B5EF4-FFF2-40B4-BE49-F238E27FC236}">
                <a16:creationId xmlns:a16="http://schemas.microsoft.com/office/drawing/2014/main" id="{A8B4ED51-5EBD-7A42-A070-7C85A13AFB2E}"/>
              </a:ext>
            </a:extLst>
          </p:cNvPr>
          <p:cNvSpPr>
            <a:spLocks noChangeArrowheads="1"/>
          </p:cNvSpPr>
          <p:nvPr/>
        </p:nvSpPr>
        <p:spPr bwMode="auto">
          <a:xfrm>
            <a:off x="6013247" y="4857142"/>
            <a:ext cx="205854" cy="179906"/>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8" name="Text Box 52">
            <a:extLst>
              <a:ext uri="{FF2B5EF4-FFF2-40B4-BE49-F238E27FC236}">
                <a16:creationId xmlns:a16="http://schemas.microsoft.com/office/drawing/2014/main" id="{6864AE40-C653-554F-B5F5-7FCE890517DF}"/>
              </a:ext>
            </a:extLst>
          </p:cNvPr>
          <p:cNvSpPr txBox="1">
            <a:spLocks noChangeArrowheads="1"/>
          </p:cNvSpPr>
          <p:nvPr/>
        </p:nvSpPr>
        <p:spPr bwMode="auto">
          <a:xfrm>
            <a:off x="5887691" y="4761290"/>
            <a:ext cx="467187" cy="39667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2a</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9" name="Text Box 53">
            <a:extLst>
              <a:ext uri="{FF2B5EF4-FFF2-40B4-BE49-F238E27FC236}">
                <a16:creationId xmlns:a16="http://schemas.microsoft.com/office/drawing/2014/main" id="{9674ED05-1E44-A445-B61A-D179B03704BB}"/>
              </a:ext>
            </a:extLst>
          </p:cNvPr>
          <p:cNvSpPr txBox="1">
            <a:spLocks noChangeArrowheads="1"/>
          </p:cNvSpPr>
          <p:nvPr/>
        </p:nvSpPr>
        <p:spPr bwMode="auto">
          <a:xfrm>
            <a:off x="1840470" y="5215261"/>
            <a:ext cx="665742" cy="39667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AS3</a:t>
            </a: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80" name="Text Box 54">
            <a:extLst>
              <a:ext uri="{FF2B5EF4-FFF2-40B4-BE49-F238E27FC236}">
                <a16:creationId xmlns:a16="http://schemas.microsoft.com/office/drawing/2014/main" id="{005A3212-FAC4-D446-8E0A-533A16ECE775}"/>
              </a:ext>
            </a:extLst>
          </p:cNvPr>
          <p:cNvSpPr txBox="1">
            <a:spLocks noChangeArrowheads="1"/>
          </p:cNvSpPr>
          <p:nvPr/>
        </p:nvSpPr>
        <p:spPr bwMode="auto">
          <a:xfrm>
            <a:off x="5345452" y="5839068"/>
            <a:ext cx="665742" cy="39667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AS1</a:t>
            </a: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81" name="Text Box 55">
            <a:extLst>
              <a:ext uri="{FF2B5EF4-FFF2-40B4-BE49-F238E27FC236}">
                <a16:creationId xmlns:a16="http://schemas.microsoft.com/office/drawing/2014/main" id="{7DE50C34-9B18-1849-8D31-CE3E7E2F0717}"/>
              </a:ext>
            </a:extLst>
          </p:cNvPr>
          <p:cNvSpPr txBox="1">
            <a:spLocks noChangeArrowheads="1"/>
          </p:cNvSpPr>
          <p:nvPr/>
        </p:nvSpPr>
        <p:spPr bwMode="auto">
          <a:xfrm>
            <a:off x="7116511" y="5463035"/>
            <a:ext cx="616103" cy="36866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AS2</a:t>
            </a:r>
          </a:p>
        </p:txBody>
      </p:sp>
      <p:sp>
        <p:nvSpPr>
          <p:cNvPr id="182" name="Oval 56">
            <a:extLst>
              <a:ext uri="{FF2B5EF4-FFF2-40B4-BE49-F238E27FC236}">
                <a16:creationId xmlns:a16="http://schemas.microsoft.com/office/drawing/2014/main" id="{4CAC6F24-F619-7E4B-9E0A-AF6FB0ECB08F}"/>
              </a:ext>
            </a:extLst>
          </p:cNvPr>
          <p:cNvSpPr>
            <a:spLocks noChangeArrowheads="1"/>
          </p:cNvSpPr>
          <p:nvPr/>
        </p:nvSpPr>
        <p:spPr bwMode="auto">
          <a:xfrm>
            <a:off x="3280202" y="5545800"/>
            <a:ext cx="456967" cy="119446"/>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83" name="Line 57">
            <a:extLst>
              <a:ext uri="{FF2B5EF4-FFF2-40B4-BE49-F238E27FC236}">
                <a16:creationId xmlns:a16="http://schemas.microsoft.com/office/drawing/2014/main" id="{37706C00-5AFA-4E4F-AEE2-E86CBA64F507}"/>
              </a:ext>
            </a:extLst>
          </p:cNvPr>
          <p:cNvSpPr>
            <a:spLocks noChangeShapeType="1"/>
          </p:cNvSpPr>
          <p:nvPr/>
        </p:nvSpPr>
        <p:spPr bwMode="auto">
          <a:xfrm>
            <a:off x="3280202" y="5535477"/>
            <a:ext cx="0" cy="73732"/>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84" name="Line 58">
            <a:extLst>
              <a:ext uri="{FF2B5EF4-FFF2-40B4-BE49-F238E27FC236}">
                <a16:creationId xmlns:a16="http://schemas.microsoft.com/office/drawing/2014/main" id="{F53BFE68-5413-9042-B5B8-E870B9DF06EF}"/>
              </a:ext>
            </a:extLst>
          </p:cNvPr>
          <p:cNvSpPr>
            <a:spLocks noChangeShapeType="1"/>
          </p:cNvSpPr>
          <p:nvPr/>
        </p:nvSpPr>
        <p:spPr bwMode="auto">
          <a:xfrm>
            <a:off x="3738630" y="5535477"/>
            <a:ext cx="0" cy="73732"/>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85" name="Rectangle 59">
            <a:extLst>
              <a:ext uri="{FF2B5EF4-FFF2-40B4-BE49-F238E27FC236}">
                <a16:creationId xmlns:a16="http://schemas.microsoft.com/office/drawing/2014/main" id="{E66B86FC-0EE6-A646-BA10-BADF35B023EA}"/>
              </a:ext>
            </a:extLst>
          </p:cNvPr>
          <p:cNvSpPr>
            <a:spLocks noChangeArrowheads="1"/>
          </p:cNvSpPr>
          <p:nvPr/>
        </p:nvSpPr>
        <p:spPr bwMode="auto">
          <a:xfrm>
            <a:off x="3280202" y="5535477"/>
            <a:ext cx="452588" cy="6930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86" name="Oval 60">
            <a:extLst>
              <a:ext uri="{FF2B5EF4-FFF2-40B4-BE49-F238E27FC236}">
                <a16:creationId xmlns:a16="http://schemas.microsoft.com/office/drawing/2014/main" id="{E2C4F48E-C2B7-F040-A479-AD3AA9552BB4}"/>
              </a:ext>
            </a:extLst>
          </p:cNvPr>
          <p:cNvSpPr>
            <a:spLocks noChangeArrowheads="1"/>
          </p:cNvSpPr>
          <p:nvPr/>
        </p:nvSpPr>
        <p:spPr bwMode="auto">
          <a:xfrm>
            <a:off x="3275822" y="5455847"/>
            <a:ext cx="456967" cy="141566"/>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87" name="Rectangle 61">
            <a:extLst>
              <a:ext uri="{FF2B5EF4-FFF2-40B4-BE49-F238E27FC236}">
                <a16:creationId xmlns:a16="http://schemas.microsoft.com/office/drawing/2014/main" id="{782B4D58-3187-1646-B67F-4472AD6DF18D}"/>
              </a:ext>
            </a:extLst>
          </p:cNvPr>
          <p:cNvSpPr>
            <a:spLocks noChangeArrowheads="1"/>
          </p:cNvSpPr>
          <p:nvPr/>
        </p:nvSpPr>
        <p:spPr bwMode="auto">
          <a:xfrm>
            <a:off x="3399919" y="5494187"/>
            <a:ext cx="207314" cy="141566"/>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88" name="Text Box 62">
            <a:extLst>
              <a:ext uri="{FF2B5EF4-FFF2-40B4-BE49-F238E27FC236}">
                <a16:creationId xmlns:a16="http://schemas.microsoft.com/office/drawing/2014/main" id="{CEC455E8-C4B8-6444-936D-9F9CEE323826}"/>
              </a:ext>
            </a:extLst>
          </p:cNvPr>
          <p:cNvSpPr txBox="1">
            <a:spLocks noChangeArrowheads="1"/>
          </p:cNvSpPr>
          <p:nvPr/>
        </p:nvSpPr>
        <p:spPr bwMode="auto">
          <a:xfrm>
            <a:off x="3280202" y="5367368"/>
            <a:ext cx="467187" cy="39667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1a</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89" name="Group 63">
            <a:extLst>
              <a:ext uri="{FF2B5EF4-FFF2-40B4-BE49-F238E27FC236}">
                <a16:creationId xmlns:a16="http://schemas.microsoft.com/office/drawing/2014/main" id="{8B168416-DE6F-9546-A33D-5DC186D755BF}"/>
              </a:ext>
            </a:extLst>
          </p:cNvPr>
          <p:cNvGrpSpPr>
            <a:grpSpLocks/>
          </p:cNvGrpSpPr>
          <p:nvPr/>
        </p:nvGrpSpPr>
        <p:grpSpPr bwMode="auto">
          <a:xfrm>
            <a:off x="6394297" y="4593181"/>
            <a:ext cx="461347" cy="396679"/>
            <a:chOff x="4320" y="1936"/>
            <a:chExt cx="316" cy="269"/>
          </a:xfrm>
        </p:grpSpPr>
        <p:sp>
          <p:nvSpPr>
            <p:cNvPr id="242" name="Oval 64">
              <a:extLst>
                <a:ext uri="{FF2B5EF4-FFF2-40B4-BE49-F238E27FC236}">
                  <a16:creationId xmlns:a16="http://schemas.microsoft.com/office/drawing/2014/main" id="{17477FF4-6D5F-744F-A7C6-65D539FF25C9}"/>
                </a:ext>
              </a:extLst>
            </p:cNvPr>
            <p:cNvSpPr>
              <a:spLocks noChangeArrowheads="1"/>
            </p:cNvSpPr>
            <p:nvPr/>
          </p:nvSpPr>
          <p:spPr bwMode="auto">
            <a:xfrm>
              <a:off x="4323" y="2054"/>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3" name="Line 65">
              <a:extLst>
                <a:ext uri="{FF2B5EF4-FFF2-40B4-BE49-F238E27FC236}">
                  <a16:creationId xmlns:a16="http://schemas.microsoft.com/office/drawing/2014/main" id="{7681775B-D11F-204C-B161-6FEDD638731C}"/>
                </a:ext>
              </a:extLst>
            </p:cNvPr>
            <p:cNvSpPr>
              <a:spLocks noChangeShapeType="1"/>
            </p:cNvSpPr>
            <p:nvPr/>
          </p:nvSpPr>
          <p:spPr bwMode="auto">
            <a:xfrm>
              <a:off x="4323" y="2047"/>
              <a:ext cx="0" cy="52"/>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4" name="Line 66">
              <a:extLst>
                <a:ext uri="{FF2B5EF4-FFF2-40B4-BE49-F238E27FC236}">
                  <a16:creationId xmlns:a16="http://schemas.microsoft.com/office/drawing/2014/main" id="{C9C1462B-D75D-9043-BD36-C8666A0E3E76}"/>
                </a:ext>
              </a:extLst>
            </p:cNvPr>
            <p:cNvSpPr>
              <a:spLocks noChangeShapeType="1"/>
            </p:cNvSpPr>
            <p:nvPr/>
          </p:nvSpPr>
          <p:spPr bwMode="auto">
            <a:xfrm>
              <a:off x="4636" y="2047"/>
              <a:ext cx="0" cy="52"/>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5" name="Rectangle 67">
              <a:extLst>
                <a:ext uri="{FF2B5EF4-FFF2-40B4-BE49-F238E27FC236}">
                  <a16:creationId xmlns:a16="http://schemas.microsoft.com/office/drawing/2014/main" id="{D2A31C20-F821-2245-A13A-E48BBF035C90}"/>
                </a:ext>
              </a:extLst>
            </p:cNvPr>
            <p:cNvSpPr>
              <a:spLocks noChangeArrowheads="1"/>
            </p:cNvSpPr>
            <p:nvPr/>
          </p:nvSpPr>
          <p:spPr bwMode="auto">
            <a:xfrm>
              <a:off x="4323" y="2047"/>
              <a:ext cx="310" cy="51"/>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6" name="Oval 68">
              <a:extLst>
                <a:ext uri="{FF2B5EF4-FFF2-40B4-BE49-F238E27FC236}">
                  <a16:creationId xmlns:a16="http://schemas.microsoft.com/office/drawing/2014/main" id="{E3B56467-2A6B-814A-A9D2-32B39DA9E2D8}"/>
                </a:ext>
              </a:extLst>
            </p:cNvPr>
            <p:cNvSpPr>
              <a:spLocks noChangeArrowheads="1"/>
            </p:cNvSpPr>
            <p:nvPr/>
          </p:nvSpPr>
          <p:spPr bwMode="auto">
            <a:xfrm>
              <a:off x="4320" y="1988"/>
              <a:ext cx="313" cy="97"/>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7" name="Rectangle 69">
              <a:extLst>
                <a:ext uri="{FF2B5EF4-FFF2-40B4-BE49-F238E27FC236}">
                  <a16:creationId xmlns:a16="http://schemas.microsoft.com/office/drawing/2014/main" id="{4CCA8E7D-2AA0-DB42-8739-0E698AF3EF16}"/>
                </a:ext>
              </a:extLst>
            </p:cNvPr>
            <p:cNvSpPr>
              <a:spLocks noChangeArrowheads="1"/>
            </p:cNvSpPr>
            <p:nvPr/>
          </p:nvSpPr>
          <p:spPr bwMode="auto">
            <a:xfrm>
              <a:off x="4407" y="2001"/>
              <a:ext cx="141" cy="11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8" name="Text Box 70">
              <a:extLst>
                <a:ext uri="{FF2B5EF4-FFF2-40B4-BE49-F238E27FC236}">
                  <a16:creationId xmlns:a16="http://schemas.microsoft.com/office/drawing/2014/main" id="{B0E12A9A-8AC6-2C4B-B109-A569883BDF8B}"/>
                </a:ext>
              </a:extLst>
            </p:cNvPr>
            <p:cNvSpPr txBox="1">
              <a:spLocks noChangeArrowheads="1"/>
            </p:cNvSpPr>
            <p:nvPr/>
          </p:nvSpPr>
          <p:spPr bwMode="auto">
            <a:xfrm>
              <a:off x="4325" y="1936"/>
              <a:ext cx="310" cy="26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2c</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90" name="Group 71">
            <a:extLst>
              <a:ext uri="{FF2B5EF4-FFF2-40B4-BE49-F238E27FC236}">
                <a16:creationId xmlns:a16="http://schemas.microsoft.com/office/drawing/2014/main" id="{21E7E3D0-5FA0-9646-84AD-FC33AA41FD3A}"/>
              </a:ext>
            </a:extLst>
          </p:cNvPr>
          <p:cNvGrpSpPr>
            <a:grpSpLocks/>
          </p:cNvGrpSpPr>
          <p:nvPr/>
        </p:nvGrpSpPr>
        <p:grpSpPr bwMode="auto">
          <a:xfrm>
            <a:off x="6797246" y="4920552"/>
            <a:ext cx="468647" cy="396679"/>
            <a:chOff x="4596" y="2158"/>
            <a:chExt cx="321" cy="269"/>
          </a:xfrm>
        </p:grpSpPr>
        <p:sp>
          <p:nvSpPr>
            <p:cNvPr id="235" name="Oval 72">
              <a:extLst>
                <a:ext uri="{FF2B5EF4-FFF2-40B4-BE49-F238E27FC236}">
                  <a16:creationId xmlns:a16="http://schemas.microsoft.com/office/drawing/2014/main" id="{5608D056-551C-0B44-A60B-A3E90AFB7DFB}"/>
                </a:ext>
              </a:extLst>
            </p:cNvPr>
            <p:cNvSpPr>
              <a:spLocks noChangeArrowheads="1"/>
            </p:cNvSpPr>
            <p:nvPr/>
          </p:nvSpPr>
          <p:spPr bwMode="auto">
            <a:xfrm>
              <a:off x="4599" y="2276"/>
              <a:ext cx="311"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6" name="Line 73">
              <a:extLst>
                <a:ext uri="{FF2B5EF4-FFF2-40B4-BE49-F238E27FC236}">
                  <a16:creationId xmlns:a16="http://schemas.microsoft.com/office/drawing/2014/main" id="{FA977711-B8B6-4247-BDAB-A3001746C4D4}"/>
                </a:ext>
              </a:extLst>
            </p:cNvPr>
            <p:cNvSpPr>
              <a:spLocks noChangeShapeType="1"/>
            </p:cNvSpPr>
            <p:nvPr/>
          </p:nvSpPr>
          <p:spPr bwMode="auto">
            <a:xfrm>
              <a:off x="4599" y="2269"/>
              <a:ext cx="0" cy="52"/>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7" name="Line 74">
              <a:extLst>
                <a:ext uri="{FF2B5EF4-FFF2-40B4-BE49-F238E27FC236}">
                  <a16:creationId xmlns:a16="http://schemas.microsoft.com/office/drawing/2014/main" id="{6CA75CE1-2E8D-0F48-8641-8C18C90BD88D}"/>
                </a:ext>
              </a:extLst>
            </p:cNvPr>
            <p:cNvSpPr>
              <a:spLocks noChangeShapeType="1"/>
            </p:cNvSpPr>
            <p:nvPr/>
          </p:nvSpPr>
          <p:spPr bwMode="auto">
            <a:xfrm>
              <a:off x="4910" y="2269"/>
              <a:ext cx="0" cy="52"/>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8" name="Rectangle 75">
              <a:extLst>
                <a:ext uri="{FF2B5EF4-FFF2-40B4-BE49-F238E27FC236}">
                  <a16:creationId xmlns:a16="http://schemas.microsoft.com/office/drawing/2014/main" id="{4ED73E8C-48F2-3A4F-B322-2CCB3CBA0862}"/>
                </a:ext>
              </a:extLst>
            </p:cNvPr>
            <p:cNvSpPr>
              <a:spLocks noChangeArrowheads="1"/>
            </p:cNvSpPr>
            <p:nvPr/>
          </p:nvSpPr>
          <p:spPr bwMode="auto">
            <a:xfrm>
              <a:off x="4599" y="2269"/>
              <a:ext cx="310" cy="51"/>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9" name="Oval 76">
              <a:extLst>
                <a:ext uri="{FF2B5EF4-FFF2-40B4-BE49-F238E27FC236}">
                  <a16:creationId xmlns:a16="http://schemas.microsoft.com/office/drawing/2014/main" id="{6345CAD2-BEAC-0E49-9C80-9EB68603FE17}"/>
                </a:ext>
              </a:extLst>
            </p:cNvPr>
            <p:cNvSpPr>
              <a:spLocks noChangeArrowheads="1"/>
            </p:cNvSpPr>
            <p:nvPr/>
          </p:nvSpPr>
          <p:spPr bwMode="auto">
            <a:xfrm>
              <a:off x="4596" y="2208"/>
              <a:ext cx="313" cy="97"/>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0" name="Rectangle 77">
              <a:extLst>
                <a:ext uri="{FF2B5EF4-FFF2-40B4-BE49-F238E27FC236}">
                  <a16:creationId xmlns:a16="http://schemas.microsoft.com/office/drawing/2014/main" id="{E1F2376F-3613-4042-A35F-DEE5F89C6C4C}"/>
                </a:ext>
              </a:extLst>
            </p:cNvPr>
            <p:cNvSpPr>
              <a:spLocks noChangeArrowheads="1"/>
            </p:cNvSpPr>
            <p:nvPr/>
          </p:nvSpPr>
          <p:spPr bwMode="auto">
            <a:xfrm>
              <a:off x="4683" y="2221"/>
              <a:ext cx="141" cy="11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1" name="Text Box 78">
              <a:extLst>
                <a:ext uri="{FF2B5EF4-FFF2-40B4-BE49-F238E27FC236}">
                  <a16:creationId xmlns:a16="http://schemas.microsoft.com/office/drawing/2014/main" id="{7C2657A7-4F00-3C45-AD0D-9FB7A649BB45}"/>
                </a:ext>
              </a:extLst>
            </p:cNvPr>
            <p:cNvSpPr txBox="1">
              <a:spLocks noChangeArrowheads="1"/>
            </p:cNvSpPr>
            <p:nvPr/>
          </p:nvSpPr>
          <p:spPr bwMode="auto">
            <a:xfrm>
              <a:off x="4598" y="2158"/>
              <a:ext cx="319" cy="26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2b</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91" name="Group 79">
            <a:extLst>
              <a:ext uri="{FF2B5EF4-FFF2-40B4-BE49-F238E27FC236}">
                <a16:creationId xmlns:a16="http://schemas.microsoft.com/office/drawing/2014/main" id="{46AC6AA7-B51A-F140-B460-7AA4784A8771}"/>
              </a:ext>
            </a:extLst>
          </p:cNvPr>
          <p:cNvGrpSpPr>
            <a:grpSpLocks/>
          </p:cNvGrpSpPr>
          <p:nvPr/>
        </p:nvGrpSpPr>
        <p:grpSpPr bwMode="auto">
          <a:xfrm>
            <a:off x="4562047" y="5466169"/>
            <a:ext cx="468647" cy="396679"/>
            <a:chOff x="2015" y="1976"/>
            <a:chExt cx="321" cy="269"/>
          </a:xfrm>
        </p:grpSpPr>
        <p:sp>
          <p:nvSpPr>
            <p:cNvPr id="227" name="Oval 80">
              <a:extLst>
                <a:ext uri="{FF2B5EF4-FFF2-40B4-BE49-F238E27FC236}">
                  <a16:creationId xmlns:a16="http://schemas.microsoft.com/office/drawing/2014/main" id="{F0AF513D-168E-BC43-A87F-98530A7A7340}"/>
                </a:ext>
              </a:extLst>
            </p:cNvPr>
            <p:cNvSpPr>
              <a:spLocks noChangeArrowheads="1"/>
            </p:cNvSpPr>
            <p:nvPr/>
          </p:nvSpPr>
          <p:spPr bwMode="auto">
            <a:xfrm>
              <a:off x="2019" y="2102"/>
              <a:ext cx="311"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8" name="Line 81">
              <a:extLst>
                <a:ext uri="{FF2B5EF4-FFF2-40B4-BE49-F238E27FC236}">
                  <a16:creationId xmlns:a16="http://schemas.microsoft.com/office/drawing/2014/main" id="{98E003C3-39B5-AD4E-B694-FF067F96F0C8}"/>
                </a:ext>
              </a:extLst>
            </p:cNvPr>
            <p:cNvSpPr>
              <a:spLocks noChangeShapeType="1"/>
            </p:cNvSpPr>
            <p:nvPr/>
          </p:nvSpPr>
          <p:spPr bwMode="auto">
            <a:xfrm>
              <a:off x="2019" y="2097"/>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9" name="Line 82">
              <a:extLst>
                <a:ext uri="{FF2B5EF4-FFF2-40B4-BE49-F238E27FC236}">
                  <a16:creationId xmlns:a16="http://schemas.microsoft.com/office/drawing/2014/main" id="{FD35A7A2-366B-1C41-BFC6-E12754C8019D}"/>
                </a:ext>
              </a:extLst>
            </p:cNvPr>
            <p:cNvSpPr>
              <a:spLocks noChangeShapeType="1"/>
            </p:cNvSpPr>
            <p:nvPr/>
          </p:nvSpPr>
          <p:spPr bwMode="auto">
            <a:xfrm>
              <a:off x="2330" y="2097"/>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0" name="Rectangle 83">
              <a:extLst>
                <a:ext uri="{FF2B5EF4-FFF2-40B4-BE49-F238E27FC236}">
                  <a16:creationId xmlns:a16="http://schemas.microsoft.com/office/drawing/2014/main" id="{5442F6D1-04E0-A44F-8910-B76948571B99}"/>
                </a:ext>
              </a:extLst>
            </p:cNvPr>
            <p:cNvSpPr>
              <a:spLocks noChangeArrowheads="1"/>
            </p:cNvSpPr>
            <p:nvPr/>
          </p:nvSpPr>
          <p:spPr bwMode="auto">
            <a:xfrm>
              <a:off x="2019" y="2097"/>
              <a:ext cx="310" cy="47"/>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1" name="Oval 84">
              <a:extLst>
                <a:ext uri="{FF2B5EF4-FFF2-40B4-BE49-F238E27FC236}">
                  <a16:creationId xmlns:a16="http://schemas.microsoft.com/office/drawing/2014/main" id="{7CE682FE-3948-5143-B692-07DEF21A92CD}"/>
                </a:ext>
              </a:extLst>
            </p:cNvPr>
            <p:cNvSpPr>
              <a:spLocks noChangeArrowheads="1"/>
            </p:cNvSpPr>
            <p:nvPr/>
          </p:nvSpPr>
          <p:spPr bwMode="auto">
            <a:xfrm>
              <a:off x="2016" y="2036"/>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232" name="Group 85">
              <a:extLst>
                <a:ext uri="{FF2B5EF4-FFF2-40B4-BE49-F238E27FC236}">
                  <a16:creationId xmlns:a16="http://schemas.microsoft.com/office/drawing/2014/main" id="{ACD8E934-A29C-E940-B27E-262F5DE7DCDF}"/>
                </a:ext>
              </a:extLst>
            </p:cNvPr>
            <p:cNvGrpSpPr>
              <a:grpSpLocks/>
            </p:cNvGrpSpPr>
            <p:nvPr/>
          </p:nvGrpSpPr>
          <p:grpSpPr bwMode="auto">
            <a:xfrm>
              <a:off x="2015" y="1976"/>
              <a:ext cx="321" cy="269"/>
              <a:chOff x="2894" y="2425"/>
              <a:chExt cx="328" cy="269"/>
            </a:xfrm>
          </p:grpSpPr>
          <p:sp>
            <p:nvSpPr>
              <p:cNvPr id="233" name="Rectangle 86">
                <a:extLst>
                  <a:ext uri="{FF2B5EF4-FFF2-40B4-BE49-F238E27FC236}">
                    <a16:creationId xmlns:a16="http://schemas.microsoft.com/office/drawing/2014/main" id="{6556355B-9BE3-D746-A820-E89A58911EF8}"/>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4" name="Text Box 87">
                <a:extLst>
                  <a:ext uri="{FF2B5EF4-FFF2-40B4-BE49-F238E27FC236}">
                    <a16:creationId xmlns:a16="http://schemas.microsoft.com/office/drawing/2014/main" id="{87A983D3-02A0-4A4B-A676-14BB88EA3128}"/>
                  </a:ext>
                </a:extLst>
              </p:cNvPr>
              <p:cNvSpPr txBox="1">
                <a:spLocks noChangeArrowheads="1"/>
              </p:cNvSpPr>
              <p:nvPr/>
            </p:nvSpPr>
            <p:spPr bwMode="auto">
              <a:xfrm>
                <a:off x="2894" y="2425"/>
                <a:ext cx="328" cy="26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1b</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99" name="Group 99">
            <a:extLst>
              <a:ext uri="{FF2B5EF4-FFF2-40B4-BE49-F238E27FC236}">
                <a16:creationId xmlns:a16="http://schemas.microsoft.com/office/drawing/2014/main" id="{4C6CCD3C-47D1-7847-84AE-9A444B7FD9F9}"/>
              </a:ext>
            </a:extLst>
          </p:cNvPr>
          <p:cNvGrpSpPr>
            <a:grpSpLocks/>
          </p:cNvGrpSpPr>
          <p:nvPr/>
        </p:nvGrpSpPr>
        <p:grpSpPr bwMode="auto">
          <a:xfrm>
            <a:off x="2231951" y="4354289"/>
            <a:ext cx="461347" cy="396679"/>
            <a:chOff x="2016" y="1976"/>
            <a:chExt cx="316" cy="269"/>
          </a:xfrm>
        </p:grpSpPr>
        <p:sp>
          <p:nvSpPr>
            <p:cNvPr id="215" name="Oval 100">
              <a:extLst>
                <a:ext uri="{FF2B5EF4-FFF2-40B4-BE49-F238E27FC236}">
                  <a16:creationId xmlns:a16="http://schemas.microsoft.com/office/drawing/2014/main" id="{9CFFD192-2352-574C-A1F6-73C764467286}"/>
                </a:ext>
              </a:extLst>
            </p:cNvPr>
            <p:cNvSpPr>
              <a:spLocks noChangeArrowheads="1"/>
            </p:cNvSpPr>
            <p:nvPr/>
          </p:nvSpPr>
          <p:spPr bwMode="auto">
            <a:xfrm>
              <a:off x="2019" y="2102"/>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6" name="Line 101">
              <a:extLst>
                <a:ext uri="{FF2B5EF4-FFF2-40B4-BE49-F238E27FC236}">
                  <a16:creationId xmlns:a16="http://schemas.microsoft.com/office/drawing/2014/main" id="{AA179453-C4E3-E244-B9A9-11831D82618D}"/>
                </a:ext>
              </a:extLst>
            </p:cNvPr>
            <p:cNvSpPr>
              <a:spLocks noChangeShapeType="1"/>
            </p:cNvSpPr>
            <p:nvPr/>
          </p:nvSpPr>
          <p:spPr bwMode="auto">
            <a:xfrm>
              <a:off x="2019" y="2095"/>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7" name="Line 102">
              <a:extLst>
                <a:ext uri="{FF2B5EF4-FFF2-40B4-BE49-F238E27FC236}">
                  <a16:creationId xmlns:a16="http://schemas.microsoft.com/office/drawing/2014/main" id="{1CE386C9-63A7-F044-A083-5284BFD15472}"/>
                </a:ext>
              </a:extLst>
            </p:cNvPr>
            <p:cNvSpPr>
              <a:spLocks noChangeShapeType="1"/>
            </p:cNvSpPr>
            <p:nvPr/>
          </p:nvSpPr>
          <p:spPr bwMode="auto">
            <a:xfrm>
              <a:off x="2332" y="2095"/>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8" name="Rectangle 103">
              <a:extLst>
                <a:ext uri="{FF2B5EF4-FFF2-40B4-BE49-F238E27FC236}">
                  <a16:creationId xmlns:a16="http://schemas.microsoft.com/office/drawing/2014/main" id="{50227DAD-D708-784A-BD13-83429F1C25BE}"/>
                </a:ext>
              </a:extLst>
            </p:cNvPr>
            <p:cNvSpPr>
              <a:spLocks noChangeArrowheads="1"/>
            </p:cNvSpPr>
            <p:nvPr/>
          </p:nvSpPr>
          <p:spPr bwMode="auto">
            <a:xfrm>
              <a:off x="2019" y="2095"/>
              <a:ext cx="310" cy="50"/>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9" name="Oval 104">
              <a:extLst>
                <a:ext uri="{FF2B5EF4-FFF2-40B4-BE49-F238E27FC236}">
                  <a16:creationId xmlns:a16="http://schemas.microsoft.com/office/drawing/2014/main" id="{6DA156B1-5FE9-414A-BB48-46A4A52B9073}"/>
                </a:ext>
              </a:extLst>
            </p:cNvPr>
            <p:cNvSpPr>
              <a:spLocks noChangeArrowheads="1"/>
            </p:cNvSpPr>
            <p:nvPr/>
          </p:nvSpPr>
          <p:spPr bwMode="auto">
            <a:xfrm>
              <a:off x="2016" y="2037"/>
              <a:ext cx="313" cy="94"/>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220" name="Group 105">
              <a:extLst>
                <a:ext uri="{FF2B5EF4-FFF2-40B4-BE49-F238E27FC236}">
                  <a16:creationId xmlns:a16="http://schemas.microsoft.com/office/drawing/2014/main" id="{80512439-7B6B-C54B-82D0-66D0AB25D2A7}"/>
                </a:ext>
              </a:extLst>
            </p:cNvPr>
            <p:cNvGrpSpPr>
              <a:grpSpLocks/>
            </p:cNvGrpSpPr>
            <p:nvPr/>
          </p:nvGrpSpPr>
          <p:grpSpPr bwMode="auto">
            <a:xfrm>
              <a:off x="2020" y="1976"/>
              <a:ext cx="308" cy="269"/>
              <a:chOff x="2899" y="2425"/>
              <a:chExt cx="315" cy="269"/>
            </a:xfrm>
          </p:grpSpPr>
          <p:sp>
            <p:nvSpPr>
              <p:cNvPr id="221" name="Rectangle 106">
                <a:extLst>
                  <a:ext uri="{FF2B5EF4-FFF2-40B4-BE49-F238E27FC236}">
                    <a16:creationId xmlns:a16="http://schemas.microsoft.com/office/drawing/2014/main" id="{91098A50-7FC0-CB4E-9B97-2D7AE96D06C6}"/>
                  </a:ext>
                </a:extLst>
              </p:cNvPr>
              <p:cNvSpPr>
                <a:spLocks noChangeArrowheads="1"/>
              </p:cNvSpPr>
              <p:nvPr/>
            </p:nvSpPr>
            <p:spPr bwMode="auto">
              <a:xfrm>
                <a:off x="2982" y="2490"/>
                <a:ext cx="142" cy="130"/>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2" name="Text Box 107">
                <a:extLst>
                  <a:ext uri="{FF2B5EF4-FFF2-40B4-BE49-F238E27FC236}">
                    <a16:creationId xmlns:a16="http://schemas.microsoft.com/office/drawing/2014/main" id="{FBCF2ABD-1064-2947-85B9-C0D4E2616D8E}"/>
                  </a:ext>
                </a:extLst>
              </p:cNvPr>
              <p:cNvSpPr txBox="1">
                <a:spLocks noChangeArrowheads="1"/>
              </p:cNvSpPr>
              <p:nvPr/>
            </p:nvSpPr>
            <p:spPr bwMode="auto">
              <a:xfrm>
                <a:off x="2899" y="2425"/>
                <a:ext cx="315" cy="26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3c</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200" name="Line 108">
            <a:extLst>
              <a:ext uri="{FF2B5EF4-FFF2-40B4-BE49-F238E27FC236}">
                <a16:creationId xmlns:a16="http://schemas.microsoft.com/office/drawing/2014/main" id="{47A25237-349D-A842-8706-F347B2434568}"/>
              </a:ext>
            </a:extLst>
          </p:cNvPr>
          <p:cNvSpPr>
            <a:spLocks noChangeShapeType="1"/>
          </p:cNvSpPr>
          <p:nvPr/>
        </p:nvSpPr>
        <p:spPr bwMode="auto">
          <a:xfrm flipH="1">
            <a:off x="2266990" y="4669862"/>
            <a:ext cx="90518" cy="15926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1" name="Line 109">
            <a:extLst>
              <a:ext uri="{FF2B5EF4-FFF2-40B4-BE49-F238E27FC236}">
                <a16:creationId xmlns:a16="http://schemas.microsoft.com/office/drawing/2014/main" id="{6A3F47BD-80C7-0747-85CB-F22F1B792701}"/>
              </a:ext>
            </a:extLst>
          </p:cNvPr>
          <p:cNvSpPr>
            <a:spLocks noChangeShapeType="1"/>
          </p:cNvSpPr>
          <p:nvPr/>
        </p:nvSpPr>
        <p:spPr bwMode="auto">
          <a:xfrm>
            <a:off x="1818783" y="4737696"/>
            <a:ext cx="211694" cy="16221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2" name="Line 110">
            <a:extLst>
              <a:ext uri="{FF2B5EF4-FFF2-40B4-BE49-F238E27FC236}">
                <a16:creationId xmlns:a16="http://schemas.microsoft.com/office/drawing/2014/main" id="{6CB9126B-13F6-7D4E-B1DD-C7EB25541B07}"/>
              </a:ext>
            </a:extLst>
          </p:cNvPr>
          <p:cNvSpPr>
            <a:spLocks noChangeShapeType="1"/>
          </p:cNvSpPr>
          <p:nvPr/>
        </p:nvSpPr>
        <p:spPr bwMode="auto">
          <a:xfrm flipH="1">
            <a:off x="2547302" y="4214198"/>
            <a:ext cx="198555" cy="224146"/>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3" name="Line 111">
            <a:extLst>
              <a:ext uri="{FF2B5EF4-FFF2-40B4-BE49-F238E27FC236}">
                <a16:creationId xmlns:a16="http://schemas.microsoft.com/office/drawing/2014/main" id="{22C33C4C-9469-EC40-8CEF-2C586DEC66C3}"/>
              </a:ext>
            </a:extLst>
          </p:cNvPr>
          <p:cNvSpPr>
            <a:spLocks noChangeShapeType="1"/>
          </p:cNvSpPr>
          <p:nvPr/>
        </p:nvSpPr>
        <p:spPr bwMode="auto">
          <a:xfrm>
            <a:off x="2139974" y="4200926"/>
            <a:ext cx="175195" cy="262486"/>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4" name="Line 112">
            <a:extLst>
              <a:ext uri="{FF2B5EF4-FFF2-40B4-BE49-F238E27FC236}">
                <a16:creationId xmlns:a16="http://schemas.microsoft.com/office/drawing/2014/main" id="{4C48EF93-B210-4F4B-9854-165045A32FD0}"/>
              </a:ext>
            </a:extLst>
          </p:cNvPr>
          <p:cNvSpPr>
            <a:spLocks noChangeShapeType="1"/>
          </p:cNvSpPr>
          <p:nvPr/>
        </p:nvSpPr>
        <p:spPr bwMode="auto">
          <a:xfrm flipH="1">
            <a:off x="3103547" y="4338068"/>
            <a:ext cx="102197" cy="303776"/>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5" name="Line 113">
            <a:extLst>
              <a:ext uri="{FF2B5EF4-FFF2-40B4-BE49-F238E27FC236}">
                <a16:creationId xmlns:a16="http://schemas.microsoft.com/office/drawing/2014/main" id="{EBEA8126-4CF3-3A41-ABAC-D142E166341E}"/>
              </a:ext>
            </a:extLst>
          </p:cNvPr>
          <p:cNvSpPr>
            <a:spLocks noChangeShapeType="1"/>
          </p:cNvSpPr>
          <p:nvPr/>
        </p:nvSpPr>
        <p:spPr bwMode="auto">
          <a:xfrm>
            <a:off x="7246913" y="5100458"/>
            <a:ext cx="324111" cy="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6" name="Line 114">
            <a:extLst>
              <a:ext uri="{FF2B5EF4-FFF2-40B4-BE49-F238E27FC236}">
                <a16:creationId xmlns:a16="http://schemas.microsoft.com/office/drawing/2014/main" id="{9F42B725-C1EB-5648-AA83-55F576D99A64}"/>
              </a:ext>
            </a:extLst>
          </p:cNvPr>
          <p:cNvSpPr>
            <a:spLocks noChangeShapeType="1"/>
          </p:cNvSpPr>
          <p:nvPr/>
        </p:nvSpPr>
        <p:spPr bwMode="auto">
          <a:xfrm flipV="1">
            <a:off x="7160776" y="4638895"/>
            <a:ext cx="382509" cy="374559"/>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7" name="Line 115">
            <a:extLst>
              <a:ext uri="{FF2B5EF4-FFF2-40B4-BE49-F238E27FC236}">
                <a16:creationId xmlns:a16="http://schemas.microsoft.com/office/drawing/2014/main" id="{257DE23D-92D6-6B48-8933-BB087A4B7F3B}"/>
              </a:ext>
            </a:extLst>
          </p:cNvPr>
          <p:cNvSpPr>
            <a:spLocks noChangeShapeType="1"/>
          </p:cNvSpPr>
          <p:nvPr/>
        </p:nvSpPr>
        <p:spPr bwMode="auto">
          <a:xfrm flipH="1" flipV="1">
            <a:off x="6356338" y="4388206"/>
            <a:ext cx="185415" cy="297878"/>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8" name="Line 116">
            <a:extLst>
              <a:ext uri="{FF2B5EF4-FFF2-40B4-BE49-F238E27FC236}">
                <a16:creationId xmlns:a16="http://schemas.microsoft.com/office/drawing/2014/main" id="{3008FEDF-B989-AD47-B8DC-811C63A78E62}"/>
              </a:ext>
            </a:extLst>
          </p:cNvPr>
          <p:cNvSpPr>
            <a:spLocks noChangeShapeType="1"/>
          </p:cNvSpPr>
          <p:nvPr/>
        </p:nvSpPr>
        <p:spPr bwMode="auto">
          <a:xfrm flipH="1" flipV="1">
            <a:off x="5900830" y="4538619"/>
            <a:ext cx="198555" cy="272809"/>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9" name="Line 117">
            <a:extLst>
              <a:ext uri="{FF2B5EF4-FFF2-40B4-BE49-F238E27FC236}">
                <a16:creationId xmlns:a16="http://schemas.microsoft.com/office/drawing/2014/main" id="{7072AB1C-E687-5F42-AD97-F842F241CC4D}"/>
              </a:ext>
            </a:extLst>
          </p:cNvPr>
          <p:cNvSpPr>
            <a:spLocks noChangeShapeType="1"/>
          </p:cNvSpPr>
          <p:nvPr/>
        </p:nvSpPr>
        <p:spPr bwMode="auto">
          <a:xfrm flipH="1">
            <a:off x="3141506" y="5637228"/>
            <a:ext cx="197095" cy="172533"/>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0" name="Line 118">
            <a:extLst>
              <a:ext uri="{FF2B5EF4-FFF2-40B4-BE49-F238E27FC236}">
                <a16:creationId xmlns:a16="http://schemas.microsoft.com/office/drawing/2014/main" id="{368439BD-38EC-0F4F-AB79-71712E1AE097}"/>
              </a:ext>
            </a:extLst>
          </p:cNvPr>
          <p:cNvSpPr>
            <a:spLocks noChangeShapeType="1"/>
          </p:cNvSpPr>
          <p:nvPr/>
        </p:nvSpPr>
        <p:spPr bwMode="auto">
          <a:xfrm flipH="1" flipV="1">
            <a:off x="3091868" y="5488289"/>
            <a:ext cx="185415" cy="11797"/>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1" name="Line 119">
            <a:extLst>
              <a:ext uri="{FF2B5EF4-FFF2-40B4-BE49-F238E27FC236}">
                <a16:creationId xmlns:a16="http://schemas.microsoft.com/office/drawing/2014/main" id="{05F4047A-FA71-B345-8F4D-7557CE9C3159}"/>
              </a:ext>
            </a:extLst>
          </p:cNvPr>
          <p:cNvSpPr>
            <a:spLocks noChangeShapeType="1"/>
          </p:cNvSpPr>
          <p:nvPr/>
        </p:nvSpPr>
        <p:spPr bwMode="auto">
          <a:xfrm flipH="1">
            <a:off x="3487517" y="5887917"/>
            <a:ext cx="309511" cy="2212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2" name="Line 120">
            <a:extLst>
              <a:ext uri="{FF2B5EF4-FFF2-40B4-BE49-F238E27FC236}">
                <a16:creationId xmlns:a16="http://schemas.microsoft.com/office/drawing/2014/main" id="{00691E04-3135-5045-8A22-A3445401A5C1}"/>
              </a:ext>
            </a:extLst>
          </p:cNvPr>
          <p:cNvSpPr>
            <a:spLocks noChangeShapeType="1"/>
          </p:cNvSpPr>
          <p:nvPr/>
        </p:nvSpPr>
        <p:spPr bwMode="auto">
          <a:xfrm flipV="1">
            <a:off x="4192677" y="5212531"/>
            <a:ext cx="334331" cy="14746"/>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3" name="Line 121">
            <a:extLst>
              <a:ext uri="{FF2B5EF4-FFF2-40B4-BE49-F238E27FC236}">
                <a16:creationId xmlns:a16="http://schemas.microsoft.com/office/drawing/2014/main" id="{C2D8B9BD-B900-B448-8B0A-9B6A048DBB86}"/>
              </a:ext>
            </a:extLst>
          </p:cNvPr>
          <p:cNvSpPr>
            <a:spLocks noChangeShapeType="1"/>
          </p:cNvSpPr>
          <p:nvPr/>
        </p:nvSpPr>
        <p:spPr bwMode="auto">
          <a:xfrm>
            <a:off x="4859879" y="5762572"/>
            <a:ext cx="173735" cy="16221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4" name="Line 122">
            <a:extLst>
              <a:ext uri="{FF2B5EF4-FFF2-40B4-BE49-F238E27FC236}">
                <a16:creationId xmlns:a16="http://schemas.microsoft.com/office/drawing/2014/main" id="{EA45D5A9-0BF3-874E-B10C-996FD8308B65}"/>
              </a:ext>
            </a:extLst>
          </p:cNvPr>
          <p:cNvSpPr>
            <a:spLocks noChangeShapeType="1"/>
          </p:cNvSpPr>
          <p:nvPr/>
        </p:nvSpPr>
        <p:spPr bwMode="auto">
          <a:xfrm>
            <a:off x="4156178" y="5324603"/>
            <a:ext cx="211694" cy="110598"/>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282" name="Group 281">
            <a:extLst>
              <a:ext uri="{FF2B5EF4-FFF2-40B4-BE49-F238E27FC236}">
                <a16:creationId xmlns:a16="http://schemas.microsoft.com/office/drawing/2014/main" id="{AA6A0761-EFD0-B448-950E-18DB9794940F}"/>
              </a:ext>
            </a:extLst>
          </p:cNvPr>
          <p:cNvGrpSpPr/>
          <p:nvPr/>
        </p:nvGrpSpPr>
        <p:grpSpPr>
          <a:xfrm>
            <a:off x="1778696" y="3924256"/>
            <a:ext cx="5968456" cy="2124592"/>
            <a:chOff x="3175544" y="3748892"/>
            <a:chExt cx="5968456" cy="2124592"/>
          </a:xfrm>
        </p:grpSpPr>
        <p:grpSp>
          <p:nvGrpSpPr>
            <p:cNvPr id="264" name="Group 263">
              <a:extLst>
                <a:ext uri="{FF2B5EF4-FFF2-40B4-BE49-F238E27FC236}">
                  <a16:creationId xmlns:a16="http://schemas.microsoft.com/office/drawing/2014/main" id="{759DD332-1646-744E-B0B3-D290BCF0ED64}"/>
                </a:ext>
              </a:extLst>
            </p:cNvPr>
            <p:cNvGrpSpPr/>
            <p:nvPr/>
          </p:nvGrpSpPr>
          <p:grpSpPr>
            <a:xfrm>
              <a:off x="3175544" y="3748892"/>
              <a:ext cx="1609399" cy="1316010"/>
              <a:chOff x="3188070" y="3748892"/>
              <a:chExt cx="1609399" cy="1316010"/>
            </a:xfrm>
          </p:grpSpPr>
          <p:sp>
            <p:nvSpPr>
              <p:cNvPr id="253" name="Freeform 4">
                <a:extLst>
                  <a:ext uri="{FF2B5EF4-FFF2-40B4-BE49-F238E27FC236}">
                    <a16:creationId xmlns:a16="http://schemas.microsoft.com/office/drawing/2014/main" id="{B1786030-A05C-3C4B-90A8-A5DA8E673523}"/>
                  </a:ext>
                </a:extLst>
              </p:cNvPr>
              <p:cNvSpPr>
                <a:spLocks/>
              </p:cNvSpPr>
              <p:nvPr/>
            </p:nvSpPr>
            <p:spPr bwMode="auto">
              <a:xfrm>
                <a:off x="3188070" y="3748892"/>
                <a:ext cx="1609399" cy="1316010"/>
              </a:xfrm>
              <a:custGeom>
                <a:avLst/>
                <a:gdLst>
                  <a:gd name="T0" fmla="*/ 134 w 1198"/>
                  <a:gd name="T1" fmla="*/ 270558 h 451"/>
                  <a:gd name="T2" fmla="*/ 273 w 1198"/>
                  <a:gd name="T3" fmla="*/ 132828 h 451"/>
                  <a:gd name="T4" fmla="*/ 679 w 1198"/>
                  <a:gd name="T5" fmla="*/ 73044 h 451"/>
                  <a:gd name="T6" fmla="*/ 1501 w 1198"/>
                  <a:gd name="T7" fmla="*/ 37135 h 451"/>
                  <a:gd name="T8" fmla="*/ 1796 w 1198"/>
                  <a:gd name="T9" fmla="*/ 294460 h 451"/>
                  <a:gd name="T10" fmla="*/ 1350 w 1198"/>
                  <a:gd name="T11" fmla="*/ 616944 h 451"/>
                  <a:gd name="T12" fmla="*/ 466 w 1198"/>
                  <a:gd name="T13" fmla="*/ 634874 h 451"/>
                  <a:gd name="T14" fmla="*/ 54 w 1198"/>
                  <a:gd name="T15" fmla="*/ 503524 h 451"/>
                  <a:gd name="T16" fmla="*/ 134 w 1198"/>
                  <a:gd name="T17" fmla="*/ 270558 h 45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98"/>
                  <a:gd name="T28" fmla="*/ 0 h 451"/>
                  <a:gd name="T29" fmla="*/ 1198 w 1198"/>
                  <a:gd name="T30" fmla="*/ 451 h 45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98" h="451">
                    <a:moveTo>
                      <a:pt x="88" y="181"/>
                    </a:moveTo>
                    <a:cubicBezTo>
                      <a:pt x="159" y="143"/>
                      <a:pt x="120" y="111"/>
                      <a:pt x="180" y="89"/>
                    </a:cubicBezTo>
                    <a:cubicBezTo>
                      <a:pt x="240" y="67"/>
                      <a:pt x="313" y="60"/>
                      <a:pt x="448" y="49"/>
                    </a:cubicBezTo>
                    <a:cubicBezTo>
                      <a:pt x="583" y="38"/>
                      <a:pt x="866" y="0"/>
                      <a:pt x="988" y="25"/>
                    </a:cubicBezTo>
                    <a:cubicBezTo>
                      <a:pt x="1110" y="50"/>
                      <a:pt x="1198" y="132"/>
                      <a:pt x="1181" y="197"/>
                    </a:cubicBezTo>
                    <a:cubicBezTo>
                      <a:pt x="1164" y="262"/>
                      <a:pt x="1034" y="375"/>
                      <a:pt x="889" y="413"/>
                    </a:cubicBezTo>
                    <a:cubicBezTo>
                      <a:pt x="744" y="451"/>
                      <a:pt x="449" y="438"/>
                      <a:pt x="307" y="425"/>
                    </a:cubicBezTo>
                    <a:cubicBezTo>
                      <a:pt x="165" y="412"/>
                      <a:pt x="72" y="378"/>
                      <a:pt x="36" y="337"/>
                    </a:cubicBezTo>
                    <a:cubicBezTo>
                      <a:pt x="0" y="296"/>
                      <a:pt x="77" y="213"/>
                      <a:pt x="88" y="181"/>
                    </a:cubicBezTo>
                    <a:close/>
                  </a:path>
                </a:pathLst>
              </a:custGeom>
              <a:gradFill>
                <a:gsLst>
                  <a:gs pos="24000">
                    <a:schemeClr val="bg1"/>
                  </a:gs>
                  <a:gs pos="99000">
                    <a:schemeClr val="bg1">
                      <a:alpha val="67000"/>
                    </a:schemeClr>
                  </a:gs>
                </a:gsLst>
                <a:path path="circle">
                  <a:fillToRect l="50000" t="50000" r="50000" b="50000"/>
                </a:path>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263" name="Group 262">
                <a:extLst>
                  <a:ext uri="{FF2B5EF4-FFF2-40B4-BE49-F238E27FC236}">
                    <a16:creationId xmlns:a16="http://schemas.microsoft.com/office/drawing/2014/main" id="{2A2171EC-FE7C-D541-B23A-F748C585D569}"/>
                  </a:ext>
                </a:extLst>
              </p:cNvPr>
              <p:cNvGrpSpPr/>
              <p:nvPr/>
            </p:nvGrpSpPr>
            <p:grpSpPr>
              <a:xfrm>
                <a:off x="3323010" y="3984960"/>
                <a:ext cx="1290181" cy="895439"/>
                <a:chOff x="2145563" y="2093530"/>
                <a:chExt cx="1290181" cy="895439"/>
              </a:xfrm>
            </p:grpSpPr>
            <p:sp>
              <p:nvSpPr>
                <p:cNvPr id="4" name="TextBox 3">
                  <a:extLst>
                    <a:ext uri="{FF2B5EF4-FFF2-40B4-BE49-F238E27FC236}">
                      <a16:creationId xmlns:a16="http://schemas.microsoft.com/office/drawing/2014/main" id="{6723594D-379C-E642-A5A9-5C895D3CFBCB}"/>
                    </a:ext>
                  </a:extLst>
                </p:cNvPr>
                <p:cNvSpPr txBox="1"/>
                <p:nvPr/>
              </p:nvSpPr>
              <p:spPr>
                <a:xfrm>
                  <a:off x="2307787" y="2257804"/>
                  <a:ext cx="1017010" cy="617861"/>
                </a:xfrm>
                <a:prstGeom prst="rect">
                  <a:avLst/>
                </a:prstGeom>
                <a:noFill/>
              </p:spPr>
              <p:txBody>
                <a:bodyPr wrap="none" rtlCol="0">
                  <a:spAutoFit/>
                </a:bodyPr>
                <a:lstStyle/>
                <a:p>
                  <a:pPr algn="ctr">
                    <a:lnSpc>
                      <a:spcPct val="85000"/>
                    </a:lnSpc>
                  </a:pPr>
                  <a:r>
                    <a:rPr lang="en-US" sz="2000" dirty="0">
                      <a:solidFill>
                        <a:srgbClr val="0000A8"/>
                      </a:solidFill>
                    </a:rPr>
                    <a:t>intra-AS</a:t>
                  </a:r>
                </a:p>
                <a:p>
                  <a:pPr algn="ctr">
                    <a:lnSpc>
                      <a:spcPct val="85000"/>
                    </a:lnSpc>
                  </a:pPr>
                  <a:r>
                    <a:rPr lang="en-US" sz="2000" dirty="0">
                      <a:solidFill>
                        <a:srgbClr val="0000A8"/>
                      </a:solidFill>
                    </a:rPr>
                    <a:t>routing</a:t>
                  </a:r>
                </a:p>
              </p:txBody>
            </p:sp>
            <p:sp>
              <p:nvSpPr>
                <p:cNvPr id="8" name="Oval 7">
                  <a:extLst>
                    <a:ext uri="{FF2B5EF4-FFF2-40B4-BE49-F238E27FC236}">
                      <a16:creationId xmlns:a16="http://schemas.microsoft.com/office/drawing/2014/main" id="{2472BBF8-088B-A449-9470-EBB3D14828B2}"/>
                    </a:ext>
                  </a:extLst>
                </p:cNvPr>
                <p:cNvSpPr/>
                <p:nvPr/>
              </p:nvSpPr>
              <p:spPr>
                <a:xfrm>
                  <a:off x="2145563" y="2093530"/>
                  <a:ext cx="1290181" cy="864296"/>
                </a:xfrm>
                <a:prstGeom prst="ellipse">
                  <a:avLst/>
                </a:prstGeom>
                <a:noFill/>
                <a:ln w="3810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6" name="Rectangle 255">
                  <a:extLst>
                    <a:ext uri="{FF2B5EF4-FFF2-40B4-BE49-F238E27FC236}">
                      <a16:creationId xmlns:a16="http://schemas.microsoft.com/office/drawing/2014/main" id="{0100B31F-13F0-1E46-B425-81FB4EF4CED2}"/>
                    </a:ext>
                  </a:extLst>
                </p:cNvPr>
                <p:cNvSpPr/>
                <p:nvPr/>
              </p:nvSpPr>
              <p:spPr>
                <a:xfrm>
                  <a:off x="2417523" y="2844399"/>
                  <a:ext cx="776614" cy="14457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58" name="Straight Arrow Connector 257">
                  <a:extLst>
                    <a:ext uri="{FF2B5EF4-FFF2-40B4-BE49-F238E27FC236}">
                      <a16:creationId xmlns:a16="http://schemas.microsoft.com/office/drawing/2014/main" id="{E47A0939-C51B-A042-A7CC-F4275B61338E}"/>
                    </a:ext>
                  </a:extLst>
                </p:cNvPr>
                <p:cNvCxnSpPr>
                  <a:cxnSpLocks/>
                </p:cNvCxnSpPr>
                <p:nvPr/>
              </p:nvCxnSpPr>
              <p:spPr>
                <a:xfrm flipH="1">
                  <a:off x="3111009" y="2833557"/>
                  <a:ext cx="138182" cy="97585"/>
                </a:xfrm>
                <a:prstGeom prst="straightConnector1">
                  <a:avLst/>
                </a:prstGeom>
                <a:ln w="38100">
                  <a:solidFill>
                    <a:srgbClr val="0000A8"/>
                  </a:solidFill>
                  <a:tailEnd type="triangle"/>
                </a:ln>
              </p:spPr>
              <p:style>
                <a:lnRef idx="1">
                  <a:schemeClr val="accent1"/>
                </a:lnRef>
                <a:fillRef idx="0">
                  <a:schemeClr val="accent1"/>
                </a:fillRef>
                <a:effectRef idx="0">
                  <a:schemeClr val="accent1"/>
                </a:effectRef>
                <a:fontRef idx="minor">
                  <a:schemeClr val="tx1"/>
                </a:fontRef>
              </p:style>
            </p:cxnSp>
          </p:grpSp>
        </p:grpSp>
        <p:grpSp>
          <p:nvGrpSpPr>
            <p:cNvPr id="273" name="Group 272">
              <a:extLst>
                <a:ext uri="{FF2B5EF4-FFF2-40B4-BE49-F238E27FC236}">
                  <a16:creationId xmlns:a16="http://schemas.microsoft.com/office/drawing/2014/main" id="{F59F95CB-2AFB-954F-A034-BBA60D5D4EF0}"/>
                </a:ext>
              </a:extLst>
            </p:cNvPr>
            <p:cNvGrpSpPr/>
            <p:nvPr/>
          </p:nvGrpSpPr>
          <p:grpSpPr>
            <a:xfrm>
              <a:off x="4345585" y="4779701"/>
              <a:ext cx="2744147" cy="1093783"/>
              <a:chOff x="4345585" y="4779701"/>
              <a:chExt cx="2744147" cy="1093783"/>
            </a:xfrm>
          </p:grpSpPr>
          <p:sp>
            <p:nvSpPr>
              <p:cNvPr id="254" name="Freeform 5">
                <a:extLst>
                  <a:ext uri="{FF2B5EF4-FFF2-40B4-BE49-F238E27FC236}">
                    <a16:creationId xmlns:a16="http://schemas.microsoft.com/office/drawing/2014/main" id="{0F89B688-4E67-2344-8F6E-D25D73FDDC05}"/>
                  </a:ext>
                </a:extLst>
              </p:cNvPr>
              <p:cNvSpPr>
                <a:spLocks/>
              </p:cNvSpPr>
              <p:nvPr/>
            </p:nvSpPr>
            <p:spPr bwMode="auto">
              <a:xfrm>
                <a:off x="4345585" y="4779701"/>
                <a:ext cx="2744147" cy="1093783"/>
              </a:xfrm>
              <a:custGeom>
                <a:avLst/>
                <a:gdLst>
                  <a:gd name="T0" fmla="*/ 1319 w 1583"/>
                  <a:gd name="T1" fmla="*/ 862 h 682"/>
                  <a:gd name="T2" fmla="*/ 3445 w 1583"/>
                  <a:gd name="T3" fmla="*/ 285 h 682"/>
                  <a:gd name="T4" fmla="*/ 6645 w 1583"/>
                  <a:gd name="T5" fmla="*/ 77 h 682"/>
                  <a:gd name="T6" fmla="*/ 9794 w 1583"/>
                  <a:gd name="T7" fmla="*/ 744 h 682"/>
                  <a:gd name="T8" fmla="*/ 13238 w 1583"/>
                  <a:gd name="T9" fmla="*/ 1642 h 682"/>
                  <a:gd name="T10" fmla="*/ 10773 w 1583"/>
                  <a:gd name="T11" fmla="*/ 2476 h 682"/>
                  <a:gd name="T12" fmla="*/ 5844 w 1583"/>
                  <a:gd name="T13" fmla="*/ 2523 h 682"/>
                  <a:gd name="T14" fmla="*/ 751 w 1583"/>
                  <a:gd name="T15" fmla="*/ 2291 h 682"/>
                  <a:gd name="T16" fmla="*/ 1319 w 1583"/>
                  <a:gd name="T17" fmla="*/ 862 h 68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83"/>
                  <a:gd name="T28" fmla="*/ 0 h 682"/>
                  <a:gd name="T29" fmla="*/ 1583 w 1583"/>
                  <a:gd name="T30" fmla="*/ 682 h 68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83" h="682">
                    <a:moveTo>
                      <a:pt x="155" y="224"/>
                    </a:moveTo>
                    <a:cubicBezTo>
                      <a:pt x="208" y="137"/>
                      <a:pt x="302" y="108"/>
                      <a:pt x="407" y="74"/>
                    </a:cubicBezTo>
                    <a:cubicBezTo>
                      <a:pt x="512" y="40"/>
                      <a:pt x="660" y="0"/>
                      <a:pt x="785" y="20"/>
                    </a:cubicBezTo>
                    <a:cubicBezTo>
                      <a:pt x="910" y="40"/>
                      <a:pt x="1027" y="126"/>
                      <a:pt x="1157" y="194"/>
                    </a:cubicBezTo>
                    <a:cubicBezTo>
                      <a:pt x="1287" y="262"/>
                      <a:pt x="1545" y="353"/>
                      <a:pt x="1564" y="428"/>
                    </a:cubicBezTo>
                    <a:cubicBezTo>
                      <a:pt x="1583" y="503"/>
                      <a:pt x="1417" y="606"/>
                      <a:pt x="1272" y="644"/>
                    </a:cubicBezTo>
                    <a:cubicBezTo>
                      <a:pt x="1127" y="682"/>
                      <a:pt x="887" y="664"/>
                      <a:pt x="690" y="656"/>
                    </a:cubicBezTo>
                    <a:cubicBezTo>
                      <a:pt x="493" y="648"/>
                      <a:pt x="178" y="668"/>
                      <a:pt x="89" y="596"/>
                    </a:cubicBezTo>
                    <a:cubicBezTo>
                      <a:pt x="0" y="524"/>
                      <a:pt x="102" y="311"/>
                      <a:pt x="155" y="224"/>
                    </a:cubicBezTo>
                    <a:close/>
                  </a:path>
                </a:pathLst>
              </a:custGeom>
              <a:gradFill flip="none" rotWithShape="1">
                <a:gsLst>
                  <a:gs pos="20000">
                    <a:schemeClr val="bg1"/>
                  </a:gs>
                  <a:gs pos="99000">
                    <a:schemeClr val="bg1">
                      <a:alpha val="73000"/>
                    </a:schemeClr>
                  </a:gs>
                </a:gsLst>
                <a:path path="circle">
                  <a:fillToRect l="50000" t="50000" r="50000" b="50000"/>
                </a:path>
                <a:tileRect/>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267" name="Group 266">
                <a:extLst>
                  <a:ext uri="{FF2B5EF4-FFF2-40B4-BE49-F238E27FC236}">
                    <a16:creationId xmlns:a16="http://schemas.microsoft.com/office/drawing/2014/main" id="{48016CA7-C957-1C4D-A120-A23AF9524D91}"/>
                  </a:ext>
                </a:extLst>
              </p:cNvPr>
              <p:cNvGrpSpPr/>
              <p:nvPr/>
            </p:nvGrpSpPr>
            <p:grpSpPr>
              <a:xfrm>
                <a:off x="4915903" y="4888922"/>
                <a:ext cx="1290181" cy="895439"/>
                <a:chOff x="2158089" y="2093530"/>
                <a:chExt cx="1290181" cy="895439"/>
              </a:xfrm>
            </p:grpSpPr>
            <p:sp>
              <p:nvSpPr>
                <p:cNvPr id="268" name="TextBox 267">
                  <a:extLst>
                    <a:ext uri="{FF2B5EF4-FFF2-40B4-BE49-F238E27FC236}">
                      <a16:creationId xmlns:a16="http://schemas.microsoft.com/office/drawing/2014/main" id="{3AB46CFF-D2D9-204B-8D26-6EBD60AC189A}"/>
                    </a:ext>
                  </a:extLst>
                </p:cNvPr>
                <p:cNvSpPr txBox="1"/>
                <p:nvPr/>
              </p:nvSpPr>
              <p:spPr>
                <a:xfrm>
                  <a:off x="2307787" y="2257804"/>
                  <a:ext cx="1017010" cy="617861"/>
                </a:xfrm>
                <a:prstGeom prst="rect">
                  <a:avLst/>
                </a:prstGeom>
                <a:noFill/>
              </p:spPr>
              <p:txBody>
                <a:bodyPr wrap="none" rtlCol="0">
                  <a:spAutoFit/>
                </a:bodyPr>
                <a:lstStyle/>
                <a:p>
                  <a:pPr algn="ctr">
                    <a:lnSpc>
                      <a:spcPct val="85000"/>
                    </a:lnSpc>
                  </a:pPr>
                  <a:r>
                    <a:rPr lang="en-US" sz="2000" dirty="0">
                      <a:solidFill>
                        <a:srgbClr val="0000A8"/>
                      </a:solidFill>
                    </a:rPr>
                    <a:t>intra-AS</a:t>
                  </a:r>
                </a:p>
                <a:p>
                  <a:pPr algn="ctr">
                    <a:lnSpc>
                      <a:spcPct val="85000"/>
                    </a:lnSpc>
                  </a:pPr>
                  <a:r>
                    <a:rPr lang="en-US" sz="2000" dirty="0">
                      <a:solidFill>
                        <a:srgbClr val="0000A8"/>
                      </a:solidFill>
                    </a:rPr>
                    <a:t>routing</a:t>
                  </a:r>
                </a:p>
              </p:txBody>
            </p:sp>
            <p:sp>
              <p:nvSpPr>
                <p:cNvPr id="269" name="Oval 268">
                  <a:extLst>
                    <a:ext uri="{FF2B5EF4-FFF2-40B4-BE49-F238E27FC236}">
                      <a16:creationId xmlns:a16="http://schemas.microsoft.com/office/drawing/2014/main" id="{62F828E9-D5D5-A845-92F1-06245C1556E7}"/>
                    </a:ext>
                  </a:extLst>
                </p:cNvPr>
                <p:cNvSpPr/>
                <p:nvPr/>
              </p:nvSpPr>
              <p:spPr>
                <a:xfrm>
                  <a:off x="2158089" y="2093530"/>
                  <a:ext cx="1290181" cy="864296"/>
                </a:xfrm>
                <a:prstGeom prst="ellipse">
                  <a:avLst/>
                </a:prstGeom>
                <a:noFill/>
                <a:ln w="3810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0" name="Rectangle 269">
                  <a:extLst>
                    <a:ext uri="{FF2B5EF4-FFF2-40B4-BE49-F238E27FC236}">
                      <a16:creationId xmlns:a16="http://schemas.microsoft.com/office/drawing/2014/main" id="{DF703CA7-434F-3941-821C-59863FBA7287}"/>
                    </a:ext>
                  </a:extLst>
                </p:cNvPr>
                <p:cNvSpPr/>
                <p:nvPr/>
              </p:nvSpPr>
              <p:spPr>
                <a:xfrm>
                  <a:off x="2417523" y="2844399"/>
                  <a:ext cx="776614" cy="14457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71" name="Straight Arrow Connector 270">
                  <a:extLst>
                    <a:ext uri="{FF2B5EF4-FFF2-40B4-BE49-F238E27FC236}">
                      <a16:creationId xmlns:a16="http://schemas.microsoft.com/office/drawing/2014/main" id="{4E454930-4E41-434B-860E-CAB25B708B4C}"/>
                    </a:ext>
                  </a:extLst>
                </p:cNvPr>
                <p:cNvCxnSpPr>
                  <a:cxnSpLocks/>
                </p:cNvCxnSpPr>
                <p:nvPr/>
              </p:nvCxnSpPr>
              <p:spPr>
                <a:xfrm flipH="1">
                  <a:off x="3111009" y="2833557"/>
                  <a:ext cx="138182" cy="97585"/>
                </a:xfrm>
                <a:prstGeom prst="straightConnector1">
                  <a:avLst/>
                </a:prstGeom>
                <a:ln w="38100">
                  <a:solidFill>
                    <a:srgbClr val="0000A8"/>
                  </a:solidFill>
                  <a:tailEnd type="triangle"/>
                </a:ln>
              </p:spPr>
              <p:style>
                <a:lnRef idx="1">
                  <a:schemeClr val="accent1"/>
                </a:lnRef>
                <a:fillRef idx="0">
                  <a:schemeClr val="accent1"/>
                </a:fillRef>
                <a:effectRef idx="0">
                  <a:schemeClr val="accent1"/>
                </a:effectRef>
                <a:fontRef idx="minor">
                  <a:schemeClr val="tx1"/>
                </a:fontRef>
              </p:style>
            </p:cxnSp>
          </p:grpSp>
        </p:grpSp>
        <p:grpSp>
          <p:nvGrpSpPr>
            <p:cNvPr id="281" name="Group 280">
              <a:extLst>
                <a:ext uri="{FF2B5EF4-FFF2-40B4-BE49-F238E27FC236}">
                  <a16:creationId xmlns:a16="http://schemas.microsoft.com/office/drawing/2014/main" id="{E2F34647-CA92-A545-AFCE-B82A0FF135E5}"/>
                </a:ext>
              </a:extLst>
            </p:cNvPr>
            <p:cNvGrpSpPr/>
            <p:nvPr/>
          </p:nvGrpSpPr>
          <p:grpSpPr>
            <a:xfrm>
              <a:off x="6989573" y="3977477"/>
              <a:ext cx="2154427" cy="1384541"/>
              <a:chOff x="6989573" y="3977477"/>
              <a:chExt cx="2154427" cy="1384541"/>
            </a:xfrm>
          </p:grpSpPr>
          <p:sp>
            <p:nvSpPr>
              <p:cNvPr id="255" name="Freeform 3">
                <a:extLst>
                  <a:ext uri="{FF2B5EF4-FFF2-40B4-BE49-F238E27FC236}">
                    <a16:creationId xmlns:a16="http://schemas.microsoft.com/office/drawing/2014/main" id="{1536733F-1420-C242-99F9-B2C1A846C638}"/>
                  </a:ext>
                </a:extLst>
              </p:cNvPr>
              <p:cNvSpPr>
                <a:spLocks/>
              </p:cNvSpPr>
              <p:nvPr/>
            </p:nvSpPr>
            <p:spPr bwMode="auto">
              <a:xfrm>
                <a:off x="6989573" y="3977477"/>
                <a:ext cx="2154427" cy="1384541"/>
              </a:xfrm>
              <a:custGeom>
                <a:avLst/>
                <a:gdLst>
                  <a:gd name="T0" fmla="*/ 1063 w 1162"/>
                  <a:gd name="T1" fmla="*/ 49351 h 543"/>
                  <a:gd name="T2" fmla="*/ 6960 w 1162"/>
                  <a:gd name="T3" fmla="*/ 4162 h 543"/>
                  <a:gd name="T4" fmla="*/ 17785 w 1162"/>
                  <a:gd name="T5" fmla="*/ 23973 h 543"/>
                  <a:gd name="T6" fmla="*/ 21649 w 1162"/>
                  <a:gd name="T7" fmla="*/ 72662 h 543"/>
                  <a:gd name="T8" fmla="*/ 19828 w 1162"/>
                  <a:gd name="T9" fmla="*/ 137161 h 543"/>
                  <a:gd name="T10" fmla="*/ 11083 w 1162"/>
                  <a:gd name="T11" fmla="*/ 164591 h 543"/>
                  <a:gd name="T12" fmla="*/ 1657 w 1162"/>
                  <a:gd name="T13" fmla="*/ 133650 h 543"/>
                  <a:gd name="T14" fmla="*/ 1063 w 1162"/>
                  <a:gd name="T15" fmla="*/ 49351 h 543"/>
                  <a:gd name="T16" fmla="*/ 0 60000 65536"/>
                  <a:gd name="T17" fmla="*/ 0 60000 65536"/>
                  <a:gd name="T18" fmla="*/ 0 60000 65536"/>
                  <a:gd name="T19" fmla="*/ 0 60000 65536"/>
                  <a:gd name="T20" fmla="*/ 0 60000 65536"/>
                  <a:gd name="T21" fmla="*/ 0 60000 65536"/>
                  <a:gd name="T22" fmla="*/ 0 60000 65536"/>
                  <a:gd name="T23" fmla="*/ 0 60000 65536"/>
                  <a:gd name="T24" fmla="*/ 0 w 1162"/>
                  <a:gd name="T25" fmla="*/ 0 h 543"/>
                  <a:gd name="T26" fmla="*/ 1162 w 1162"/>
                  <a:gd name="T27" fmla="*/ 543 h 5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62" h="543">
                    <a:moveTo>
                      <a:pt x="56" y="162"/>
                    </a:moveTo>
                    <a:cubicBezTo>
                      <a:pt x="115" y="100"/>
                      <a:pt x="221" y="28"/>
                      <a:pt x="368" y="14"/>
                    </a:cubicBezTo>
                    <a:cubicBezTo>
                      <a:pt x="515" y="0"/>
                      <a:pt x="811" y="42"/>
                      <a:pt x="940" y="79"/>
                    </a:cubicBezTo>
                    <a:cubicBezTo>
                      <a:pt x="1069" y="116"/>
                      <a:pt x="1126" y="177"/>
                      <a:pt x="1144" y="239"/>
                    </a:cubicBezTo>
                    <a:cubicBezTo>
                      <a:pt x="1162" y="301"/>
                      <a:pt x="1141" y="401"/>
                      <a:pt x="1048" y="451"/>
                    </a:cubicBezTo>
                    <a:cubicBezTo>
                      <a:pt x="955" y="501"/>
                      <a:pt x="746" y="543"/>
                      <a:pt x="586" y="541"/>
                    </a:cubicBezTo>
                    <a:cubicBezTo>
                      <a:pt x="426" y="539"/>
                      <a:pt x="176" y="502"/>
                      <a:pt x="88" y="439"/>
                    </a:cubicBezTo>
                    <a:cubicBezTo>
                      <a:pt x="0" y="376"/>
                      <a:pt x="63" y="220"/>
                      <a:pt x="56" y="162"/>
                    </a:cubicBezTo>
                    <a:close/>
                  </a:path>
                </a:pathLst>
              </a:custGeom>
              <a:gradFill>
                <a:gsLst>
                  <a:gs pos="24000">
                    <a:schemeClr val="bg1"/>
                  </a:gs>
                  <a:gs pos="99000">
                    <a:schemeClr val="bg1">
                      <a:alpha val="67000"/>
                    </a:schemeClr>
                  </a:gs>
                </a:gsLst>
                <a:path path="circle">
                  <a:fillToRect l="50000" t="50000" r="50000" b="50000"/>
                </a:path>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276" name="Group 275">
                <a:extLst>
                  <a:ext uri="{FF2B5EF4-FFF2-40B4-BE49-F238E27FC236}">
                    <a16:creationId xmlns:a16="http://schemas.microsoft.com/office/drawing/2014/main" id="{92ED2415-587F-4B43-864E-2DFBFD8318B6}"/>
                  </a:ext>
                </a:extLst>
              </p:cNvPr>
              <p:cNvGrpSpPr/>
              <p:nvPr/>
            </p:nvGrpSpPr>
            <p:grpSpPr>
              <a:xfrm>
                <a:off x="7396057" y="4300199"/>
                <a:ext cx="1290181" cy="895439"/>
                <a:chOff x="2158089" y="2093530"/>
                <a:chExt cx="1290181" cy="895439"/>
              </a:xfrm>
            </p:grpSpPr>
            <p:sp>
              <p:nvSpPr>
                <p:cNvPr id="277" name="TextBox 276">
                  <a:extLst>
                    <a:ext uri="{FF2B5EF4-FFF2-40B4-BE49-F238E27FC236}">
                      <a16:creationId xmlns:a16="http://schemas.microsoft.com/office/drawing/2014/main" id="{5E266E0C-04F2-274C-A906-0CE2714D9E26}"/>
                    </a:ext>
                  </a:extLst>
                </p:cNvPr>
                <p:cNvSpPr txBox="1"/>
                <p:nvPr/>
              </p:nvSpPr>
              <p:spPr>
                <a:xfrm>
                  <a:off x="2307787" y="2257804"/>
                  <a:ext cx="1017010" cy="617861"/>
                </a:xfrm>
                <a:prstGeom prst="rect">
                  <a:avLst/>
                </a:prstGeom>
                <a:noFill/>
              </p:spPr>
              <p:txBody>
                <a:bodyPr wrap="none" rtlCol="0">
                  <a:spAutoFit/>
                </a:bodyPr>
                <a:lstStyle/>
                <a:p>
                  <a:pPr algn="ctr">
                    <a:lnSpc>
                      <a:spcPct val="85000"/>
                    </a:lnSpc>
                  </a:pPr>
                  <a:r>
                    <a:rPr lang="en-US" sz="2000" dirty="0">
                      <a:solidFill>
                        <a:srgbClr val="0000A8"/>
                      </a:solidFill>
                    </a:rPr>
                    <a:t>intra-AS</a:t>
                  </a:r>
                </a:p>
                <a:p>
                  <a:pPr algn="ctr">
                    <a:lnSpc>
                      <a:spcPct val="85000"/>
                    </a:lnSpc>
                  </a:pPr>
                  <a:r>
                    <a:rPr lang="en-US" sz="2000" dirty="0">
                      <a:solidFill>
                        <a:srgbClr val="0000A8"/>
                      </a:solidFill>
                    </a:rPr>
                    <a:t>routing</a:t>
                  </a:r>
                </a:p>
              </p:txBody>
            </p:sp>
            <p:sp>
              <p:nvSpPr>
                <p:cNvPr id="278" name="Oval 277">
                  <a:extLst>
                    <a:ext uri="{FF2B5EF4-FFF2-40B4-BE49-F238E27FC236}">
                      <a16:creationId xmlns:a16="http://schemas.microsoft.com/office/drawing/2014/main" id="{AF109F00-AEAA-434C-BBF7-9540A765DEAD}"/>
                    </a:ext>
                  </a:extLst>
                </p:cNvPr>
                <p:cNvSpPr/>
                <p:nvPr/>
              </p:nvSpPr>
              <p:spPr>
                <a:xfrm>
                  <a:off x="2158089" y="2093530"/>
                  <a:ext cx="1290181" cy="864296"/>
                </a:xfrm>
                <a:prstGeom prst="ellipse">
                  <a:avLst/>
                </a:prstGeom>
                <a:noFill/>
                <a:ln w="3810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9" name="Rectangle 278">
                  <a:extLst>
                    <a:ext uri="{FF2B5EF4-FFF2-40B4-BE49-F238E27FC236}">
                      <a16:creationId xmlns:a16="http://schemas.microsoft.com/office/drawing/2014/main" id="{BC93F16D-2C1A-E249-87B4-695F781B3787}"/>
                    </a:ext>
                  </a:extLst>
                </p:cNvPr>
                <p:cNvSpPr/>
                <p:nvPr/>
              </p:nvSpPr>
              <p:spPr>
                <a:xfrm>
                  <a:off x="2417523" y="2844399"/>
                  <a:ext cx="776614" cy="14457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80" name="Straight Arrow Connector 279">
                  <a:extLst>
                    <a:ext uri="{FF2B5EF4-FFF2-40B4-BE49-F238E27FC236}">
                      <a16:creationId xmlns:a16="http://schemas.microsoft.com/office/drawing/2014/main" id="{BF12078B-FFCB-5B4D-96D9-6482BC5DACC1}"/>
                    </a:ext>
                  </a:extLst>
                </p:cNvPr>
                <p:cNvCxnSpPr>
                  <a:cxnSpLocks/>
                </p:cNvCxnSpPr>
                <p:nvPr/>
              </p:nvCxnSpPr>
              <p:spPr>
                <a:xfrm flipH="1">
                  <a:off x="3111009" y="2833557"/>
                  <a:ext cx="138182" cy="97585"/>
                </a:xfrm>
                <a:prstGeom prst="straightConnector1">
                  <a:avLst/>
                </a:prstGeom>
                <a:ln w="38100">
                  <a:solidFill>
                    <a:srgbClr val="0000A8"/>
                  </a:solidFill>
                  <a:tailEnd type="triangle"/>
                </a:ln>
              </p:spPr>
              <p:style>
                <a:lnRef idx="1">
                  <a:schemeClr val="accent1"/>
                </a:lnRef>
                <a:fillRef idx="0">
                  <a:schemeClr val="accent1"/>
                </a:fillRef>
                <a:effectRef idx="0">
                  <a:schemeClr val="accent1"/>
                </a:effectRef>
                <a:fontRef idx="minor">
                  <a:schemeClr val="tx1"/>
                </a:fontRef>
              </p:style>
            </p:cxnSp>
          </p:grpSp>
        </p:grpSp>
      </p:grpSp>
      <p:grpSp>
        <p:nvGrpSpPr>
          <p:cNvPr id="312" name="Group 311">
            <a:extLst>
              <a:ext uri="{FF2B5EF4-FFF2-40B4-BE49-F238E27FC236}">
                <a16:creationId xmlns:a16="http://schemas.microsoft.com/office/drawing/2014/main" id="{78E22769-1D43-5840-8394-0FE0463D5740}"/>
              </a:ext>
            </a:extLst>
          </p:cNvPr>
          <p:cNvGrpSpPr/>
          <p:nvPr/>
        </p:nvGrpSpPr>
        <p:grpSpPr>
          <a:xfrm>
            <a:off x="1812296" y="3939436"/>
            <a:ext cx="5968456" cy="2124592"/>
            <a:chOff x="3202684" y="3763506"/>
            <a:chExt cx="5968456" cy="2124592"/>
          </a:xfrm>
        </p:grpSpPr>
        <p:grpSp>
          <p:nvGrpSpPr>
            <p:cNvPr id="310" name="Group 309">
              <a:extLst>
                <a:ext uri="{FF2B5EF4-FFF2-40B4-BE49-F238E27FC236}">
                  <a16:creationId xmlns:a16="http://schemas.microsoft.com/office/drawing/2014/main" id="{744E07CE-3F29-2C44-A38C-A63250BD37CA}"/>
                </a:ext>
              </a:extLst>
            </p:cNvPr>
            <p:cNvGrpSpPr/>
            <p:nvPr/>
          </p:nvGrpSpPr>
          <p:grpSpPr>
            <a:xfrm>
              <a:off x="3202684" y="3763506"/>
              <a:ext cx="5968456" cy="2124592"/>
              <a:chOff x="2563856" y="-1509951"/>
              <a:chExt cx="5968456" cy="2124592"/>
            </a:xfrm>
          </p:grpSpPr>
          <p:sp>
            <p:nvSpPr>
              <p:cNvPr id="304" name="Freeform 4">
                <a:extLst>
                  <a:ext uri="{FF2B5EF4-FFF2-40B4-BE49-F238E27FC236}">
                    <a16:creationId xmlns:a16="http://schemas.microsoft.com/office/drawing/2014/main" id="{D30911A6-6911-094B-927D-A42ABA72DF40}"/>
                  </a:ext>
                </a:extLst>
              </p:cNvPr>
              <p:cNvSpPr>
                <a:spLocks/>
              </p:cNvSpPr>
              <p:nvPr/>
            </p:nvSpPr>
            <p:spPr bwMode="auto">
              <a:xfrm>
                <a:off x="2563856" y="-1509951"/>
                <a:ext cx="1609399" cy="1316010"/>
              </a:xfrm>
              <a:custGeom>
                <a:avLst/>
                <a:gdLst>
                  <a:gd name="T0" fmla="*/ 134 w 1198"/>
                  <a:gd name="T1" fmla="*/ 270558 h 451"/>
                  <a:gd name="T2" fmla="*/ 273 w 1198"/>
                  <a:gd name="T3" fmla="*/ 132828 h 451"/>
                  <a:gd name="T4" fmla="*/ 679 w 1198"/>
                  <a:gd name="T5" fmla="*/ 73044 h 451"/>
                  <a:gd name="T6" fmla="*/ 1501 w 1198"/>
                  <a:gd name="T7" fmla="*/ 37135 h 451"/>
                  <a:gd name="T8" fmla="*/ 1796 w 1198"/>
                  <a:gd name="T9" fmla="*/ 294460 h 451"/>
                  <a:gd name="T10" fmla="*/ 1350 w 1198"/>
                  <a:gd name="T11" fmla="*/ 616944 h 451"/>
                  <a:gd name="T12" fmla="*/ 466 w 1198"/>
                  <a:gd name="T13" fmla="*/ 634874 h 451"/>
                  <a:gd name="T14" fmla="*/ 54 w 1198"/>
                  <a:gd name="T15" fmla="*/ 503524 h 451"/>
                  <a:gd name="T16" fmla="*/ 134 w 1198"/>
                  <a:gd name="T17" fmla="*/ 270558 h 45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98"/>
                  <a:gd name="T28" fmla="*/ 0 h 451"/>
                  <a:gd name="T29" fmla="*/ 1198 w 1198"/>
                  <a:gd name="T30" fmla="*/ 451 h 45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98" h="451">
                    <a:moveTo>
                      <a:pt x="88" y="181"/>
                    </a:moveTo>
                    <a:cubicBezTo>
                      <a:pt x="159" y="143"/>
                      <a:pt x="120" y="111"/>
                      <a:pt x="180" y="89"/>
                    </a:cubicBezTo>
                    <a:cubicBezTo>
                      <a:pt x="240" y="67"/>
                      <a:pt x="313" y="60"/>
                      <a:pt x="448" y="49"/>
                    </a:cubicBezTo>
                    <a:cubicBezTo>
                      <a:pt x="583" y="38"/>
                      <a:pt x="866" y="0"/>
                      <a:pt x="988" y="25"/>
                    </a:cubicBezTo>
                    <a:cubicBezTo>
                      <a:pt x="1110" y="50"/>
                      <a:pt x="1198" y="132"/>
                      <a:pt x="1181" y="197"/>
                    </a:cubicBezTo>
                    <a:cubicBezTo>
                      <a:pt x="1164" y="262"/>
                      <a:pt x="1034" y="375"/>
                      <a:pt x="889" y="413"/>
                    </a:cubicBezTo>
                    <a:cubicBezTo>
                      <a:pt x="744" y="451"/>
                      <a:pt x="449" y="438"/>
                      <a:pt x="307" y="425"/>
                    </a:cubicBezTo>
                    <a:cubicBezTo>
                      <a:pt x="165" y="412"/>
                      <a:pt x="72" y="378"/>
                      <a:pt x="36" y="337"/>
                    </a:cubicBezTo>
                    <a:cubicBezTo>
                      <a:pt x="0" y="296"/>
                      <a:pt x="77" y="213"/>
                      <a:pt x="88" y="181"/>
                    </a:cubicBezTo>
                    <a:close/>
                  </a:path>
                </a:pathLst>
              </a:custGeom>
              <a:gradFill>
                <a:gsLst>
                  <a:gs pos="24000">
                    <a:schemeClr val="bg1"/>
                  </a:gs>
                  <a:gs pos="99000">
                    <a:schemeClr val="bg1">
                      <a:alpha val="67000"/>
                    </a:schemeClr>
                  </a:gs>
                </a:gsLst>
                <a:path path="circle">
                  <a:fillToRect l="50000" t="50000" r="50000" b="50000"/>
                </a:path>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8" name="Freeform 5">
                <a:extLst>
                  <a:ext uri="{FF2B5EF4-FFF2-40B4-BE49-F238E27FC236}">
                    <a16:creationId xmlns:a16="http://schemas.microsoft.com/office/drawing/2014/main" id="{5CB4E5C1-2135-4947-936C-2E606AB35C41}"/>
                  </a:ext>
                </a:extLst>
              </p:cNvPr>
              <p:cNvSpPr>
                <a:spLocks/>
              </p:cNvSpPr>
              <p:nvPr/>
            </p:nvSpPr>
            <p:spPr bwMode="auto">
              <a:xfrm>
                <a:off x="3733897" y="-479142"/>
                <a:ext cx="2744147" cy="1093783"/>
              </a:xfrm>
              <a:custGeom>
                <a:avLst/>
                <a:gdLst>
                  <a:gd name="T0" fmla="*/ 1319 w 1583"/>
                  <a:gd name="T1" fmla="*/ 862 h 682"/>
                  <a:gd name="T2" fmla="*/ 3445 w 1583"/>
                  <a:gd name="T3" fmla="*/ 285 h 682"/>
                  <a:gd name="T4" fmla="*/ 6645 w 1583"/>
                  <a:gd name="T5" fmla="*/ 77 h 682"/>
                  <a:gd name="T6" fmla="*/ 9794 w 1583"/>
                  <a:gd name="T7" fmla="*/ 744 h 682"/>
                  <a:gd name="T8" fmla="*/ 13238 w 1583"/>
                  <a:gd name="T9" fmla="*/ 1642 h 682"/>
                  <a:gd name="T10" fmla="*/ 10773 w 1583"/>
                  <a:gd name="T11" fmla="*/ 2476 h 682"/>
                  <a:gd name="T12" fmla="*/ 5844 w 1583"/>
                  <a:gd name="T13" fmla="*/ 2523 h 682"/>
                  <a:gd name="T14" fmla="*/ 751 w 1583"/>
                  <a:gd name="T15" fmla="*/ 2291 h 682"/>
                  <a:gd name="T16" fmla="*/ 1319 w 1583"/>
                  <a:gd name="T17" fmla="*/ 862 h 68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83"/>
                  <a:gd name="T28" fmla="*/ 0 h 682"/>
                  <a:gd name="T29" fmla="*/ 1583 w 1583"/>
                  <a:gd name="T30" fmla="*/ 682 h 68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83" h="682">
                    <a:moveTo>
                      <a:pt x="155" y="224"/>
                    </a:moveTo>
                    <a:cubicBezTo>
                      <a:pt x="208" y="137"/>
                      <a:pt x="302" y="108"/>
                      <a:pt x="407" y="74"/>
                    </a:cubicBezTo>
                    <a:cubicBezTo>
                      <a:pt x="512" y="40"/>
                      <a:pt x="660" y="0"/>
                      <a:pt x="785" y="20"/>
                    </a:cubicBezTo>
                    <a:cubicBezTo>
                      <a:pt x="910" y="40"/>
                      <a:pt x="1027" y="126"/>
                      <a:pt x="1157" y="194"/>
                    </a:cubicBezTo>
                    <a:cubicBezTo>
                      <a:pt x="1287" y="262"/>
                      <a:pt x="1545" y="353"/>
                      <a:pt x="1564" y="428"/>
                    </a:cubicBezTo>
                    <a:cubicBezTo>
                      <a:pt x="1583" y="503"/>
                      <a:pt x="1417" y="606"/>
                      <a:pt x="1272" y="644"/>
                    </a:cubicBezTo>
                    <a:cubicBezTo>
                      <a:pt x="1127" y="682"/>
                      <a:pt x="887" y="664"/>
                      <a:pt x="690" y="656"/>
                    </a:cubicBezTo>
                    <a:cubicBezTo>
                      <a:pt x="493" y="648"/>
                      <a:pt x="178" y="668"/>
                      <a:pt x="89" y="596"/>
                    </a:cubicBezTo>
                    <a:cubicBezTo>
                      <a:pt x="0" y="524"/>
                      <a:pt x="102" y="311"/>
                      <a:pt x="155" y="224"/>
                    </a:cubicBezTo>
                    <a:close/>
                  </a:path>
                </a:pathLst>
              </a:custGeom>
              <a:gradFill flip="none" rotWithShape="1">
                <a:gsLst>
                  <a:gs pos="20000">
                    <a:schemeClr val="bg1"/>
                  </a:gs>
                  <a:gs pos="99000">
                    <a:schemeClr val="bg1">
                      <a:alpha val="73000"/>
                    </a:schemeClr>
                  </a:gs>
                </a:gsLst>
                <a:path path="circle">
                  <a:fillToRect l="50000" t="50000" r="50000" b="50000"/>
                </a:path>
                <a:tileRect/>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2" name="Freeform 3">
                <a:extLst>
                  <a:ext uri="{FF2B5EF4-FFF2-40B4-BE49-F238E27FC236}">
                    <a16:creationId xmlns:a16="http://schemas.microsoft.com/office/drawing/2014/main" id="{17419CA7-50EA-4644-BAD8-E64BA60CCA3E}"/>
                  </a:ext>
                </a:extLst>
              </p:cNvPr>
              <p:cNvSpPr>
                <a:spLocks/>
              </p:cNvSpPr>
              <p:nvPr/>
            </p:nvSpPr>
            <p:spPr bwMode="auto">
              <a:xfrm>
                <a:off x="6377885" y="-1281366"/>
                <a:ext cx="2154427" cy="1384541"/>
              </a:xfrm>
              <a:custGeom>
                <a:avLst/>
                <a:gdLst>
                  <a:gd name="T0" fmla="*/ 1063 w 1162"/>
                  <a:gd name="T1" fmla="*/ 49351 h 543"/>
                  <a:gd name="T2" fmla="*/ 6960 w 1162"/>
                  <a:gd name="T3" fmla="*/ 4162 h 543"/>
                  <a:gd name="T4" fmla="*/ 17785 w 1162"/>
                  <a:gd name="T5" fmla="*/ 23973 h 543"/>
                  <a:gd name="T6" fmla="*/ 21649 w 1162"/>
                  <a:gd name="T7" fmla="*/ 72662 h 543"/>
                  <a:gd name="T8" fmla="*/ 19828 w 1162"/>
                  <a:gd name="T9" fmla="*/ 137161 h 543"/>
                  <a:gd name="T10" fmla="*/ 11083 w 1162"/>
                  <a:gd name="T11" fmla="*/ 164591 h 543"/>
                  <a:gd name="T12" fmla="*/ 1657 w 1162"/>
                  <a:gd name="T13" fmla="*/ 133650 h 543"/>
                  <a:gd name="T14" fmla="*/ 1063 w 1162"/>
                  <a:gd name="T15" fmla="*/ 49351 h 543"/>
                  <a:gd name="T16" fmla="*/ 0 60000 65536"/>
                  <a:gd name="T17" fmla="*/ 0 60000 65536"/>
                  <a:gd name="T18" fmla="*/ 0 60000 65536"/>
                  <a:gd name="T19" fmla="*/ 0 60000 65536"/>
                  <a:gd name="T20" fmla="*/ 0 60000 65536"/>
                  <a:gd name="T21" fmla="*/ 0 60000 65536"/>
                  <a:gd name="T22" fmla="*/ 0 60000 65536"/>
                  <a:gd name="T23" fmla="*/ 0 60000 65536"/>
                  <a:gd name="T24" fmla="*/ 0 w 1162"/>
                  <a:gd name="T25" fmla="*/ 0 h 543"/>
                  <a:gd name="T26" fmla="*/ 1162 w 1162"/>
                  <a:gd name="T27" fmla="*/ 543 h 5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62" h="543">
                    <a:moveTo>
                      <a:pt x="56" y="162"/>
                    </a:moveTo>
                    <a:cubicBezTo>
                      <a:pt x="115" y="100"/>
                      <a:pt x="221" y="28"/>
                      <a:pt x="368" y="14"/>
                    </a:cubicBezTo>
                    <a:cubicBezTo>
                      <a:pt x="515" y="0"/>
                      <a:pt x="811" y="42"/>
                      <a:pt x="940" y="79"/>
                    </a:cubicBezTo>
                    <a:cubicBezTo>
                      <a:pt x="1069" y="116"/>
                      <a:pt x="1126" y="177"/>
                      <a:pt x="1144" y="239"/>
                    </a:cubicBezTo>
                    <a:cubicBezTo>
                      <a:pt x="1162" y="301"/>
                      <a:pt x="1141" y="401"/>
                      <a:pt x="1048" y="451"/>
                    </a:cubicBezTo>
                    <a:cubicBezTo>
                      <a:pt x="955" y="501"/>
                      <a:pt x="746" y="543"/>
                      <a:pt x="586" y="541"/>
                    </a:cubicBezTo>
                    <a:cubicBezTo>
                      <a:pt x="426" y="539"/>
                      <a:pt x="176" y="502"/>
                      <a:pt x="88" y="439"/>
                    </a:cubicBezTo>
                    <a:cubicBezTo>
                      <a:pt x="0" y="376"/>
                      <a:pt x="63" y="220"/>
                      <a:pt x="56" y="162"/>
                    </a:cubicBezTo>
                    <a:close/>
                  </a:path>
                </a:pathLst>
              </a:custGeom>
              <a:gradFill>
                <a:gsLst>
                  <a:gs pos="24000">
                    <a:schemeClr val="bg1"/>
                  </a:gs>
                  <a:gs pos="99000">
                    <a:schemeClr val="bg1">
                      <a:alpha val="67000"/>
                    </a:schemeClr>
                  </a:gs>
                </a:gsLst>
                <a:path path="circle">
                  <a:fillToRect l="50000" t="50000" r="50000" b="50000"/>
                </a:path>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cxnSp>
            <p:nvCxnSpPr>
              <p:cNvPr id="284" name="Straight Arrow Connector 283">
                <a:extLst>
                  <a:ext uri="{FF2B5EF4-FFF2-40B4-BE49-F238E27FC236}">
                    <a16:creationId xmlns:a16="http://schemas.microsoft.com/office/drawing/2014/main" id="{D9F899E2-41E6-F644-9D09-629032DFBB9F}"/>
                  </a:ext>
                </a:extLst>
              </p:cNvPr>
              <p:cNvCxnSpPr>
                <a:cxnSpLocks/>
              </p:cNvCxnSpPr>
              <p:nvPr/>
            </p:nvCxnSpPr>
            <p:spPr>
              <a:xfrm flipV="1">
                <a:off x="5824603" y="-501042"/>
                <a:ext cx="814192" cy="501042"/>
              </a:xfrm>
              <a:prstGeom prst="straightConnector1">
                <a:avLst/>
              </a:prstGeom>
              <a:ln w="38100">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86" name="Straight Arrow Connector 285">
                <a:extLst>
                  <a:ext uri="{FF2B5EF4-FFF2-40B4-BE49-F238E27FC236}">
                    <a16:creationId xmlns:a16="http://schemas.microsoft.com/office/drawing/2014/main" id="{498B5083-E95A-D548-919E-B088084EACD8}"/>
                  </a:ext>
                </a:extLst>
              </p:cNvPr>
              <p:cNvCxnSpPr>
                <a:cxnSpLocks/>
              </p:cNvCxnSpPr>
              <p:nvPr/>
            </p:nvCxnSpPr>
            <p:spPr>
              <a:xfrm>
                <a:off x="4010416" y="-711896"/>
                <a:ext cx="724423" cy="436323"/>
              </a:xfrm>
              <a:prstGeom prst="straightConnector1">
                <a:avLst/>
              </a:prstGeom>
              <a:ln w="38100">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grpSp>
        <p:sp>
          <p:nvSpPr>
            <p:cNvPr id="311" name="TextBox 310">
              <a:extLst>
                <a:ext uri="{FF2B5EF4-FFF2-40B4-BE49-F238E27FC236}">
                  <a16:creationId xmlns:a16="http://schemas.microsoft.com/office/drawing/2014/main" id="{B03A980E-CDF4-394B-8ACB-E178989326AD}"/>
                </a:ext>
              </a:extLst>
            </p:cNvPr>
            <p:cNvSpPr txBox="1"/>
            <p:nvPr/>
          </p:nvSpPr>
          <p:spPr>
            <a:xfrm>
              <a:off x="4935255" y="4346532"/>
              <a:ext cx="2217106" cy="461665"/>
            </a:xfrm>
            <a:prstGeom prst="rect">
              <a:avLst/>
            </a:prstGeom>
            <a:noFill/>
          </p:spPr>
          <p:txBody>
            <a:bodyPr wrap="square" rtlCol="0">
              <a:spAutoFit/>
            </a:bodyPr>
            <a:lstStyle/>
            <a:p>
              <a:r>
                <a:rPr lang="en-US" sz="2400" dirty="0">
                  <a:solidFill>
                    <a:srgbClr val="C00000"/>
                  </a:solidFill>
                </a:rPr>
                <a:t>inter-AS routing</a:t>
              </a:r>
            </a:p>
          </p:txBody>
        </p:sp>
      </p:grpSp>
      <p:grpSp>
        <p:nvGrpSpPr>
          <p:cNvPr id="313" name="Group 312">
            <a:extLst>
              <a:ext uri="{FF2B5EF4-FFF2-40B4-BE49-F238E27FC236}">
                <a16:creationId xmlns:a16="http://schemas.microsoft.com/office/drawing/2014/main" id="{AFDBFFAE-83D8-D74E-B3C9-F3CDF234CDF3}"/>
              </a:ext>
            </a:extLst>
          </p:cNvPr>
          <p:cNvGrpSpPr/>
          <p:nvPr/>
        </p:nvGrpSpPr>
        <p:grpSpPr>
          <a:xfrm>
            <a:off x="3723768" y="1866380"/>
            <a:ext cx="2334629" cy="3331019"/>
            <a:chOff x="5176788" y="1691016"/>
            <a:chExt cx="2334629" cy="3331019"/>
          </a:xfrm>
        </p:grpSpPr>
        <p:sp>
          <p:nvSpPr>
            <p:cNvPr id="314" name="Freeform 313">
              <a:extLst>
                <a:ext uri="{FF2B5EF4-FFF2-40B4-BE49-F238E27FC236}">
                  <a16:creationId xmlns:a16="http://schemas.microsoft.com/office/drawing/2014/main" id="{DA2EECEA-6E2F-594A-A168-0AF941E524C3}"/>
                </a:ext>
              </a:extLst>
            </p:cNvPr>
            <p:cNvSpPr/>
            <p:nvPr/>
          </p:nvSpPr>
          <p:spPr bwMode="auto">
            <a:xfrm flipH="1">
              <a:off x="5219204" y="3674178"/>
              <a:ext cx="2255450" cy="134785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 name="connsiteX0" fmla="*/ 2217181 w 2532501"/>
                <a:gd name="connsiteY0" fmla="*/ 747595 h 747595"/>
                <a:gd name="connsiteX1" fmla="*/ 0 w 2532501"/>
                <a:gd name="connsiteY1" fmla="*/ 310 h 747595"/>
                <a:gd name="connsiteX2" fmla="*/ 2251233 w 2532501"/>
                <a:gd name="connsiteY2" fmla="*/ 1468 h 747595"/>
                <a:gd name="connsiteX3" fmla="*/ 2532501 w 2532501"/>
                <a:gd name="connsiteY3" fmla="*/ 710902 h 747595"/>
                <a:gd name="connsiteX4" fmla="*/ 2217181 w 2532501"/>
                <a:gd name="connsiteY4" fmla="*/ 747595 h 747595"/>
                <a:gd name="connsiteX0" fmla="*/ 1904181 w 2532501"/>
                <a:gd name="connsiteY0" fmla="*/ 1349639 h 1349639"/>
                <a:gd name="connsiteX1" fmla="*/ 0 w 2532501"/>
                <a:gd name="connsiteY1" fmla="*/ 310 h 1349639"/>
                <a:gd name="connsiteX2" fmla="*/ 2251233 w 2532501"/>
                <a:gd name="connsiteY2" fmla="*/ 1468 h 1349639"/>
                <a:gd name="connsiteX3" fmla="*/ 2532501 w 2532501"/>
                <a:gd name="connsiteY3" fmla="*/ 710902 h 1349639"/>
                <a:gd name="connsiteX4" fmla="*/ 1904181 w 2532501"/>
                <a:gd name="connsiteY4" fmla="*/ 1349639 h 1349639"/>
                <a:gd name="connsiteX0" fmla="*/ 1904181 w 2532501"/>
                <a:gd name="connsiteY0" fmla="*/ 1349639 h 1349639"/>
                <a:gd name="connsiteX1" fmla="*/ 0 w 2532501"/>
                <a:gd name="connsiteY1" fmla="*/ 310 h 1349639"/>
                <a:gd name="connsiteX2" fmla="*/ 2251233 w 2532501"/>
                <a:gd name="connsiteY2" fmla="*/ 1468 h 1349639"/>
                <a:gd name="connsiteX3" fmla="*/ 2532501 w 2532501"/>
                <a:gd name="connsiteY3" fmla="*/ 710902 h 1349639"/>
                <a:gd name="connsiteX4" fmla="*/ 1904181 w 2532501"/>
                <a:gd name="connsiteY4" fmla="*/ 1349639 h 1349639"/>
                <a:gd name="connsiteX0" fmla="*/ 1904181 w 2274923"/>
                <a:gd name="connsiteY0" fmla="*/ 1349639 h 1349639"/>
                <a:gd name="connsiteX1" fmla="*/ 0 w 2274923"/>
                <a:gd name="connsiteY1" fmla="*/ 310 h 1349639"/>
                <a:gd name="connsiteX2" fmla="*/ 2251233 w 2274923"/>
                <a:gd name="connsiteY2" fmla="*/ 1468 h 1349639"/>
                <a:gd name="connsiteX3" fmla="*/ 2244541 w 2274923"/>
                <a:gd name="connsiteY3" fmla="*/ 1338031 h 1349639"/>
                <a:gd name="connsiteX4" fmla="*/ 1904181 w 2274923"/>
                <a:gd name="connsiteY4" fmla="*/ 1349639 h 1349639"/>
                <a:gd name="connsiteX0" fmla="*/ 1904181 w 2251233"/>
                <a:gd name="connsiteY0" fmla="*/ 1349639 h 1349639"/>
                <a:gd name="connsiteX1" fmla="*/ 0 w 2251233"/>
                <a:gd name="connsiteY1" fmla="*/ 310 h 1349639"/>
                <a:gd name="connsiteX2" fmla="*/ 2251233 w 2251233"/>
                <a:gd name="connsiteY2" fmla="*/ 1468 h 1349639"/>
                <a:gd name="connsiteX3" fmla="*/ 2244541 w 2251233"/>
                <a:gd name="connsiteY3" fmla="*/ 1338031 h 1349639"/>
                <a:gd name="connsiteX4" fmla="*/ 1904181 w 2251233"/>
                <a:gd name="connsiteY4" fmla="*/ 1349639 h 1349639"/>
                <a:gd name="connsiteX0" fmla="*/ 1855043 w 2251233"/>
                <a:gd name="connsiteY0" fmla="*/ 1349639 h 1349639"/>
                <a:gd name="connsiteX1" fmla="*/ 0 w 2251233"/>
                <a:gd name="connsiteY1" fmla="*/ 310 h 1349639"/>
                <a:gd name="connsiteX2" fmla="*/ 2251233 w 2251233"/>
                <a:gd name="connsiteY2" fmla="*/ 1468 h 1349639"/>
                <a:gd name="connsiteX3" fmla="*/ 2244541 w 2251233"/>
                <a:gd name="connsiteY3" fmla="*/ 1338031 h 1349639"/>
                <a:gd name="connsiteX4" fmla="*/ 1855043 w 2251233"/>
                <a:gd name="connsiteY4" fmla="*/ 1349639 h 1349639"/>
                <a:gd name="connsiteX0" fmla="*/ 1855043 w 2254368"/>
                <a:gd name="connsiteY0" fmla="*/ 1349639 h 1349639"/>
                <a:gd name="connsiteX1" fmla="*/ 0 w 2254368"/>
                <a:gd name="connsiteY1" fmla="*/ 310 h 1349639"/>
                <a:gd name="connsiteX2" fmla="*/ 2251233 w 2254368"/>
                <a:gd name="connsiteY2" fmla="*/ 1468 h 1349639"/>
                <a:gd name="connsiteX3" fmla="*/ 2254368 w 2254368"/>
                <a:gd name="connsiteY3" fmla="*/ 1315058 h 1349639"/>
                <a:gd name="connsiteX4" fmla="*/ 1855043 w 2254368"/>
                <a:gd name="connsiteY4" fmla="*/ 1349639 h 1349639"/>
                <a:gd name="connsiteX0" fmla="*/ 1855043 w 2254368"/>
                <a:gd name="connsiteY0" fmla="*/ 1349639 h 1349639"/>
                <a:gd name="connsiteX1" fmla="*/ 0 w 2254368"/>
                <a:gd name="connsiteY1" fmla="*/ 310 h 1349639"/>
                <a:gd name="connsiteX2" fmla="*/ 2251233 w 2254368"/>
                <a:gd name="connsiteY2" fmla="*/ 1468 h 1349639"/>
                <a:gd name="connsiteX3" fmla="*/ 2254368 w 2254368"/>
                <a:gd name="connsiteY3" fmla="*/ 1315058 h 1349639"/>
                <a:gd name="connsiteX4" fmla="*/ 1855043 w 2254368"/>
                <a:gd name="connsiteY4" fmla="*/ 1349639 h 1349639"/>
                <a:gd name="connsiteX0" fmla="*/ 1855043 w 2254368"/>
                <a:gd name="connsiteY0" fmla="*/ 1349639 h 1349639"/>
                <a:gd name="connsiteX1" fmla="*/ 0 w 2254368"/>
                <a:gd name="connsiteY1" fmla="*/ 310 h 1349639"/>
                <a:gd name="connsiteX2" fmla="*/ 2251233 w 2254368"/>
                <a:gd name="connsiteY2" fmla="*/ 1468 h 1349639"/>
                <a:gd name="connsiteX3" fmla="*/ 2254368 w 2254368"/>
                <a:gd name="connsiteY3" fmla="*/ 1315058 h 1349639"/>
                <a:gd name="connsiteX4" fmla="*/ 1855043 w 2254368"/>
                <a:gd name="connsiteY4" fmla="*/ 1349639 h 13496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54368" h="1349639">
                  <a:moveTo>
                    <a:pt x="1855043" y="1349639"/>
                  </a:moveTo>
                  <a:cubicBezTo>
                    <a:pt x="1304110" y="746280"/>
                    <a:pt x="628999" y="499249"/>
                    <a:pt x="0" y="310"/>
                  </a:cubicBezTo>
                  <a:cubicBezTo>
                    <a:pt x="333077" y="4877"/>
                    <a:pt x="1918156" y="-3099"/>
                    <a:pt x="2251233" y="1468"/>
                  </a:cubicBezTo>
                  <a:cubicBezTo>
                    <a:pt x="2089546" y="493074"/>
                    <a:pt x="2029736" y="828030"/>
                    <a:pt x="2254368" y="1315058"/>
                  </a:cubicBezTo>
                  <a:cubicBezTo>
                    <a:pt x="2028914" y="1268083"/>
                    <a:pt x="1915520" y="1271535"/>
                    <a:pt x="1855043" y="1349639"/>
                  </a:cubicBezTo>
                  <a:close/>
                </a:path>
              </a:pathLst>
            </a:custGeom>
            <a:gradFill rotWithShape="1">
              <a:gsLst>
                <a:gs pos="0">
                  <a:srgbClr val="FFFFFF">
                    <a:lumMod val="9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315" name="Group 314">
              <a:extLst>
                <a:ext uri="{FF2B5EF4-FFF2-40B4-BE49-F238E27FC236}">
                  <a16:creationId xmlns:a16="http://schemas.microsoft.com/office/drawing/2014/main" id="{600673E8-B325-EB44-9A2A-C4636D3BA1D7}"/>
                </a:ext>
              </a:extLst>
            </p:cNvPr>
            <p:cNvGrpSpPr/>
            <p:nvPr/>
          </p:nvGrpSpPr>
          <p:grpSpPr>
            <a:xfrm>
              <a:off x="5176788" y="1691016"/>
              <a:ext cx="2334629" cy="2102794"/>
              <a:chOff x="5176788" y="1691016"/>
              <a:chExt cx="2334629" cy="2102794"/>
            </a:xfrm>
          </p:grpSpPr>
          <p:grpSp>
            <p:nvGrpSpPr>
              <p:cNvPr id="316" name="Group 28">
                <a:extLst>
                  <a:ext uri="{FF2B5EF4-FFF2-40B4-BE49-F238E27FC236}">
                    <a16:creationId xmlns:a16="http://schemas.microsoft.com/office/drawing/2014/main" id="{66AF714D-93D9-7849-A0E5-53CA64E792D4}"/>
                  </a:ext>
                </a:extLst>
              </p:cNvPr>
              <p:cNvGrpSpPr>
                <a:grpSpLocks/>
              </p:cNvGrpSpPr>
              <p:nvPr/>
            </p:nvGrpSpPr>
            <p:grpSpPr bwMode="auto">
              <a:xfrm>
                <a:off x="5176788" y="1691016"/>
                <a:ext cx="2334629" cy="2102794"/>
                <a:chOff x="1858002" y="3709936"/>
                <a:chExt cx="1045872" cy="1739899"/>
              </a:xfrm>
            </p:grpSpPr>
            <p:sp>
              <p:nvSpPr>
                <p:cNvPr id="330" name="Rectangle 329">
                  <a:extLst>
                    <a:ext uri="{FF2B5EF4-FFF2-40B4-BE49-F238E27FC236}">
                      <a16:creationId xmlns:a16="http://schemas.microsoft.com/office/drawing/2014/main" id="{4500FA73-0BCC-C84B-A5CA-CA01BB6F74E4}"/>
                    </a:ext>
                  </a:extLst>
                </p:cNvPr>
                <p:cNvSpPr/>
                <p:nvPr/>
              </p:nvSpPr>
              <p:spPr bwMode="auto">
                <a:xfrm rot="10800000">
                  <a:off x="1867527" y="3957547"/>
                  <a:ext cx="1033544" cy="61109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331" name="Group 498">
                  <a:extLst>
                    <a:ext uri="{FF2B5EF4-FFF2-40B4-BE49-F238E27FC236}">
                      <a16:creationId xmlns:a16="http://schemas.microsoft.com/office/drawing/2014/main" id="{C0D2A279-F942-0D48-8005-63696D9EA9B2}"/>
                    </a:ext>
                  </a:extLst>
                </p:cNvPr>
                <p:cNvGrpSpPr>
                  <a:grpSpLocks/>
                </p:cNvGrpSpPr>
                <p:nvPr/>
              </p:nvGrpSpPr>
              <p:grpSpPr bwMode="auto">
                <a:xfrm>
                  <a:off x="1858805" y="5088863"/>
                  <a:ext cx="1035373" cy="360972"/>
                  <a:chOff x="4128636" y="3606589"/>
                  <a:chExt cx="568145" cy="338667"/>
                </a:xfrm>
              </p:grpSpPr>
              <p:sp>
                <p:nvSpPr>
                  <p:cNvPr id="345" name="Oval 344">
                    <a:extLst>
                      <a:ext uri="{FF2B5EF4-FFF2-40B4-BE49-F238E27FC236}">
                        <a16:creationId xmlns:a16="http://schemas.microsoft.com/office/drawing/2014/main" id="{588FE4E7-26AC-4943-A3F8-4D8DBC528B55}"/>
                      </a:ext>
                    </a:extLst>
                  </p:cNvPr>
                  <p:cNvSpPr/>
                  <p:nvPr/>
                </p:nvSpPr>
                <p:spPr>
                  <a:xfrm>
                    <a:off x="4129067" y="3720144"/>
                    <a:ext cx="567968" cy="224867"/>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46" name="Rectangle 345">
                    <a:extLst>
                      <a:ext uri="{FF2B5EF4-FFF2-40B4-BE49-F238E27FC236}">
                        <a16:creationId xmlns:a16="http://schemas.microsoft.com/office/drawing/2014/main" id="{3806B90C-D448-5046-B33D-F8620D8693A3}"/>
                      </a:ext>
                    </a:extLst>
                  </p:cNvPr>
                  <p:cNvSpPr/>
                  <p:nvPr/>
                </p:nvSpPr>
                <p:spPr>
                  <a:xfrm>
                    <a:off x="4129067" y="3720144"/>
                    <a:ext cx="567968" cy="111689"/>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47" name="Oval 346">
                    <a:extLst>
                      <a:ext uri="{FF2B5EF4-FFF2-40B4-BE49-F238E27FC236}">
                        <a16:creationId xmlns:a16="http://schemas.microsoft.com/office/drawing/2014/main" id="{77D5E21E-12EC-7C4E-A4FD-F87EB3559FC3}"/>
                      </a:ext>
                    </a:extLst>
                  </p:cNvPr>
                  <p:cNvSpPr/>
                  <p:nvPr/>
                </p:nvSpPr>
                <p:spPr>
                  <a:xfrm>
                    <a:off x="4129067" y="3606966"/>
                    <a:ext cx="567968" cy="224867"/>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48" name="Straight Connector 347">
                    <a:extLst>
                      <a:ext uri="{FF2B5EF4-FFF2-40B4-BE49-F238E27FC236}">
                        <a16:creationId xmlns:a16="http://schemas.microsoft.com/office/drawing/2014/main" id="{EB1D307E-35F6-7B4D-9ECA-535608E8FF64}"/>
                      </a:ext>
                    </a:extLst>
                  </p:cNvPr>
                  <p:cNvCxnSpPr/>
                  <p:nvPr/>
                </p:nvCxnSpPr>
                <p:spPr>
                  <a:xfrm>
                    <a:off x="4697035" y="3720144"/>
                    <a:ext cx="0" cy="111689"/>
                  </a:xfrm>
                  <a:prstGeom prst="line">
                    <a:avLst/>
                  </a:prstGeom>
                  <a:noFill/>
                  <a:ln w="6350" cap="flat" cmpd="sng" algn="ctr">
                    <a:solidFill>
                      <a:srgbClr val="000000"/>
                    </a:solidFill>
                    <a:prstDash val="solid"/>
                  </a:ln>
                  <a:effectLst/>
                </p:spPr>
              </p:cxnSp>
              <p:cxnSp>
                <p:nvCxnSpPr>
                  <p:cNvPr id="349" name="Straight Connector 348">
                    <a:extLst>
                      <a:ext uri="{FF2B5EF4-FFF2-40B4-BE49-F238E27FC236}">
                        <a16:creationId xmlns:a16="http://schemas.microsoft.com/office/drawing/2014/main" id="{9890F937-B02F-3941-AA75-F2A6C60ADB6E}"/>
                      </a:ext>
                    </a:extLst>
                  </p:cNvPr>
                  <p:cNvCxnSpPr/>
                  <p:nvPr/>
                </p:nvCxnSpPr>
                <p:spPr>
                  <a:xfrm>
                    <a:off x="4129067" y="3720144"/>
                    <a:ext cx="0" cy="111689"/>
                  </a:xfrm>
                  <a:prstGeom prst="line">
                    <a:avLst/>
                  </a:prstGeom>
                  <a:noFill/>
                  <a:ln w="6350" cap="flat" cmpd="sng" algn="ctr">
                    <a:solidFill>
                      <a:srgbClr val="000000"/>
                    </a:solidFill>
                    <a:prstDash val="solid"/>
                  </a:ln>
                  <a:effectLst/>
                </p:spPr>
              </p:cxnSp>
            </p:grpSp>
            <p:sp>
              <p:nvSpPr>
                <p:cNvPr id="332" name="Rectangle 331">
                  <a:extLst>
                    <a:ext uri="{FF2B5EF4-FFF2-40B4-BE49-F238E27FC236}">
                      <a16:creationId xmlns:a16="http://schemas.microsoft.com/office/drawing/2014/main" id="{C1A7B8C0-653F-D043-A5D6-8D8D02496547}"/>
                    </a:ext>
                  </a:extLst>
                </p:cNvPr>
                <p:cNvSpPr/>
                <p:nvPr/>
              </p:nvSpPr>
              <p:spPr bwMode="auto">
                <a:xfrm>
                  <a:off x="1859676" y="4691826"/>
                  <a:ext cx="1037420" cy="522210"/>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33" name="Straight Connector 332">
                  <a:extLst>
                    <a:ext uri="{FF2B5EF4-FFF2-40B4-BE49-F238E27FC236}">
                      <a16:creationId xmlns:a16="http://schemas.microsoft.com/office/drawing/2014/main" id="{441ECEE8-5F06-204E-BCD7-77C25E8AF081}"/>
                    </a:ext>
                  </a:extLst>
                </p:cNvPr>
                <p:cNvCxnSpPr>
                  <a:cxnSpLocks/>
                  <a:stCxn id="337" idx="1"/>
                </p:cNvCxnSpPr>
                <p:nvPr/>
              </p:nvCxnSpPr>
              <p:spPr bwMode="auto">
                <a:xfrm flipH="1">
                  <a:off x="1861178" y="3924839"/>
                  <a:ext cx="1007" cy="1295073"/>
                </a:xfrm>
                <a:prstGeom prst="line">
                  <a:avLst/>
                </a:prstGeom>
                <a:noFill/>
                <a:ln w="3175" cap="flat" cmpd="sng" algn="ctr">
                  <a:solidFill>
                    <a:srgbClr val="000000"/>
                  </a:solidFill>
                  <a:prstDash val="sysDash"/>
                </a:ln>
                <a:effectLst/>
              </p:spPr>
            </p:cxnSp>
            <p:cxnSp>
              <p:nvCxnSpPr>
                <p:cNvPr id="334" name="Straight Connector 333">
                  <a:extLst>
                    <a:ext uri="{FF2B5EF4-FFF2-40B4-BE49-F238E27FC236}">
                      <a16:creationId xmlns:a16="http://schemas.microsoft.com/office/drawing/2014/main" id="{D714DFB4-74AF-AA45-805C-53E5CDD7DB02}"/>
                    </a:ext>
                  </a:extLst>
                </p:cNvPr>
                <p:cNvCxnSpPr/>
                <p:nvPr/>
              </p:nvCxnSpPr>
              <p:spPr bwMode="auto">
                <a:xfrm flipH="1">
                  <a:off x="2894641" y="3971833"/>
                  <a:ext cx="6350" cy="1269810"/>
                </a:xfrm>
                <a:prstGeom prst="line">
                  <a:avLst/>
                </a:prstGeom>
                <a:noFill/>
                <a:ln w="3175" cap="flat" cmpd="sng" algn="ctr">
                  <a:solidFill>
                    <a:srgbClr val="000000"/>
                  </a:solidFill>
                  <a:prstDash val="sysDash"/>
                </a:ln>
                <a:effectLst/>
              </p:spPr>
            </p:cxnSp>
            <p:grpSp>
              <p:nvGrpSpPr>
                <p:cNvPr id="335" name="Group 504">
                  <a:extLst>
                    <a:ext uri="{FF2B5EF4-FFF2-40B4-BE49-F238E27FC236}">
                      <a16:creationId xmlns:a16="http://schemas.microsoft.com/office/drawing/2014/main" id="{2A0950AE-6556-8E45-8D36-C13C7443E2BF}"/>
                    </a:ext>
                  </a:extLst>
                </p:cNvPr>
                <p:cNvGrpSpPr>
                  <a:grpSpLocks/>
                </p:cNvGrpSpPr>
                <p:nvPr/>
              </p:nvGrpSpPr>
              <p:grpSpPr bwMode="auto">
                <a:xfrm>
                  <a:off x="1858002" y="3709936"/>
                  <a:ext cx="1045872" cy="398402"/>
                  <a:chOff x="2185125" y="1574638"/>
                  <a:chExt cx="1201487" cy="429505"/>
                </a:xfrm>
              </p:grpSpPr>
              <p:sp>
                <p:nvSpPr>
                  <p:cNvPr id="336" name="Oval 335">
                    <a:extLst>
                      <a:ext uri="{FF2B5EF4-FFF2-40B4-BE49-F238E27FC236}">
                        <a16:creationId xmlns:a16="http://schemas.microsoft.com/office/drawing/2014/main" id="{26F4269B-B9E1-DD40-BD3F-9AD462CC181B}"/>
                      </a:ext>
                    </a:extLst>
                  </p:cNvPr>
                  <p:cNvSpPr/>
                  <p:nvPr/>
                </p:nvSpPr>
                <p:spPr bwMode="auto">
                  <a:xfrm flipV="1">
                    <a:off x="2185125" y="1689286"/>
                    <a:ext cx="1196349" cy="314857"/>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37" name="Rectangle 336">
                    <a:extLst>
                      <a:ext uri="{FF2B5EF4-FFF2-40B4-BE49-F238E27FC236}">
                        <a16:creationId xmlns:a16="http://schemas.microsoft.com/office/drawing/2014/main" id="{D6F97DEA-39E6-7943-9504-B9FD46A24726}"/>
                      </a:ext>
                    </a:extLst>
                  </p:cNvPr>
                  <p:cNvSpPr/>
                  <p:nvPr/>
                </p:nvSpPr>
                <p:spPr bwMode="auto">
                  <a:xfrm>
                    <a:off x="2189930" y="1749849"/>
                    <a:ext cx="1195120" cy="112938"/>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38" name="Oval 337">
                    <a:extLst>
                      <a:ext uri="{FF2B5EF4-FFF2-40B4-BE49-F238E27FC236}">
                        <a16:creationId xmlns:a16="http://schemas.microsoft.com/office/drawing/2014/main" id="{CC4C5A26-4306-EB49-843F-3B0B4CF63CF3}"/>
                      </a:ext>
                    </a:extLst>
                  </p:cNvPr>
                  <p:cNvSpPr>
                    <a:spLocks noChangeArrowheads="1"/>
                  </p:cNvSpPr>
                  <p:nvPr/>
                </p:nvSpPr>
                <p:spPr bwMode="auto">
                  <a:xfrm flipV="1">
                    <a:off x="2189930" y="1574638"/>
                    <a:ext cx="1196349" cy="3148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39" name="Freeform 338">
                    <a:extLst>
                      <a:ext uri="{FF2B5EF4-FFF2-40B4-BE49-F238E27FC236}">
                        <a16:creationId xmlns:a16="http://schemas.microsoft.com/office/drawing/2014/main" id="{01521615-126F-9F48-B7B9-BC8FDF45A504}"/>
                      </a:ext>
                    </a:extLst>
                  </p:cNvPr>
                  <p:cNvSpPr/>
                  <p:nvPr/>
                </p:nvSpPr>
                <p:spPr bwMode="auto">
                  <a:xfrm>
                    <a:off x="2489684" y="1670464"/>
                    <a:ext cx="581761" cy="15742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40" name="Freeform 339">
                    <a:extLst>
                      <a:ext uri="{FF2B5EF4-FFF2-40B4-BE49-F238E27FC236}">
                        <a16:creationId xmlns:a16="http://schemas.microsoft.com/office/drawing/2014/main" id="{682F4762-B963-474F-AB4B-BD6A92DA5D21}"/>
                      </a:ext>
                    </a:extLst>
                  </p:cNvPr>
                  <p:cNvSpPr>
                    <a:spLocks/>
                  </p:cNvSpPr>
                  <p:nvPr/>
                </p:nvSpPr>
                <p:spPr bwMode="auto">
                  <a:xfrm>
                    <a:off x="2429501" y="1629396"/>
                    <a:ext cx="703949" cy="111226"/>
                  </a:xfrm>
                  <a:custGeom>
                    <a:avLst/>
                    <a:gdLst>
                      <a:gd name="T0" fmla="*/ 0 w 3723451"/>
                      <a:gd name="T1" fmla="*/ 27211 h 932950"/>
                      <a:gd name="T2" fmla="*/ 123865 w 3723451"/>
                      <a:gd name="T3" fmla="*/ 321 h 932950"/>
                      <a:gd name="T4" fmla="*/ 350850 w 3723451"/>
                      <a:gd name="T5" fmla="*/ 62061 h 932950"/>
                      <a:gd name="T6" fmla="*/ 567397 w 3723451"/>
                      <a:gd name="T7" fmla="*/ 0 h 932950"/>
                      <a:gd name="T8" fmla="*/ 703949 w 3723451"/>
                      <a:gd name="T9" fmla="*/ 24696 h 932950"/>
                      <a:gd name="T10" fmla="*/ 602354 w 3723451"/>
                      <a:gd name="T11" fmla="*/ 55064 h 932950"/>
                      <a:gd name="T12" fmla="*/ 569645 w 3723451"/>
                      <a:gd name="T13" fmla="*/ 46877 h 932950"/>
                      <a:gd name="T14" fmla="*/ 354838 w 3723451"/>
                      <a:gd name="T15" fmla="*/ 111226 h 932950"/>
                      <a:gd name="T16" fmla="*/ 134536 w 3723451"/>
                      <a:gd name="T17" fmla="*/ 49244 h 932950"/>
                      <a:gd name="T18" fmla="*/ 98918 w 3723451"/>
                      <a:gd name="T19" fmla="*/ 55934 h 932950"/>
                      <a:gd name="T20" fmla="*/ 0 w 3723451"/>
                      <a:gd name="T21" fmla="*/ 27211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1" name="Freeform 340">
                    <a:extLst>
                      <a:ext uri="{FF2B5EF4-FFF2-40B4-BE49-F238E27FC236}">
                        <a16:creationId xmlns:a16="http://schemas.microsoft.com/office/drawing/2014/main" id="{78975C37-66B2-6A46-9D38-D07296BACE37}"/>
                      </a:ext>
                    </a:extLst>
                  </p:cNvPr>
                  <p:cNvSpPr>
                    <a:spLocks/>
                  </p:cNvSpPr>
                  <p:nvPr/>
                </p:nvSpPr>
                <p:spPr bwMode="auto">
                  <a:xfrm>
                    <a:off x="2892722" y="1723510"/>
                    <a:ext cx="257143" cy="95826"/>
                  </a:xfrm>
                  <a:custGeom>
                    <a:avLst/>
                    <a:gdLst>
                      <a:gd name="T0" fmla="*/ 0 w 1366596"/>
                      <a:gd name="T1" fmla="*/ 0 h 809868"/>
                      <a:gd name="T2" fmla="*/ 257143 w 1366596"/>
                      <a:gd name="T3" fmla="*/ 74047 h 809868"/>
                      <a:gd name="T4" fmla="*/ 162771 w 1366596"/>
                      <a:gd name="T5" fmla="*/ 95826 h 809868"/>
                      <a:gd name="T6" fmla="*/ 866 w 1366596"/>
                      <a:gd name="T7" fmla="*/ 5063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2" name="Freeform 341">
                    <a:extLst>
                      <a:ext uri="{FF2B5EF4-FFF2-40B4-BE49-F238E27FC236}">
                        <a16:creationId xmlns:a16="http://schemas.microsoft.com/office/drawing/2014/main" id="{B027AD38-44DC-4749-ABE8-13603800E487}"/>
                      </a:ext>
                    </a:extLst>
                  </p:cNvPr>
                  <p:cNvSpPr>
                    <a:spLocks/>
                  </p:cNvSpPr>
                  <p:nvPr/>
                </p:nvSpPr>
                <p:spPr bwMode="auto">
                  <a:xfrm>
                    <a:off x="2416736" y="1725222"/>
                    <a:ext cx="255318" cy="94114"/>
                  </a:xfrm>
                  <a:custGeom>
                    <a:avLst/>
                    <a:gdLst>
                      <a:gd name="T0" fmla="*/ 251832 w 1348191"/>
                      <a:gd name="T1" fmla="*/ 0 h 791462"/>
                      <a:gd name="T2" fmla="*/ 255318 w 1348191"/>
                      <a:gd name="T3" fmla="*/ 45415 h 791462"/>
                      <a:gd name="T4" fmla="*/ 92368 w 1348191"/>
                      <a:gd name="T5" fmla="*/ 94114 h 791462"/>
                      <a:gd name="T6" fmla="*/ 0 w 1348191"/>
                      <a:gd name="T7" fmla="*/ 72774 h 791462"/>
                      <a:gd name="T8" fmla="*/ 25183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43" name="Straight Connector 342">
                    <a:extLst>
                      <a:ext uri="{FF2B5EF4-FFF2-40B4-BE49-F238E27FC236}">
                        <a16:creationId xmlns:a16="http://schemas.microsoft.com/office/drawing/2014/main" id="{673C16FC-B30B-D341-BF16-BD40997429AA}"/>
                      </a:ext>
                    </a:extLst>
                  </p:cNvPr>
                  <p:cNvCxnSpPr>
                    <a:cxnSpLocks noChangeShapeType="1"/>
                    <a:endCxn id="338" idx="2"/>
                  </p:cNvCxnSpPr>
                  <p:nvPr/>
                </p:nvCxnSpPr>
                <p:spPr bwMode="auto">
                  <a:xfrm flipH="1" flipV="1">
                    <a:off x="2189930" y="1732067"/>
                    <a:ext cx="1823"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44" name="Straight Connector 343">
                    <a:extLst>
                      <a:ext uri="{FF2B5EF4-FFF2-40B4-BE49-F238E27FC236}">
                        <a16:creationId xmlns:a16="http://schemas.microsoft.com/office/drawing/2014/main" id="{5A3BCC1F-E36B-CC49-9618-2077B91F993F}"/>
                      </a:ext>
                    </a:extLst>
                  </p:cNvPr>
                  <p:cNvCxnSpPr>
                    <a:cxnSpLocks noChangeShapeType="1"/>
                  </p:cNvCxnSpPr>
                  <p:nvPr/>
                </p:nvCxnSpPr>
                <p:spPr bwMode="auto">
                  <a:xfrm flipH="1" flipV="1">
                    <a:off x="3384788" y="1728644"/>
                    <a:ext cx="1824"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317" name="Group 316">
                <a:extLst>
                  <a:ext uri="{FF2B5EF4-FFF2-40B4-BE49-F238E27FC236}">
                    <a16:creationId xmlns:a16="http://schemas.microsoft.com/office/drawing/2014/main" id="{920E80F8-831C-F447-978D-EA9239497E52}"/>
                  </a:ext>
                </a:extLst>
              </p:cNvPr>
              <p:cNvGrpSpPr/>
              <p:nvPr/>
            </p:nvGrpSpPr>
            <p:grpSpPr>
              <a:xfrm>
                <a:off x="5741299" y="2747246"/>
                <a:ext cx="1221860" cy="1008038"/>
                <a:chOff x="1992768" y="2310128"/>
                <a:chExt cx="1136650" cy="928372"/>
              </a:xfrm>
            </p:grpSpPr>
            <p:sp>
              <p:nvSpPr>
                <p:cNvPr id="326" name="Rectangle 325">
                  <a:extLst>
                    <a:ext uri="{FF2B5EF4-FFF2-40B4-BE49-F238E27FC236}">
                      <a16:creationId xmlns:a16="http://schemas.microsoft.com/office/drawing/2014/main" id="{6900D1B6-2E57-BA49-B3A0-822412AEDB17}"/>
                    </a:ext>
                  </a:extLst>
                </p:cNvPr>
                <p:cNvSpPr/>
                <p:nvPr/>
              </p:nvSpPr>
              <p:spPr>
                <a:xfrm>
                  <a:off x="1992768" y="2337583"/>
                  <a:ext cx="1136650" cy="900917"/>
                </a:xfrm>
                <a:prstGeom prst="rect">
                  <a:avLst/>
                </a:prstGeom>
                <a:solidFill>
                  <a:schemeClr val="bg1"/>
                </a:solidFill>
                <a:ln w="19050">
                  <a:solidFill>
                    <a:srgbClr val="C00000"/>
                  </a:solid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327" name="Straight Connector 326">
                  <a:extLst>
                    <a:ext uri="{FF2B5EF4-FFF2-40B4-BE49-F238E27FC236}">
                      <a16:creationId xmlns:a16="http://schemas.microsoft.com/office/drawing/2014/main" id="{8763EADC-6E94-F24D-B1CA-7347697DEEA6}"/>
                    </a:ext>
                  </a:extLst>
                </p:cNvPr>
                <p:cNvCxnSpPr>
                  <a:cxnSpLocks/>
                </p:cNvCxnSpPr>
                <p:nvPr/>
              </p:nvCxnSpPr>
              <p:spPr>
                <a:xfrm>
                  <a:off x="1992768" y="2735763"/>
                  <a:ext cx="113665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AF9577E6-692B-3740-9F2B-DD6835189CDE}"/>
                    </a:ext>
                  </a:extLst>
                </p:cNvPr>
                <p:cNvCxnSpPr>
                  <a:cxnSpLocks/>
                </p:cNvCxnSpPr>
                <p:nvPr/>
              </p:nvCxnSpPr>
              <p:spPr>
                <a:xfrm flipV="1">
                  <a:off x="2543809" y="2758130"/>
                  <a:ext cx="0" cy="45210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29" name="TextBox 328">
                  <a:extLst>
                    <a:ext uri="{FF2B5EF4-FFF2-40B4-BE49-F238E27FC236}">
                      <a16:creationId xmlns:a16="http://schemas.microsoft.com/office/drawing/2014/main" id="{78F7BED9-504A-A643-AF52-F41992DB5B48}"/>
                    </a:ext>
                  </a:extLst>
                </p:cNvPr>
                <p:cNvSpPr txBox="1"/>
                <p:nvPr/>
              </p:nvSpPr>
              <p:spPr>
                <a:xfrm>
                  <a:off x="2011312" y="2310128"/>
                  <a:ext cx="1094850" cy="391536"/>
                </a:xfrm>
                <a:prstGeom prst="rect">
                  <a:avLst/>
                </a:prstGeom>
                <a:noFill/>
              </p:spPr>
              <p:txBody>
                <a:bodyPr wrap="none" rtlCol="0">
                  <a:spAutoFit/>
                </a:bodyPr>
                <a:lstStyle/>
                <a:p>
                  <a:pPr algn="ctr">
                    <a:lnSpc>
                      <a:spcPct val="80000"/>
                    </a:lnSpc>
                  </a:pPr>
                  <a:r>
                    <a:rPr lang="en-US" sz="1600" dirty="0"/>
                    <a:t>forwarding</a:t>
                  </a:r>
                </a:p>
                <a:p>
                  <a:pPr algn="ctr">
                    <a:lnSpc>
                      <a:spcPct val="80000"/>
                    </a:lnSpc>
                  </a:pPr>
                  <a:r>
                    <a:rPr lang="en-US" sz="1600" dirty="0"/>
                    <a:t>table</a:t>
                  </a:r>
                </a:p>
              </p:txBody>
            </p:sp>
          </p:grpSp>
        </p:grpSp>
      </p:grpSp>
      <p:sp>
        <p:nvSpPr>
          <p:cNvPr id="350" name="Rectangle 124">
            <a:extLst>
              <a:ext uri="{FF2B5EF4-FFF2-40B4-BE49-F238E27FC236}">
                <a16:creationId xmlns:a16="http://schemas.microsoft.com/office/drawing/2014/main" id="{95E0DFFE-7997-234A-8A51-545E71EE1AA5}"/>
              </a:ext>
            </a:extLst>
          </p:cNvPr>
          <p:cNvSpPr txBox="1">
            <a:spLocks noChangeArrowheads="1"/>
          </p:cNvSpPr>
          <p:nvPr/>
        </p:nvSpPr>
        <p:spPr>
          <a:xfrm>
            <a:off x="6300592" y="1641655"/>
            <a:ext cx="5711869" cy="845513"/>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indent="0">
              <a:buNone/>
              <a:defRPr/>
            </a:pPr>
            <a:r>
              <a:rPr lang="en-US" dirty="0"/>
              <a:t>forwarding table  configured by intra- and inter-AS routing algorithms</a:t>
            </a:r>
          </a:p>
        </p:txBody>
      </p:sp>
      <p:grpSp>
        <p:nvGrpSpPr>
          <p:cNvPr id="3" name="Group 2">
            <a:extLst>
              <a:ext uri="{FF2B5EF4-FFF2-40B4-BE49-F238E27FC236}">
                <a16:creationId xmlns:a16="http://schemas.microsoft.com/office/drawing/2014/main" id="{D62FEDEC-3FA5-1F45-A814-2033B8639820}"/>
              </a:ext>
            </a:extLst>
          </p:cNvPr>
          <p:cNvGrpSpPr/>
          <p:nvPr/>
        </p:nvGrpSpPr>
        <p:grpSpPr>
          <a:xfrm>
            <a:off x="3770936" y="2327478"/>
            <a:ext cx="989852" cy="1051967"/>
            <a:chOff x="-167080" y="2120214"/>
            <a:chExt cx="989852" cy="1051967"/>
          </a:xfrm>
        </p:grpSpPr>
        <p:grpSp>
          <p:nvGrpSpPr>
            <p:cNvPr id="197" name="Group 90">
              <a:extLst>
                <a:ext uri="{FF2B5EF4-FFF2-40B4-BE49-F238E27FC236}">
                  <a16:creationId xmlns:a16="http://schemas.microsoft.com/office/drawing/2014/main" id="{21522C5A-8A50-B941-AC04-C41FAA3C8996}"/>
                </a:ext>
              </a:extLst>
            </p:cNvPr>
            <p:cNvGrpSpPr>
              <a:grpSpLocks/>
            </p:cNvGrpSpPr>
            <p:nvPr/>
          </p:nvGrpSpPr>
          <p:grpSpPr bwMode="auto">
            <a:xfrm>
              <a:off x="-167080" y="2120214"/>
              <a:ext cx="989852" cy="697506"/>
              <a:chOff x="1653" y="2898"/>
              <a:chExt cx="678" cy="473"/>
            </a:xfrm>
            <a:effectLst>
              <a:outerShdw blurRad="50800" dist="38100" dir="18900000" algn="bl" rotWithShape="0">
                <a:prstClr val="black">
                  <a:alpha val="40000"/>
                </a:prstClr>
              </a:outerShdw>
            </a:effectLst>
          </p:grpSpPr>
          <p:sp>
            <p:nvSpPr>
              <p:cNvPr id="257" name="Oval 91">
                <a:extLst>
                  <a:ext uri="{FF2B5EF4-FFF2-40B4-BE49-F238E27FC236}">
                    <a16:creationId xmlns:a16="http://schemas.microsoft.com/office/drawing/2014/main" id="{78DAB5F6-AD90-0740-9E2E-4701E6DC64B5}"/>
                  </a:ext>
                </a:extLst>
              </p:cNvPr>
              <p:cNvSpPr>
                <a:spLocks noChangeArrowheads="1"/>
              </p:cNvSpPr>
              <p:nvPr/>
            </p:nvSpPr>
            <p:spPr bwMode="auto">
              <a:xfrm>
                <a:off x="1653" y="2898"/>
                <a:ext cx="678" cy="378"/>
              </a:xfrm>
              <a:prstGeom prst="ellipse">
                <a:avLst/>
              </a:prstGeom>
              <a:solidFill>
                <a:schemeClr val="bg1"/>
              </a:solidFill>
              <a:ln w="9525">
                <a:solidFill>
                  <a:srgbClr val="3333CC"/>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9" name="Text Box 92">
                <a:extLst>
                  <a:ext uri="{FF2B5EF4-FFF2-40B4-BE49-F238E27FC236}">
                    <a16:creationId xmlns:a16="http://schemas.microsoft.com/office/drawing/2014/main" id="{E7EEC607-F92F-6844-AD84-7DF57F2A731D}"/>
                  </a:ext>
                </a:extLst>
              </p:cNvPr>
              <p:cNvSpPr txBox="1">
                <a:spLocks noChangeArrowheads="1"/>
              </p:cNvSpPr>
              <p:nvPr/>
            </p:nvSpPr>
            <p:spPr bwMode="auto">
              <a:xfrm>
                <a:off x="1733" y="2933"/>
                <a:ext cx="517" cy="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99"/>
                    </a:solidFill>
                    <a:effectLst/>
                    <a:uLnTx/>
                    <a:uFillTx/>
                    <a:latin typeface="Arial" charset="0"/>
                    <a:ea typeface="ＭＳ Ｐゴシック" charset="0"/>
                  </a:rPr>
                  <a:t>Intra-AS</a:t>
                </a:r>
              </a:p>
              <a:p>
                <a:pPr marL="0" marR="0" lvl="0" indent="0" defTabSz="91440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99"/>
                    </a:solidFill>
                    <a:effectLst/>
                    <a:uLnTx/>
                    <a:uFillTx/>
                    <a:latin typeface="Arial" charset="0"/>
                    <a:ea typeface="ＭＳ Ｐゴシック" charset="0"/>
                  </a:rPr>
                  <a:t>Routing </a:t>
                </a:r>
              </a:p>
              <a:p>
                <a:pPr marL="0" marR="0" lvl="0" indent="0" defTabSz="914400" eaLnBrk="1" fontAlgn="base" latinLnBrk="0" hangingPunct="1">
                  <a:lnSpc>
                    <a:spcPct val="100000"/>
                  </a:lnSpc>
                  <a:spcBef>
                    <a:spcPct val="0"/>
                  </a:spcBef>
                  <a:spcAft>
                    <a:spcPct val="0"/>
                  </a:spcAft>
                  <a:buClrTx/>
                  <a:buSzTx/>
                  <a:buFontTx/>
                  <a:buNone/>
                  <a:tabLst/>
                  <a:defRPr/>
                </a:pPr>
                <a:endParaRPr kumimoji="0" lang="en-US" sz="1200" b="0" i="0" u="none" strike="noStrike" kern="0" cap="none" spc="0" normalizeH="0" baseline="0" noProof="0" dirty="0">
                  <a:ln>
                    <a:noFill/>
                  </a:ln>
                  <a:solidFill>
                    <a:srgbClr val="000099"/>
                  </a:solidFill>
                  <a:effectLst/>
                  <a:uLnTx/>
                  <a:uFillTx/>
                  <a:latin typeface="Arial" charset="0"/>
                  <a:ea typeface="ＭＳ Ｐゴシック" charset="0"/>
                </a:endParaRPr>
              </a:p>
            </p:txBody>
          </p:sp>
        </p:grpSp>
        <p:sp>
          <p:nvSpPr>
            <p:cNvPr id="223" name="Bent-Up Arrow 222">
              <a:extLst>
                <a:ext uri="{FF2B5EF4-FFF2-40B4-BE49-F238E27FC236}">
                  <a16:creationId xmlns:a16="http://schemas.microsoft.com/office/drawing/2014/main" id="{C7996A1F-F62A-AB45-8B0A-AA38AB6CC92F}"/>
                </a:ext>
              </a:extLst>
            </p:cNvPr>
            <p:cNvSpPr/>
            <p:nvPr/>
          </p:nvSpPr>
          <p:spPr>
            <a:xfrm rot="5400000">
              <a:off x="-37103" y="2815767"/>
              <a:ext cx="524728" cy="188100"/>
            </a:xfrm>
            <a:prstGeom prst="bentUpArrow">
              <a:avLst>
                <a:gd name="adj1" fmla="val 16723"/>
                <a:gd name="adj2" fmla="val 25000"/>
                <a:gd name="adj3" fmla="val 25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 name="Group 1">
            <a:extLst>
              <a:ext uri="{FF2B5EF4-FFF2-40B4-BE49-F238E27FC236}">
                <a16:creationId xmlns:a16="http://schemas.microsoft.com/office/drawing/2014/main" id="{7D016E9A-DBBF-0D44-95FF-82C9E6AB7794}"/>
              </a:ext>
            </a:extLst>
          </p:cNvPr>
          <p:cNvGrpSpPr/>
          <p:nvPr/>
        </p:nvGrpSpPr>
        <p:grpSpPr>
          <a:xfrm>
            <a:off x="5032107" y="2338321"/>
            <a:ext cx="989852" cy="1047923"/>
            <a:chOff x="1057515" y="2118865"/>
            <a:chExt cx="989852" cy="1047923"/>
          </a:xfrm>
        </p:grpSpPr>
        <p:grpSp>
          <p:nvGrpSpPr>
            <p:cNvPr id="198" name="Group 90">
              <a:extLst>
                <a:ext uri="{FF2B5EF4-FFF2-40B4-BE49-F238E27FC236}">
                  <a16:creationId xmlns:a16="http://schemas.microsoft.com/office/drawing/2014/main" id="{4C733312-8EE4-8141-86B8-69843921312F}"/>
                </a:ext>
              </a:extLst>
            </p:cNvPr>
            <p:cNvGrpSpPr>
              <a:grpSpLocks/>
            </p:cNvGrpSpPr>
            <p:nvPr/>
          </p:nvGrpSpPr>
          <p:grpSpPr bwMode="auto">
            <a:xfrm>
              <a:off x="1057515" y="2118865"/>
              <a:ext cx="989852" cy="697506"/>
              <a:chOff x="1653" y="2898"/>
              <a:chExt cx="678" cy="473"/>
            </a:xfrm>
            <a:effectLst>
              <a:outerShdw blurRad="50800" dist="38100" dir="18900000" algn="bl" rotWithShape="0">
                <a:prstClr val="black">
                  <a:alpha val="40000"/>
                </a:prstClr>
              </a:outerShdw>
            </a:effectLst>
          </p:grpSpPr>
          <p:sp>
            <p:nvSpPr>
              <p:cNvPr id="225" name="Oval 91">
                <a:extLst>
                  <a:ext uri="{FF2B5EF4-FFF2-40B4-BE49-F238E27FC236}">
                    <a16:creationId xmlns:a16="http://schemas.microsoft.com/office/drawing/2014/main" id="{923EF0B8-E767-1C4C-9DF0-0A6B906BE6E4}"/>
                  </a:ext>
                </a:extLst>
              </p:cNvPr>
              <p:cNvSpPr>
                <a:spLocks noChangeArrowheads="1"/>
              </p:cNvSpPr>
              <p:nvPr/>
            </p:nvSpPr>
            <p:spPr bwMode="auto">
              <a:xfrm>
                <a:off x="1653" y="2898"/>
                <a:ext cx="678" cy="378"/>
              </a:xfrm>
              <a:prstGeom prst="ellipse">
                <a:avLst/>
              </a:prstGeom>
              <a:solidFill>
                <a:schemeClr val="bg1"/>
              </a:solidFill>
              <a:ln w="9525">
                <a:solidFill>
                  <a:srgbClr val="C0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6" name="Text Box 92">
                <a:extLst>
                  <a:ext uri="{FF2B5EF4-FFF2-40B4-BE49-F238E27FC236}">
                    <a16:creationId xmlns:a16="http://schemas.microsoft.com/office/drawing/2014/main" id="{2744196D-C4EA-B148-BCCE-65DCAF41A3F0}"/>
                  </a:ext>
                </a:extLst>
              </p:cNvPr>
              <p:cNvSpPr txBox="1">
                <a:spLocks noChangeArrowheads="1"/>
              </p:cNvSpPr>
              <p:nvPr/>
            </p:nvSpPr>
            <p:spPr bwMode="auto">
              <a:xfrm>
                <a:off x="1733" y="2933"/>
                <a:ext cx="517" cy="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C00000"/>
                    </a:solidFill>
                    <a:effectLst/>
                    <a:uLnTx/>
                    <a:uFillTx/>
                    <a:latin typeface="Arial" charset="0"/>
                    <a:ea typeface="ＭＳ Ｐゴシック" charset="0"/>
                  </a:rPr>
                  <a:t>Inter-AS</a:t>
                </a:r>
              </a:p>
              <a:p>
                <a:pPr marL="0" marR="0" lvl="0" indent="0" defTabSz="91440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C00000"/>
                    </a:solidFill>
                    <a:effectLst/>
                    <a:uLnTx/>
                    <a:uFillTx/>
                    <a:latin typeface="Arial" charset="0"/>
                    <a:ea typeface="ＭＳ Ｐゴシック" charset="0"/>
                  </a:rPr>
                  <a:t>Routing </a:t>
                </a:r>
              </a:p>
              <a:p>
                <a:pPr marL="0" marR="0" lvl="0" indent="0" defTabSz="914400" eaLnBrk="1" fontAlgn="base" latinLnBrk="0" hangingPunct="1">
                  <a:lnSpc>
                    <a:spcPct val="100000"/>
                  </a:lnSpc>
                  <a:spcBef>
                    <a:spcPct val="0"/>
                  </a:spcBef>
                  <a:spcAft>
                    <a:spcPct val="0"/>
                  </a:spcAft>
                  <a:buClrTx/>
                  <a:buSzTx/>
                  <a:buFontTx/>
                  <a:buNone/>
                  <a:tabLst/>
                  <a:defRPr/>
                </a:pPr>
                <a:endParaRPr kumimoji="0" lang="en-US" sz="1200" b="0" i="0" u="none" strike="noStrike" kern="0" cap="none" spc="0" normalizeH="0" baseline="0" noProof="0" dirty="0">
                  <a:ln>
                    <a:noFill/>
                  </a:ln>
                  <a:solidFill>
                    <a:srgbClr val="000099"/>
                  </a:solidFill>
                  <a:effectLst/>
                  <a:uLnTx/>
                  <a:uFillTx/>
                  <a:latin typeface="Arial" charset="0"/>
                  <a:ea typeface="ＭＳ Ｐゴシック" charset="0"/>
                </a:endParaRPr>
              </a:p>
            </p:txBody>
          </p:sp>
        </p:grpSp>
        <p:sp>
          <p:nvSpPr>
            <p:cNvPr id="224" name="Bent-Up Arrow 223">
              <a:extLst>
                <a:ext uri="{FF2B5EF4-FFF2-40B4-BE49-F238E27FC236}">
                  <a16:creationId xmlns:a16="http://schemas.microsoft.com/office/drawing/2014/main" id="{E6589BCE-3634-A944-B320-BEDCD95A1431}"/>
                </a:ext>
              </a:extLst>
            </p:cNvPr>
            <p:cNvSpPr/>
            <p:nvPr/>
          </p:nvSpPr>
          <p:spPr>
            <a:xfrm rot="16200000" flipH="1">
              <a:off x="1454529" y="2810374"/>
              <a:ext cx="524728" cy="188100"/>
            </a:xfrm>
            <a:prstGeom prst="bentUpArrow">
              <a:avLst>
                <a:gd name="adj1" fmla="val 16723"/>
                <a:gd name="adj2" fmla="val 25000"/>
                <a:gd name="adj3" fmla="val 25000"/>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03" name="Rectangle 124">
            <a:extLst>
              <a:ext uri="{FF2B5EF4-FFF2-40B4-BE49-F238E27FC236}">
                <a16:creationId xmlns:a16="http://schemas.microsoft.com/office/drawing/2014/main" id="{3C7AC551-226D-8E4E-ABA0-62752C629EE6}"/>
              </a:ext>
            </a:extLst>
          </p:cNvPr>
          <p:cNvSpPr txBox="1">
            <a:spLocks noChangeArrowheads="1"/>
          </p:cNvSpPr>
          <p:nvPr/>
        </p:nvSpPr>
        <p:spPr>
          <a:xfrm>
            <a:off x="6392032" y="2464615"/>
            <a:ext cx="5711869" cy="680921"/>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22288" lvl="1" indent="-236538">
              <a:buFont typeface="Wingdings" pitchFamily="2" charset="2"/>
              <a:buChar char="§"/>
              <a:defRPr/>
            </a:pPr>
            <a:r>
              <a:rPr lang="en-US" dirty="0"/>
              <a:t>intra-AS routing determine entries for destinations within AS</a:t>
            </a:r>
          </a:p>
        </p:txBody>
      </p:sp>
      <p:sp>
        <p:nvSpPr>
          <p:cNvPr id="305" name="Rectangle 124">
            <a:extLst>
              <a:ext uri="{FF2B5EF4-FFF2-40B4-BE49-F238E27FC236}">
                <a16:creationId xmlns:a16="http://schemas.microsoft.com/office/drawing/2014/main" id="{3ADE1EDF-5A87-0F4C-B6A9-5C485661FF09}"/>
              </a:ext>
            </a:extLst>
          </p:cNvPr>
          <p:cNvSpPr txBox="1">
            <a:spLocks noChangeArrowheads="1"/>
          </p:cNvSpPr>
          <p:nvPr/>
        </p:nvSpPr>
        <p:spPr>
          <a:xfrm>
            <a:off x="6385936" y="3165655"/>
            <a:ext cx="5711869" cy="760169"/>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22288" lvl="1" indent="-236538">
              <a:buFont typeface="Wingdings" pitchFamily="2" charset="2"/>
              <a:buChar char="§"/>
              <a:defRPr/>
            </a:pPr>
            <a:r>
              <a:rPr lang="en-US" dirty="0"/>
              <a:t>inter-AS &amp; intra-AS determine entries for external destinations</a:t>
            </a:r>
          </a:p>
        </p:txBody>
      </p:sp>
    </p:spTree>
    <p:extLst>
      <p:ext uri="{BB962C8B-B14F-4D97-AF65-F5344CB8AC3E}">
        <p14:creationId xmlns:p14="http://schemas.microsoft.com/office/powerpoint/2010/main" val="94115055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82"/>
                                        </p:tgtEl>
                                        <p:attrNameLst>
                                          <p:attrName>style.visibility</p:attrName>
                                        </p:attrNameLst>
                                      </p:cBhvr>
                                      <p:to>
                                        <p:strVal val="visible"/>
                                      </p:to>
                                    </p:set>
                                    <p:animEffect transition="in" filter="dissolve">
                                      <p:cBhvr>
                                        <p:cTn id="7" dur="500"/>
                                        <p:tgtEl>
                                          <p:spTgt spid="28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282"/>
                                        </p:tgtEl>
                                      </p:cBhvr>
                                    </p:animEffect>
                                    <p:set>
                                      <p:cBhvr>
                                        <p:cTn id="12" dur="1" fill="hold">
                                          <p:stCondLst>
                                            <p:cond delay="499"/>
                                          </p:stCondLst>
                                        </p:cTn>
                                        <p:tgtEl>
                                          <p:spTgt spid="282"/>
                                        </p:tgtEl>
                                        <p:attrNameLst>
                                          <p:attrName>style.visibility</p:attrName>
                                        </p:attrNameLst>
                                      </p:cBhvr>
                                      <p:to>
                                        <p:strVal val="hidden"/>
                                      </p:to>
                                    </p:set>
                                  </p:childTnLst>
                                </p:cTn>
                              </p:par>
                              <p:par>
                                <p:cTn id="13" presetID="9" presetClass="entr" presetSubtype="0" fill="hold" nodeType="withEffect">
                                  <p:stCondLst>
                                    <p:cond delay="0"/>
                                  </p:stCondLst>
                                  <p:childTnLst>
                                    <p:set>
                                      <p:cBhvr>
                                        <p:cTn id="14" dur="1" fill="hold">
                                          <p:stCondLst>
                                            <p:cond delay="0"/>
                                          </p:stCondLst>
                                        </p:cTn>
                                        <p:tgtEl>
                                          <p:spTgt spid="312"/>
                                        </p:tgtEl>
                                        <p:attrNameLst>
                                          <p:attrName>style.visibility</p:attrName>
                                        </p:attrNameLst>
                                      </p:cBhvr>
                                      <p:to>
                                        <p:strVal val="visible"/>
                                      </p:to>
                                    </p:set>
                                    <p:animEffect transition="in" filter="dissolve">
                                      <p:cBhvr>
                                        <p:cTn id="15" dur="500"/>
                                        <p:tgtEl>
                                          <p:spTgt spid="31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xit" presetSubtype="0" fill="hold" nodeType="clickEffect">
                                  <p:stCondLst>
                                    <p:cond delay="0"/>
                                  </p:stCondLst>
                                  <p:childTnLst>
                                    <p:animEffect transition="out" filter="dissolve">
                                      <p:cBhvr>
                                        <p:cTn id="19" dur="500"/>
                                        <p:tgtEl>
                                          <p:spTgt spid="312"/>
                                        </p:tgtEl>
                                      </p:cBhvr>
                                    </p:animEffect>
                                    <p:set>
                                      <p:cBhvr>
                                        <p:cTn id="20" dur="1" fill="hold">
                                          <p:stCondLst>
                                            <p:cond delay="499"/>
                                          </p:stCondLst>
                                        </p:cTn>
                                        <p:tgtEl>
                                          <p:spTgt spid="312"/>
                                        </p:tgtEl>
                                        <p:attrNameLst>
                                          <p:attrName>style.visibility</p:attrName>
                                        </p:attrNameLst>
                                      </p:cBhvr>
                                      <p:to>
                                        <p:strVal val="hidden"/>
                                      </p:to>
                                    </p:set>
                                  </p:childTnLst>
                                </p:cTn>
                              </p:par>
                              <p:par>
                                <p:cTn id="21" presetID="9" presetClass="entr" presetSubtype="0" fill="hold" grpId="0" nodeType="withEffect">
                                  <p:stCondLst>
                                    <p:cond delay="0"/>
                                  </p:stCondLst>
                                  <p:childTnLst>
                                    <p:set>
                                      <p:cBhvr>
                                        <p:cTn id="22" dur="1" fill="hold">
                                          <p:stCondLst>
                                            <p:cond delay="0"/>
                                          </p:stCondLst>
                                        </p:cTn>
                                        <p:tgtEl>
                                          <p:spTgt spid="350"/>
                                        </p:tgtEl>
                                        <p:attrNameLst>
                                          <p:attrName>style.visibility</p:attrName>
                                        </p:attrNameLst>
                                      </p:cBhvr>
                                      <p:to>
                                        <p:strVal val="visible"/>
                                      </p:to>
                                    </p:set>
                                    <p:animEffect transition="in" filter="dissolve">
                                      <p:cBhvr>
                                        <p:cTn id="23" dur="500"/>
                                        <p:tgtEl>
                                          <p:spTgt spid="350"/>
                                        </p:tgtEl>
                                      </p:cBhvr>
                                    </p:animEffect>
                                  </p:childTnLst>
                                </p:cTn>
                              </p:par>
                              <p:par>
                                <p:cTn id="24" presetID="22" presetClass="entr" presetSubtype="4" fill="hold" nodeType="withEffect">
                                  <p:stCondLst>
                                    <p:cond delay="0"/>
                                  </p:stCondLst>
                                  <p:childTnLst>
                                    <p:set>
                                      <p:cBhvr>
                                        <p:cTn id="25" dur="1" fill="hold">
                                          <p:stCondLst>
                                            <p:cond delay="0"/>
                                          </p:stCondLst>
                                        </p:cTn>
                                        <p:tgtEl>
                                          <p:spTgt spid="313"/>
                                        </p:tgtEl>
                                        <p:attrNameLst>
                                          <p:attrName>style.visibility</p:attrName>
                                        </p:attrNameLst>
                                      </p:cBhvr>
                                      <p:to>
                                        <p:strVal val="visible"/>
                                      </p:to>
                                    </p:set>
                                    <p:animEffect transition="in" filter="wipe(down)">
                                      <p:cBhvr>
                                        <p:cTn id="26" dur="500"/>
                                        <p:tgtEl>
                                          <p:spTgt spid="313"/>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303"/>
                                        </p:tgtEl>
                                        <p:attrNameLst>
                                          <p:attrName>style.visibility</p:attrName>
                                        </p:attrNameLst>
                                      </p:cBhvr>
                                      <p:to>
                                        <p:strVal val="visible"/>
                                      </p:to>
                                    </p:set>
                                    <p:animEffect transition="in" filter="dissolve">
                                      <p:cBhvr>
                                        <p:cTn id="31" dur="500"/>
                                        <p:tgtEl>
                                          <p:spTgt spid="303"/>
                                        </p:tgtEl>
                                      </p:cBhvr>
                                    </p:animEffect>
                                  </p:childTnLst>
                                </p:cTn>
                              </p:par>
                              <p:par>
                                <p:cTn id="32" presetID="9" presetClass="entr" presetSubtype="0" fill="hold" nodeType="withEffect">
                                  <p:stCondLst>
                                    <p:cond delay="0"/>
                                  </p:stCondLst>
                                  <p:childTnLst>
                                    <p:set>
                                      <p:cBhvr>
                                        <p:cTn id="33" dur="1" fill="hold">
                                          <p:stCondLst>
                                            <p:cond delay="0"/>
                                          </p:stCondLst>
                                        </p:cTn>
                                        <p:tgtEl>
                                          <p:spTgt spid="3"/>
                                        </p:tgtEl>
                                        <p:attrNameLst>
                                          <p:attrName>style.visibility</p:attrName>
                                        </p:attrNameLst>
                                      </p:cBhvr>
                                      <p:to>
                                        <p:strVal val="visible"/>
                                      </p:to>
                                    </p:set>
                                    <p:animEffect transition="in" filter="dissolve">
                                      <p:cBhvr>
                                        <p:cTn id="34" dur="500"/>
                                        <p:tgtEl>
                                          <p:spTgt spid="3"/>
                                        </p:tgtEl>
                                      </p:cBhvr>
                                    </p:animEffect>
                                  </p:childTnLst>
                                </p:cTn>
                              </p:par>
                            </p:childTnLst>
                          </p:cTn>
                        </p:par>
                      </p:childTnLst>
                    </p:cTn>
                  </p:par>
                  <p:par>
                    <p:cTn id="35" fill="hold">
                      <p:stCondLst>
                        <p:cond delay="indefinite"/>
                      </p:stCondLst>
                      <p:childTnLst>
                        <p:par>
                          <p:cTn id="36" fill="hold">
                            <p:stCondLst>
                              <p:cond delay="0"/>
                            </p:stCondLst>
                            <p:childTnLst>
                              <p:par>
                                <p:cTn id="37" presetID="9" presetClass="entr" presetSubtype="0" fill="hold" grpId="0" nodeType="clickEffect">
                                  <p:stCondLst>
                                    <p:cond delay="0"/>
                                  </p:stCondLst>
                                  <p:childTnLst>
                                    <p:set>
                                      <p:cBhvr>
                                        <p:cTn id="38" dur="1" fill="hold">
                                          <p:stCondLst>
                                            <p:cond delay="0"/>
                                          </p:stCondLst>
                                        </p:cTn>
                                        <p:tgtEl>
                                          <p:spTgt spid="305"/>
                                        </p:tgtEl>
                                        <p:attrNameLst>
                                          <p:attrName>style.visibility</p:attrName>
                                        </p:attrNameLst>
                                      </p:cBhvr>
                                      <p:to>
                                        <p:strVal val="visible"/>
                                      </p:to>
                                    </p:set>
                                    <p:animEffect transition="in" filter="dissolve">
                                      <p:cBhvr>
                                        <p:cTn id="39" dur="500"/>
                                        <p:tgtEl>
                                          <p:spTgt spid="305"/>
                                        </p:tgtEl>
                                      </p:cBhvr>
                                    </p:animEffect>
                                  </p:childTnLst>
                                </p:cTn>
                              </p:par>
                              <p:par>
                                <p:cTn id="40" presetID="9" presetClass="entr" presetSubtype="0" fill="hold" nodeType="withEffect">
                                  <p:stCondLst>
                                    <p:cond delay="0"/>
                                  </p:stCondLst>
                                  <p:childTnLst>
                                    <p:set>
                                      <p:cBhvr>
                                        <p:cTn id="41" dur="1" fill="hold">
                                          <p:stCondLst>
                                            <p:cond delay="0"/>
                                          </p:stCondLst>
                                        </p:cTn>
                                        <p:tgtEl>
                                          <p:spTgt spid="2"/>
                                        </p:tgtEl>
                                        <p:attrNameLst>
                                          <p:attrName>style.visibility</p:attrName>
                                        </p:attrNameLst>
                                      </p:cBhvr>
                                      <p:to>
                                        <p:strVal val="visible"/>
                                      </p:to>
                                    </p:set>
                                    <p:animEffect transition="in" filter="dissolve">
                                      <p:cBhvr>
                                        <p:cTn id="42"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0" grpId="0"/>
      <p:bldP spid="303" grpId="0"/>
      <p:bldP spid="305"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5DA1129F-3DCF-3A44-9CC7-AFE5C958C642}"/>
              </a:ext>
            </a:extLst>
          </p:cNvPr>
          <p:cNvSpPr>
            <a:spLocks noGrp="1"/>
          </p:cNvSpPr>
          <p:nvPr>
            <p:ph type="title"/>
          </p:nvPr>
        </p:nvSpPr>
        <p:spPr>
          <a:xfrm>
            <a:off x="838200" y="451821"/>
            <a:ext cx="10873636" cy="894622"/>
          </a:xfrm>
        </p:spPr>
        <p:txBody>
          <a:bodyPr>
            <a:noAutofit/>
          </a:bodyPr>
          <a:lstStyle/>
          <a:p>
            <a:r>
              <a:rPr lang="en-US" sz="4000" b="0" kern="0" dirty="0">
                <a:solidFill>
                  <a:srgbClr val="000099"/>
                </a:solidFill>
                <a:latin typeface="+mn-lt"/>
                <a:ea typeface="ＭＳ Ｐゴシック" charset="0"/>
              </a:rPr>
              <a:t>Inter-AS routing:  a role in intradomain forwarding</a:t>
            </a:r>
            <a:endParaRPr lang="en-US" sz="4000" dirty="0">
              <a:latin typeface="+mn-lt"/>
            </a:endParaRPr>
          </a:p>
        </p:txBody>
      </p:sp>
      <p:sp>
        <p:nvSpPr>
          <p:cNvPr id="5" name="Slide Number Placeholder 4">
            <a:extLst>
              <a:ext uri="{FF2B5EF4-FFF2-40B4-BE49-F238E27FC236}">
                <a16:creationId xmlns:a16="http://schemas.microsoft.com/office/drawing/2014/main" id="{253403F4-351A-E44F-97D7-AD7199580E78}"/>
              </a:ext>
            </a:extLst>
          </p:cNvPr>
          <p:cNvSpPr>
            <a:spLocks noGrp="1"/>
          </p:cNvSpPr>
          <p:nvPr>
            <p:ph type="sldNum" sz="quarter" idx="4"/>
          </p:nvPr>
        </p:nvSpPr>
        <p:spPr/>
        <p:txBody>
          <a:bodyPr/>
          <a:lstStyle/>
          <a:p>
            <a:r>
              <a:rPr lang="en-US" dirty="0"/>
              <a:t>Network Layer: 5-</a:t>
            </a:r>
            <a:fld id="{C4204591-24BD-A542-B9D5-F8D8A88D2FEE}" type="slidenum">
              <a:rPr lang="en-US" smtClean="0"/>
              <a:pPr/>
              <a:t>49</a:t>
            </a:fld>
            <a:endParaRPr lang="en-US" dirty="0"/>
          </a:p>
        </p:txBody>
      </p:sp>
      <p:sp>
        <p:nvSpPr>
          <p:cNvPr id="133" name="Freeform 3">
            <a:extLst>
              <a:ext uri="{FF2B5EF4-FFF2-40B4-BE49-F238E27FC236}">
                <a16:creationId xmlns:a16="http://schemas.microsoft.com/office/drawing/2014/main" id="{E9C365D2-5973-C342-80CF-5D128AC2921C}"/>
              </a:ext>
            </a:extLst>
          </p:cNvPr>
          <p:cNvSpPr>
            <a:spLocks/>
          </p:cNvSpPr>
          <p:nvPr/>
        </p:nvSpPr>
        <p:spPr bwMode="auto">
          <a:xfrm>
            <a:off x="5446783" y="4100650"/>
            <a:ext cx="2351995" cy="1511508"/>
          </a:xfrm>
          <a:custGeom>
            <a:avLst/>
            <a:gdLst>
              <a:gd name="T0" fmla="*/ 1063 w 1162"/>
              <a:gd name="T1" fmla="*/ 49351 h 543"/>
              <a:gd name="T2" fmla="*/ 6960 w 1162"/>
              <a:gd name="T3" fmla="*/ 4162 h 543"/>
              <a:gd name="T4" fmla="*/ 17785 w 1162"/>
              <a:gd name="T5" fmla="*/ 23973 h 543"/>
              <a:gd name="T6" fmla="*/ 21649 w 1162"/>
              <a:gd name="T7" fmla="*/ 72662 h 543"/>
              <a:gd name="T8" fmla="*/ 19828 w 1162"/>
              <a:gd name="T9" fmla="*/ 137161 h 543"/>
              <a:gd name="T10" fmla="*/ 11083 w 1162"/>
              <a:gd name="T11" fmla="*/ 164591 h 543"/>
              <a:gd name="T12" fmla="*/ 1657 w 1162"/>
              <a:gd name="T13" fmla="*/ 133650 h 543"/>
              <a:gd name="T14" fmla="*/ 1063 w 1162"/>
              <a:gd name="T15" fmla="*/ 49351 h 543"/>
              <a:gd name="T16" fmla="*/ 0 60000 65536"/>
              <a:gd name="T17" fmla="*/ 0 60000 65536"/>
              <a:gd name="T18" fmla="*/ 0 60000 65536"/>
              <a:gd name="T19" fmla="*/ 0 60000 65536"/>
              <a:gd name="T20" fmla="*/ 0 60000 65536"/>
              <a:gd name="T21" fmla="*/ 0 60000 65536"/>
              <a:gd name="T22" fmla="*/ 0 60000 65536"/>
              <a:gd name="T23" fmla="*/ 0 60000 65536"/>
              <a:gd name="T24" fmla="*/ 0 w 1162"/>
              <a:gd name="T25" fmla="*/ 0 h 543"/>
              <a:gd name="T26" fmla="*/ 1162 w 1162"/>
              <a:gd name="T27" fmla="*/ 543 h 5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62" h="543">
                <a:moveTo>
                  <a:pt x="56" y="162"/>
                </a:moveTo>
                <a:cubicBezTo>
                  <a:pt x="115" y="100"/>
                  <a:pt x="221" y="28"/>
                  <a:pt x="368" y="14"/>
                </a:cubicBezTo>
                <a:cubicBezTo>
                  <a:pt x="515" y="0"/>
                  <a:pt x="811" y="42"/>
                  <a:pt x="940" y="79"/>
                </a:cubicBezTo>
                <a:cubicBezTo>
                  <a:pt x="1069" y="116"/>
                  <a:pt x="1126" y="177"/>
                  <a:pt x="1144" y="239"/>
                </a:cubicBezTo>
                <a:cubicBezTo>
                  <a:pt x="1162" y="301"/>
                  <a:pt x="1141" y="401"/>
                  <a:pt x="1048" y="451"/>
                </a:cubicBezTo>
                <a:cubicBezTo>
                  <a:pt x="955" y="501"/>
                  <a:pt x="746" y="543"/>
                  <a:pt x="586" y="541"/>
                </a:cubicBezTo>
                <a:cubicBezTo>
                  <a:pt x="426" y="539"/>
                  <a:pt x="176" y="502"/>
                  <a:pt x="88" y="439"/>
                </a:cubicBezTo>
                <a:cubicBezTo>
                  <a:pt x="0" y="376"/>
                  <a:pt x="63" y="220"/>
                  <a:pt x="56" y="162"/>
                </a:cubicBezTo>
                <a:close/>
              </a:path>
            </a:pathLst>
          </a:custGeom>
          <a:solidFill>
            <a:srgbClr val="9CE0FA"/>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4" name="Freeform 4">
            <a:extLst>
              <a:ext uri="{FF2B5EF4-FFF2-40B4-BE49-F238E27FC236}">
                <a16:creationId xmlns:a16="http://schemas.microsoft.com/office/drawing/2014/main" id="{4090092D-F797-484C-B1D2-AD83E59BF3EE}"/>
              </a:ext>
            </a:extLst>
          </p:cNvPr>
          <p:cNvSpPr>
            <a:spLocks/>
          </p:cNvSpPr>
          <p:nvPr/>
        </p:nvSpPr>
        <p:spPr bwMode="auto">
          <a:xfrm>
            <a:off x="1620228" y="3847012"/>
            <a:ext cx="1832250" cy="1498236"/>
          </a:xfrm>
          <a:custGeom>
            <a:avLst/>
            <a:gdLst>
              <a:gd name="T0" fmla="*/ 134 w 1198"/>
              <a:gd name="T1" fmla="*/ 270558 h 451"/>
              <a:gd name="T2" fmla="*/ 273 w 1198"/>
              <a:gd name="T3" fmla="*/ 132828 h 451"/>
              <a:gd name="T4" fmla="*/ 679 w 1198"/>
              <a:gd name="T5" fmla="*/ 73044 h 451"/>
              <a:gd name="T6" fmla="*/ 1501 w 1198"/>
              <a:gd name="T7" fmla="*/ 37135 h 451"/>
              <a:gd name="T8" fmla="*/ 1796 w 1198"/>
              <a:gd name="T9" fmla="*/ 294460 h 451"/>
              <a:gd name="T10" fmla="*/ 1350 w 1198"/>
              <a:gd name="T11" fmla="*/ 616944 h 451"/>
              <a:gd name="T12" fmla="*/ 466 w 1198"/>
              <a:gd name="T13" fmla="*/ 634874 h 451"/>
              <a:gd name="T14" fmla="*/ 54 w 1198"/>
              <a:gd name="T15" fmla="*/ 503524 h 451"/>
              <a:gd name="T16" fmla="*/ 134 w 1198"/>
              <a:gd name="T17" fmla="*/ 270558 h 45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98"/>
              <a:gd name="T28" fmla="*/ 0 h 451"/>
              <a:gd name="T29" fmla="*/ 1198 w 1198"/>
              <a:gd name="T30" fmla="*/ 451 h 45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98" h="451">
                <a:moveTo>
                  <a:pt x="88" y="181"/>
                </a:moveTo>
                <a:cubicBezTo>
                  <a:pt x="159" y="143"/>
                  <a:pt x="120" y="111"/>
                  <a:pt x="180" y="89"/>
                </a:cubicBezTo>
                <a:cubicBezTo>
                  <a:pt x="240" y="67"/>
                  <a:pt x="313" y="60"/>
                  <a:pt x="448" y="49"/>
                </a:cubicBezTo>
                <a:cubicBezTo>
                  <a:pt x="583" y="38"/>
                  <a:pt x="866" y="0"/>
                  <a:pt x="988" y="25"/>
                </a:cubicBezTo>
                <a:cubicBezTo>
                  <a:pt x="1110" y="50"/>
                  <a:pt x="1198" y="132"/>
                  <a:pt x="1181" y="197"/>
                </a:cubicBezTo>
                <a:cubicBezTo>
                  <a:pt x="1164" y="262"/>
                  <a:pt x="1034" y="375"/>
                  <a:pt x="889" y="413"/>
                </a:cubicBezTo>
                <a:cubicBezTo>
                  <a:pt x="744" y="451"/>
                  <a:pt x="449" y="438"/>
                  <a:pt x="307" y="425"/>
                </a:cubicBezTo>
                <a:cubicBezTo>
                  <a:pt x="165" y="412"/>
                  <a:pt x="72" y="378"/>
                  <a:pt x="36" y="337"/>
                </a:cubicBezTo>
                <a:cubicBezTo>
                  <a:pt x="0" y="296"/>
                  <a:pt x="77" y="213"/>
                  <a:pt x="88" y="181"/>
                </a:cubicBezTo>
                <a:close/>
              </a:path>
            </a:pathLst>
          </a:custGeom>
          <a:solidFill>
            <a:srgbClr val="9CE0FA"/>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5" name="Freeform 5">
            <a:extLst>
              <a:ext uri="{FF2B5EF4-FFF2-40B4-BE49-F238E27FC236}">
                <a16:creationId xmlns:a16="http://schemas.microsoft.com/office/drawing/2014/main" id="{D3A2AF50-CEA9-924C-8C29-0549AF5748DF}"/>
              </a:ext>
            </a:extLst>
          </p:cNvPr>
          <p:cNvSpPr>
            <a:spLocks/>
          </p:cNvSpPr>
          <p:nvPr/>
        </p:nvSpPr>
        <p:spPr bwMode="auto">
          <a:xfrm>
            <a:off x="2802795" y="4927925"/>
            <a:ext cx="2930139" cy="1167917"/>
          </a:xfrm>
          <a:custGeom>
            <a:avLst/>
            <a:gdLst>
              <a:gd name="T0" fmla="*/ 1319 w 1583"/>
              <a:gd name="T1" fmla="*/ 862 h 682"/>
              <a:gd name="T2" fmla="*/ 3445 w 1583"/>
              <a:gd name="T3" fmla="*/ 285 h 682"/>
              <a:gd name="T4" fmla="*/ 6645 w 1583"/>
              <a:gd name="T5" fmla="*/ 77 h 682"/>
              <a:gd name="T6" fmla="*/ 9794 w 1583"/>
              <a:gd name="T7" fmla="*/ 744 h 682"/>
              <a:gd name="T8" fmla="*/ 13238 w 1583"/>
              <a:gd name="T9" fmla="*/ 1642 h 682"/>
              <a:gd name="T10" fmla="*/ 10773 w 1583"/>
              <a:gd name="T11" fmla="*/ 2476 h 682"/>
              <a:gd name="T12" fmla="*/ 5844 w 1583"/>
              <a:gd name="T13" fmla="*/ 2523 h 682"/>
              <a:gd name="T14" fmla="*/ 751 w 1583"/>
              <a:gd name="T15" fmla="*/ 2291 h 682"/>
              <a:gd name="T16" fmla="*/ 1319 w 1583"/>
              <a:gd name="T17" fmla="*/ 862 h 68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83"/>
              <a:gd name="T28" fmla="*/ 0 h 682"/>
              <a:gd name="T29" fmla="*/ 1583 w 1583"/>
              <a:gd name="T30" fmla="*/ 682 h 68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83" h="682">
                <a:moveTo>
                  <a:pt x="155" y="224"/>
                </a:moveTo>
                <a:cubicBezTo>
                  <a:pt x="208" y="137"/>
                  <a:pt x="302" y="108"/>
                  <a:pt x="407" y="74"/>
                </a:cubicBezTo>
                <a:cubicBezTo>
                  <a:pt x="512" y="40"/>
                  <a:pt x="660" y="0"/>
                  <a:pt x="785" y="20"/>
                </a:cubicBezTo>
                <a:cubicBezTo>
                  <a:pt x="910" y="40"/>
                  <a:pt x="1027" y="126"/>
                  <a:pt x="1157" y="194"/>
                </a:cubicBezTo>
                <a:cubicBezTo>
                  <a:pt x="1287" y="262"/>
                  <a:pt x="1545" y="353"/>
                  <a:pt x="1564" y="428"/>
                </a:cubicBezTo>
                <a:cubicBezTo>
                  <a:pt x="1583" y="503"/>
                  <a:pt x="1417" y="606"/>
                  <a:pt x="1272" y="644"/>
                </a:cubicBezTo>
                <a:cubicBezTo>
                  <a:pt x="1127" y="682"/>
                  <a:pt x="887" y="664"/>
                  <a:pt x="690" y="656"/>
                </a:cubicBezTo>
                <a:cubicBezTo>
                  <a:pt x="493" y="648"/>
                  <a:pt x="178" y="668"/>
                  <a:pt x="89" y="596"/>
                </a:cubicBezTo>
                <a:cubicBezTo>
                  <a:pt x="0" y="524"/>
                  <a:pt x="102" y="311"/>
                  <a:pt x="155" y="224"/>
                </a:cubicBezTo>
                <a:close/>
              </a:path>
            </a:pathLst>
          </a:custGeom>
          <a:solidFill>
            <a:srgbClr val="9CE0FA"/>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6" name="Oval 6">
            <a:extLst>
              <a:ext uri="{FF2B5EF4-FFF2-40B4-BE49-F238E27FC236}">
                <a16:creationId xmlns:a16="http://schemas.microsoft.com/office/drawing/2014/main" id="{D886B232-293A-5347-8A9F-D005603A3D64}"/>
              </a:ext>
            </a:extLst>
          </p:cNvPr>
          <p:cNvSpPr>
            <a:spLocks noChangeArrowheads="1"/>
          </p:cNvSpPr>
          <p:nvPr/>
        </p:nvSpPr>
        <p:spPr bwMode="auto">
          <a:xfrm>
            <a:off x="2001278" y="4926450"/>
            <a:ext cx="456967" cy="119446"/>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7" name="Line 7">
            <a:extLst>
              <a:ext uri="{FF2B5EF4-FFF2-40B4-BE49-F238E27FC236}">
                <a16:creationId xmlns:a16="http://schemas.microsoft.com/office/drawing/2014/main" id="{48D605CF-ABE3-1B4F-A232-D527090F964F}"/>
              </a:ext>
            </a:extLst>
          </p:cNvPr>
          <p:cNvSpPr>
            <a:spLocks noChangeShapeType="1"/>
          </p:cNvSpPr>
          <p:nvPr/>
        </p:nvSpPr>
        <p:spPr bwMode="auto">
          <a:xfrm>
            <a:off x="2001278" y="4916128"/>
            <a:ext cx="0" cy="76681"/>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8" name="Line 8">
            <a:extLst>
              <a:ext uri="{FF2B5EF4-FFF2-40B4-BE49-F238E27FC236}">
                <a16:creationId xmlns:a16="http://schemas.microsoft.com/office/drawing/2014/main" id="{6E612E8D-CA6C-F94A-8F5F-7BEED5AE7E82}"/>
              </a:ext>
            </a:extLst>
          </p:cNvPr>
          <p:cNvSpPr>
            <a:spLocks noChangeShapeType="1"/>
          </p:cNvSpPr>
          <p:nvPr/>
        </p:nvSpPr>
        <p:spPr bwMode="auto">
          <a:xfrm>
            <a:off x="2458245" y="4916128"/>
            <a:ext cx="0" cy="76681"/>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9" name="Rectangle 9">
            <a:extLst>
              <a:ext uri="{FF2B5EF4-FFF2-40B4-BE49-F238E27FC236}">
                <a16:creationId xmlns:a16="http://schemas.microsoft.com/office/drawing/2014/main" id="{0E2B504C-B9E0-FC47-9368-53C623397F64}"/>
              </a:ext>
            </a:extLst>
          </p:cNvPr>
          <p:cNvSpPr>
            <a:spLocks noChangeArrowheads="1"/>
          </p:cNvSpPr>
          <p:nvPr/>
        </p:nvSpPr>
        <p:spPr bwMode="auto">
          <a:xfrm>
            <a:off x="2001278" y="4916128"/>
            <a:ext cx="452588" cy="75207"/>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0" name="Oval 10">
            <a:extLst>
              <a:ext uri="{FF2B5EF4-FFF2-40B4-BE49-F238E27FC236}">
                <a16:creationId xmlns:a16="http://schemas.microsoft.com/office/drawing/2014/main" id="{9EFBE396-B625-0344-8E23-5BBAD57A09A7}"/>
              </a:ext>
            </a:extLst>
          </p:cNvPr>
          <p:cNvSpPr>
            <a:spLocks noChangeArrowheads="1"/>
          </p:cNvSpPr>
          <p:nvPr/>
        </p:nvSpPr>
        <p:spPr bwMode="auto">
          <a:xfrm>
            <a:off x="1996898" y="4829124"/>
            <a:ext cx="456967" cy="14009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1" name="Rectangle 11">
            <a:extLst>
              <a:ext uri="{FF2B5EF4-FFF2-40B4-BE49-F238E27FC236}">
                <a16:creationId xmlns:a16="http://schemas.microsoft.com/office/drawing/2014/main" id="{F0DBD69C-A5DB-DC4A-AE43-093463BEFD9F}"/>
              </a:ext>
            </a:extLst>
          </p:cNvPr>
          <p:cNvSpPr>
            <a:spLocks noChangeArrowheads="1"/>
          </p:cNvSpPr>
          <p:nvPr/>
        </p:nvSpPr>
        <p:spPr bwMode="auto">
          <a:xfrm>
            <a:off x="2123914" y="4848294"/>
            <a:ext cx="205854" cy="182856"/>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2" name="Text Box 12">
            <a:extLst>
              <a:ext uri="{FF2B5EF4-FFF2-40B4-BE49-F238E27FC236}">
                <a16:creationId xmlns:a16="http://schemas.microsoft.com/office/drawing/2014/main" id="{9C707F26-D218-B941-ACA7-2537E8CEE743}"/>
              </a:ext>
            </a:extLst>
          </p:cNvPr>
          <p:cNvSpPr txBox="1">
            <a:spLocks noChangeArrowheads="1"/>
          </p:cNvSpPr>
          <p:nvPr/>
        </p:nvSpPr>
        <p:spPr bwMode="auto">
          <a:xfrm>
            <a:off x="1998358" y="4752442"/>
            <a:ext cx="467187" cy="39667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3b</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3" name="Oval 13">
            <a:extLst>
              <a:ext uri="{FF2B5EF4-FFF2-40B4-BE49-F238E27FC236}">
                <a16:creationId xmlns:a16="http://schemas.microsoft.com/office/drawing/2014/main" id="{F5CAF371-FE17-244E-B591-ECED8083E85E}"/>
              </a:ext>
            </a:extLst>
          </p:cNvPr>
          <p:cNvSpPr>
            <a:spLocks noChangeArrowheads="1"/>
          </p:cNvSpPr>
          <p:nvPr/>
        </p:nvSpPr>
        <p:spPr bwMode="auto">
          <a:xfrm>
            <a:off x="3779509" y="5820083"/>
            <a:ext cx="456967" cy="119446"/>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4" name="Line 14">
            <a:extLst>
              <a:ext uri="{FF2B5EF4-FFF2-40B4-BE49-F238E27FC236}">
                <a16:creationId xmlns:a16="http://schemas.microsoft.com/office/drawing/2014/main" id="{21854A4C-DB2D-E340-B5A9-97C52C8C104F}"/>
              </a:ext>
            </a:extLst>
          </p:cNvPr>
          <p:cNvSpPr>
            <a:spLocks noChangeShapeType="1"/>
          </p:cNvSpPr>
          <p:nvPr/>
        </p:nvSpPr>
        <p:spPr bwMode="auto">
          <a:xfrm>
            <a:off x="3779509" y="5809761"/>
            <a:ext cx="0" cy="76681"/>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5" name="Line 15">
            <a:extLst>
              <a:ext uri="{FF2B5EF4-FFF2-40B4-BE49-F238E27FC236}">
                <a16:creationId xmlns:a16="http://schemas.microsoft.com/office/drawing/2014/main" id="{E1CB0695-60DD-C243-A589-4B84D9A97D8C}"/>
              </a:ext>
            </a:extLst>
          </p:cNvPr>
          <p:cNvSpPr>
            <a:spLocks noChangeShapeType="1"/>
          </p:cNvSpPr>
          <p:nvPr/>
        </p:nvSpPr>
        <p:spPr bwMode="auto">
          <a:xfrm>
            <a:off x="4236476" y="5809761"/>
            <a:ext cx="0" cy="76681"/>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6" name="Rectangle 16">
            <a:extLst>
              <a:ext uri="{FF2B5EF4-FFF2-40B4-BE49-F238E27FC236}">
                <a16:creationId xmlns:a16="http://schemas.microsoft.com/office/drawing/2014/main" id="{5BD440AE-D73F-7F45-9AA6-838A5A161111}"/>
              </a:ext>
            </a:extLst>
          </p:cNvPr>
          <p:cNvSpPr>
            <a:spLocks noChangeArrowheads="1"/>
          </p:cNvSpPr>
          <p:nvPr/>
        </p:nvSpPr>
        <p:spPr bwMode="auto">
          <a:xfrm>
            <a:off x="3779509" y="5809761"/>
            <a:ext cx="452588" cy="75207"/>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7" name="Oval 17">
            <a:extLst>
              <a:ext uri="{FF2B5EF4-FFF2-40B4-BE49-F238E27FC236}">
                <a16:creationId xmlns:a16="http://schemas.microsoft.com/office/drawing/2014/main" id="{E5795699-8636-AB42-9278-8D9E1A42842D}"/>
              </a:ext>
            </a:extLst>
          </p:cNvPr>
          <p:cNvSpPr>
            <a:spLocks noChangeArrowheads="1"/>
          </p:cNvSpPr>
          <p:nvPr/>
        </p:nvSpPr>
        <p:spPr bwMode="auto">
          <a:xfrm>
            <a:off x="3775129" y="5722757"/>
            <a:ext cx="456967" cy="14009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48" name="Group 18">
            <a:extLst>
              <a:ext uri="{FF2B5EF4-FFF2-40B4-BE49-F238E27FC236}">
                <a16:creationId xmlns:a16="http://schemas.microsoft.com/office/drawing/2014/main" id="{6B8409BD-7477-6747-91EB-78CFC8F8BA47}"/>
              </a:ext>
            </a:extLst>
          </p:cNvPr>
          <p:cNvGrpSpPr>
            <a:grpSpLocks/>
          </p:cNvGrpSpPr>
          <p:nvPr/>
        </p:nvGrpSpPr>
        <p:grpSpPr bwMode="auto">
          <a:xfrm>
            <a:off x="3778049" y="5637228"/>
            <a:ext cx="468647" cy="396679"/>
            <a:chOff x="2897" y="2425"/>
            <a:chExt cx="323" cy="269"/>
          </a:xfrm>
        </p:grpSpPr>
        <p:sp>
          <p:nvSpPr>
            <p:cNvPr id="251" name="Rectangle 19">
              <a:extLst>
                <a:ext uri="{FF2B5EF4-FFF2-40B4-BE49-F238E27FC236}">
                  <a16:creationId xmlns:a16="http://schemas.microsoft.com/office/drawing/2014/main" id="{7D7609E8-756E-1B41-AE93-5463D8AF72AE}"/>
                </a:ext>
              </a:extLst>
            </p:cNvPr>
            <p:cNvSpPr>
              <a:spLocks noChangeArrowheads="1"/>
            </p:cNvSpPr>
            <p:nvPr/>
          </p:nvSpPr>
          <p:spPr bwMode="auto">
            <a:xfrm>
              <a:off x="2982" y="2490"/>
              <a:ext cx="142"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2" name="Text Box 20">
              <a:extLst>
                <a:ext uri="{FF2B5EF4-FFF2-40B4-BE49-F238E27FC236}">
                  <a16:creationId xmlns:a16="http://schemas.microsoft.com/office/drawing/2014/main" id="{7B4233D3-81BD-B448-80FE-0C01096615A5}"/>
                </a:ext>
              </a:extLst>
            </p:cNvPr>
            <p:cNvSpPr txBox="1">
              <a:spLocks noChangeArrowheads="1"/>
            </p:cNvSpPr>
            <p:nvPr/>
          </p:nvSpPr>
          <p:spPr bwMode="auto">
            <a:xfrm>
              <a:off x="2897" y="2425"/>
              <a:ext cx="323" cy="26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1d</a:t>
              </a:r>
            </a:p>
          </p:txBody>
        </p:sp>
      </p:grpSp>
      <p:sp>
        <p:nvSpPr>
          <p:cNvPr id="149" name="Oval 21">
            <a:extLst>
              <a:ext uri="{FF2B5EF4-FFF2-40B4-BE49-F238E27FC236}">
                <a16:creationId xmlns:a16="http://schemas.microsoft.com/office/drawing/2014/main" id="{7AA5B5C8-99AF-D744-91DD-4758CEDCAEAA}"/>
              </a:ext>
            </a:extLst>
          </p:cNvPr>
          <p:cNvSpPr>
            <a:spLocks noChangeArrowheads="1"/>
          </p:cNvSpPr>
          <p:nvPr/>
        </p:nvSpPr>
        <p:spPr bwMode="auto">
          <a:xfrm>
            <a:off x="2820315" y="4731797"/>
            <a:ext cx="456967" cy="1223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0" name="Line 22">
            <a:extLst>
              <a:ext uri="{FF2B5EF4-FFF2-40B4-BE49-F238E27FC236}">
                <a16:creationId xmlns:a16="http://schemas.microsoft.com/office/drawing/2014/main" id="{3F1A6000-25C3-6A47-897A-6B2052E82150}"/>
              </a:ext>
            </a:extLst>
          </p:cNvPr>
          <p:cNvSpPr>
            <a:spLocks noChangeShapeType="1"/>
          </p:cNvSpPr>
          <p:nvPr/>
        </p:nvSpPr>
        <p:spPr bwMode="auto">
          <a:xfrm>
            <a:off x="2820315" y="4721475"/>
            <a:ext cx="0" cy="73732"/>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1" name="Line 23">
            <a:extLst>
              <a:ext uri="{FF2B5EF4-FFF2-40B4-BE49-F238E27FC236}">
                <a16:creationId xmlns:a16="http://schemas.microsoft.com/office/drawing/2014/main" id="{2C6C2593-75EB-9041-B98E-049BD334D460}"/>
              </a:ext>
            </a:extLst>
          </p:cNvPr>
          <p:cNvSpPr>
            <a:spLocks noChangeShapeType="1"/>
          </p:cNvSpPr>
          <p:nvPr/>
        </p:nvSpPr>
        <p:spPr bwMode="auto">
          <a:xfrm>
            <a:off x="3277282" y="4721475"/>
            <a:ext cx="0" cy="73732"/>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2" name="Rectangle 24">
            <a:extLst>
              <a:ext uri="{FF2B5EF4-FFF2-40B4-BE49-F238E27FC236}">
                <a16:creationId xmlns:a16="http://schemas.microsoft.com/office/drawing/2014/main" id="{503F2144-C006-BA4A-A54C-154D6C9ABA2E}"/>
              </a:ext>
            </a:extLst>
          </p:cNvPr>
          <p:cNvSpPr>
            <a:spLocks noChangeArrowheads="1"/>
          </p:cNvSpPr>
          <p:nvPr/>
        </p:nvSpPr>
        <p:spPr bwMode="auto">
          <a:xfrm>
            <a:off x="2820315" y="4721475"/>
            <a:ext cx="452588" cy="6930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3" name="Oval 25">
            <a:extLst>
              <a:ext uri="{FF2B5EF4-FFF2-40B4-BE49-F238E27FC236}">
                <a16:creationId xmlns:a16="http://schemas.microsoft.com/office/drawing/2014/main" id="{D492E009-7760-4343-874C-AD3B41835873}"/>
              </a:ext>
            </a:extLst>
          </p:cNvPr>
          <p:cNvSpPr>
            <a:spLocks noChangeArrowheads="1"/>
          </p:cNvSpPr>
          <p:nvPr/>
        </p:nvSpPr>
        <p:spPr bwMode="auto">
          <a:xfrm>
            <a:off x="2815935" y="4634471"/>
            <a:ext cx="456967" cy="14009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4" name="Rectangle 26">
            <a:extLst>
              <a:ext uri="{FF2B5EF4-FFF2-40B4-BE49-F238E27FC236}">
                <a16:creationId xmlns:a16="http://schemas.microsoft.com/office/drawing/2014/main" id="{F8BDB031-7C07-264D-B086-6DC72DC78BDE}"/>
              </a:ext>
            </a:extLst>
          </p:cNvPr>
          <p:cNvSpPr>
            <a:spLocks noChangeArrowheads="1"/>
          </p:cNvSpPr>
          <p:nvPr/>
        </p:nvSpPr>
        <p:spPr bwMode="auto">
          <a:xfrm>
            <a:off x="2942952" y="4653641"/>
            <a:ext cx="207314" cy="162211"/>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5" name="Text Box 27">
            <a:extLst>
              <a:ext uri="{FF2B5EF4-FFF2-40B4-BE49-F238E27FC236}">
                <a16:creationId xmlns:a16="http://schemas.microsoft.com/office/drawing/2014/main" id="{B087AFAB-7C65-874C-8F8F-3012C906099F}"/>
              </a:ext>
            </a:extLst>
          </p:cNvPr>
          <p:cNvSpPr txBox="1">
            <a:spLocks noChangeArrowheads="1"/>
          </p:cNvSpPr>
          <p:nvPr/>
        </p:nvSpPr>
        <p:spPr bwMode="auto">
          <a:xfrm>
            <a:off x="2818855" y="4556315"/>
            <a:ext cx="467187" cy="39667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3a</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6" name="Oval 28">
            <a:extLst>
              <a:ext uri="{FF2B5EF4-FFF2-40B4-BE49-F238E27FC236}">
                <a16:creationId xmlns:a16="http://schemas.microsoft.com/office/drawing/2014/main" id="{87CEC350-ADF1-E24F-A235-1A9B645EFA00}"/>
              </a:ext>
            </a:extLst>
          </p:cNvPr>
          <p:cNvSpPr>
            <a:spLocks noChangeArrowheads="1"/>
          </p:cNvSpPr>
          <p:nvPr/>
        </p:nvSpPr>
        <p:spPr bwMode="auto">
          <a:xfrm>
            <a:off x="3726950" y="5236125"/>
            <a:ext cx="456967" cy="119446"/>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7" name="Line 29">
            <a:extLst>
              <a:ext uri="{FF2B5EF4-FFF2-40B4-BE49-F238E27FC236}">
                <a16:creationId xmlns:a16="http://schemas.microsoft.com/office/drawing/2014/main" id="{5782FBF4-093E-9947-AAA6-533CA371CD3F}"/>
              </a:ext>
            </a:extLst>
          </p:cNvPr>
          <p:cNvSpPr>
            <a:spLocks noChangeShapeType="1"/>
          </p:cNvSpPr>
          <p:nvPr/>
        </p:nvSpPr>
        <p:spPr bwMode="auto">
          <a:xfrm>
            <a:off x="3726950" y="5227277"/>
            <a:ext cx="0" cy="7520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8" name="Line 30">
            <a:extLst>
              <a:ext uri="{FF2B5EF4-FFF2-40B4-BE49-F238E27FC236}">
                <a16:creationId xmlns:a16="http://schemas.microsoft.com/office/drawing/2014/main" id="{FA0971A2-9137-1943-A6F3-BD3716BCCBB6}"/>
              </a:ext>
            </a:extLst>
          </p:cNvPr>
          <p:cNvSpPr>
            <a:spLocks noChangeShapeType="1"/>
          </p:cNvSpPr>
          <p:nvPr/>
        </p:nvSpPr>
        <p:spPr bwMode="auto">
          <a:xfrm>
            <a:off x="4183917" y="5227277"/>
            <a:ext cx="0" cy="7520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9" name="Rectangle 31">
            <a:extLst>
              <a:ext uri="{FF2B5EF4-FFF2-40B4-BE49-F238E27FC236}">
                <a16:creationId xmlns:a16="http://schemas.microsoft.com/office/drawing/2014/main" id="{FBE8FDDA-4B2E-BE4C-95BF-585222778ECA}"/>
              </a:ext>
            </a:extLst>
          </p:cNvPr>
          <p:cNvSpPr>
            <a:spLocks noChangeArrowheads="1"/>
          </p:cNvSpPr>
          <p:nvPr/>
        </p:nvSpPr>
        <p:spPr bwMode="auto">
          <a:xfrm>
            <a:off x="3726950" y="5227277"/>
            <a:ext cx="452588" cy="70783"/>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0" name="Oval 32">
            <a:extLst>
              <a:ext uri="{FF2B5EF4-FFF2-40B4-BE49-F238E27FC236}">
                <a16:creationId xmlns:a16="http://schemas.microsoft.com/office/drawing/2014/main" id="{6DE39B5B-BD23-3044-9274-CFE1A3DFE64E}"/>
              </a:ext>
            </a:extLst>
          </p:cNvPr>
          <p:cNvSpPr>
            <a:spLocks noChangeArrowheads="1"/>
          </p:cNvSpPr>
          <p:nvPr/>
        </p:nvSpPr>
        <p:spPr bwMode="auto">
          <a:xfrm>
            <a:off x="3722570" y="5138799"/>
            <a:ext cx="456967" cy="14009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61" name="Group 33">
            <a:extLst>
              <a:ext uri="{FF2B5EF4-FFF2-40B4-BE49-F238E27FC236}">
                <a16:creationId xmlns:a16="http://schemas.microsoft.com/office/drawing/2014/main" id="{D6CD68FD-658B-EA4A-AFA2-F4EE9AE43DCA}"/>
              </a:ext>
            </a:extLst>
          </p:cNvPr>
          <p:cNvGrpSpPr>
            <a:grpSpLocks/>
          </p:cNvGrpSpPr>
          <p:nvPr/>
        </p:nvGrpSpPr>
        <p:grpSpPr bwMode="auto">
          <a:xfrm>
            <a:off x="3729870" y="5053269"/>
            <a:ext cx="452588" cy="398153"/>
            <a:chOff x="2899" y="2425"/>
            <a:chExt cx="319" cy="270"/>
          </a:xfrm>
        </p:grpSpPr>
        <p:sp>
          <p:nvSpPr>
            <p:cNvPr id="249" name="Rectangle 34">
              <a:extLst>
                <a:ext uri="{FF2B5EF4-FFF2-40B4-BE49-F238E27FC236}">
                  <a16:creationId xmlns:a16="http://schemas.microsoft.com/office/drawing/2014/main" id="{C85F8938-221C-6441-94A5-77506E21CEF5}"/>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0" name="Text Box 35">
              <a:extLst>
                <a:ext uri="{FF2B5EF4-FFF2-40B4-BE49-F238E27FC236}">
                  <a16:creationId xmlns:a16="http://schemas.microsoft.com/office/drawing/2014/main" id="{430475AC-A5D0-EF4C-9180-A3E96828AD84}"/>
                </a:ext>
              </a:extLst>
            </p:cNvPr>
            <p:cNvSpPr txBox="1">
              <a:spLocks noChangeArrowheads="1"/>
            </p:cNvSpPr>
            <p:nvPr/>
          </p:nvSpPr>
          <p:spPr bwMode="auto">
            <a:xfrm>
              <a:off x="2899" y="2425"/>
              <a:ext cx="319" cy="27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1c</a:t>
              </a:r>
            </a:p>
          </p:txBody>
        </p:sp>
      </p:grpSp>
      <p:sp>
        <p:nvSpPr>
          <p:cNvPr id="162" name="Line 36">
            <a:extLst>
              <a:ext uri="{FF2B5EF4-FFF2-40B4-BE49-F238E27FC236}">
                <a16:creationId xmlns:a16="http://schemas.microsoft.com/office/drawing/2014/main" id="{AF16B8FF-7450-3B46-865A-EC0F92A90E8F}"/>
              </a:ext>
            </a:extLst>
          </p:cNvPr>
          <p:cNvSpPr>
            <a:spLocks noChangeShapeType="1"/>
          </p:cNvSpPr>
          <p:nvPr/>
        </p:nvSpPr>
        <p:spPr bwMode="auto">
          <a:xfrm>
            <a:off x="6347578" y="4971418"/>
            <a:ext cx="449668" cy="14451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3" name="Line 37">
            <a:extLst>
              <a:ext uri="{FF2B5EF4-FFF2-40B4-BE49-F238E27FC236}">
                <a16:creationId xmlns:a16="http://schemas.microsoft.com/office/drawing/2014/main" id="{B705DAC1-A436-FC47-B3A5-64086AE0207E}"/>
              </a:ext>
            </a:extLst>
          </p:cNvPr>
          <p:cNvSpPr>
            <a:spLocks noChangeShapeType="1"/>
          </p:cNvSpPr>
          <p:nvPr/>
        </p:nvSpPr>
        <p:spPr bwMode="auto">
          <a:xfrm>
            <a:off x="6820605" y="4846819"/>
            <a:ext cx="132856" cy="171058"/>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4" name="Line 38">
            <a:extLst>
              <a:ext uri="{FF2B5EF4-FFF2-40B4-BE49-F238E27FC236}">
                <a16:creationId xmlns:a16="http://schemas.microsoft.com/office/drawing/2014/main" id="{B646BCF5-2213-9142-8477-66C7DFEE38E7}"/>
              </a:ext>
            </a:extLst>
          </p:cNvPr>
          <p:cNvSpPr>
            <a:spLocks noChangeShapeType="1"/>
          </p:cNvSpPr>
          <p:nvPr/>
        </p:nvSpPr>
        <p:spPr bwMode="auto">
          <a:xfrm flipV="1">
            <a:off x="6248301" y="4781935"/>
            <a:ext cx="166435" cy="112073"/>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5" name="Freeform 39">
            <a:extLst>
              <a:ext uri="{FF2B5EF4-FFF2-40B4-BE49-F238E27FC236}">
                <a16:creationId xmlns:a16="http://schemas.microsoft.com/office/drawing/2014/main" id="{1A359E4A-1EBE-234F-9DE9-E4FB43E18A2D}"/>
              </a:ext>
            </a:extLst>
          </p:cNvPr>
          <p:cNvSpPr>
            <a:spLocks/>
          </p:cNvSpPr>
          <p:nvPr/>
        </p:nvSpPr>
        <p:spPr bwMode="auto">
          <a:xfrm>
            <a:off x="4233556" y="5716858"/>
            <a:ext cx="385429" cy="120921"/>
          </a:xfrm>
          <a:custGeom>
            <a:avLst/>
            <a:gdLst>
              <a:gd name="T0" fmla="*/ 0 w 264"/>
              <a:gd name="T1" fmla="*/ 82 h 82"/>
              <a:gd name="T2" fmla="*/ 264 w 264"/>
              <a:gd name="T3" fmla="*/ 0 h 82"/>
              <a:gd name="T4" fmla="*/ 0 60000 65536"/>
              <a:gd name="T5" fmla="*/ 0 60000 65536"/>
              <a:gd name="T6" fmla="*/ 0 w 264"/>
              <a:gd name="T7" fmla="*/ 0 h 82"/>
              <a:gd name="T8" fmla="*/ 264 w 264"/>
              <a:gd name="T9" fmla="*/ 82 h 82"/>
            </a:gdLst>
            <a:ahLst/>
            <a:cxnLst>
              <a:cxn ang="T4">
                <a:pos x="T0" y="T1"/>
              </a:cxn>
              <a:cxn ang="T5">
                <a:pos x="T2" y="T3"/>
              </a:cxn>
            </a:cxnLst>
            <a:rect l="T6" t="T7" r="T8" b="T9"/>
            <a:pathLst>
              <a:path w="264" h="82">
                <a:moveTo>
                  <a:pt x="0" y="82"/>
                </a:moveTo>
                <a:lnTo>
                  <a:pt x="264" y="0"/>
                </a:lnTo>
              </a:path>
            </a:pathLst>
          </a:custGeom>
          <a:noFill/>
          <a:ln w="28575" cap="flat" cmpd="sng">
            <a:solidFill>
              <a:srgbClr val="000000"/>
            </a:solidFill>
            <a:prstDash val="solid"/>
            <a:round/>
            <a:headEnd type="none" w="med" len="med"/>
            <a:tailEnd type="none" w="med" len="me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6" name="Freeform 40">
            <a:extLst>
              <a:ext uri="{FF2B5EF4-FFF2-40B4-BE49-F238E27FC236}">
                <a16:creationId xmlns:a16="http://schemas.microsoft.com/office/drawing/2014/main" id="{097126F1-D995-444D-8642-03F5F5E0DBAA}"/>
              </a:ext>
            </a:extLst>
          </p:cNvPr>
          <p:cNvSpPr>
            <a:spLocks/>
          </p:cNvSpPr>
          <p:nvPr/>
        </p:nvSpPr>
        <p:spPr bwMode="auto">
          <a:xfrm>
            <a:off x="3561975" y="5663771"/>
            <a:ext cx="221914" cy="174008"/>
          </a:xfrm>
          <a:custGeom>
            <a:avLst/>
            <a:gdLst>
              <a:gd name="T0" fmla="*/ 0 w 152"/>
              <a:gd name="T1" fmla="*/ 0 h 118"/>
              <a:gd name="T2" fmla="*/ 152 w 152"/>
              <a:gd name="T3" fmla="*/ 118 h 118"/>
              <a:gd name="T4" fmla="*/ 0 60000 65536"/>
              <a:gd name="T5" fmla="*/ 0 60000 65536"/>
              <a:gd name="T6" fmla="*/ 0 w 152"/>
              <a:gd name="T7" fmla="*/ 0 h 118"/>
              <a:gd name="T8" fmla="*/ 152 w 152"/>
              <a:gd name="T9" fmla="*/ 118 h 118"/>
            </a:gdLst>
            <a:ahLst/>
            <a:cxnLst>
              <a:cxn ang="T4">
                <a:pos x="T0" y="T1"/>
              </a:cxn>
              <a:cxn ang="T5">
                <a:pos x="T2" y="T3"/>
              </a:cxn>
            </a:cxnLst>
            <a:rect l="T6" t="T7" r="T8" b="T9"/>
            <a:pathLst>
              <a:path w="152" h="118">
                <a:moveTo>
                  <a:pt x="0" y="0"/>
                </a:moveTo>
                <a:lnTo>
                  <a:pt x="152" y="118"/>
                </a:lnTo>
              </a:path>
            </a:pathLst>
          </a:custGeom>
          <a:noFill/>
          <a:ln w="28575" cap="flat" cmpd="sng">
            <a:solidFill>
              <a:srgbClr val="000000"/>
            </a:solidFill>
            <a:prstDash val="solid"/>
            <a:round/>
            <a:headEnd type="none" w="med" len="med"/>
            <a:tailEnd type="none" w="med" len="me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7" name="Freeform 41">
            <a:extLst>
              <a:ext uri="{FF2B5EF4-FFF2-40B4-BE49-F238E27FC236}">
                <a16:creationId xmlns:a16="http://schemas.microsoft.com/office/drawing/2014/main" id="{8FA74CA7-BEE7-3E46-BAFF-EC2177B4B95C}"/>
              </a:ext>
            </a:extLst>
          </p:cNvPr>
          <p:cNvSpPr>
            <a:spLocks/>
          </p:cNvSpPr>
          <p:nvPr/>
        </p:nvSpPr>
        <p:spPr bwMode="auto">
          <a:xfrm>
            <a:off x="3743010" y="5560546"/>
            <a:ext cx="823417" cy="120921"/>
          </a:xfrm>
          <a:custGeom>
            <a:avLst/>
            <a:gdLst>
              <a:gd name="T0" fmla="*/ 0 w 564"/>
              <a:gd name="T1" fmla="*/ 0 h 82"/>
              <a:gd name="T2" fmla="*/ 564 w 564"/>
              <a:gd name="T3" fmla="*/ 82 h 82"/>
              <a:gd name="T4" fmla="*/ 0 60000 65536"/>
              <a:gd name="T5" fmla="*/ 0 60000 65536"/>
              <a:gd name="T6" fmla="*/ 0 w 564"/>
              <a:gd name="T7" fmla="*/ 0 h 82"/>
              <a:gd name="T8" fmla="*/ 564 w 564"/>
              <a:gd name="T9" fmla="*/ 82 h 82"/>
            </a:gdLst>
            <a:ahLst/>
            <a:cxnLst>
              <a:cxn ang="T4">
                <a:pos x="T0" y="T1"/>
              </a:cxn>
              <a:cxn ang="T5">
                <a:pos x="T2" y="T3"/>
              </a:cxn>
            </a:cxnLst>
            <a:rect l="T6" t="T7" r="T8" b="T9"/>
            <a:pathLst>
              <a:path w="564" h="82">
                <a:moveTo>
                  <a:pt x="0" y="0"/>
                </a:moveTo>
                <a:lnTo>
                  <a:pt x="564" y="82"/>
                </a:lnTo>
              </a:path>
            </a:pathLst>
          </a:custGeom>
          <a:noFill/>
          <a:ln w="28575" cap="flat" cmpd="sng">
            <a:solidFill>
              <a:srgbClr val="000000"/>
            </a:solidFill>
            <a:prstDash val="solid"/>
            <a:round/>
            <a:headEnd type="none" w="med" len="med"/>
            <a:tailEnd type="none" w="med" len="me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8" name="Freeform 42">
            <a:extLst>
              <a:ext uri="{FF2B5EF4-FFF2-40B4-BE49-F238E27FC236}">
                <a16:creationId xmlns:a16="http://schemas.microsoft.com/office/drawing/2014/main" id="{A5B0DFEC-B8A9-C34F-94A0-A4E2936DD8A8}"/>
              </a:ext>
            </a:extLst>
          </p:cNvPr>
          <p:cNvSpPr>
            <a:spLocks/>
          </p:cNvSpPr>
          <p:nvPr/>
        </p:nvSpPr>
        <p:spPr bwMode="auto">
          <a:xfrm>
            <a:off x="3652492" y="5321654"/>
            <a:ext cx="110957" cy="138616"/>
          </a:xfrm>
          <a:custGeom>
            <a:avLst/>
            <a:gdLst>
              <a:gd name="T0" fmla="*/ 0 w 76"/>
              <a:gd name="T1" fmla="*/ 94 h 94"/>
              <a:gd name="T2" fmla="*/ 76 w 76"/>
              <a:gd name="T3" fmla="*/ 0 h 94"/>
              <a:gd name="T4" fmla="*/ 0 60000 65536"/>
              <a:gd name="T5" fmla="*/ 0 60000 65536"/>
              <a:gd name="T6" fmla="*/ 0 w 76"/>
              <a:gd name="T7" fmla="*/ 0 h 94"/>
              <a:gd name="T8" fmla="*/ 76 w 76"/>
              <a:gd name="T9" fmla="*/ 94 h 94"/>
            </a:gdLst>
            <a:ahLst/>
            <a:cxnLst>
              <a:cxn ang="T4">
                <a:pos x="T0" y="T1"/>
              </a:cxn>
              <a:cxn ang="T5">
                <a:pos x="T2" y="T3"/>
              </a:cxn>
            </a:cxnLst>
            <a:rect l="T6" t="T7" r="T8" b="T9"/>
            <a:pathLst>
              <a:path w="76" h="94">
                <a:moveTo>
                  <a:pt x="0" y="94"/>
                </a:moveTo>
                <a:lnTo>
                  <a:pt x="76" y="0"/>
                </a:lnTo>
              </a:path>
            </a:pathLst>
          </a:custGeom>
          <a:noFill/>
          <a:ln w="28575" cap="flat" cmpd="sng">
            <a:solidFill>
              <a:srgbClr val="000000"/>
            </a:solidFill>
            <a:prstDash val="solid"/>
            <a:round/>
            <a:headEnd type="none" w="med" len="med"/>
            <a:tailEnd type="none" w="med" len="me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9" name="Freeform 43">
            <a:extLst>
              <a:ext uri="{FF2B5EF4-FFF2-40B4-BE49-F238E27FC236}">
                <a16:creationId xmlns:a16="http://schemas.microsoft.com/office/drawing/2014/main" id="{698BCEC3-16FB-314C-831F-6D55ED13B108}"/>
              </a:ext>
            </a:extLst>
          </p:cNvPr>
          <p:cNvSpPr>
            <a:spLocks/>
          </p:cNvSpPr>
          <p:nvPr/>
        </p:nvSpPr>
        <p:spPr bwMode="auto">
          <a:xfrm>
            <a:off x="2446565" y="4767189"/>
            <a:ext cx="367910" cy="168109"/>
          </a:xfrm>
          <a:custGeom>
            <a:avLst/>
            <a:gdLst>
              <a:gd name="T0" fmla="*/ 0 w 252"/>
              <a:gd name="T1" fmla="*/ 114 h 114"/>
              <a:gd name="T2" fmla="*/ 252 w 252"/>
              <a:gd name="T3" fmla="*/ 0 h 114"/>
              <a:gd name="T4" fmla="*/ 0 60000 65536"/>
              <a:gd name="T5" fmla="*/ 0 60000 65536"/>
              <a:gd name="T6" fmla="*/ 0 w 252"/>
              <a:gd name="T7" fmla="*/ 0 h 114"/>
              <a:gd name="T8" fmla="*/ 252 w 252"/>
              <a:gd name="T9" fmla="*/ 114 h 114"/>
            </a:gdLst>
            <a:ahLst/>
            <a:cxnLst>
              <a:cxn ang="T4">
                <a:pos x="T0" y="T1"/>
              </a:cxn>
              <a:cxn ang="T5">
                <a:pos x="T2" y="T3"/>
              </a:cxn>
            </a:cxnLst>
            <a:rect l="T6" t="T7" r="T8" b="T9"/>
            <a:pathLst>
              <a:path w="252" h="114">
                <a:moveTo>
                  <a:pt x="0" y="114"/>
                </a:moveTo>
                <a:lnTo>
                  <a:pt x="252" y="0"/>
                </a:lnTo>
              </a:path>
            </a:pathLst>
          </a:custGeom>
          <a:noFill/>
          <a:ln w="28575" cap="flat" cmpd="sng">
            <a:solidFill>
              <a:srgbClr val="000000"/>
            </a:solidFill>
            <a:prstDash val="solid"/>
            <a:round/>
            <a:headEnd type="none" w="med" len="med"/>
            <a:tailEnd type="none" w="med" len="me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0" name="Freeform 44">
            <a:extLst>
              <a:ext uri="{FF2B5EF4-FFF2-40B4-BE49-F238E27FC236}">
                <a16:creationId xmlns:a16="http://schemas.microsoft.com/office/drawing/2014/main" id="{8CB7EA9B-46A2-DA43-BD84-E5E548E767A3}"/>
              </a:ext>
            </a:extLst>
          </p:cNvPr>
          <p:cNvSpPr>
            <a:spLocks/>
          </p:cNvSpPr>
          <p:nvPr/>
        </p:nvSpPr>
        <p:spPr bwMode="auto">
          <a:xfrm>
            <a:off x="3083108" y="4855667"/>
            <a:ext cx="648222" cy="380458"/>
          </a:xfrm>
          <a:custGeom>
            <a:avLst/>
            <a:gdLst>
              <a:gd name="T0" fmla="*/ 0 w 444"/>
              <a:gd name="T1" fmla="*/ 0 h 258"/>
              <a:gd name="T2" fmla="*/ 444 w 444"/>
              <a:gd name="T3" fmla="*/ 258 h 258"/>
              <a:gd name="T4" fmla="*/ 0 60000 65536"/>
              <a:gd name="T5" fmla="*/ 0 60000 65536"/>
              <a:gd name="T6" fmla="*/ 0 w 444"/>
              <a:gd name="T7" fmla="*/ 0 h 258"/>
              <a:gd name="T8" fmla="*/ 444 w 444"/>
              <a:gd name="T9" fmla="*/ 258 h 258"/>
            </a:gdLst>
            <a:ahLst/>
            <a:cxnLst>
              <a:cxn ang="T4">
                <a:pos x="T0" y="T1"/>
              </a:cxn>
              <a:cxn ang="T5">
                <a:pos x="T2" y="T3"/>
              </a:cxn>
            </a:cxnLst>
            <a:rect l="T6" t="T7" r="T8" b="T9"/>
            <a:pathLst>
              <a:path w="444" h="258">
                <a:moveTo>
                  <a:pt x="0" y="0"/>
                </a:moveTo>
                <a:lnTo>
                  <a:pt x="444" y="258"/>
                </a:lnTo>
              </a:path>
            </a:pathLst>
          </a:custGeom>
          <a:noFill/>
          <a:ln w="28575" cap="flat" cmpd="sng">
            <a:solidFill>
              <a:srgbClr val="000000"/>
            </a:solidFill>
            <a:prstDash val="solid"/>
            <a:round/>
            <a:headEnd type="none" w="med" len="med"/>
            <a:tailEnd type="none" w="med" len="me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1" name="Freeform 45">
            <a:extLst>
              <a:ext uri="{FF2B5EF4-FFF2-40B4-BE49-F238E27FC236}">
                <a16:creationId xmlns:a16="http://schemas.microsoft.com/office/drawing/2014/main" id="{7D4FB268-A169-0F4B-9C84-1ACD0524121A}"/>
              </a:ext>
            </a:extLst>
          </p:cNvPr>
          <p:cNvSpPr>
            <a:spLocks/>
          </p:cNvSpPr>
          <p:nvPr/>
        </p:nvSpPr>
        <p:spPr bwMode="auto">
          <a:xfrm>
            <a:off x="5016095" y="5029675"/>
            <a:ext cx="954814" cy="619350"/>
          </a:xfrm>
          <a:custGeom>
            <a:avLst/>
            <a:gdLst>
              <a:gd name="T0" fmla="*/ 0 w 654"/>
              <a:gd name="T1" fmla="*/ 420 h 420"/>
              <a:gd name="T2" fmla="*/ 654 w 654"/>
              <a:gd name="T3" fmla="*/ 0 h 420"/>
              <a:gd name="T4" fmla="*/ 0 60000 65536"/>
              <a:gd name="T5" fmla="*/ 0 60000 65536"/>
              <a:gd name="T6" fmla="*/ 0 w 654"/>
              <a:gd name="T7" fmla="*/ 0 h 420"/>
              <a:gd name="T8" fmla="*/ 654 w 654"/>
              <a:gd name="T9" fmla="*/ 420 h 420"/>
            </a:gdLst>
            <a:ahLst/>
            <a:cxnLst>
              <a:cxn ang="T4">
                <a:pos x="T0" y="T1"/>
              </a:cxn>
              <a:cxn ang="T5">
                <a:pos x="T2" y="T3"/>
              </a:cxn>
            </a:cxnLst>
            <a:rect l="T6" t="T7" r="T8" b="T9"/>
            <a:pathLst>
              <a:path w="654" h="420">
                <a:moveTo>
                  <a:pt x="0" y="420"/>
                </a:moveTo>
                <a:lnTo>
                  <a:pt x="654" y="0"/>
                </a:lnTo>
              </a:path>
            </a:pathLst>
          </a:custGeom>
          <a:noFill/>
          <a:ln w="28575" cap="flat" cmpd="sng">
            <a:solidFill>
              <a:srgbClr val="000000"/>
            </a:solidFill>
            <a:prstDash val="solid"/>
            <a:round/>
            <a:headEnd type="none" w="med" len="med"/>
            <a:tailEnd type="none" w="med" len="me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2" name="Oval 46">
            <a:extLst>
              <a:ext uri="{FF2B5EF4-FFF2-40B4-BE49-F238E27FC236}">
                <a16:creationId xmlns:a16="http://schemas.microsoft.com/office/drawing/2014/main" id="{77EAE8E4-EF1C-944D-B5DF-947BBACAF6BC}"/>
              </a:ext>
            </a:extLst>
          </p:cNvPr>
          <p:cNvSpPr>
            <a:spLocks noChangeArrowheads="1"/>
          </p:cNvSpPr>
          <p:nvPr/>
        </p:nvSpPr>
        <p:spPr bwMode="auto">
          <a:xfrm>
            <a:off x="5890611" y="4936773"/>
            <a:ext cx="456967" cy="12092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3" name="Line 47">
            <a:extLst>
              <a:ext uri="{FF2B5EF4-FFF2-40B4-BE49-F238E27FC236}">
                <a16:creationId xmlns:a16="http://schemas.microsoft.com/office/drawing/2014/main" id="{7605033D-73A1-924E-99FE-EDD6125246F5}"/>
              </a:ext>
            </a:extLst>
          </p:cNvPr>
          <p:cNvSpPr>
            <a:spLocks noChangeShapeType="1"/>
          </p:cNvSpPr>
          <p:nvPr/>
        </p:nvSpPr>
        <p:spPr bwMode="auto">
          <a:xfrm>
            <a:off x="5890611" y="4924975"/>
            <a:ext cx="0" cy="73732"/>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4" name="Line 48">
            <a:extLst>
              <a:ext uri="{FF2B5EF4-FFF2-40B4-BE49-F238E27FC236}">
                <a16:creationId xmlns:a16="http://schemas.microsoft.com/office/drawing/2014/main" id="{DBC0B4AB-D0E3-C74F-9785-E25E20C244C4}"/>
              </a:ext>
            </a:extLst>
          </p:cNvPr>
          <p:cNvSpPr>
            <a:spLocks noChangeShapeType="1"/>
          </p:cNvSpPr>
          <p:nvPr/>
        </p:nvSpPr>
        <p:spPr bwMode="auto">
          <a:xfrm>
            <a:off x="6347578" y="4924975"/>
            <a:ext cx="0" cy="73732"/>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5" name="Rectangle 49">
            <a:extLst>
              <a:ext uri="{FF2B5EF4-FFF2-40B4-BE49-F238E27FC236}">
                <a16:creationId xmlns:a16="http://schemas.microsoft.com/office/drawing/2014/main" id="{592A5C53-BD83-384A-9C2D-08CEEB785BC8}"/>
              </a:ext>
            </a:extLst>
          </p:cNvPr>
          <p:cNvSpPr>
            <a:spLocks noChangeArrowheads="1"/>
          </p:cNvSpPr>
          <p:nvPr/>
        </p:nvSpPr>
        <p:spPr bwMode="auto">
          <a:xfrm>
            <a:off x="5890611" y="4924975"/>
            <a:ext cx="452588" cy="737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6" name="Oval 50">
            <a:extLst>
              <a:ext uri="{FF2B5EF4-FFF2-40B4-BE49-F238E27FC236}">
                <a16:creationId xmlns:a16="http://schemas.microsoft.com/office/drawing/2014/main" id="{5D02A58E-4F5A-EC40-B29A-0D5700D169BA}"/>
              </a:ext>
            </a:extLst>
          </p:cNvPr>
          <p:cNvSpPr>
            <a:spLocks noChangeArrowheads="1"/>
          </p:cNvSpPr>
          <p:nvPr/>
        </p:nvSpPr>
        <p:spPr bwMode="auto">
          <a:xfrm>
            <a:off x="5886231" y="4837972"/>
            <a:ext cx="456967" cy="14009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7" name="Rectangle 51">
            <a:extLst>
              <a:ext uri="{FF2B5EF4-FFF2-40B4-BE49-F238E27FC236}">
                <a16:creationId xmlns:a16="http://schemas.microsoft.com/office/drawing/2014/main" id="{A8B4ED51-5EBD-7A42-A070-7C85A13AFB2E}"/>
              </a:ext>
            </a:extLst>
          </p:cNvPr>
          <p:cNvSpPr>
            <a:spLocks noChangeArrowheads="1"/>
          </p:cNvSpPr>
          <p:nvPr/>
        </p:nvSpPr>
        <p:spPr bwMode="auto">
          <a:xfrm>
            <a:off x="6013247" y="4857142"/>
            <a:ext cx="205854" cy="179906"/>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8" name="Text Box 52">
            <a:extLst>
              <a:ext uri="{FF2B5EF4-FFF2-40B4-BE49-F238E27FC236}">
                <a16:creationId xmlns:a16="http://schemas.microsoft.com/office/drawing/2014/main" id="{6864AE40-C653-554F-B5F5-7FCE890517DF}"/>
              </a:ext>
            </a:extLst>
          </p:cNvPr>
          <p:cNvSpPr txBox="1">
            <a:spLocks noChangeArrowheads="1"/>
          </p:cNvSpPr>
          <p:nvPr/>
        </p:nvSpPr>
        <p:spPr bwMode="auto">
          <a:xfrm>
            <a:off x="5887691" y="4761290"/>
            <a:ext cx="467187" cy="39667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2a</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9" name="Text Box 53">
            <a:extLst>
              <a:ext uri="{FF2B5EF4-FFF2-40B4-BE49-F238E27FC236}">
                <a16:creationId xmlns:a16="http://schemas.microsoft.com/office/drawing/2014/main" id="{9674ED05-1E44-A445-B61A-D179B03704BB}"/>
              </a:ext>
            </a:extLst>
          </p:cNvPr>
          <p:cNvSpPr txBox="1">
            <a:spLocks noChangeArrowheads="1"/>
          </p:cNvSpPr>
          <p:nvPr/>
        </p:nvSpPr>
        <p:spPr bwMode="auto">
          <a:xfrm>
            <a:off x="1840470" y="5215261"/>
            <a:ext cx="665742" cy="39667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AS3</a:t>
            </a: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80" name="Text Box 54">
            <a:extLst>
              <a:ext uri="{FF2B5EF4-FFF2-40B4-BE49-F238E27FC236}">
                <a16:creationId xmlns:a16="http://schemas.microsoft.com/office/drawing/2014/main" id="{005A3212-FAC4-D446-8E0A-533A16ECE775}"/>
              </a:ext>
            </a:extLst>
          </p:cNvPr>
          <p:cNvSpPr txBox="1">
            <a:spLocks noChangeArrowheads="1"/>
          </p:cNvSpPr>
          <p:nvPr/>
        </p:nvSpPr>
        <p:spPr bwMode="auto">
          <a:xfrm>
            <a:off x="5345452" y="5839068"/>
            <a:ext cx="665742" cy="39667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AS1</a:t>
            </a: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81" name="Text Box 55">
            <a:extLst>
              <a:ext uri="{FF2B5EF4-FFF2-40B4-BE49-F238E27FC236}">
                <a16:creationId xmlns:a16="http://schemas.microsoft.com/office/drawing/2014/main" id="{7DE50C34-9B18-1849-8D31-CE3E7E2F0717}"/>
              </a:ext>
            </a:extLst>
          </p:cNvPr>
          <p:cNvSpPr txBox="1">
            <a:spLocks noChangeArrowheads="1"/>
          </p:cNvSpPr>
          <p:nvPr/>
        </p:nvSpPr>
        <p:spPr bwMode="auto">
          <a:xfrm>
            <a:off x="7116511" y="5463035"/>
            <a:ext cx="616103" cy="36866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AS2</a:t>
            </a:r>
          </a:p>
        </p:txBody>
      </p:sp>
      <p:sp>
        <p:nvSpPr>
          <p:cNvPr id="182" name="Oval 56">
            <a:extLst>
              <a:ext uri="{FF2B5EF4-FFF2-40B4-BE49-F238E27FC236}">
                <a16:creationId xmlns:a16="http://schemas.microsoft.com/office/drawing/2014/main" id="{4CAC6F24-F619-7E4B-9E0A-AF6FB0ECB08F}"/>
              </a:ext>
            </a:extLst>
          </p:cNvPr>
          <p:cNvSpPr>
            <a:spLocks noChangeArrowheads="1"/>
          </p:cNvSpPr>
          <p:nvPr/>
        </p:nvSpPr>
        <p:spPr bwMode="auto">
          <a:xfrm>
            <a:off x="3280202" y="5545800"/>
            <a:ext cx="456967" cy="119446"/>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83" name="Line 57">
            <a:extLst>
              <a:ext uri="{FF2B5EF4-FFF2-40B4-BE49-F238E27FC236}">
                <a16:creationId xmlns:a16="http://schemas.microsoft.com/office/drawing/2014/main" id="{37706C00-5AFA-4E4F-AEE2-E86CBA64F507}"/>
              </a:ext>
            </a:extLst>
          </p:cNvPr>
          <p:cNvSpPr>
            <a:spLocks noChangeShapeType="1"/>
          </p:cNvSpPr>
          <p:nvPr/>
        </p:nvSpPr>
        <p:spPr bwMode="auto">
          <a:xfrm>
            <a:off x="3280202" y="5535477"/>
            <a:ext cx="0" cy="73732"/>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84" name="Line 58">
            <a:extLst>
              <a:ext uri="{FF2B5EF4-FFF2-40B4-BE49-F238E27FC236}">
                <a16:creationId xmlns:a16="http://schemas.microsoft.com/office/drawing/2014/main" id="{F53BFE68-5413-9042-B5B8-E870B9DF06EF}"/>
              </a:ext>
            </a:extLst>
          </p:cNvPr>
          <p:cNvSpPr>
            <a:spLocks noChangeShapeType="1"/>
          </p:cNvSpPr>
          <p:nvPr/>
        </p:nvSpPr>
        <p:spPr bwMode="auto">
          <a:xfrm>
            <a:off x="3738630" y="5535477"/>
            <a:ext cx="0" cy="73732"/>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85" name="Rectangle 59">
            <a:extLst>
              <a:ext uri="{FF2B5EF4-FFF2-40B4-BE49-F238E27FC236}">
                <a16:creationId xmlns:a16="http://schemas.microsoft.com/office/drawing/2014/main" id="{E66B86FC-0EE6-A646-BA10-BADF35B023EA}"/>
              </a:ext>
            </a:extLst>
          </p:cNvPr>
          <p:cNvSpPr>
            <a:spLocks noChangeArrowheads="1"/>
          </p:cNvSpPr>
          <p:nvPr/>
        </p:nvSpPr>
        <p:spPr bwMode="auto">
          <a:xfrm>
            <a:off x="3280202" y="5535477"/>
            <a:ext cx="452588" cy="6930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86" name="Oval 60">
            <a:extLst>
              <a:ext uri="{FF2B5EF4-FFF2-40B4-BE49-F238E27FC236}">
                <a16:creationId xmlns:a16="http://schemas.microsoft.com/office/drawing/2014/main" id="{E2C4F48E-C2B7-F040-A479-AD3AA9552BB4}"/>
              </a:ext>
            </a:extLst>
          </p:cNvPr>
          <p:cNvSpPr>
            <a:spLocks noChangeArrowheads="1"/>
          </p:cNvSpPr>
          <p:nvPr/>
        </p:nvSpPr>
        <p:spPr bwMode="auto">
          <a:xfrm>
            <a:off x="3275822" y="5455847"/>
            <a:ext cx="456967" cy="141566"/>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87" name="Rectangle 61">
            <a:extLst>
              <a:ext uri="{FF2B5EF4-FFF2-40B4-BE49-F238E27FC236}">
                <a16:creationId xmlns:a16="http://schemas.microsoft.com/office/drawing/2014/main" id="{782B4D58-3187-1646-B67F-4472AD6DF18D}"/>
              </a:ext>
            </a:extLst>
          </p:cNvPr>
          <p:cNvSpPr>
            <a:spLocks noChangeArrowheads="1"/>
          </p:cNvSpPr>
          <p:nvPr/>
        </p:nvSpPr>
        <p:spPr bwMode="auto">
          <a:xfrm>
            <a:off x="3399919" y="5494187"/>
            <a:ext cx="207314" cy="141566"/>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88" name="Text Box 62">
            <a:extLst>
              <a:ext uri="{FF2B5EF4-FFF2-40B4-BE49-F238E27FC236}">
                <a16:creationId xmlns:a16="http://schemas.microsoft.com/office/drawing/2014/main" id="{CEC455E8-C4B8-6444-936D-9F9CEE323826}"/>
              </a:ext>
            </a:extLst>
          </p:cNvPr>
          <p:cNvSpPr txBox="1">
            <a:spLocks noChangeArrowheads="1"/>
          </p:cNvSpPr>
          <p:nvPr/>
        </p:nvSpPr>
        <p:spPr bwMode="auto">
          <a:xfrm>
            <a:off x="3280202" y="5367368"/>
            <a:ext cx="467187" cy="39667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1a</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89" name="Group 63">
            <a:extLst>
              <a:ext uri="{FF2B5EF4-FFF2-40B4-BE49-F238E27FC236}">
                <a16:creationId xmlns:a16="http://schemas.microsoft.com/office/drawing/2014/main" id="{8B168416-DE6F-9546-A33D-5DC186D755BF}"/>
              </a:ext>
            </a:extLst>
          </p:cNvPr>
          <p:cNvGrpSpPr>
            <a:grpSpLocks/>
          </p:cNvGrpSpPr>
          <p:nvPr/>
        </p:nvGrpSpPr>
        <p:grpSpPr bwMode="auto">
          <a:xfrm>
            <a:off x="6394297" y="4593181"/>
            <a:ext cx="461347" cy="396679"/>
            <a:chOff x="4320" y="1936"/>
            <a:chExt cx="316" cy="269"/>
          </a:xfrm>
        </p:grpSpPr>
        <p:sp>
          <p:nvSpPr>
            <p:cNvPr id="242" name="Oval 64">
              <a:extLst>
                <a:ext uri="{FF2B5EF4-FFF2-40B4-BE49-F238E27FC236}">
                  <a16:creationId xmlns:a16="http://schemas.microsoft.com/office/drawing/2014/main" id="{17477FF4-6D5F-744F-A7C6-65D539FF25C9}"/>
                </a:ext>
              </a:extLst>
            </p:cNvPr>
            <p:cNvSpPr>
              <a:spLocks noChangeArrowheads="1"/>
            </p:cNvSpPr>
            <p:nvPr/>
          </p:nvSpPr>
          <p:spPr bwMode="auto">
            <a:xfrm>
              <a:off x="4323" y="2054"/>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3" name="Line 65">
              <a:extLst>
                <a:ext uri="{FF2B5EF4-FFF2-40B4-BE49-F238E27FC236}">
                  <a16:creationId xmlns:a16="http://schemas.microsoft.com/office/drawing/2014/main" id="{7681775B-D11F-204C-B161-6FEDD638731C}"/>
                </a:ext>
              </a:extLst>
            </p:cNvPr>
            <p:cNvSpPr>
              <a:spLocks noChangeShapeType="1"/>
            </p:cNvSpPr>
            <p:nvPr/>
          </p:nvSpPr>
          <p:spPr bwMode="auto">
            <a:xfrm>
              <a:off x="4323" y="2047"/>
              <a:ext cx="0" cy="52"/>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4" name="Line 66">
              <a:extLst>
                <a:ext uri="{FF2B5EF4-FFF2-40B4-BE49-F238E27FC236}">
                  <a16:creationId xmlns:a16="http://schemas.microsoft.com/office/drawing/2014/main" id="{C9C1462B-D75D-9043-BD36-C8666A0E3E76}"/>
                </a:ext>
              </a:extLst>
            </p:cNvPr>
            <p:cNvSpPr>
              <a:spLocks noChangeShapeType="1"/>
            </p:cNvSpPr>
            <p:nvPr/>
          </p:nvSpPr>
          <p:spPr bwMode="auto">
            <a:xfrm>
              <a:off x="4636" y="2047"/>
              <a:ext cx="0" cy="52"/>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5" name="Rectangle 67">
              <a:extLst>
                <a:ext uri="{FF2B5EF4-FFF2-40B4-BE49-F238E27FC236}">
                  <a16:creationId xmlns:a16="http://schemas.microsoft.com/office/drawing/2014/main" id="{D2A31C20-F821-2245-A13A-E48BBF035C90}"/>
                </a:ext>
              </a:extLst>
            </p:cNvPr>
            <p:cNvSpPr>
              <a:spLocks noChangeArrowheads="1"/>
            </p:cNvSpPr>
            <p:nvPr/>
          </p:nvSpPr>
          <p:spPr bwMode="auto">
            <a:xfrm>
              <a:off x="4323" y="2047"/>
              <a:ext cx="310" cy="51"/>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6" name="Oval 68">
              <a:extLst>
                <a:ext uri="{FF2B5EF4-FFF2-40B4-BE49-F238E27FC236}">
                  <a16:creationId xmlns:a16="http://schemas.microsoft.com/office/drawing/2014/main" id="{E3B56467-2A6B-814A-A9D2-32B39DA9E2D8}"/>
                </a:ext>
              </a:extLst>
            </p:cNvPr>
            <p:cNvSpPr>
              <a:spLocks noChangeArrowheads="1"/>
            </p:cNvSpPr>
            <p:nvPr/>
          </p:nvSpPr>
          <p:spPr bwMode="auto">
            <a:xfrm>
              <a:off x="4320" y="1988"/>
              <a:ext cx="313" cy="97"/>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7" name="Rectangle 69">
              <a:extLst>
                <a:ext uri="{FF2B5EF4-FFF2-40B4-BE49-F238E27FC236}">
                  <a16:creationId xmlns:a16="http://schemas.microsoft.com/office/drawing/2014/main" id="{4CCA8E7D-2AA0-DB42-8739-0E698AF3EF16}"/>
                </a:ext>
              </a:extLst>
            </p:cNvPr>
            <p:cNvSpPr>
              <a:spLocks noChangeArrowheads="1"/>
            </p:cNvSpPr>
            <p:nvPr/>
          </p:nvSpPr>
          <p:spPr bwMode="auto">
            <a:xfrm>
              <a:off x="4407" y="2001"/>
              <a:ext cx="141" cy="118"/>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8" name="Text Box 70">
              <a:extLst>
                <a:ext uri="{FF2B5EF4-FFF2-40B4-BE49-F238E27FC236}">
                  <a16:creationId xmlns:a16="http://schemas.microsoft.com/office/drawing/2014/main" id="{B0E12A9A-8AC6-2C4B-B109-A569883BDF8B}"/>
                </a:ext>
              </a:extLst>
            </p:cNvPr>
            <p:cNvSpPr txBox="1">
              <a:spLocks noChangeArrowheads="1"/>
            </p:cNvSpPr>
            <p:nvPr/>
          </p:nvSpPr>
          <p:spPr bwMode="auto">
            <a:xfrm>
              <a:off x="4325" y="1936"/>
              <a:ext cx="310" cy="26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2c</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90" name="Group 71">
            <a:extLst>
              <a:ext uri="{FF2B5EF4-FFF2-40B4-BE49-F238E27FC236}">
                <a16:creationId xmlns:a16="http://schemas.microsoft.com/office/drawing/2014/main" id="{21E7E3D0-5FA0-9646-84AD-FC33AA41FD3A}"/>
              </a:ext>
            </a:extLst>
          </p:cNvPr>
          <p:cNvGrpSpPr>
            <a:grpSpLocks/>
          </p:cNvGrpSpPr>
          <p:nvPr/>
        </p:nvGrpSpPr>
        <p:grpSpPr bwMode="auto">
          <a:xfrm>
            <a:off x="6797246" y="4920552"/>
            <a:ext cx="468647" cy="396679"/>
            <a:chOff x="4596" y="2158"/>
            <a:chExt cx="321" cy="269"/>
          </a:xfrm>
        </p:grpSpPr>
        <p:sp>
          <p:nvSpPr>
            <p:cNvPr id="235" name="Oval 72">
              <a:extLst>
                <a:ext uri="{FF2B5EF4-FFF2-40B4-BE49-F238E27FC236}">
                  <a16:creationId xmlns:a16="http://schemas.microsoft.com/office/drawing/2014/main" id="{5608D056-551C-0B44-A60B-A3E90AFB7DFB}"/>
                </a:ext>
              </a:extLst>
            </p:cNvPr>
            <p:cNvSpPr>
              <a:spLocks noChangeArrowheads="1"/>
            </p:cNvSpPr>
            <p:nvPr/>
          </p:nvSpPr>
          <p:spPr bwMode="auto">
            <a:xfrm>
              <a:off x="4599" y="2276"/>
              <a:ext cx="311"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6" name="Line 73">
              <a:extLst>
                <a:ext uri="{FF2B5EF4-FFF2-40B4-BE49-F238E27FC236}">
                  <a16:creationId xmlns:a16="http://schemas.microsoft.com/office/drawing/2014/main" id="{FA977711-B8B6-4247-BDAB-A3001746C4D4}"/>
                </a:ext>
              </a:extLst>
            </p:cNvPr>
            <p:cNvSpPr>
              <a:spLocks noChangeShapeType="1"/>
            </p:cNvSpPr>
            <p:nvPr/>
          </p:nvSpPr>
          <p:spPr bwMode="auto">
            <a:xfrm>
              <a:off x="4599" y="2269"/>
              <a:ext cx="0" cy="52"/>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7" name="Line 74">
              <a:extLst>
                <a:ext uri="{FF2B5EF4-FFF2-40B4-BE49-F238E27FC236}">
                  <a16:creationId xmlns:a16="http://schemas.microsoft.com/office/drawing/2014/main" id="{6CA75CE1-2E8D-0F48-8641-8C18C90BD88D}"/>
                </a:ext>
              </a:extLst>
            </p:cNvPr>
            <p:cNvSpPr>
              <a:spLocks noChangeShapeType="1"/>
            </p:cNvSpPr>
            <p:nvPr/>
          </p:nvSpPr>
          <p:spPr bwMode="auto">
            <a:xfrm>
              <a:off x="4910" y="2269"/>
              <a:ext cx="0" cy="52"/>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8" name="Rectangle 75">
              <a:extLst>
                <a:ext uri="{FF2B5EF4-FFF2-40B4-BE49-F238E27FC236}">
                  <a16:creationId xmlns:a16="http://schemas.microsoft.com/office/drawing/2014/main" id="{4ED73E8C-48F2-3A4F-B322-2CCB3CBA0862}"/>
                </a:ext>
              </a:extLst>
            </p:cNvPr>
            <p:cNvSpPr>
              <a:spLocks noChangeArrowheads="1"/>
            </p:cNvSpPr>
            <p:nvPr/>
          </p:nvSpPr>
          <p:spPr bwMode="auto">
            <a:xfrm>
              <a:off x="4599" y="2269"/>
              <a:ext cx="310" cy="51"/>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9" name="Oval 76">
              <a:extLst>
                <a:ext uri="{FF2B5EF4-FFF2-40B4-BE49-F238E27FC236}">
                  <a16:creationId xmlns:a16="http://schemas.microsoft.com/office/drawing/2014/main" id="{6345CAD2-BEAC-0E49-9C80-9EB68603FE17}"/>
                </a:ext>
              </a:extLst>
            </p:cNvPr>
            <p:cNvSpPr>
              <a:spLocks noChangeArrowheads="1"/>
            </p:cNvSpPr>
            <p:nvPr/>
          </p:nvSpPr>
          <p:spPr bwMode="auto">
            <a:xfrm>
              <a:off x="4596" y="2208"/>
              <a:ext cx="313" cy="97"/>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0" name="Rectangle 77">
              <a:extLst>
                <a:ext uri="{FF2B5EF4-FFF2-40B4-BE49-F238E27FC236}">
                  <a16:creationId xmlns:a16="http://schemas.microsoft.com/office/drawing/2014/main" id="{E1F2376F-3613-4042-A35F-DEE5F89C6C4C}"/>
                </a:ext>
              </a:extLst>
            </p:cNvPr>
            <p:cNvSpPr>
              <a:spLocks noChangeArrowheads="1"/>
            </p:cNvSpPr>
            <p:nvPr/>
          </p:nvSpPr>
          <p:spPr bwMode="auto">
            <a:xfrm>
              <a:off x="4683" y="2221"/>
              <a:ext cx="141" cy="11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1" name="Text Box 78">
              <a:extLst>
                <a:ext uri="{FF2B5EF4-FFF2-40B4-BE49-F238E27FC236}">
                  <a16:creationId xmlns:a16="http://schemas.microsoft.com/office/drawing/2014/main" id="{7C2657A7-4F00-3C45-AD0D-9FB7A649BB45}"/>
                </a:ext>
              </a:extLst>
            </p:cNvPr>
            <p:cNvSpPr txBox="1">
              <a:spLocks noChangeArrowheads="1"/>
            </p:cNvSpPr>
            <p:nvPr/>
          </p:nvSpPr>
          <p:spPr bwMode="auto">
            <a:xfrm>
              <a:off x="4598" y="2158"/>
              <a:ext cx="319" cy="26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2b</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91" name="Group 79">
            <a:extLst>
              <a:ext uri="{FF2B5EF4-FFF2-40B4-BE49-F238E27FC236}">
                <a16:creationId xmlns:a16="http://schemas.microsoft.com/office/drawing/2014/main" id="{46AC6AA7-B51A-F140-B460-7AA4784A8771}"/>
              </a:ext>
            </a:extLst>
          </p:cNvPr>
          <p:cNvGrpSpPr>
            <a:grpSpLocks/>
          </p:cNvGrpSpPr>
          <p:nvPr/>
        </p:nvGrpSpPr>
        <p:grpSpPr bwMode="auto">
          <a:xfrm>
            <a:off x="4562047" y="5466169"/>
            <a:ext cx="468647" cy="396679"/>
            <a:chOff x="2015" y="1976"/>
            <a:chExt cx="321" cy="269"/>
          </a:xfrm>
        </p:grpSpPr>
        <p:sp>
          <p:nvSpPr>
            <p:cNvPr id="227" name="Oval 80">
              <a:extLst>
                <a:ext uri="{FF2B5EF4-FFF2-40B4-BE49-F238E27FC236}">
                  <a16:creationId xmlns:a16="http://schemas.microsoft.com/office/drawing/2014/main" id="{F0AF513D-168E-BC43-A87F-98530A7A7340}"/>
                </a:ext>
              </a:extLst>
            </p:cNvPr>
            <p:cNvSpPr>
              <a:spLocks noChangeArrowheads="1"/>
            </p:cNvSpPr>
            <p:nvPr/>
          </p:nvSpPr>
          <p:spPr bwMode="auto">
            <a:xfrm>
              <a:off x="2019" y="2102"/>
              <a:ext cx="311"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8" name="Line 81">
              <a:extLst>
                <a:ext uri="{FF2B5EF4-FFF2-40B4-BE49-F238E27FC236}">
                  <a16:creationId xmlns:a16="http://schemas.microsoft.com/office/drawing/2014/main" id="{98E003C3-39B5-AD4E-B694-FF067F96F0C8}"/>
                </a:ext>
              </a:extLst>
            </p:cNvPr>
            <p:cNvSpPr>
              <a:spLocks noChangeShapeType="1"/>
            </p:cNvSpPr>
            <p:nvPr/>
          </p:nvSpPr>
          <p:spPr bwMode="auto">
            <a:xfrm>
              <a:off x="2019" y="2097"/>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9" name="Line 82">
              <a:extLst>
                <a:ext uri="{FF2B5EF4-FFF2-40B4-BE49-F238E27FC236}">
                  <a16:creationId xmlns:a16="http://schemas.microsoft.com/office/drawing/2014/main" id="{FD35A7A2-366B-1C41-BFC6-E12754C8019D}"/>
                </a:ext>
              </a:extLst>
            </p:cNvPr>
            <p:cNvSpPr>
              <a:spLocks noChangeShapeType="1"/>
            </p:cNvSpPr>
            <p:nvPr/>
          </p:nvSpPr>
          <p:spPr bwMode="auto">
            <a:xfrm>
              <a:off x="2330" y="2097"/>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0" name="Rectangle 83">
              <a:extLst>
                <a:ext uri="{FF2B5EF4-FFF2-40B4-BE49-F238E27FC236}">
                  <a16:creationId xmlns:a16="http://schemas.microsoft.com/office/drawing/2014/main" id="{5442F6D1-04E0-A44F-8910-B76948571B99}"/>
                </a:ext>
              </a:extLst>
            </p:cNvPr>
            <p:cNvSpPr>
              <a:spLocks noChangeArrowheads="1"/>
            </p:cNvSpPr>
            <p:nvPr/>
          </p:nvSpPr>
          <p:spPr bwMode="auto">
            <a:xfrm>
              <a:off x="2019" y="2097"/>
              <a:ext cx="310" cy="47"/>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1" name="Oval 84">
              <a:extLst>
                <a:ext uri="{FF2B5EF4-FFF2-40B4-BE49-F238E27FC236}">
                  <a16:creationId xmlns:a16="http://schemas.microsoft.com/office/drawing/2014/main" id="{7CE682FE-3948-5143-B692-07DEF21A92CD}"/>
                </a:ext>
              </a:extLst>
            </p:cNvPr>
            <p:cNvSpPr>
              <a:spLocks noChangeArrowheads="1"/>
            </p:cNvSpPr>
            <p:nvPr/>
          </p:nvSpPr>
          <p:spPr bwMode="auto">
            <a:xfrm>
              <a:off x="2016" y="2036"/>
              <a:ext cx="313" cy="95"/>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232" name="Group 85">
              <a:extLst>
                <a:ext uri="{FF2B5EF4-FFF2-40B4-BE49-F238E27FC236}">
                  <a16:creationId xmlns:a16="http://schemas.microsoft.com/office/drawing/2014/main" id="{ACD8E934-A29C-E940-B27E-262F5DE7DCDF}"/>
                </a:ext>
              </a:extLst>
            </p:cNvPr>
            <p:cNvGrpSpPr>
              <a:grpSpLocks/>
            </p:cNvGrpSpPr>
            <p:nvPr/>
          </p:nvGrpSpPr>
          <p:grpSpPr bwMode="auto">
            <a:xfrm>
              <a:off x="2015" y="1976"/>
              <a:ext cx="321" cy="269"/>
              <a:chOff x="2894" y="2425"/>
              <a:chExt cx="328" cy="269"/>
            </a:xfrm>
          </p:grpSpPr>
          <p:sp>
            <p:nvSpPr>
              <p:cNvPr id="233" name="Rectangle 86">
                <a:extLst>
                  <a:ext uri="{FF2B5EF4-FFF2-40B4-BE49-F238E27FC236}">
                    <a16:creationId xmlns:a16="http://schemas.microsoft.com/office/drawing/2014/main" id="{6556355B-9BE3-D746-A820-E89A58911EF8}"/>
                  </a:ext>
                </a:extLst>
              </p:cNvPr>
              <p:cNvSpPr>
                <a:spLocks noChangeArrowheads="1"/>
              </p:cNvSpPr>
              <p:nvPr/>
            </p:nvSpPr>
            <p:spPr bwMode="auto">
              <a:xfrm>
                <a:off x="2982" y="2490"/>
                <a:ext cx="144" cy="132"/>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4" name="Text Box 87">
                <a:extLst>
                  <a:ext uri="{FF2B5EF4-FFF2-40B4-BE49-F238E27FC236}">
                    <a16:creationId xmlns:a16="http://schemas.microsoft.com/office/drawing/2014/main" id="{87A983D3-02A0-4A4B-A676-14BB88EA3128}"/>
                  </a:ext>
                </a:extLst>
              </p:cNvPr>
              <p:cNvSpPr txBox="1">
                <a:spLocks noChangeArrowheads="1"/>
              </p:cNvSpPr>
              <p:nvPr/>
            </p:nvSpPr>
            <p:spPr bwMode="auto">
              <a:xfrm>
                <a:off x="2894" y="2425"/>
                <a:ext cx="328" cy="26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1b</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99" name="Group 99">
            <a:extLst>
              <a:ext uri="{FF2B5EF4-FFF2-40B4-BE49-F238E27FC236}">
                <a16:creationId xmlns:a16="http://schemas.microsoft.com/office/drawing/2014/main" id="{4C6CCD3C-47D1-7847-84AE-9A444B7FD9F9}"/>
              </a:ext>
            </a:extLst>
          </p:cNvPr>
          <p:cNvGrpSpPr>
            <a:grpSpLocks/>
          </p:cNvGrpSpPr>
          <p:nvPr/>
        </p:nvGrpSpPr>
        <p:grpSpPr bwMode="auto">
          <a:xfrm>
            <a:off x="2231951" y="4354289"/>
            <a:ext cx="461347" cy="396679"/>
            <a:chOff x="2016" y="1976"/>
            <a:chExt cx="316" cy="269"/>
          </a:xfrm>
        </p:grpSpPr>
        <p:sp>
          <p:nvSpPr>
            <p:cNvPr id="215" name="Oval 100">
              <a:extLst>
                <a:ext uri="{FF2B5EF4-FFF2-40B4-BE49-F238E27FC236}">
                  <a16:creationId xmlns:a16="http://schemas.microsoft.com/office/drawing/2014/main" id="{9CFFD192-2352-574C-A1F6-73C764467286}"/>
                </a:ext>
              </a:extLst>
            </p:cNvPr>
            <p:cNvSpPr>
              <a:spLocks noChangeArrowheads="1"/>
            </p:cNvSpPr>
            <p:nvPr/>
          </p:nvSpPr>
          <p:spPr bwMode="auto">
            <a:xfrm>
              <a:off x="2019" y="2102"/>
              <a:ext cx="313" cy="81"/>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6" name="Line 101">
              <a:extLst>
                <a:ext uri="{FF2B5EF4-FFF2-40B4-BE49-F238E27FC236}">
                  <a16:creationId xmlns:a16="http://schemas.microsoft.com/office/drawing/2014/main" id="{AA179453-C4E3-E244-B9A9-11831D82618D}"/>
                </a:ext>
              </a:extLst>
            </p:cNvPr>
            <p:cNvSpPr>
              <a:spLocks noChangeShapeType="1"/>
            </p:cNvSpPr>
            <p:nvPr/>
          </p:nvSpPr>
          <p:spPr bwMode="auto">
            <a:xfrm>
              <a:off x="2019" y="2095"/>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7" name="Line 102">
              <a:extLst>
                <a:ext uri="{FF2B5EF4-FFF2-40B4-BE49-F238E27FC236}">
                  <a16:creationId xmlns:a16="http://schemas.microsoft.com/office/drawing/2014/main" id="{1CE386C9-63A7-F044-A083-5284BFD15472}"/>
                </a:ext>
              </a:extLst>
            </p:cNvPr>
            <p:cNvSpPr>
              <a:spLocks noChangeShapeType="1"/>
            </p:cNvSpPr>
            <p:nvPr/>
          </p:nvSpPr>
          <p:spPr bwMode="auto">
            <a:xfrm>
              <a:off x="2332" y="2095"/>
              <a:ext cx="0" cy="5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8" name="Rectangle 103">
              <a:extLst>
                <a:ext uri="{FF2B5EF4-FFF2-40B4-BE49-F238E27FC236}">
                  <a16:creationId xmlns:a16="http://schemas.microsoft.com/office/drawing/2014/main" id="{50227DAD-D708-784A-BD13-83429F1C25BE}"/>
                </a:ext>
              </a:extLst>
            </p:cNvPr>
            <p:cNvSpPr>
              <a:spLocks noChangeArrowheads="1"/>
            </p:cNvSpPr>
            <p:nvPr/>
          </p:nvSpPr>
          <p:spPr bwMode="auto">
            <a:xfrm>
              <a:off x="2019" y="2095"/>
              <a:ext cx="310" cy="50"/>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9" name="Oval 104">
              <a:extLst>
                <a:ext uri="{FF2B5EF4-FFF2-40B4-BE49-F238E27FC236}">
                  <a16:creationId xmlns:a16="http://schemas.microsoft.com/office/drawing/2014/main" id="{6DA156B1-5FE9-414A-BB48-46A4A52B9073}"/>
                </a:ext>
              </a:extLst>
            </p:cNvPr>
            <p:cNvSpPr>
              <a:spLocks noChangeArrowheads="1"/>
            </p:cNvSpPr>
            <p:nvPr/>
          </p:nvSpPr>
          <p:spPr bwMode="auto">
            <a:xfrm>
              <a:off x="2016" y="2037"/>
              <a:ext cx="313" cy="94"/>
            </a:xfrm>
            <a:prstGeom prst="ellipse">
              <a:avLst/>
            </a:prstGeom>
            <a:solidFill>
              <a:srgbClr val="CCCCFF"/>
            </a:solidFill>
            <a:ln w="12700">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220" name="Group 105">
              <a:extLst>
                <a:ext uri="{FF2B5EF4-FFF2-40B4-BE49-F238E27FC236}">
                  <a16:creationId xmlns:a16="http://schemas.microsoft.com/office/drawing/2014/main" id="{80512439-7B6B-C54B-82D0-66D0AB25D2A7}"/>
                </a:ext>
              </a:extLst>
            </p:cNvPr>
            <p:cNvGrpSpPr>
              <a:grpSpLocks/>
            </p:cNvGrpSpPr>
            <p:nvPr/>
          </p:nvGrpSpPr>
          <p:grpSpPr bwMode="auto">
            <a:xfrm>
              <a:off x="2020" y="1976"/>
              <a:ext cx="308" cy="269"/>
              <a:chOff x="2899" y="2425"/>
              <a:chExt cx="315" cy="269"/>
            </a:xfrm>
          </p:grpSpPr>
          <p:sp>
            <p:nvSpPr>
              <p:cNvPr id="221" name="Rectangle 106">
                <a:extLst>
                  <a:ext uri="{FF2B5EF4-FFF2-40B4-BE49-F238E27FC236}">
                    <a16:creationId xmlns:a16="http://schemas.microsoft.com/office/drawing/2014/main" id="{91098A50-7FC0-CB4E-9B97-2D7AE96D06C6}"/>
                  </a:ext>
                </a:extLst>
              </p:cNvPr>
              <p:cNvSpPr>
                <a:spLocks noChangeArrowheads="1"/>
              </p:cNvSpPr>
              <p:nvPr/>
            </p:nvSpPr>
            <p:spPr bwMode="auto">
              <a:xfrm>
                <a:off x="2982" y="2490"/>
                <a:ext cx="142" cy="130"/>
              </a:xfrm>
              <a:prstGeom prst="rect">
                <a:avLst/>
              </a:prstGeom>
              <a:solidFill>
                <a:srgbClr val="CC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2" name="Text Box 107">
                <a:extLst>
                  <a:ext uri="{FF2B5EF4-FFF2-40B4-BE49-F238E27FC236}">
                    <a16:creationId xmlns:a16="http://schemas.microsoft.com/office/drawing/2014/main" id="{FBCF2ABD-1064-2947-85B9-C0D4E2616D8E}"/>
                  </a:ext>
                </a:extLst>
              </p:cNvPr>
              <p:cNvSpPr txBox="1">
                <a:spLocks noChangeArrowheads="1"/>
              </p:cNvSpPr>
              <p:nvPr/>
            </p:nvSpPr>
            <p:spPr bwMode="auto">
              <a:xfrm>
                <a:off x="2899" y="2425"/>
                <a:ext cx="315" cy="26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3c</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200" name="Line 108">
            <a:extLst>
              <a:ext uri="{FF2B5EF4-FFF2-40B4-BE49-F238E27FC236}">
                <a16:creationId xmlns:a16="http://schemas.microsoft.com/office/drawing/2014/main" id="{47A25237-349D-A842-8706-F347B2434568}"/>
              </a:ext>
            </a:extLst>
          </p:cNvPr>
          <p:cNvSpPr>
            <a:spLocks noChangeShapeType="1"/>
          </p:cNvSpPr>
          <p:nvPr/>
        </p:nvSpPr>
        <p:spPr bwMode="auto">
          <a:xfrm flipH="1">
            <a:off x="2266990" y="4669862"/>
            <a:ext cx="90518" cy="15926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1" name="Line 109">
            <a:extLst>
              <a:ext uri="{FF2B5EF4-FFF2-40B4-BE49-F238E27FC236}">
                <a16:creationId xmlns:a16="http://schemas.microsoft.com/office/drawing/2014/main" id="{6A3F47BD-80C7-0747-85CB-F22F1B792701}"/>
              </a:ext>
            </a:extLst>
          </p:cNvPr>
          <p:cNvSpPr>
            <a:spLocks noChangeShapeType="1"/>
          </p:cNvSpPr>
          <p:nvPr/>
        </p:nvSpPr>
        <p:spPr bwMode="auto">
          <a:xfrm>
            <a:off x="1818783" y="4737696"/>
            <a:ext cx="211694" cy="16221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2" name="Line 110">
            <a:extLst>
              <a:ext uri="{FF2B5EF4-FFF2-40B4-BE49-F238E27FC236}">
                <a16:creationId xmlns:a16="http://schemas.microsoft.com/office/drawing/2014/main" id="{6CB9126B-13F6-7D4E-B1DD-C7EB25541B07}"/>
              </a:ext>
            </a:extLst>
          </p:cNvPr>
          <p:cNvSpPr>
            <a:spLocks noChangeShapeType="1"/>
          </p:cNvSpPr>
          <p:nvPr/>
        </p:nvSpPr>
        <p:spPr bwMode="auto">
          <a:xfrm flipH="1">
            <a:off x="2547302" y="4214198"/>
            <a:ext cx="198555" cy="224146"/>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3" name="Line 111">
            <a:extLst>
              <a:ext uri="{FF2B5EF4-FFF2-40B4-BE49-F238E27FC236}">
                <a16:creationId xmlns:a16="http://schemas.microsoft.com/office/drawing/2014/main" id="{22C33C4C-9469-EC40-8CEF-2C586DEC66C3}"/>
              </a:ext>
            </a:extLst>
          </p:cNvPr>
          <p:cNvSpPr>
            <a:spLocks noChangeShapeType="1"/>
          </p:cNvSpPr>
          <p:nvPr/>
        </p:nvSpPr>
        <p:spPr bwMode="auto">
          <a:xfrm>
            <a:off x="2139974" y="4200926"/>
            <a:ext cx="175195" cy="262486"/>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4" name="Line 112">
            <a:extLst>
              <a:ext uri="{FF2B5EF4-FFF2-40B4-BE49-F238E27FC236}">
                <a16:creationId xmlns:a16="http://schemas.microsoft.com/office/drawing/2014/main" id="{4C48EF93-B210-4F4B-9854-165045A32FD0}"/>
              </a:ext>
            </a:extLst>
          </p:cNvPr>
          <p:cNvSpPr>
            <a:spLocks noChangeShapeType="1"/>
          </p:cNvSpPr>
          <p:nvPr/>
        </p:nvSpPr>
        <p:spPr bwMode="auto">
          <a:xfrm flipH="1">
            <a:off x="3103547" y="4338068"/>
            <a:ext cx="102197" cy="303776"/>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7" name="Line 115">
            <a:extLst>
              <a:ext uri="{FF2B5EF4-FFF2-40B4-BE49-F238E27FC236}">
                <a16:creationId xmlns:a16="http://schemas.microsoft.com/office/drawing/2014/main" id="{257DE23D-92D6-6B48-8933-BB087A4B7F3B}"/>
              </a:ext>
            </a:extLst>
          </p:cNvPr>
          <p:cNvSpPr>
            <a:spLocks noChangeShapeType="1"/>
          </p:cNvSpPr>
          <p:nvPr/>
        </p:nvSpPr>
        <p:spPr bwMode="auto">
          <a:xfrm flipH="1" flipV="1">
            <a:off x="6356338" y="4388206"/>
            <a:ext cx="185415" cy="297878"/>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8" name="Line 116">
            <a:extLst>
              <a:ext uri="{FF2B5EF4-FFF2-40B4-BE49-F238E27FC236}">
                <a16:creationId xmlns:a16="http://schemas.microsoft.com/office/drawing/2014/main" id="{3008FEDF-B989-AD47-B8DC-811C63A78E62}"/>
              </a:ext>
            </a:extLst>
          </p:cNvPr>
          <p:cNvSpPr>
            <a:spLocks noChangeShapeType="1"/>
          </p:cNvSpPr>
          <p:nvPr/>
        </p:nvSpPr>
        <p:spPr bwMode="auto">
          <a:xfrm flipH="1" flipV="1">
            <a:off x="5900830" y="4538619"/>
            <a:ext cx="198555" cy="272809"/>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9" name="Line 117">
            <a:extLst>
              <a:ext uri="{FF2B5EF4-FFF2-40B4-BE49-F238E27FC236}">
                <a16:creationId xmlns:a16="http://schemas.microsoft.com/office/drawing/2014/main" id="{7072AB1C-E687-5F42-AD97-F842F241CC4D}"/>
              </a:ext>
            </a:extLst>
          </p:cNvPr>
          <p:cNvSpPr>
            <a:spLocks noChangeShapeType="1"/>
          </p:cNvSpPr>
          <p:nvPr/>
        </p:nvSpPr>
        <p:spPr bwMode="auto">
          <a:xfrm flipH="1">
            <a:off x="3141506" y="5637228"/>
            <a:ext cx="197095" cy="172533"/>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0" name="Line 118">
            <a:extLst>
              <a:ext uri="{FF2B5EF4-FFF2-40B4-BE49-F238E27FC236}">
                <a16:creationId xmlns:a16="http://schemas.microsoft.com/office/drawing/2014/main" id="{368439BD-38EC-0F4F-AB79-71712E1AE097}"/>
              </a:ext>
            </a:extLst>
          </p:cNvPr>
          <p:cNvSpPr>
            <a:spLocks noChangeShapeType="1"/>
          </p:cNvSpPr>
          <p:nvPr/>
        </p:nvSpPr>
        <p:spPr bwMode="auto">
          <a:xfrm flipH="1" flipV="1">
            <a:off x="3091868" y="5488289"/>
            <a:ext cx="185415" cy="11797"/>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1" name="Line 119">
            <a:extLst>
              <a:ext uri="{FF2B5EF4-FFF2-40B4-BE49-F238E27FC236}">
                <a16:creationId xmlns:a16="http://schemas.microsoft.com/office/drawing/2014/main" id="{05F4047A-FA71-B345-8F4D-7557CE9C3159}"/>
              </a:ext>
            </a:extLst>
          </p:cNvPr>
          <p:cNvSpPr>
            <a:spLocks noChangeShapeType="1"/>
          </p:cNvSpPr>
          <p:nvPr/>
        </p:nvSpPr>
        <p:spPr bwMode="auto">
          <a:xfrm flipH="1">
            <a:off x="3487517" y="5887917"/>
            <a:ext cx="309511" cy="2212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2" name="Line 120">
            <a:extLst>
              <a:ext uri="{FF2B5EF4-FFF2-40B4-BE49-F238E27FC236}">
                <a16:creationId xmlns:a16="http://schemas.microsoft.com/office/drawing/2014/main" id="{00691E04-3135-5045-8A22-A3445401A5C1}"/>
              </a:ext>
            </a:extLst>
          </p:cNvPr>
          <p:cNvSpPr>
            <a:spLocks noChangeShapeType="1"/>
          </p:cNvSpPr>
          <p:nvPr/>
        </p:nvSpPr>
        <p:spPr bwMode="auto">
          <a:xfrm flipV="1">
            <a:off x="4192677" y="5212531"/>
            <a:ext cx="334331" cy="14746"/>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3" name="Line 121">
            <a:extLst>
              <a:ext uri="{FF2B5EF4-FFF2-40B4-BE49-F238E27FC236}">
                <a16:creationId xmlns:a16="http://schemas.microsoft.com/office/drawing/2014/main" id="{C2D8B9BD-B900-B448-8B0A-9B6A048DBB86}"/>
              </a:ext>
            </a:extLst>
          </p:cNvPr>
          <p:cNvSpPr>
            <a:spLocks noChangeShapeType="1"/>
          </p:cNvSpPr>
          <p:nvPr/>
        </p:nvSpPr>
        <p:spPr bwMode="auto">
          <a:xfrm>
            <a:off x="4859879" y="5762572"/>
            <a:ext cx="173735" cy="16221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4" name="Line 122">
            <a:extLst>
              <a:ext uri="{FF2B5EF4-FFF2-40B4-BE49-F238E27FC236}">
                <a16:creationId xmlns:a16="http://schemas.microsoft.com/office/drawing/2014/main" id="{EA45D5A9-0BF3-874E-B10C-996FD8308B65}"/>
              </a:ext>
            </a:extLst>
          </p:cNvPr>
          <p:cNvSpPr>
            <a:spLocks noChangeShapeType="1"/>
          </p:cNvSpPr>
          <p:nvPr/>
        </p:nvSpPr>
        <p:spPr bwMode="auto">
          <a:xfrm>
            <a:off x="4156178" y="5324603"/>
            <a:ext cx="211694" cy="110598"/>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2" name="Freeform 113">
            <a:extLst>
              <a:ext uri="{FF2B5EF4-FFF2-40B4-BE49-F238E27FC236}">
                <a16:creationId xmlns:a16="http://schemas.microsoft.com/office/drawing/2014/main" id="{DE260962-6C23-A34F-81F9-3BDEB6DE3340}"/>
              </a:ext>
            </a:extLst>
          </p:cNvPr>
          <p:cNvSpPr>
            <a:spLocks/>
          </p:cNvSpPr>
          <p:nvPr/>
        </p:nvSpPr>
        <p:spPr bwMode="auto">
          <a:xfrm flipH="1">
            <a:off x="642829" y="4609186"/>
            <a:ext cx="1171575" cy="1758950"/>
          </a:xfrm>
          <a:custGeom>
            <a:avLst/>
            <a:gdLst>
              <a:gd name="T0" fmla="*/ 2147483647 w 738"/>
              <a:gd name="T1" fmla="*/ 2147483647 h 1108"/>
              <a:gd name="T2" fmla="*/ 2147483647 w 738"/>
              <a:gd name="T3" fmla="*/ 2147483647 h 1108"/>
              <a:gd name="T4" fmla="*/ 2147483647 w 738"/>
              <a:gd name="T5" fmla="*/ 2147483647 h 1108"/>
              <a:gd name="T6" fmla="*/ 2147483647 w 738"/>
              <a:gd name="T7" fmla="*/ 2147483647 h 1108"/>
              <a:gd name="T8" fmla="*/ 2147483647 w 738"/>
              <a:gd name="T9" fmla="*/ 2147483647 h 1108"/>
              <a:gd name="T10" fmla="*/ 2147483647 w 738"/>
              <a:gd name="T11" fmla="*/ 2147483647 h 1108"/>
              <a:gd name="T12" fmla="*/ 2147483647 w 738"/>
              <a:gd name="T13" fmla="*/ 2147483647 h 1108"/>
              <a:gd name="T14" fmla="*/ 2147483647 w 738"/>
              <a:gd name="T15" fmla="*/ 2147483647 h 1108"/>
              <a:gd name="T16" fmla="*/ 0 60000 65536"/>
              <a:gd name="T17" fmla="*/ 0 60000 65536"/>
              <a:gd name="T18" fmla="*/ 0 60000 65536"/>
              <a:gd name="T19" fmla="*/ 0 60000 65536"/>
              <a:gd name="T20" fmla="*/ 0 60000 65536"/>
              <a:gd name="T21" fmla="*/ 0 60000 65536"/>
              <a:gd name="T22" fmla="*/ 0 60000 65536"/>
              <a:gd name="T23" fmla="*/ 0 60000 65536"/>
              <a:gd name="T24" fmla="*/ 0 w 738"/>
              <a:gd name="T25" fmla="*/ 0 h 1108"/>
              <a:gd name="T26" fmla="*/ 738 w 738"/>
              <a:gd name="T27" fmla="*/ 1108 h 110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38" h="1108">
                <a:moveTo>
                  <a:pt x="32" y="394"/>
                </a:moveTo>
                <a:cubicBezTo>
                  <a:pt x="66" y="301"/>
                  <a:pt x="108" y="228"/>
                  <a:pt x="213" y="172"/>
                </a:cubicBezTo>
                <a:cubicBezTo>
                  <a:pt x="318" y="116"/>
                  <a:pt x="588" y="0"/>
                  <a:pt x="663" y="56"/>
                </a:cubicBezTo>
                <a:cubicBezTo>
                  <a:pt x="738" y="112"/>
                  <a:pt x="659" y="346"/>
                  <a:pt x="661" y="509"/>
                </a:cubicBezTo>
                <a:cubicBezTo>
                  <a:pt x="663" y="672"/>
                  <a:pt x="731" y="956"/>
                  <a:pt x="677" y="1032"/>
                </a:cubicBezTo>
                <a:cubicBezTo>
                  <a:pt x="623" y="1108"/>
                  <a:pt x="442" y="999"/>
                  <a:pt x="338" y="962"/>
                </a:cubicBezTo>
                <a:cubicBezTo>
                  <a:pt x="234" y="925"/>
                  <a:pt x="102" y="904"/>
                  <a:pt x="51" y="809"/>
                </a:cubicBezTo>
                <a:cubicBezTo>
                  <a:pt x="0" y="715"/>
                  <a:pt x="36" y="481"/>
                  <a:pt x="32" y="394"/>
                </a:cubicBezTo>
                <a:close/>
              </a:path>
            </a:pathLst>
          </a:custGeom>
          <a:gradFill rotWithShape="1">
            <a:gsLst>
              <a:gs pos="0">
                <a:srgbClr val="9CE0FA"/>
              </a:gs>
              <a:gs pos="100000">
                <a:srgbClr val="FFFF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p>
        </p:txBody>
      </p:sp>
      <p:sp>
        <p:nvSpPr>
          <p:cNvPr id="193" name="Text Box 114">
            <a:extLst>
              <a:ext uri="{FF2B5EF4-FFF2-40B4-BE49-F238E27FC236}">
                <a16:creationId xmlns:a16="http://schemas.microsoft.com/office/drawing/2014/main" id="{A4A13EDE-492A-BE49-A65F-4D86BD672C46}"/>
              </a:ext>
            </a:extLst>
          </p:cNvPr>
          <p:cNvSpPr txBox="1">
            <a:spLocks noChangeArrowheads="1"/>
          </p:cNvSpPr>
          <p:nvPr/>
        </p:nvSpPr>
        <p:spPr bwMode="auto">
          <a:xfrm>
            <a:off x="699979" y="5393411"/>
            <a:ext cx="893763" cy="5175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400" dirty="0"/>
              <a:t>other</a:t>
            </a:r>
          </a:p>
          <a:p>
            <a:r>
              <a:rPr lang="en-US" sz="1400" dirty="0"/>
              <a:t>networks</a:t>
            </a:r>
          </a:p>
        </p:txBody>
      </p:sp>
      <p:sp>
        <p:nvSpPr>
          <p:cNvPr id="194" name="Line 115">
            <a:extLst>
              <a:ext uri="{FF2B5EF4-FFF2-40B4-BE49-F238E27FC236}">
                <a16:creationId xmlns:a16="http://schemas.microsoft.com/office/drawing/2014/main" id="{C8C2397B-C8B2-224A-BCB5-A3C329D27E90}"/>
              </a:ext>
            </a:extLst>
          </p:cNvPr>
          <p:cNvSpPr>
            <a:spLocks noChangeShapeType="1"/>
          </p:cNvSpPr>
          <p:nvPr/>
        </p:nvSpPr>
        <p:spPr bwMode="auto">
          <a:xfrm flipH="1">
            <a:off x="1500079" y="4955261"/>
            <a:ext cx="468313" cy="268288"/>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dirty="0"/>
          </a:p>
        </p:txBody>
      </p:sp>
      <p:sp>
        <p:nvSpPr>
          <p:cNvPr id="195" name="Freeform 5">
            <a:extLst>
              <a:ext uri="{FF2B5EF4-FFF2-40B4-BE49-F238E27FC236}">
                <a16:creationId xmlns:a16="http://schemas.microsoft.com/office/drawing/2014/main" id="{8885E14F-4041-E249-995C-43DC3D2D8B1C}"/>
              </a:ext>
            </a:extLst>
          </p:cNvPr>
          <p:cNvSpPr>
            <a:spLocks/>
          </p:cNvSpPr>
          <p:nvPr/>
        </p:nvSpPr>
        <p:spPr bwMode="auto">
          <a:xfrm>
            <a:off x="8053714" y="3961226"/>
            <a:ext cx="1171575" cy="1758950"/>
          </a:xfrm>
          <a:custGeom>
            <a:avLst/>
            <a:gdLst>
              <a:gd name="T0" fmla="*/ 2147483647 w 738"/>
              <a:gd name="T1" fmla="*/ 2147483647 h 1108"/>
              <a:gd name="T2" fmla="*/ 2147483647 w 738"/>
              <a:gd name="T3" fmla="*/ 2147483647 h 1108"/>
              <a:gd name="T4" fmla="*/ 2147483647 w 738"/>
              <a:gd name="T5" fmla="*/ 2147483647 h 1108"/>
              <a:gd name="T6" fmla="*/ 2147483647 w 738"/>
              <a:gd name="T7" fmla="*/ 2147483647 h 1108"/>
              <a:gd name="T8" fmla="*/ 2147483647 w 738"/>
              <a:gd name="T9" fmla="*/ 2147483647 h 1108"/>
              <a:gd name="T10" fmla="*/ 2147483647 w 738"/>
              <a:gd name="T11" fmla="*/ 2147483647 h 1108"/>
              <a:gd name="T12" fmla="*/ 2147483647 w 738"/>
              <a:gd name="T13" fmla="*/ 2147483647 h 1108"/>
              <a:gd name="T14" fmla="*/ 2147483647 w 738"/>
              <a:gd name="T15" fmla="*/ 2147483647 h 1108"/>
              <a:gd name="T16" fmla="*/ 0 60000 65536"/>
              <a:gd name="T17" fmla="*/ 0 60000 65536"/>
              <a:gd name="T18" fmla="*/ 0 60000 65536"/>
              <a:gd name="T19" fmla="*/ 0 60000 65536"/>
              <a:gd name="T20" fmla="*/ 0 60000 65536"/>
              <a:gd name="T21" fmla="*/ 0 60000 65536"/>
              <a:gd name="T22" fmla="*/ 0 60000 65536"/>
              <a:gd name="T23" fmla="*/ 0 60000 65536"/>
              <a:gd name="T24" fmla="*/ 0 w 738"/>
              <a:gd name="T25" fmla="*/ 0 h 1108"/>
              <a:gd name="T26" fmla="*/ 738 w 738"/>
              <a:gd name="T27" fmla="*/ 1108 h 110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38" h="1108">
                <a:moveTo>
                  <a:pt x="32" y="394"/>
                </a:moveTo>
                <a:cubicBezTo>
                  <a:pt x="66" y="301"/>
                  <a:pt x="108" y="228"/>
                  <a:pt x="213" y="172"/>
                </a:cubicBezTo>
                <a:cubicBezTo>
                  <a:pt x="318" y="116"/>
                  <a:pt x="588" y="0"/>
                  <a:pt x="663" y="56"/>
                </a:cubicBezTo>
                <a:cubicBezTo>
                  <a:pt x="738" y="112"/>
                  <a:pt x="659" y="346"/>
                  <a:pt x="661" y="509"/>
                </a:cubicBezTo>
                <a:cubicBezTo>
                  <a:pt x="663" y="672"/>
                  <a:pt x="731" y="956"/>
                  <a:pt x="677" y="1032"/>
                </a:cubicBezTo>
                <a:cubicBezTo>
                  <a:pt x="623" y="1108"/>
                  <a:pt x="442" y="999"/>
                  <a:pt x="338" y="962"/>
                </a:cubicBezTo>
                <a:cubicBezTo>
                  <a:pt x="234" y="925"/>
                  <a:pt x="102" y="904"/>
                  <a:pt x="51" y="809"/>
                </a:cubicBezTo>
                <a:cubicBezTo>
                  <a:pt x="0" y="715"/>
                  <a:pt x="36" y="481"/>
                  <a:pt x="32" y="394"/>
                </a:cubicBezTo>
                <a:close/>
              </a:path>
            </a:pathLst>
          </a:custGeom>
          <a:gradFill rotWithShape="1">
            <a:gsLst>
              <a:gs pos="0">
                <a:srgbClr val="9CE0FA"/>
              </a:gs>
              <a:gs pos="100000">
                <a:srgbClr val="FFFF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p>
        </p:txBody>
      </p:sp>
      <p:sp>
        <p:nvSpPr>
          <p:cNvPr id="196" name="Line 92">
            <a:extLst>
              <a:ext uri="{FF2B5EF4-FFF2-40B4-BE49-F238E27FC236}">
                <a16:creationId xmlns:a16="http://schemas.microsoft.com/office/drawing/2014/main" id="{F329414D-E5C4-DA4F-A3DD-7175FB210C97}"/>
              </a:ext>
            </a:extLst>
          </p:cNvPr>
          <p:cNvSpPr>
            <a:spLocks noChangeShapeType="1"/>
          </p:cNvSpPr>
          <p:nvPr/>
        </p:nvSpPr>
        <p:spPr bwMode="auto">
          <a:xfrm>
            <a:off x="6848694" y="4790989"/>
            <a:ext cx="1318276" cy="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a:lstStyle/>
          <a:p>
            <a:r>
              <a:rPr lang="en-US" dirty="0"/>
              <a:t>        </a:t>
            </a:r>
          </a:p>
        </p:txBody>
      </p:sp>
      <p:sp>
        <p:nvSpPr>
          <p:cNvPr id="197" name="Line 93">
            <a:extLst>
              <a:ext uri="{FF2B5EF4-FFF2-40B4-BE49-F238E27FC236}">
                <a16:creationId xmlns:a16="http://schemas.microsoft.com/office/drawing/2014/main" id="{BFA90A4C-DC4C-B649-B9F1-BBC4626B9420}"/>
              </a:ext>
            </a:extLst>
          </p:cNvPr>
          <p:cNvSpPr>
            <a:spLocks noChangeShapeType="1"/>
          </p:cNvSpPr>
          <p:nvPr/>
        </p:nvSpPr>
        <p:spPr bwMode="auto">
          <a:xfrm>
            <a:off x="7290584" y="5105814"/>
            <a:ext cx="1339849" cy="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a:lstStyle/>
          <a:p>
            <a:r>
              <a:rPr lang="en-US" dirty="0"/>
              <a:t>                </a:t>
            </a:r>
          </a:p>
        </p:txBody>
      </p:sp>
      <p:sp>
        <p:nvSpPr>
          <p:cNvPr id="198" name="Text Box 112">
            <a:extLst>
              <a:ext uri="{FF2B5EF4-FFF2-40B4-BE49-F238E27FC236}">
                <a16:creationId xmlns:a16="http://schemas.microsoft.com/office/drawing/2014/main" id="{840A7965-8696-C241-A087-39B4E4084143}"/>
              </a:ext>
            </a:extLst>
          </p:cNvPr>
          <p:cNvSpPr txBox="1">
            <a:spLocks noChangeArrowheads="1"/>
          </p:cNvSpPr>
          <p:nvPr/>
        </p:nvSpPr>
        <p:spPr bwMode="auto">
          <a:xfrm>
            <a:off x="8433127" y="4558126"/>
            <a:ext cx="893762" cy="5175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400" dirty="0"/>
              <a:t>other</a:t>
            </a:r>
          </a:p>
          <a:p>
            <a:r>
              <a:rPr lang="en-US" sz="1400" dirty="0"/>
              <a:t>networks</a:t>
            </a:r>
          </a:p>
        </p:txBody>
      </p:sp>
      <p:sp>
        <p:nvSpPr>
          <p:cNvPr id="223" name="Rectangle 3">
            <a:extLst>
              <a:ext uri="{FF2B5EF4-FFF2-40B4-BE49-F238E27FC236}">
                <a16:creationId xmlns:a16="http://schemas.microsoft.com/office/drawing/2014/main" id="{C4812894-1377-0F41-8D66-2DB2C98C7B52}"/>
              </a:ext>
            </a:extLst>
          </p:cNvPr>
          <p:cNvSpPr txBox="1">
            <a:spLocks noChangeArrowheads="1"/>
          </p:cNvSpPr>
          <p:nvPr/>
        </p:nvSpPr>
        <p:spPr>
          <a:xfrm>
            <a:off x="657073" y="1558642"/>
            <a:ext cx="5004692" cy="721262"/>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defRPr/>
            </a:pPr>
            <a:r>
              <a:rPr lang="en-US" sz="2400" dirty="0"/>
              <a:t>suppose router in AS</a:t>
            </a:r>
            <a:r>
              <a:rPr lang="en-US" sz="2400" dirty="0">
                <a:latin typeface="Arial"/>
                <a:cs typeface="Arial"/>
              </a:rPr>
              <a:t>1</a:t>
            </a:r>
            <a:r>
              <a:rPr lang="en-US" sz="2400" dirty="0"/>
              <a:t> receives datagram destined outside of AS</a:t>
            </a:r>
            <a:r>
              <a:rPr lang="en-US" sz="2400" dirty="0">
                <a:latin typeface="Arial"/>
                <a:cs typeface="Arial"/>
              </a:rPr>
              <a:t>1</a:t>
            </a:r>
            <a:r>
              <a:rPr lang="en-US" sz="2400" dirty="0"/>
              <a:t>:</a:t>
            </a:r>
          </a:p>
          <a:p>
            <a:pPr lvl="1">
              <a:defRPr/>
            </a:pPr>
            <a:endParaRPr lang="en-US" dirty="0"/>
          </a:p>
        </p:txBody>
      </p:sp>
      <p:sp>
        <p:nvSpPr>
          <p:cNvPr id="2" name="Rectangle 1">
            <a:extLst>
              <a:ext uri="{FF2B5EF4-FFF2-40B4-BE49-F238E27FC236}">
                <a16:creationId xmlns:a16="http://schemas.microsoft.com/office/drawing/2014/main" id="{A7C7CFEE-647F-FD4B-8F1F-D357C9361183}"/>
              </a:ext>
            </a:extLst>
          </p:cNvPr>
          <p:cNvSpPr/>
          <p:nvPr/>
        </p:nvSpPr>
        <p:spPr>
          <a:xfrm>
            <a:off x="6108525" y="1488552"/>
            <a:ext cx="5490576" cy="2000548"/>
          </a:xfrm>
          <a:prstGeom prst="rect">
            <a:avLst/>
          </a:prstGeom>
        </p:spPr>
        <p:txBody>
          <a:bodyPr wrap="square">
            <a:spAutoFit/>
          </a:bodyPr>
          <a:lstStyle/>
          <a:p>
            <a:pPr marL="457200" indent="-457200">
              <a:buFont typeface="Wingdings" charset="0"/>
              <a:buNone/>
              <a:defRPr/>
            </a:pPr>
            <a:r>
              <a:rPr lang="en-US" sz="2800" dirty="0">
                <a:solidFill>
                  <a:srgbClr val="CC0000"/>
                </a:solidFill>
              </a:rPr>
              <a:t>AS</a:t>
            </a:r>
            <a:r>
              <a:rPr lang="en-US" sz="2800" dirty="0">
                <a:solidFill>
                  <a:srgbClr val="CC0000"/>
                </a:solidFill>
                <a:cs typeface="Arial"/>
              </a:rPr>
              <a:t>1</a:t>
            </a:r>
            <a:r>
              <a:rPr lang="en-US" sz="2800" dirty="0">
                <a:solidFill>
                  <a:srgbClr val="CC0000"/>
                </a:solidFill>
              </a:rPr>
              <a:t> inter-domain routing must:</a:t>
            </a:r>
          </a:p>
          <a:p>
            <a:pPr marL="457200" indent="-333375">
              <a:buFont typeface="ZapfDingbats" charset="0"/>
              <a:buAutoNum type="arabicPeriod"/>
              <a:defRPr/>
            </a:pPr>
            <a:r>
              <a:rPr lang="en-US" sz="2400" dirty="0"/>
              <a:t>learn which destinations reachable through AS2, which through AS3</a:t>
            </a:r>
          </a:p>
          <a:p>
            <a:pPr marL="457200" indent="-333375">
              <a:buFont typeface="ZapfDingbats" charset="0"/>
              <a:buAutoNum type="arabicPeriod"/>
              <a:defRPr/>
            </a:pPr>
            <a:r>
              <a:rPr lang="en-US" sz="2400" dirty="0"/>
              <a:t>propagate this reachability info to all routers in AS</a:t>
            </a:r>
            <a:r>
              <a:rPr lang="en-US" sz="2400" dirty="0">
                <a:cs typeface="Arial"/>
              </a:rPr>
              <a:t>1</a:t>
            </a:r>
          </a:p>
        </p:txBody>
      </p:sp>
      <p:grpSp>
        <p:nvGrpSpPr>
          <p:cNvPr id="3" name="Group 2">
            <a:extLst>
              <a:ext uri="{FF2B5EF4-FFF2-40B4-BE49-F238E27FC236}">
                <a16:creationId xmlns:a16="http://schemas.microsoft.com/office/drawing/2014/main" id="{7AF74606-0A42-EC43-8837-07801EF753FD}"/>
              </a:ext>
            </a:extLst>
          </p:cNvPr>
          <p:cNvGrpSpPr/>
          <p:nvPr/>
        </p:nvGrpSpPr>
        <p:grpSpPr>
          <a:xfrm>
            <a:off x="2670048" y="5701792"/>
            <a:ext cx="763742" cy="443198"/>
            <a:chOff x="2670048" y="5701792"/>
            <a:chExt cx="763742" cy="443198"/>
          </a:xfrm>
        </p:grpSpPr>
        <p:sp>
          <p:nvSpPr>
            <p:cNvPr id="124" name="Right Arrow 123">
              <a:extLst>
                <a:ext uri="{FF2B5EF4-FFF2-40B4-BE49-F238E27FC236}">
                  <a16:creationId xmlns:a16="http://schemas.microsoft.com/office/drawing/2014/main" id="{28ACB7EC-F781-384A-AD08-E17B83DAE67A}"/>
                </a:ext>
              </a:extLst>
            </p:cNvPr>
            <p:cNvSpPr/>
            <p:nvPr/>
          </p:nvSpPr>
          <p:spPr>
            <a:xfrm rot="19174881">
              <a:off x="2896614" y="5786744"/>
              <a:ext cx="537176" cy="202520"/>
            </a:xfrm>
            <a:prstGeom prst="rightArrow">
              <a:avLst/>
            </a:prstGeom>
            <a:gradFill>
              <a:gsLst>
                <a:gs pos="0">
                  <a:schemeClr val="accent1">
                    <a:lumMod val="5000"/>
                    <a:lumOff val="95000"/>
                  </a:schemeClr>
                </a:gs>
                <a:gs pos="35000">
                  <a:schemeClr val="accent1">
                    <a:lumMod val="20000"/>
                    <a:lumOff val="80000"/>
                  </a:schemeClr>
                </a:gs>
                <a:gs pos="68000">
                  <a:schemeClr val="accent1">
                    <a:lumMod val="45000"/>
                    <a:lumOff val="55000"/>
                  </a:schemeClr>
                </a:gs>
                <a:gs pos="100000">
                  <a:srgbClr val="0000A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20" name="Group 201">
              <a:extLst>
                <a:ext uri="{FF2B5EF4-FFF2-40B4-BE49-F238E27FC236}">
                  <a16:creationId xmlns:a16="http://schemas.microsoft.com/office/drawing/2014/main" id="{E20C8ADF-2589-C646-B6EA-D4B0EBC7A0E8}"/>
                </a:ext>
              </a:extLst>
            </p:cNvPr>
            <p:cNvGrpSpPr>
              <a:grpSpLocks/>
            </p:cNvGrpSpPr>
            <p:nvPr/>
          </p:nvGrpSpPr>
          <p:grpSpPr bwMode="auto">
            <a:xfrm>
              <a:off x="2670048" y="5701792"/>
              <a:ext cx="245122" cy="443198"/>
              <a:chOff x="375561" y="297711"/>
              <a:chExt cx="1252683" cy="2138362"/>
            </a:xfrm>
          </p:grpSpPr>
          <p:sp>
            <p:nvSpPr>
              <p:cNvPr id="121" name="Freeform 120">
                <a:extLst>
                  <a:ext uri="{FF2B5EF4-FFF2-40B4-BE49-F238E27FC236}">
                    <a16:creationId xmlns:a16="http://schemas.microsoft.com/office/drawing/2014/main" id="{7DDF526C-1102-2F48-8FE7-A7023586C9F7}"/>
                  </a:ext>
                </a:extLst>
              </p:cNvPr>
              <p:cNvSpPr/>
              <p:nvPr/>
            </p:nvSpPr>
            <p:spPr>
              <a:xfrm>
                <a:off x="375561" y="297711"/>
                <a:ext cx="971072" cy="213836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22" name="Freeform 121">
                <a:extLst>
                  <a:ext uri="{FF2B5EF4-FFF2-40B4-BE49-F238E27FC236}">
                    <a16:creationId xmlns:a16="http://schemas.microsoft.com/office/drawing/2014/main" id="{D87569FE-AD98-464C-82C6-8AF331C6E022}"/>
                  </a:ext>
                </a:extLst>
              </p:cNvPr>
              <p:cNvSpPr/>
              <p:nvPr/>
            </p:nvSpPr>
            <p:spPr>
              <a:xfrm>
                <a:off x="375561" y="309724"/>
                <a:ext cx="1247826" cy="768849"/>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rgbClr val="0099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23" name="Rectangle 122">
                <a:extLst>
                  <a:ext uri="{FF2B5EF4-FFF2-40B4-BE49-F238E27FC236}">
                    <a16:creationId xmlns:a16="http://schemas.microsoft.com/office/drawing/2014/main" id="{1DD79E3A-D063-E04C-BF26-4BCE30BD1540}"/>
                  </a:ext>
                </a:extLst>
              </p:cNvPr>
              <p:cNvSpPr/>
              <p:nvPr/>
            </p:nvSpPr>
            <p:spPr>
              <a:xfrm>
                <a:off x="1332065" y="1066560"/>
                <a:ext cx="296179" cy="136350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rgbClr val="FFFFFF"/>
                  </a:solidFill>
                  <a:ea typeface="ＭＳ Ｐゴシック" charset="0"/>
                  <a:cs typeface="ＭＳ Ｐゴシック" charset="0"/>
                </a:endParaRPr>
              </a:p>
            </p:txBody>
          </p:sp>
        </p:grpSp>
      </p:grpSp>
      <p:sp>
        <p:nvSpPr>
          <p:cNvPr id="126" name="Rectangle 3">
            <a:extLst>
              <a:ext uri="{FF2B5EF4-FFF2-40B4-BE49-F238E27FC236}">
                <a16:creationId xmlns:a16="http://schemas.microsoft.com/office/drawing/2014/main" id="{2805B67C-421E-F747-ADEA-BA4F2FA77522}"/>
              </a:ext>
            </a:extLst>
          </p:cNvPr>
          <p:cNvSpPr txBox="1">
            <a:spLocks noChangeArrowheads="1"/>
          </p:cNvSpPr>
          <p:nvPr/>
        </p:nvSpPr>
        <p:spPr>
          <a:xfrm>
            <a:off x="602209" y="2259682"/>
            <a:ext cx="5004692" cy="1998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lvl="1">
              <a:defRPr/>
            </a:pPr>
            <a:r>
              <a:rPr lang="en-US" dirty="0"/>
              <a:t>router should forward packet to gateway router in AS1, but which one?</a:t>
            </a:r>
          </a:p>
          <a:p>
            <a:pPr lvl="1">
              <a:defRPr/>
            </a:pPr>
            <a:endParaRPr lang="en-US" dirty="0"/>
          </a:p>
        </p:txBody>
      </p:sp>
      <p:grpSp>
        <p:nvGrpSpPr>
          <p:cNvPr id="8" name="Group 7">
            <a:extLst>
              <a:ext uri="{FF2B5EF4-FFF2-40B4-BE49-F238E27FC236}">
                <a16:creationId xmlns:a16="http://schemas.microsoft.com/office/drawing/2014/main" id="{11C63B2F-6BBA-B44E-97F7-4159A78FD0F4}"/>
              </a:ext>
            </a:extLst>
          </p:cNvPr>
          <p:cNvGrpSpPr/>
          <p:nvPr/>
        </p:nvGrpSpPr>
        <p:grpSpPr>
          <a:xfrm>
            <a:off x="528828" y="2261616"/>
            <a:ext cx="3400044" cy="3791712"/>
            <a:chOff x="528828" y="2261616"/>
            <a:chExt cx="3400044" cy="3791712"/>
          </a:xfrm>
        </p:grpSpPr>
        <p:pic>
          <p:nvPicPr>
            <p:cNvPr id="7" name="Picture 6" descr="A close up of a sign&#10;&#10;Description automatically generated">
              <a:extLst>
                <a:ext uri="{FF2B5EF4-FFF2-40B4-BE49-F238E27FC236}">
                  <a16:creationId xmlns:a16="http://schemas.microsoft.com/office/drawing/2014/main" id="{0AD2C625-9B0A-A742-966B-89B7C34CA760}"/>
                </a:ext>
              </a:extLst>
            </p:cNvPr>
            <p:cNvPicPr>
              <a:picLocks noChangeAspect="1"/>
            </p:cNvPicPr>
            <p:nvPr/>
          </p:nvPicPr>
          <p:blipFill>
            <a:blip r:embed="rId2"/>
            <a:stretch>
              <a:fillRect/>
            </a:stretch>
          </p:blipFill>
          <p:spPr>
            <a:xfrm>
              <a:off x="3081528" y="5205984"/>
              <a:ext cx="847344" cy="847344"/>
            </a:xfrm>
            <a:prstGeom prst="rect">
              <a:avLst/>
            </a:prstGeom>
          </p:spPr>
        </p:pic>
        <p:pic>
          <p:nvPicPr>
            <p:cNvPr id="129" name="Picture 128" descr="A close up of a sign&#10;&#10;Description automatically generated">
              <a:extLst>
                <a:ext uri="{FF2B5EF4-FFF2-40B4-BE49-F238E27FC236}">
                  <a16:creationId xmlns:a16="http://schemas.microsoft.com/office/drawing/2014/main" id="{9F88A575-F276-AF48-A7CD-00AEA286AE13}"/>
                </a:ext>
              </a:extLst>
            </p:cNvPr>
            <p:cNvPicPr>
              <a:picLocks noChangeAspect="1"/>
            </p:cNvPicPr>
            <p:nvPr/>
          </p:nvPicPr>
          <p:blipFill>
            <a:blip r:embed="rId2"/>
            <a:stretch>
              <a:fillRect/>
            </a:stretch>
          </p:blipFill>
          <p:spPr>
            <a:xfrm>
              <a:off x="528828" y="2261616"/>
              <a:ext cx="847344" cy="847344"/>
            </a:xfrm>
            <a:prstGeom prst="rect">
              <a:avLst/>
            </a:prstGeom>
          </p:spPr>
        </p:pic>
      </p:grpSp>
    </p:spTree>
    <p:extLst>
      <p:ext uri="{BB962C8B-B14F-4D97-AF65-F5344CB8AC3E}">
        <p14:creationId xmlns:p14="http://schemas.microsoft.com/office/powerpoint/2010/main" val="27577385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26"/>
                                        </p:tgtEl>
                                        <p:attrNameLst>
                                          <p:attrName>style.visibility</p:attrName>
                                        </p:attrNameLst>
                                      </p:cBhvr>
                                      <p:to>
                                        <p:strVal val="visible"/>
                                      </p:to>
                                    </p:set>
                                    <p:animEffect transition="in" filter="dissolve">
                                      <p:cBhvr>
                                        <p:cTn id="12" dur="500"/>
                                        <p:tgtEl>
                                          <p:spTgt spid="126"/>
                                        </p:tgtEl>
                                      </p:cBhvr>
                                    </p:animEffect>
                                  </p:childTnLst>
                                </p:cTn>
                              </p:par>
                              <p:par>
                                <p:cTn id="13" presetID="9" presetClass="entr" presetSubtype="0" fill="hold" nodeType="with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dissolve">
                                      <p:cBhvr>
                                        <p:cTn id="15" dur="500"/>
                                        <p:tgtEl>
                                          <p:spTgt spid="8"/>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2"/>
                                        </p:tgtEl>
                                        <p:attrNameLst>
                                          <p:attrName>style.visibility</p:attrName>
                                        </p:attrNameLst>
                                      </p:cBhvr>
                                      <p:to>
                                        <p:strVal val="visible"/>
                                      </p:to>
                                    </p:set>
                                    <p:animEffect transition="in" filter="dissolve">
                                      <p:cBhvr>
                                        <p:cTn id="20" dur="500"/>
                                        <p:tgtEl>
                                          <p:spTgt spid="2"/>
                                        </p:tgtEl>
                                      </p:cBhvr>
                                    </p:animEffect>
                                  </p:childTnLst>
                                </p:cTn>
                              </p:par>
                              <p:par>
                                <p:cTn id="21" presetID="9" presetClass="exit" presetSubtype="0" fill="hold" nodeType="withEffect">
                                  <p:stCondLst>
                                    <p:cond delay="0"/>
                                  </p:stCondLst>
                                  <p:childTnLst>
                                    <p:animEffect transition="out" filter="dissolve">
                                      <p:cBhvr>
                                        <p:cTn id="22" dur="500"/>
                                        <p:tgtEl>
                                          <p:spTgt spid="8"/>
                                        </p:tgtEl>
                                      </p:cBhvr>
                                    </p:animEffect>
                                    <p:set>
                                      <p:cBhvr>
                                        <p:cTn id="23" dur="1" fill="hold">
                                          <p:stCondLst>
                                            <p:cond delay="499"/>
                                          </p:stCondLst>
                                        </p:cTn>
                                        <p:tgtEl>
                                          <p:spTgt spid="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26"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5DA1129F-3DCF-3A44-9CC7-AFE5C958C642}"/>
              </a:ext>
            </a:extLst>
          </p:cNvPr>
          <p:cNvSpPr>
            <a:spLocks noGrp="1"/>
          </p:cNvSpPr>
          <p:nvPr>
            <p:ph type="title"/>
          </p:nvPr>
        </p:nvSpPr>
        <p:spPr>
          <a:xfrm>
            <a:off x="838200" y="451821"/>
            <a:ext cx="10873636" cy="894622"/>
          </a:xfrm>
        </p:spPr>
        <p:txBody>
          <a:bodyPr>
            <a:noAutofit/>
          </a:bodyPr>
          <a:lstStyle/>
          <a:p>
            <a:r>
              <a:rPr lang="en-US" sz="4000" b="0" kern="0" dirty="0">
                <a:solidFill>
                  <a:srgbClr val="000099"/>
                </a:solidFill>
                <a:latin typeface="+mn-lt"/>
                <a:ea typeface="ＭＳ Ｐゴシック" charset="0"/>
              </a:rPr>
              <a:t>Intra-AS routing:  routing within an AS</a:t>
            </a:r>
            <a:endParaRPr lang="en-US" sz="4000" dirty="0">
              <a:latin typeface="+mn-lt"/>
            </a:endParaRPr>
          </a:p>
        </p:txBody>
      </p:sp>
      <p:sp>
        <p:nvSpPr>
          <p:cNvPr id="5" name="Slide Number Placeholder 4">
            <a:extLst>
              <a:ext uri="{FF2B5EF4-FFF2-40B4-BE49-F238E27FC236}">
                <a16:creationId xmlns:a16="http://schemas.microsoft.com/office/drawing/2014/main" id="{253403F4-351A-E44F-97D7-AD7199580E78}"/>
              </a:ext>
            </a:extLst>
          </p:cNvPr>
          <p:cNvSpPr>
            <a:spLocks noGrp="1"/>
          </p:cNvSpPr>
          <p:nvPr>
            <p:ph type="sldNum" sz="quarter" idx="4"/>
          </p:nvPr>
        </p:nvSpPr>
        <p:spPr/>
        <p:txBody>
          <a:bodyPr/>
          <a:lstStyle/>
          <a:p>
            <a:r>
              <a:rPr lang="en-US" dirty="0"/>
              <a:t>Network Layer: 5-</a:t>
            </a:r>
            <a:fld id="{C4204591-24BD-A542-B9D5-F8D8A88D2FEE}" type="slidenum">
              <a:rPr lang="en-US" smtClean="0"/>
              <a:pPr/>
              <a:t>50</a:t>
            </a:fld>
            <a:endParaRPr lang="en-US" dirty="0"/>
          </a:p>
        </p:txBody>
      </p:sp>
      <p:sp>
        <p:nvSpPr>
          <p:cNvPr id="223" name="Rectangle 3">
            <a:extLst>
              <a:ext uri="{FF2B5EF4-FFF2-40B4-BE49-F238E27FC236}">
                <a16:creationId xmlns:a16="http://schemas.microsoft.com/office/drawing/2014/main" id="{C4812894-1377-0F41-8D66-2DB2C98C7B52}"/>
              </a:ext>
            </a:extLst>
          </p:cNvPr>
          <p:cNvSpPr txBox="1">
            <a:spLocks noChangeArrowheads="1"/>
          </p:cNvSpPr>
          <p:nvPr/>
        </p:nvSpPr>
        <p:spPr>
          <a:xfrm>
            <a:off x="857488" y="1558642"/>
            <a:ext cx="10942029" cy="4767002"/>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1113" indent="0">
              <a:buNone/>
              <a:defRPr/>
            </a:pPr>
            <a:r>
              <a:rPr lang="en-US" sz="3200" dirty="0"/>
              <a:t>also known as interior gateway protocols (IGP)</a:t>
            </a:r>
          </a:p>
          <a:p>
            <a:pPr marL="11113" indent="0">
              <a:buNone/>
              <a:defRPr/>
            </a:pPr>
            <a:r>
              <a:rPr lang="en-US" sz="3200" dirty="0"/>
              <a:t>most common intra-AS routing protocols:</a:t>
            </a:r>
          </a:p>
          <a:p>
            <a:pPr>
              <a:defRPr/>
            </a:pPr>
            <a:r>
              <a:rPr lang="en-US" dirty="0">
                <a:solidFill>
                  <a:srgbClr val="C00000"/>
                </a:solidFill>
              </a:rPr>
              <a:t>RIP: Routing Information Protocol</a:t>
            </a:r>
            <a:r>
              <a:rPr lang="en-US" dirty="0"/>
              <a:t> </a:t>
            </a:r>
            <a:r>
              <a:rPr lang="en-US" sz="2400" dirty="0"/>
              <a:t>[RFC 1723]</a:t>
            </a:r>
          </a:p>
          <a:p>
            <a:pPr lvl="1">
              <a:defRPr/>
            </a:pPr>
            <a:r>
              <a:rPr lang="en-US" dirty="0"/>
              <a:t>classic DV: DVs exchanged every 30 secs</a:t>
            </a:r>
          </a:p>
          <a:p>
            <a:pPr lvl="1">
              <a:defRPr/>
            </a:pPr>
            <a:r>
              <a:rPr lang="en-US" dirty="0"/>
              <a:t>no longer widely used</a:t>
            </a:r>
          </a:p>
          <a:p>
            <a:pPr>
              <a:defRPr/>
            </a:pPr>
            <a:r>
              <a:rPr lang="en-US" dirty="0">
                <a:solidFill>
                  <a:srgbClr val="C00000"/>
                </a:solidFill>
              </a:rPr>
              <a:t>IGRP/EIGRP: Enhanced Interior Gateway Routing Protocol</a:t>
            </a:r>
          </a:p>
          <a:p>
            <a:pPr lvl="1">
              <a:defRPr/>
            </a:pPr>
            <a:r>
              <a:rPr lang="en-US" dirty="0"/>
              <a:t>DV based</a:t>
            </a:r>
          </a:p>
          <a:p>
            <a:pPr lvl="1">
              <a:defRPr/>
            </a:pPr>
            <a:r>
              <a:rPr lang="en-US" dirty="0"/>
              <a:t>formerly Cisco-proprietary for decades (became open in 2013 [RFC 7868])</a:t>
            </a:r>
          </a:p>
          <a:p>
            <a:pPr>
              <a:defRPr/>
            </a:pPr>
            <a:r>
              <a:rPr lang="en-US" dirty="0"/>
              <a:t> </a:t>
            </a:r>
            <a:r>
              <a:rPr lang="en-US" dirty="0">
                <a:solidFill>
                  <a:srgbClr val="C00000"/>
                </a:solidFill>
              </a:rPr>
              <a:t>OSPF: Open Shortest Path First  </a:t>
            </a:r>
            <a:r>
              <a:rPr lang="en-US" sz="2000" dirty="0">
                <a:solidFill>
                  <a:srgbClr val="C00000"/>
                </a:solidFill>
              </a:rPr>
              <a:t>[RFC 2328]</a:t>
            </a:r>
          </a:p>
          <a:p>
            <a:pPr lvl="1">
              <a:defRPr/>
            </a:pPr>
            <a:r>
              <a:rPr lang="en-US" dirty="0"/>
              <a:t>link-state routing</a:t>
            </a:r>
          </a:p>
          <a:p>
            <a:pPr lvl="1">
              <a:defRPr/>
            </a:pPr>
            <a:r>
              <a:rPr lang="en-US" dirty="0"/>
              <a:t>IS-IS protocol (ISO standard, not RFC standard) essentially same as OSPF</a:t>
            </a:r>
          </a:p>
          <a:p>
            <a:pPr lvl="1">
              <a:defRPr/>
            </a:pPr>
            <a:endParaRPr lang="en-US" dirty="0"/>
          </a:p>
        </p:txBody>
      </p:sp>
    </p:spTree>
    <p:extLst>
      <p:ext uri="{BB962C8B-B14F-4D97-AF65-F5344CB8AC3E}">
        <p14:creationId xmlns:p14="http://schemas.microsoft.com/office/powerpoint/2010/main" val="355610763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3">
                                            <p:txEl>
                                              <p:pRg st="2" end="2"/>
                                            </p:txEl>
                                          </p:spTgt>
                                        </p:tgtEl>
                                        <p:attrNameLst>
                                          <p:attrName>style.visibility</p:attrName>
                                        </p:attrNameLst>
                                      </p:cBhvr>
                                      <p:to>
                                        <p:strVal val="visible"/>
                                      </p:to>
                                    </p:set>
                                    <p:animEffect transition="in" filter="dissolve">
                                      <p:cBhvr>
                                        <p:cTn id="7" dur="500"/>
                                        <p:tgtEl>
                                          <p:spTgt spid="223">
                                            <p:txEl>
                                              <p:pRg st="2" end="2"/>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23">
                                            <p:txEl>
                                              <p:pRg st="3" end="3"/>
                                            </p:txEl>
                                          </p:spTgt>
                                        </p:tgtEl>
                                        <p:attrNameLst>
                                          <p:attrName>style.visibility</p:attrName>
                                        </p:attrNameLst>
                                      </p:cBhvr>
                                      <p:to>
                                        <p:strVal val="visible"/>
                                      </p:to>
                                    </p:set>
                                    <p:animEffect transition="in" filter="dissolve">
                                      <p:cBhvr>
                                        <p:cTn id="10" dur="500"/>
                                        <p:tgtEl>
                                          <p:spTgt spid="223">
                                            <p:txEl>
                                              <p:pRg st="3" end="3"/>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223">
                                            <p:txEl>
                                              <p:pRg st="4" end="4"/>
                                            </p:txEl>
                                          </p:spTgt>
                                        </p:tgtEl>
                                        <p:attrNameLst>
                                          <p:attrName>style.visibility</p:attrName>
                                        </p:attrNameLst>
                                      </p:cBhvr>
                                      <p:to>
                                        <p:strVal val="visible"/>
                                      </p:to>
                                    </p:set>
                                    <p:animEffect transition="in" filter="dissolve">
                                      <p:cBhvr>
                                        <p:cTn id="13" dur="500"/>
                                        <p:tgtEl>
                                          <p:spTgt spid="223">
                                            <p:txEl>
                                              <p:pRg st="4" end="4"/>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223">
                                            <p:txEl>
                                              <p:pRg st="5" end="5"/>
                                            </p:txEl>
                                          </p:spTgt>
                                        </p:tgtEl>
                                        <p:attrNameLst>
                                          <p:attrName>style.visibility</p:attrName>
                                        </p:attrNameLst>
                                      </p:cBhvr>
                                      <p:to>
                                        <p:strVal val="visible"/>
                                      </p:to>
                                    </p:set>
                                    <p:animEffect transition="in" filter="dissolve">
                                      <p:cBhvr>
                                        <p:cTn id="18" dur="500"/>
                                        <p:tgtEl>
                                          <p:spTgt spid="223">
                                            <p:txEl>
                                              <p:pRg st="5" end="5"/>
                                            </p:txEl>
                                          </p:spTgt>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223">
                                            <p:txEl>
                                              <p:pRg st="6" end="6"/>
                                            </p:txEl>
                                          </p:spTgt>
                                        </p:tgtEl>
                                        <p:attrNameLst>
                                          <p:attrName>style.visibility</p:attrName>
                                        </p:attrNameLst>
                                      </p:cBhvr>
                                      <p:to>
                                        <p:strVal val="visible"/>
                                      </p:to>
                                    </p:set>
                                    <p:animEffect transition="in" filter="dissolve">
                                      <p:cBhvr>
                                        <p:cTn id="21" dur="500"/>
                                        <p:tgtEl>
                                          <p:spTgt spid="223">
                                            <p:txEl>
                                              <p:pRg st="6" end="6"/>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223">
                                            <p:txEl>
                                              <p:pRg st="7" end="7"/>
                                            </p:txEl>
                                          </p:spTgt>
                                        </p:tgtEl>
                                        <p:attrNameLst>
                                          <p:attrName>style.visibility</p:attrName>
                                        </p:attrNameLst>
                                      </p:cBhvr>
                                      <p:to>
                                        <p:strVal val="visible"/>
                                      </p:to>
                                    </p:set>
                                    <p:animEffect transition="in" filter="dissolve">
                                      <p:cBhvr>
                                        <p:cTn id="24" dur="500"/>
                                        <p:tgtEl>
                                          <p:spTgt spid="223">
                                            <p:txEl>
                                              <p:pRg st="7" end="7"/>
                                            </p:txEl>
                                          </p:spTgt>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grpId="0" nodeType="clickEffect">
                                  <p:stCondLst>
                                    <p:cond delay="0"/>
                                  </p:stCondLst>
                                  <p:childTnLst>
                                    <p:set>
                                      <p:cBhvr>
                                        <p:cTn id="28" dur="1" fill="hold">
                                          <p:stCondLst>
                                            <p:cond delay="0"/>
                                          </p:stCondLst>
                                        </p:cTn>
                                        <p:tgtEl>
                                          <p:spTgt spid="223">
                                            <p:txEl>
                                              <p:pRg st="8" end="8"/>
                                            </p:txEl>
                                          </p:spTgt>
                                        </p:tgtEl>
                                        <p:attrNameLst>
                                          <p:attrName>style.visibility</p:attrName>
                                        </p:attrNameLst>
                                      </p:cBhvr>
                                      <p:to>
                                        <p:strVal val="visible"/>
                                      </p:to>
                                    </p:set>
                                    <p:animEffect transition="in" filter="dissolve">
                                      <p:cBhvr>
                                        <p:cTn id="29" dur="500"/>
                                        <p:tgtEl>
                                          <p:spTgt spid="223">
                                            <p:txEl>
                                              <p:pRg st="8" end="8"/>
                                            </p:txEl>
                                          </p:spTgt>
                                        </p:tgtEl>
                                      </p:cBhvr>
                                    </p:animEffect>
                                  </p:childTnLst>
                                </p:cTn>
                              </p:par>
                              <p:par>
                                <p:cTn id="30" presetID="9" presetClass="entr" presetSubtype="0" fill="hold" grpId="0" nodeType="withEffect">
                                  <p:stCondLst>
                                    <p:cond delay="0"/>
                                  </p:stCondLst>
                                  <p:childTnLst>
                                    <p:set>
                                      <p:cBhvr>
                                        <p:cTn id="31" dur="1" fill="hold">
                                          <p:stCondLst>
                                            <p:cond delay="0"/>
                                          </p:stCondLst>
                                        </p:cTn>
                                        <p:tgtEl>
                                          <p:spTgt spid="223">
                                            <p:txEl>
                                              <p:pRg st="9" end="9"/>
                                            </p:txEl>
                                          </p:spTgt>
                                        </p:tgtEl>
                                        <p:attrNameLst>
                                          <p:attrName>style.visibility</p:attrName>
                                        </p:attrNameLst>
                                      </p:cBhvr>
                                      <p:to>
                                        <p:strVal val="visible"/>
                                      </p:to>
                                    </p:set>
                                    <p:animEffect transition="in" filter="dissolve">
                                      <p:cBhvr>
                                        <p:cTn id="32" dur="500"/>
                                        <p:tgtEl>
                                          <p:spTgt spid="223">
                                            <p:txEl>
                                              <p:pRg st="9" end="9"/>
                                            </p:txEl>
                                          </p:spTgt>
                                        </p:tgtEl>
                                      </p:cBhvr>
                                    </p:animEffect>
                                  </p:childTnLst>
                                </p:cTn>
                              </p:par>
                              <p:par>
                                <p:cTn id="33" presetID="9" presetClass="entr" presetSubtype="0" fill="hold" grpId="0" nodeType="withEffect">
                                  <p:stCondLst>
                                    <p:cond delay="0"/>
                                  </p:stCondLst>
                                  <p:childTnLst>
                                    <p:set>
                                      <p:cBhvr>
                                        <p:cTn id="34" dur="1" fill="hold">
                                          <p:stCondLst>
                                            <p:cond delay="0"/>
                                          </p:stCondLst>
                                        </p:cTn>
                                        <p:tgtEl>
                                          <p:spTgt spid="223">
                                            <p:txEl>
                                              <p:pRg st="10" end="10"/>
                                            </p:txEl>
                                          </p:spTgt>
                                        </p:tgtEl>
                                        <p:attrNameLst>
                                          <p:attrName>style.visibility</p:attrName>
                                        </p:attrNameLst>
                                      </p:cBhvr>
                                      <p:to>
                                        <p:strVal val="visible"/>
                                      </p:to>
                                    </p:set>
                                    <p:animEffect transition="in" filter="dissolve">
                                      <p:cBhvr>
                                        <p:cTn id="35" dur="500"/>
                                        <p:tgtEl>
                                          <p:spTgt spid="223">
                                            <p:txEl>
                                              <p:pRg st="10" end="1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3" grpId="0" uiExpand="1" build="p"/>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5DA1129F-3DCF-3A44-9CC7-AFE5C958C642}"/>
              </a:ext>
            </a:extLst>
          </p:cNvPr>
          <p:cNvSpPr>
            <a:spLocks noGrp="1"/>
          </p:cNvSpPr>
          <p:nvPr>
            <p:ph type="title"/>
          </p:nvPr>
        </p:nvSpPr>
        <p:spPr>
          <a:xfrm>
            <a:off x="838200" y="451821"/>
            <a:ext cx="10873636" cy="894622"/>
          </a:xfrm>
        </p:spPr>
        <p:txBody>
          <a:bodyPr>
            <a:noAutofit/>
          </a:bodyPr>
          <a:lstStyle/>
          <a:p>
            <a:r>
              <a:rPr lang="en-US" sz="4000" dirty="0"/>
              <a:t>OSPF (Open Shortest Path First) routing</a:t>
            </a:r>
            <a:endParaRPr lang="en-US" sz="4000" dirty="0">
              <a:latin typeface="+mn-lt"/>
            </a:endParaRPr>
          </a:p>
        </p:txBody>
      </p:sp>
      <p:sp>
        <p:nvSpPr>
          <p:cNvPr id="5" name="Slide Number Placeholder 4">
            <a:extLst>
              <a:ext uri="{FF2B5EF4-FFF2-40B4-BE49-F238E27FC236}">
                <a16:creationId xmlns:a16="http://schemas.microsoft.com/office/drawing/2014/main" id="{253403F4-351A-E44F-97D7-AD7199580E78}"/>
              </a:ext>
            </a:extLst>
          </p:cNvPr>
          <p:cNvSpPr>
            <a:spLocks noGrp="1"/>
          </p:cNvSpPr>
          <p:nvPr>
            <p:ph type="sldNum" sz="quarter" idx="4"/>
          </p:nvPr>
        </p:nvSpPr>
        <p:spPr/>
        <p:txBody>
          <a:bodyPr/>
          <a:lstStyle/>
          <a:p>
            <a:r>
              <a:rPr lang="en-US" dirty="0"/>
              <a:t>Network Layer: 5-</a:t>
            </a:r>
            <a:fld id="{C4204591-24BD-A542-B9D5-F8D8A88D2FEE}" type="slidenum">
              <a:rPr lang="en-US" smtClean="0"/>
              <a:pPr/>
              <a:t>51</a:t>
            </a:fld>
            <a:endParaRPr lang="en-US" dirty="0"/>
          </a:p>
        </p:txBody>
      </p:sp>
      <p:sp>
        <p:nvSpPr>
          <p:cNvPr id="223" name="Rectangle 3">
            <a:extLst>
              <a:ext uri="{FF2B5EF4-FFF2-40B4-BE49-F238E27FC236}">
                <a16:creationId xmlns:a16="http://schemas.microsoft.com/office/drawing/2014/main" id="{C4812894-1377-0F41-8D66-2DB2C98C7B52}"/>
              </a:ext>
            </a:extLst>
          </p:cNvPr>
          <p:cNvSpPr txBox="1">
            <a:spLocks noChangeArrowheads="1"/>
          </p:cNvSpPr>
          <p:nvPr/>
        </p:nvSpPr>
        <p:spPr>
          <a:xfrm>
            <a:off x="857488" y="1558642"/>
            <a:ext cx="10942029" cy="476700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85750"/>
            <a:r>
              <a:rPr lang="en-US" altLang="ja-JP" sz="3200" dirty="0"/>
              <a:t>“open”: publicly available</a:t>
            </a:r>
          </a:p>
          <a:p>
            <a:pPr marL="285750" indent="-274638"/>
            <a:r>
              <a:rPr lang="en-US" altLang="ja-JP" sz="3200" dirty="0"/>
              <a:t>classic link-state </a:t>
            </a:r>
          </a:p>
          <a:p>
            <a:pPr lvl="1"/>
            <a:r>
              <a:rPr lang="en-US" altLang="ja-JP" sz="2800" dirty="0"/>
              <a:t>each router floods OSPF link-state advertisements (directly over IP rather than using TCP/UDP) to all other routers in entire AS</a:t>
            </a:r>
          </a:p>
          <a:p>
            <a:pPr lvl="1"/>
            <a:r>
              <a:rPr lang="en-US" altLang="ja-JP" sz="2800" dirty="0"/>
              <a:t>multiple link costs metrics possible: bandwidth, delay</a:t>
            </a:r>
          </a:p>
          <a:p>
            <a:pPr lvl="1"/>
            <a:r>
              <a:rPr lang="en-US" altLang="ja-JP" sz="2800" dirty="0"/>
              <a:t>each router has full topology, uses Dijkstra’s algorithm to compute forwarding table</a:t>
            </a:r>
          </a:p>
          <a:p>
            <a:r>
              <a:rPr lang="en-US" altLang="ja-JP" i="1" dirty="0">
                <a:solidFill>
                  <a:srgbClr val="0000A8"/>
                </a:solidFill>
              </a:rPr>
              <a:t>security: </a:t>
            </a:r>
            <a:r>
              <a:rPr lang="en-US" altLang="ja-JP" dirty="0"/>
              <a:t>all OSPF messages authenticated (to prevent malicious intrusion) </a:t>
            </a:r>
          </a:p>
          <a:p>
            <a:endParaRPr lang="en-US" altLang="ja-JP" sz="3200" dirty="0"/>
          </a:p>
        </p:txBody>
      </p:sp>
    </p:spTree>
    <p:extLst>
      <p:ext uri="{BB962C8B-B14F-4D97-AF65-F5344CB8AC3E}">
        <p14:creationId xmlns:p14="http://schemas.microsoft.com/office/powerpoint/2010/main" val="16205620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3">
                                            <p:txEl>
                                              <p:pRg st="0" end="0"/>
                                            </p:txEl>
                                          </p:spTgt>
                                        </p:tgtEl>
                                        <p:attrNameLst>
                                          <p:attrName>style.visibility</p:attrName>
                                        </p:attrNameLst>
                                      </p:cBhvr>
                                      <p:to>
                                        <p:strVal val="visible"/>
                                      </p:to>
                                    </p:set>
                                    <p:animEffect transition="in" filter="dissolve">
                                      <p:cBhvr>
                                        <p:cTn id="7" dur="500"/>
                                        <p:tgtEl>
                                          <p:spTgt spid="22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23">
                                            <p:txEl>
                                              <p:pRg st="1" end="1"/>
                                            </p:txEl>
                                          </p:spTgt>
                                        </p:tgtEl>
                                        <p:attrNameLst>
                                          <p:attrName>style.visibility</p:attrName>
                                        </p:attrNameLst>
                                      </p:cBhvr>
                                      <p:to>
                                        <p:strVal val="visible"/>
                                      </p:to>
                                    </p:set>
                                    <p:animEffect transition="in" filter="dissolve">
                                      <p:cBhvr>
                                        <p:cTn id="12" dur="500"/>
                                        <p:tgtEl>
                                          <p:spTgt spid="223">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223">
                                            <p:txEl>
                                              <p:pRg st="2" end="2"/>
                                            </p:txEl>
                                          </p:spTgt>
                                        </p:tgtEl>
                                        <p:attrNameLst>
                                          <p:attrName>style.visibility</p:attrName>
                                        </p:attrNameLst>
                                      </p:cBhvr>
                                      <p:to>
                                        <p:strVal val="visible"/>
                                      </p:to>
                                    </p:set>
                                    <p:animEffect transition="in" filter="dissolve">
                                      <p:cBhvr>
                                        <p:cTn id="15" dur="500"/>
                                        <p:tgtEl>
                                          <p:spTgt spid="223">
                                            <p:txEl>
                                              <p:pRg st="2" end="2"/>
                                            </p:txEl>
                                          </p:spTgt>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223">
                                            <p:txEl>
                                              <p:pRg st="3" end="3"/>
                                            </p:txEl>
                                          </p:spTgt>
                                        </p:tgtEl>
                                        <p:attrNameLst>
                                          <p:attrName>style.visibility</p:attrName>
                                        </p:attrNameLst>
                                      </p:cBhvr>
                                      <p:to>
                                        <p:strVal val="visible"/>
                                      </p:to>
                                    </p:set>
                                    <p:animEffect transition="in" filter="dissolve">
                                      <p:cBhvr>
                                        <p:cTn id="18" dur="500"/>
                                        <p:tgtEl>
                                          <p:spTgt spid="223">
                                            <p:txEl>
                                              <p:pRg st="3" end="3"/>
                                            </p:txEl>
                                          </p:spTgt>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223">
                                            <p:txEl>
                                              <p:pRg st="4" end="4"/>
                                            </p:txEl>
                                          </p:spTgt>
                                        </p:tgtEl>
                                        <p:attrNameLst>
                                          <p:attrName>style.visibility</p:attrName>
                                        </p:attrNameLst>
                                      </p:cBhvr>
                                      <p:to>
                                        <p:strVal val="visible"/>
                                      </p:to>
                                    </p:set>
                                    <p:animEffect transition="in" filter="dissolve">
                                      <p:cBhvr>
                                        <p:cTn id="21" dur="500"/>
                                        <p:tgtEl>
                                          <p:spTgt spid="223">
                                            <p:txEl>
                                              <p:pRg st="4" end="4"/>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223">
                                            <p:txEl>
                                              <p:pRg st="5" end="5"/>
                                            </p:txEl>
                                          </p:spTgt>
                                        </p:tgtEl>
                                        <p:attrNameLst>
                                          <p:attrName>style.visibility</p:attrName>
                                        </p:attrNameLst>
                                      </p:cBhvr>
                                      <p:to>
                                        <p:strVal val="visible"/>
                                      </p:to>
                                    </p:set>
                                    <p:animEffect transition="in" filter="dissolve">
                                      <p:cBhvr>
                                        <p:cTn id="26" dur="500"/>
                                        <p:tgtEl>
                                          <p:spTgt spid="223">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3" grpId="0" build="p"/>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5DA1129F-3DCF-3A44-9CC7-AFE5C958C642}"/>
              </a:ext>
            </a:extLst>
          </p:cNvPr>
          <p:cNvSpPr>
            <a:spLocks noGrp="1"/>
          </p:cNvSpPr>
          <p:nvPr>
            <p:ph type="title"/>
          </p:nvPr>
        </p:nvSpPr>
        <p:spPr>
          <a:xfrm>
            <a:off x="838200" y="451821"/>
            <a:ext cx="10873636" cy="894622"/>
          </a:xfrm>
        </p:spPr>
        <p:txBody>
          <a:bodyPr>
            <a:noAutofit/>
          </a:bodyPr>
          <a:lstStyle/>
          <a:p>
            <a:r>
              <a:rPr lang="en-US" dirty="0"/>
              <a:t>Hierarchical OSPF</a:t>
            </a:r>
            <a:endParaRPr lang="en-US" dirty="0">
              <a:latin typeface="+mn-lt"/>
            </a:endParaRPr>
          </a:p>
        </p:txBody>
      </p:sp>
      <p:sp>
        <p:nvSpPr>
          <p:cNvPr id="5" name="Slide Number Placeholder 4">
            <a:extLst>
              <a:ext uri="{FF2B5EF4-FFF2-40B4-BE49-F238E27FC236}">
                <a16:creationId xmlns:a16="http://schemas.microsoft.com/office/drawing/2014/main" id="{253403F4-351A-E44F-97D7-AD7199580E78}"/>
              </a:ext>
            </a:extLst>
          </p:cNvPr>
          <p:cNvSpPr>
            <a:spLocks noGrp="1"/>
          </p:cNvSpPr>
          <p:nvPr>
            <p:ph type="sldNum" sz="quarter" idx="4"/>
          </p:nvPr>
        </p:nvSpPr>
        <p:spPr/>
        <p:txBody>
          <a:bodyPr/>
          <a:lstStyle/>
          <a:p>
            <a:r>
              <a:rPr lang="en-US" dirty="0"/>
              <a:t>Network Layer: 5-</a:t>
            </a:r>
            <a:fld id="{C4204591-24BD-A542-B9D5-F8D8A88D2FEE}" type="slidenum">
              <a:rPr lang="en-US" smtClean="0"/>
              <a:pPr/>
              <a:t>52</a:t>
            </a:fld>
            <a:endParaRPr lang="en-US" dirty="0"/>
          </a:p>
        </p:txBody>
      </p:sp>
      <p:sp>
        <p:nvSpPr>
          <p:cNvPr id="9" name="Rectangle 3">
            <a:extLst>
              <a:ext uri="{FF2B5EF4-FFF2-40B4-BE49-F238E27FC236}">
                <a16:creationId xmlns:a16="http://schemas.microsoft.com/office/drawing/2014/main" id="{E5CD349E-2B0A-864D-A751-48FCEC8B37CD}"/>
              </a:ext>
            </a:extLst>
          </p:cNvPr>
          <p:cNvSpPr txBox="1">
            <a:spLocks noChangeArrowheads="1"/>
          </p:cNvSpPr>
          <p:nvPr/>
        </p:nvSpPr>
        <p:spPr bwMode="auto">
          <a:xfrm>
            <a:off x="858903" y="1430860"/>
            <a:ext cx="11470883" cy="173822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6538" marR="0" lvl="0" indent="-236538" algn="l" defTabSz="914400" rtl="0" eaLnBrk="0" fontAlgn="base" latinLnBrk="0" hangingPunct="0">
              <a:lnSpc>
                <a:spcPct val="85000"/>
              </a:lnSpc>
              <a:spcBef>
                <a:spcPct val="20000"/>
              </a:spcBef>
              <a:spcAft>
                <a:spcPct val="0"/>
              </a:spcAft>
              <a:buClr>
                <a:srgbClr val="000099"/>
              </a:buClr>
              <a:buSzPct val="100000"/>
              <a:buFont typeface="Wingdings" charset="2"/>
              <a:buChar char="§"/>
              <a:defRPr/>
            </a:pPr>
            <a:r>
              <a:rPr kumimoji="0" lang="en-US" sz="2800" b="0" u="none" strike="noStrike" kern="0" cap="none" spc="0" normalizeH="0" baseline="0" noProof="0" dirty="0">
                <a:ln>
                  <a:noFill/>
                </a:ln>
                <a:solidFill>
                  <a:srgbClr val="0000A8"/>
                </a:solidFill>
                <a:effectLst/>
                <a:uLnTx/>
                <a:uFillTx/>
                <a:ea typeface="ＭＳ Ｐゴシック" charset="0"/>
              </a:rPr>
              <a:t>two-level hierarchy: </a:t>
            </a:r>
            <a:r>
              <a:rPr kumimoji="0" lang="en-US" sz="2800" b="0" i="0" u="none" strike="noStrike" kern="0" cap="none" spc="0" normalizeH="0" baseline="0" noProof="0" dirty="0">
                <a:ln>
                  <a:noFill/>
                </a:ln>
                <a:solidFill>
                  <a:srgbClr val="000000"/>
                </a:solidFill>
                <a:effectLst/>
                <a:uLnTx/>
                <a:uFillTx/>
                <a:ea typeface="ＭＳ Ｐゴシック" charset="0"/>
              </a:rPr>
              <a:t>local area, backbone.</a:t>
            </a:r>
          </a:p>
          <a:p>
            <a:pPr marL="635000" marR="0" lvl="1" indent="-225425" algn="l" defTabSz="914400" rtl="0" eaLnBrk="0" fontAlgn="base" latinLnBrk="0" hangingPunct="0">
              <a:lnSpc>
                <a:spcPct val="85000"/>
              </a:lnSpc>
              <a:spcBef>
                <a:spcPct val="20000"/>
              </a:spcBef>
              <a:spcAft>
                <a:spcPct val="0"/>
              </a:spcAft>
              <a:buClr>
                <a:srgbClr val="000099"/>
              </a:buClr>
              <a:buSzTx/>
              <a:buFont typeface="Arial"/>
              <a:buChar char="•"/>
              <a:defRPr/>
            </a:pPr>
            <a:r>
              <a:rPr kumimoji="0" lang="en-US" sz="2800" b="0" i="0" u="none" strike="noStrike" kern="0" cap="none" spc="0" normalizeH="0" baseline="0" noProof="0" dirty="0">
                <a:ln>
                  <a:noFill/>
                </a:ln>
                <a:solidFill>
                  <a:srgbClr val="000000"/>
                </a:solidFill>
                <a:effectLst/>
                <a:uLnTx/>
                <a:uFillTx/>
                <a:ea typeface="ＭＳ Ｐゴシック" charset="0"/>
              </a:rPr>
              <a:t>link-state advertisements flooded only in area</a:t>
            </a:r>
            <a:r>
              <a:rPr lang="en-US" sz="2800" kern="0" dirty="0">
                <a:solidFill>
                  <a:srgbClr val="000000"/>
                </a:solidFill>
              </a:rPr>
              <a:t>, or backbone</a:t>
            </a:r>
            <a:endParaRPr kumimoji="0" lang="en-US" sz="2800" b="0" i="0" u="none" strike="noStrike" kern="0" cap="none" spc="0" normalizeH="0" baseline="0" noProof="0" dirty="0">
              <a:ln>
                <a:noFill/>
              </a:ln>
              <a:solidFill>
                <a:srgbClr val="000000"/>
              </a:solidFill>
              <a:effectLst/>
              <a:uLnTx/>
              <a:uFillTx/>
              <a:ea typeface="ＭＳ Ｐゴシック" charset="0"/>
            </a:endParaRPr>
          </a:p>
          <a:p>
            <a:pPr marL="635000" marR="0" lvl="1" indent="-225425" algn="l" defTabSz="914400" rtl="0" eaLnBrk="0" fontAlgn="base" latinLnBrk="0" hangingPunct="0">
              <a:lnSpc>
                <a:spcPct val="85000"/>
              </a:lnSpc>
              <a:spcBef>
                <a:spcPct val="20000"/>
              </a:spcBef>
              <a:spcAft>
                <a:spcPct val="0"/>
              </a:spcAft>
              <a:buClr>
                <a:srgbClr val="000099"/>
              </a:buClr>
              <a:buSzTx/>
              <a:buFont typeface="Arial"/>
              <a:buChar char="•"/>
              <a:defRPr/>
            </a:pPr>
            <a:r>
              <a:rPr kumimoji="0" lang="en-US" sz="2800" b="0" i="0" u="none" strike="noStrike" kern="0" cap="none" spc="0" normalizeH="0" baseline="0" noProof="0" dirty="0">
                <a:ln>
                  <a:noFill/>
                </a:ln>
                <a:solidFill>
                  <a:srgbClr val="000000"/>
                </a:solidFill>
                <a:effectLst/>
                <a:uLnTx/>
                <a:uFillTx/>
                <a:ea typeface="ＭＳ Ｐゴシック" charset="0"/>
              </a:rPr>
              <a:t>each node has detailed area topology; only knows direction to reach other destinations</a:t>
            </a:r>
            <a:endParaRPr kumimoji="0" lang="en-US" sz="2400" b="0" i="0" u="none" strike="noStrike" kern="0" cap="none" spc="0" normalizeH="0" baseline="0" noProof="0" dirty="0">
              <a:ln>
                <a:noFill/>
              </a:ln>
              <a:solidFill>
                <a:srgbClr val="000000"/>
              </a:solidFill>
              <a:effectLst/>
              <a:uLnTx/>
              <a:uFillTx/>
              <a:ea typeface="ＭＳ Ｐゴシック" charset="0"/>
            </a:endParaRP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2400" b="0" i="0" u="none" strike="noStrike" kern="0" cap="none" spc="0" normalizeH="0" baseline="0" noProof="0" dirty="0">
              <a:ln>
                <a:noFill/>
              </a:ln>
              <a:solidFill>
                <a:srgbClr val="000000"/>
              </a:solidFill>
              <a:effectLst/>
              <a:uLnTx/>
              <a:uFillTx/>
              <a:latin typeface="Gill Sans MT" charset="0"/>
              <a:ea typeface="ＭＳ Ｐゴシック" charset="0"/>
            </a:endParaRPr>
          </a:p>
        </p:txBody>
      </p:sp>
      <p:grpSp>
        <p:nvGrpSpPr>
          <p:cNvPr id="311" name="Group 310">
            <a:extLst>
              <a:ext uri="{FF2B5EF4-FFF2-40B4-BE49-F238E27FC236}">
                <a16:creationId xmlns:a16="http://schemas.microsoft.com/office/drawing/2014/main" id="{71841E75-3775-444F-8A3E-C66FDD41EC40}"/>
              </a:ext>
            </a:extLst>
          </p:cNvPr>
          <p:cNvGrpSpPr/>
          <p:nvPr/>
        </p:nvGrpSpPr>
        <p:grpSpPr>
          <a:xfrm>
            <a:off x="413359" y="3406459"/>
            <a:ext cx="4096011" cy="1200329"/>
            <a:chOff x="450937" y="3406459"/>
            <a:chExt cx="4096011" cy="1200329"/>
          </a:xfrm>
        </p:grpSpPr>
        <p:sp>
          <p:nvSpPr>
            <p:cNvPr id="2" name="Rectangle 1">
              <a:extLst>
                <a:ext uri="{FF2B5EF4-FFF2-40B4-BE49-F238E27FC236}">
                  <a16:creationId xmlns:a16="http://schemas.microsoft.com/office/drawing/2014/main" id="{E6998B30-C206-444D-A22D-D03C0369E70A}"/>
                </a:ext>
              </a:extLst>
            </p:cNvPr>
            <p:cNvSpPr/>
            <p:nvPr/>
          </p:nvSpPr>
          <p:spPr>
            <a:xfrm>
              <a:off x="450937" y="3406459"/>
              <a:ext cx="2968668" cy="1200329"/>
            </a:xfrm>
            <a:prstGeom prst="rect">
              <a:avLst/>
            </a:prstGeom>
          </p:spPr>
          <p:txBody>
            <a:bodyPr wrap="square">
              <a:spAutoFit/>
            </a:bodyPr>
            <a:lstStyle/>
            <a:p>
              <a:pPr>
                <a:lnSpc>
                  <a:spcPct val="90000"/>
                </a:lnSpc>
              </a:pPr>
              <a:r>
                <a:rPr lang="en-US" altLang="ja-JP" sz="2000" dirty="0">
                  <a:solidFill>
                    <a:srgbClr val="C00000"/>
                  </a:solidFill>
                </a:rPr>
                <a:t>area border routers: </a:t>
              </a:r>
              <a:r>
                <a:rPr lang="en-US" altLang="ja-JP" sz="2000" dirty="0"/>
                <a:t>“summarize” distances  to destinations in own area, advertise in backbone</a:t>
              </a:r>
              <a:endParaRPr lang="en-US" sz="2000" dirty="0"/>
            </a:p>
          </p:txBody>
        </p:sp>
        <p:cxnSp>
          <p:nvCxnSpPr>
            <p:cNvPr id="4" name="Straight Arrow Connector 3">
              <a:extLst>
                <a:ext uri="{FF2B5EF4-FFF2-40B4-BE49-F238E27FC236}">
                  <a16:creationId xmlns:a16="http://schemas.microsoft.com/office/drawing/2014/main" id="{9A22255D-97FC-BE41-8E14-612E6C5FE7F9}"/>
                </a:ext>
              </a:extLst>
            </p:cNvPr>
            <p:cNvCxnSpPr>
              <a:cxnSpLocks/>
            </p:cNvCxnSpPr>
            <p:nvPr/>
          </p:nvCxnSpPr>
          <p:spPr>
            <a:xfrm>
              <a:off x="3294345" y="4158641"/>
              <a:ext cx="1252603" cy="237994"/>
            </a:xfrm>
            <a:prstGeom prst="straightConnector1">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2" name="Freeform 2">
            <a:extLst>
              <a:ext uri="{FF2B5EF4-FFF2-40B4-BE49-F238E27FC236}">
                <a16:creationId xmlns:a16="http://schemas.microsoft.com/office/drawing/2014/main" id="{00D26CA2-1C4B-4948-9BEB-9AD445774458}"/>
              </a:ext>
            </a:extLst>
          </p:cNvPr>
          <p:cNvSpPr>
            <a:spLocks/>
          </p:cNvSpPr>
          <p:nvPr/>
        </p:nvSpPr>
        <p:spPr bwMode="auto">
          <a:xfrm>
            <a:off x="4334572" y="3279558"/>
            <a:ext cx="5195932" cy="1635654"/>
          </a:xfrm>
          <a:custGeom>
            <a:avLst/>
            <a:gdLst>
              <a:gd name="T0" fmla="*/ 2147483647 w 3786"/>
              <a:gd name="T1" fmla="*/ 2147483647 h 1390"/>
              <a:gd name="T2" fmla="*/ 2147483647 w 3786"/>
              <a:gd name="T3" fmla="*/ 2147483647 h 1390"/>
              <a:gd name="T4" fmla="*/ 2147483647 w 3786"/>
              <a:gd name="T5" fmla="*/ 2147483647 h 1390"/>
              <a:gd name="T6" fmla="*/ 2147483647 w 3786"/>
              <a:gd name="T7" fmla="*/ 2147483647 h 1390"/>
              <a:gd name="T8" fmla="*/ 2147483647 w 3786"/>
              <a:gd name="T9" fmla="*/ 2147483647 h 1390"/>
              <a:gd name="T10" fmla="*/ 2147483647 w 3786"/>
              <a:gd name="T11" fmla="*/ 2147483647 h 1390"/>
              <a:gd name="T12" fmla="*/ 2147483647 w 3786"/>
              <a:gd name="T13" fmla="*/ 2147483647 h 1390"/>
              <a:gd name="T14" fmla="*/ 2147483647 w 3786"/>
              <a:gd name="T15" fmla="*/ 2147483647 h 1390"/>
              <a:gd name="T16" fmla="*/ 2147483647 w 3786"/>
              <a:gd name="T17" fmla="*/ 2147483647 h 1390"/>
              <a:gd name="T18" fmla="*/ 2147483647 w 3786"/>
              <a:gd name="T19" fmla="*/ 2147483647 h 1390"/>
              <a:gd name="T20" fmla="*/ 2147483647 w 3786"/>
              <a:gd name="T21" fmla="*/ 2147483647 h 1390"/>
              <a:gd name="T22" fmla="*/ 2147483647 w 3786"/>
              <a:gd name="T23" fmla="*/ 2147483647 h 1390"/>
              <a:gd name="T24" fmla="*/ 2147483647 w 3786"/>
              <a:gd name="T25" fmla="*/ 2147483647 h 1390"/>
              <a:gd name="T26" fmla="*/ 2147483647 w 3786"/>
              <a:gd name="T27" fmla="*/ 2147483647 h 139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786"/>
              <a:gd name="T43" fmla="*/ 0 h 1390"/>
              <a:gd name="T44" fmla="*/ 3786 w 3786"/>
              <a:gd name="T45" fmla="*/ 1390 h 139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786" h="1390">
                <a:moveTo>
                  <a:pt x="408" y="575"/>
                </a:moveTo>
                <a:cubicBezTo>
                  <a:pt x="689" y="273"/>
                  <a:pt x="1286" y="110"/>
                  <a:pt x="1693" y="55"/>
                </a:cubicBezTo>
                <a:cubicBezTo>
                  <a:pt x="2100" y="0"/>
                  <a:pt x="2585" y="164"/>
                  <a:pt x="2852" y="245"/>
                </a:cubicBezTo>
                <a:cubicBezTo>
                  <a:pt x="3119" y="326"/>
                  <a:pt x="3163" y="420"/>
                  <a:pt x="3295" y="540"/>
                </a:cubicBezTo>
                <a:cubicBezTo>
                  <a:pt x="3427" y="660"/>
                  <a:pt x="3786" y="870"/>
                  <a:pt x="3702" y="1130"/>
                </a:cubicBezTo>
                <a:cubicBezTo>
                  <a:pt x="3618" y="1390"/>
                  <a:pt x="3209" y="1190"/>
                  <a:pt x="3035" y="1214"/>
                </a:cubicBezTo>
                <a:cubicBezTo>
                  <a:pt x="2870" y="1266"/>
                  <a:pt x="2655" y="1277"/>
                  <a:pt x="2655" y="1277"/>
                </a:cubicBezTo>
                <a:cubicBezTo>
                  <a:pt x="2655" y="1277"/>
                  <a:pt x="2160" y="1316"/>
                  <a:pt x="1918" y="1326"/>
                </a:cubicBezTo>
                <a:cubicBezTo>
                  <a:pt x="1676" y="1336"/>
                  <a:pt x="1387" y="1353"/>
                  <a:pt x="1201" y="1340"/>
                </a:cubicBezTo>
                <a:cubicBezTo>
                  <a:pt x="1015" y="1327"/>
                  <a:pt x="913" y="1278"/>
                  <a:pt x="801" y="1249"/>
                </a:cubicBezTo>
                <a:lnTo>
                  <a:pt x="527" y="1165"/>
                </a:lnTo>
                <a:cubicBezTo>
                  <a:pt x="404" y="1140"/>
                  <a:pt x="126" y="1159"/>
                  <a:pt x="63" y="1102"/>
                </a:cubicBezTo>
                <a:cubicBezTo>
                  <a:pt x="0" y="1045"/>
                  <a:pt x="85" y="919"/>
                  <a:pt x="148" y="821"/>
                </a:cubicBezTo>
                <a:cubicBezTo>
                  <a:pt x="205" y="733"/>
                  <a:pt x="127" y="877"/>
                  <a:pt x="408" y="575"/>
                </a:cubicBezTo>
                <a:close/>
              </a:path>
            </a:pathLst>
          </a:custGeom>
          <a:solidFill>
            <a:srgbClr val="9CE0FA"/>
          </a:solidFill>
          <a:ln>
            <a:noFill/>
          </a:ln>
          <a:extLst>
            <a:ext uri="{91240B29-F687-4f45-9708-019B960494DF}">
              <a14:hiddenLine xmlns:a14="http://schemas.microsoft.com/office/drawing/2010/main" xmlns="" w="9525" cap="flat" cmpd="sng">
                <a:solidFill>
                  <a:srgbClr val="000000"/>
                </a:solidFill>
                <a:prstDash val="solid"/>
                <a:round/>
                <a:headEnd/>
                <a:tailEnd/>
              </a14:hiddenLine>
            </a:ext>
          </a:extLst>
        </p:spPr>
        <p:txBody>
          <a:bodyPr wrap="none"/>
          <a:lstStyle/>
          <a:p>
            <a:endParaRPr lang="en-US" dirty="0"/>
          </a:p>
        </p:txBody>
      </p:sp>
      <p:sp>
        <p:nvSpPr>
          <p:cNvPr id="13" name="Line 4">
            <a:extLst>
              <a:ext uri="{FF2B5EF4-FFF2-40B4-BE49-F238E27FC236}">
                <a16:creationId xmlns:a16="http://schemas.microsoft.com/office/drawing/2014/main" id="{B3A30265-0502-2E44-91C8-7F6A692DF2ED}"/>
              </a:ext>
            </a:extLst>
          </p:cNvPr>
          <p:cNvSpPr>
            <a:spLocks noChangeShapeType="1"/>
          </p:cNvSpPr>
          <p:nvPr/>
        </p:nvSpPr>
        <p:spPr bwMode="auto">
          <a:xfrm flipV="1">
            <a:off x="5763247" y="3566679"/>
            <a:ext cx="915396" cy="256527"/>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dirty="0"/>
          </a:p>
        </p:txBody>
      </p:sp>
      <p:sp>
        <p:nvSpPr>
          <p:cNvPr id="14" name="Line 5">
            <a:extLst>
              <a:ext uri="{FF2B5EF4-FFF2-40B4-BE49-F238E27FC236}">
                <a16:creationId xmlns:a16="http://schemas.microsoft.com/office/drawing/2014/main" id="{F3EA57E3-BCC7-B44D-AA5F-1865DEAB13AF}"/>
              </a:ext>
            </a:extLst>
          </p:cNvPr>
          <p:cNvSpPr>
            <a:spLocks noChangeShapeType="1"/>
          </p:cNvSpPr>
          <p:nvPr/>
        </p:nvSpPr>
        <p:spPr bwMode="auto">
          <a:xfrm>
            <a:off x="6868035" y="3564326"/>
            <a:ext cx="1011463" cy="255350"/>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dirty="0"/>
          </a:p>
        </p:txBody>
      </p:sp>
      <p:sp>
        <p:nvSpPr>
          <p:cNvPr id="15" name="Line 6">
            <a:extLst>
              <a:ext uri="{FF2B5EF4-FFF2-40B4-BE49-F238E27FC236}">
                <a16:creationId xmlns:a16="http://schemas.microsoft.com/office/drawing/2014/main" id="{AC5895DE-2534-F446-AA70-E5357956E5A8}"/>
              </a:ext>
            </a:extLst>
          </p:cNvPr>
          <p:cNvSpPr>
            <a:spLocks noChangeShapeType="1"/>
          </p:cNvSpPr>
          <p:nvPr/>
        </p:nvSpPr>
        <p:spPr bwMode="auto">
          <a:xfrm>
            <a:off x="8088104" y="3859685"/>
            <a:ext cx="694438" cy="594249"/>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dirty="0"/>
          </a:p>
        </p:txBody>
      </p:sp>
      <p:sp>
        <p:nvSpPr>
          <p:cNvPr id="16" name="Line 7">
            <a:extLst>
              <a:ext uri="{FF2B5EF4-FFF2-40B4-BE49-F238E27FC236}">
                <a16:creationId xmlns:a16="http://schemas.microsoft.com/office/drawing/2014/main" id="{9D0CC190-E93A-3E4C-82E6-65DF0C40FDED}"/>
              </a:ext>
            </a:extLst>
          </p:cNvPr>
          <p:cNvSpPr>
            <a:spLocks noChangeShapeType="1"/>
          </p:cNvSpPr>
          <p:nvPr/>
        </p:nvSpPr>
        <p:spPr bwMode="auto">
          <a:xfrm flipV="1">
            <a:off x="6859800" y="3782021"/>
            <a:ext cx="1099297" cy="876664"/>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dirty="0"/>
          </a:p>
        </p:txBody>
      </p:sp>
      <p:sp>
        <p:nvSpPr>
          <p:cNvPr id="17" name="Line 8">
            <a:extLst>
              <a:ext uri="{FF2B5EF4-FFF2-40B4-BE49-F238E27FC236}">
                <a16:creationId xmlns:a16="http://schemas.microsoft.com/office/drawing/2014/main" id="{956923AE-8A09-FC41-A2B0-5C3F2806F9A4}"/>
              </a:ext>
            </a:extLst>
          </p:cNvPr>
          <p:cNvSpPr>
            <a:spLocks noChangeShapeType="1"/>
          </p:cNvSpPr>
          <p:nvPr/>
        </p:nvSpPr>
        <p:spPr bwMode="auto">
          <a:xfrm>
            <a:off x="5765992" y="3886750"/>
            <a:ext cx="984016" cy="735455"/>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dirty="0"/>
          </a:p>
        </p:txBody>
      </p:sp>
      <p:sp>
        <p:nvSpPr>
          <p:cNvPr id="18" name="Line 9">
            <a:extLst>
              <a:ext uri="{FF2B5EF4-FFF2-40B4-BE49-F238E27FC236}">
                <a16:creationId xmlns:a16="http://schemas.microsoft.com/office/drawing/2014/main" id="{415D6171-E88E-B04C-B618-395ED7221574}"/>
              </a:ext>
            </a:extLst>
          </p:cNvPr>
          <p:cNvSpPr>
            <a:spLocks noChangeShapeType="1"/>
          </p:cNvSpPr>
          <p:nvPr/>
        </p:nvSpPr>
        <p:spPr bwMode="auto">
          <a:xfrm flipH="1">
            <a:off x="8443558" y="4453933"/>
            <a:ext cx="345846" cy="653084"/>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dirty="0"/>
          </a:p>
        </p:txBody>
      </p:sp>
      <p:sp>
        <p:nvSpPr>
          <p:cNvPr id="19" name="Line 10">
            <a:extLst>
              <a:ext uri="{FF2B5EF4-FFF2-40B4-BE49-F238E27FC236}">
                <a16:creationId xmlns:a16="http://schemas.microsoft.com/office/drawing/2014/main" id="{360702C7-4B0C-7F42-A018-81D12296F51F}"/>
              </a:ext>
            </a:extLst>
          </p:cNvPr>
          <p:cNvSpPr>
            <a:spLocks noChangeShapeType="1"/>
          </p:cNvSpPr>
          <p:nvPr/>
        </p:nvSpPr>
        <p:spPr bwMode="auto">
          <a:xfrm>
            <a:off x="8468261" y="5087014"/>
            <a:ext cx="772665" cy="620136"/>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dirty="0"/>
          </a:p>
        </p:txBody>
      </p:sp>
      <p:sp>
        <p:nvSpPr>
          <p:cNvPr id="20" name="Line 11">
            <a:extLst>
              <a:ext uri="{FF2B5EF4-FFF2-40B4-BE49-F238E27FC236}">
                <a16:creationId xmlns:a16="http://schemas.microsoft.com/office/drawing/2014/main" id="{14EAE1F7-FA2A-8F48-A064-C682B967D652}"/>
              </a:ext>
            </a:extLst>
          </p:cNvPr>
          <p:cNvSpPr>
            <a:spLocks noChangeShapeType="1"/>
          </p:cNvSpPr>
          <p:nvPr/>
        </p:nvSpPr>
        <p:spPr bwMode="auto">
          <a:xfrm>
            <a:off x="6767849" y="4578667"/>
            <a:ext cx="473481" cy="991982"/>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dirty="0"/>
          </a:p>
        </p:txBody>
      </p:sp>
      <p:sp>
        <p:nvSpPr>
          <p:cNvPr id="21" name="Line 12">
            <a:extLst>
              <a:ext uri="{FF2B5EF4-FFF2-40B4-BE49-F238E27FC236}">
                <a16:creationId xmlns:a16="http://schemas.microsoft.com/office/drawing/2014/main" id="{D065808A-F6BA-FE4B-8FA5-43BECBDD1177}"/>
              </a:ext>
            </a:extLst>
          </p:cNvPr>
          <p:cNvSpPr>
            <a:spLocks noChangeShapeType="1"/>
          </p:cNvSpPr>
          <p:nvPr/>
        </p:nvSpPr>
        <p:spPr bwMode="auto">
          <a:xfrm>
            <a:off x="6389064" y="5218807"/>
            <a:ext cx="212723" cy="720158"/>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dirty="0"/>
          </a:p>
        </p:txBody>
      </p:sp>
      <p:sp>
        <p:nvSpPr>
          <p:cNvPr id="22" name="Line 13">
            <a:extLst>
              <a:ext uri="{FF2B5EF4-FFF2-40B4-BE49-F238E27FC236}">
                <a16:creationId xmlns:a16="http://schemas.microsoft.com/office/drawing/2014/main" id="{6DC2B1AB-97CE-174A-8025-8160622AFEDE}"/>
              </a:ext>
            </a:extLst>
          </p:cNvPr>
          <p:cNvSpPr>
            <a:spLocks noChangeShapeType="1"/>
          </p:cNvSpPr>
          <p:nvPr/>
        </p:nvSpPr>
        <p:spPr bwMode="auto">
          <a:xfrm flipH="1">
            <a:off x="6599043" y="5594184"/>
            <a:ext cx="625817" cy="338898"/>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dirty="0"/>
          </a:p>
        </p:txBody>
      </p:sp>
      <p:sp>
        <p:nvSpPr>
          <p:cNvPr id="23" name="Line 14">
            <a:extLst>
              <a:ext uri="{FF2B5EF4-FFF2-40B4-BE49-F238E27FC236}">
                <a16:creationId xmlns:a16="http://schemas.microsoft.com/office/drawing/2014/main" id="{2D8E2595-5DE3-9542-AE9C-FBA3A10B9173}"/>
              </a:ext>
            </a:extLst>
          </p:cNvPr>
          <p:cNvSpPr>
            <a:spLocks noChangeShapeType="1"/>
          </p:cNvSpPr>
          <p:nvPr/>
        </p:nvSpPr>
        <p:spPr bwMode="auto">
          <a:xfrm flipH="1">
            <a:off x="6432981" y="4663391"/>
            <a:ext cx="336240" cy="577774"/>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dirty="0"/>
          </a:p>
        </p:txBody>
      </p:sp>
      <p:sp>
        <p:nvSpPr>
          <p:cNvPr id="24" name="Line 15">
            <a:extLst>
              <a:ext uri="{FF2B5EF4-FFF2-40B4-BE49-F238E27FC236}">
                <a16:creationId xmlns:a16="http://schemas.microsoft.com/office/drawing/2014/main" id="{3BB7B98B-8514-6D42-BA93-FF70E11E6B51}"/>
              </a:ext>
            </a:extLst>
          </p:cNvPr>
          <p:cNvSpPr>
            <a:spLocks noChangeShapeType="1"/>
          </p:cNvSpPr>
          <p:nvPr/>
        </p:nvSpPr>
        <p:spPr bwMode="auto">
          <a:xfrm flipH="1">
            <a:off x="4906865" y="3773784"/>
            <a:ext cx="741100" cy="627196"/>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dirty="0"/>
          </a:p>
        </p:txBody>
      </p:sp>
      <p:sp>
        <p:nvSpPr>
          <p:cNvPr id="25" name="Line 16">
            <a:extLst>
              <a:ext uri="{FF2B5EF4-FFF2-40B4-BE49-F238E27FC236}">
                <a16:creationId xmlns:a16="http://schemas.microsoft.com/office/drawing/2014/main" id="{17EAFCC5-5652-FF4C-989D-613EAB9B4DC7}"/>
              </a:ext>
            </a:extLst>
          </p:cNvPr>
          <p:cNvSpPr>
            <a:spLocks noChangeShapeType="1"/>
          </p:cNvSpPr>
          <p:nvPr/>
        </p:nvSpPr>
        <p:spPr bwMode="auto">
          <a:xfrm flipH="1">
            <a:off x="4383979" y="4405687"/>
            <a:ext cx="499556" cy="586011"/>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dirty="0"/>
          </a:p>
        </p:txBody>
      </p:sp>
      <p:sp>
        <p:nvSpPr>
          <p:cNvPr id="26" name="Line 17">
            <a:extLst>
              <a:ext uri="{FF2B5EF4-FFF2-40B4-BE49-F238E27FC236}">
                <a16:creationId xmlns:a16="http://schemas.microsoft.com/office/drawing/2014/main" id="{82451BC4-66F4-DA44-B07F-0960389B7FB8}"/>
              </a:ext>
            </a:extLst>
          </p:cNvPr>
          <p:cNvSpPr>
            <a:spLocks noChangeShapeType="1"/>
          </p:cNvSpPr>
          <p:nvPr/>
        </p:nvSpPr>
        <p:spPr bwMode="auto">
          <a:xfrm flipH="1">
            <a:off x="3822664" y="5037591"/>
            <a:ext cx="537983" cy="444804"/>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dirty="0"/>
          </a:p>
        </p:txBody>
      </p:sp>
      <p:sp>
        <p:nvSpPr>
          <p:cNvPr id="27" name="Line 18">
            <a:extLst>
              <a:ext uri="{FF2B5EF4-FFF2-40B4-BE49-F238E27FC236}">
                <a16:creationId xmlns:a16="http://schemas.microsoft.com/office/drawing/2014/main" id="{A92ABA2D-CF9C-0B4C-B635-70C75BE83540}"/>
              </a:ext>
            </a:extLst>
          </p:cNvPr>
          <p:cNvSpPr>
            <a:spLocks noChangeShapeType="1"/>
          </p:cNvSpPr>
          <p:nvPr/>
        </p:nvSpPr>
        <p:spPr bwMode="auto">
          <a:xfrm flipH="1">
            <a:off x="4562391" y="5429442"/>
            <a:ext cx="374667" cy="502464"/>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dirty="0"/>
          </a:p>
        </p:txBody>
      </p:sp>
      <p:sp>
        <p:nvSpPr>
          <p:cNvPr id="28" name="Line 19">
            <a:extLst>
              <a:ext uri="{FF2B5EF4-FFF2-40B4-BE49-F238E27FC236}">
                <a16:creationId xmlns:a16="http://schemas.microsoft.com/office/drawing/2014/main" id="{FD4E8FBC-6653-AE45-9273-7EB6B0F658DE}"/>
              </a:ext>
            </a:extLst>
          </p:cNvPr>
          <p:cNvSpPr>
            <a:spLocks noChangeShapeType="1"/>
          </p:cNvSpPr>
          <p:nvPr/>
        </p:nvSpPr>
        <p:spPr bwMode="auto">
          <a:xfrm>
            <a:off x="4452599" y="5005819"/>
            <a:ext cx="550335" cy="385967"/>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dirty="0"/>
          </a:p>
        </p:txBody>
      </p:sp>
      <p:sp>
        <p:nvSpPr>
          <p:cNvPr id="29" name="Freeform 20">
            <a:extLst>
              <a:ext uri="{FF2B5EF4-FFF2-40B4-BE49-F238E27FC236}">
                <a16:creationId xmlns:a16="http://schemas.microsoft.com/office/drawing/2014/main" id="{4A8AE031-D686-954E-BDE5-43F6AFD489F8}"/>
              </a:ext>
            </a:extLst>
          </p:cNvPr>
          <p:cNvSpPr>
            <a:spLocks/>
          </p:cNvSpPr>
          <p:nvPr/>
        </p:nvSpPr>
        <p:spPr bwMode="auto">
          <a:xfrm>
            <a:off x="3522107" y="4155044"/>
            <a:ext cx="1889804" cy="2091048"/>
          </a:xfrm>
          <a:custGeom>
            <a:avLst/>
            <a:gdLst>
              <a:gd name="T0" fmla="*/ 2147483647 w 1377"/>
              <a:gd name="T1" fmla="*/ 2147483647 h 1777"/>
              <a:gd name="T2" fmla="*/ 2147483647 w 1377"/>
              <a:gd name="T3" fmla="*/ 2147483647 h 1777"/>
              <a:gd name="T4" fmla="*/ 2147483647 w 1377"/>
              <a:gd name="T5" fmla="*/ 2147483647 h 1777"/>
              <a:gd name="T6" fmla="*/ 2147483647 w 1377"/>
              <a:gd name="T7" fmla="*/ 2147483647 h 1777"/>
              <a:gd name="T8" fmla="*/ 2147483647 w 1377"/>
              <a:gd name="T9" fmla="*/ 2147483647 h 1777"/>
              <a:gd name="T10" fmla="*/ 2147483647 w 1377"/>
              <a:gd name="T11" fmla="*/ 2147483647 h 1777"/>
              <a:gd name="T12" fmla="*/ 2147483647 w 1377"/>
              <a:gd name="T13" fmla="*/ 2147483647 h 1777"/>
              <a:gd name="T14" fmla="*/ 2147483647 w 1377"/>
              <a:gd name="T15" fmla="*/ 2147483647 h 1777"/>
              <a:gd name="T16" fmla="*/ 2147483647 w 1377"/>
              <a:gd name="T17" fmla="*/ 2147483647 h 1777"/>
              <a:gd name="T18" fmla="*/ 2147483647 w 1377"/>
              <a:gd name="T19" fmla="*/ 2147483647 h 1777"/>
              <a:gd name="T20" fmla="*/ 2147483647 w 1377"/>
              <a:gd name="T21" fmla="*/ 2147483647 h 1777"/>
              <a:gd name="T22" fmla="*/ 2147483647 w 1377"/>
              <a:gd name="T23" fmla="*/ 2147483647 h 1777"/>
              <a:gd name="T24" fmla="*/ 2147483647 w 1377"/>
              <a:gd name="T25" fmla="*/ 2147483647 h 1777"/>
              <a:gd name="T26" fmla="*/ 2147483647 w 1377"/>
              <a:gd name="T27" fmla="*/ 2147483647 h 1777"/>
              <a:gd name="T28" fmla="*/ 2147483647 w 1377"/>
              <a:gd name="T29" fmla="*/ 2147483647 h 1777"/>
              <a:gd name="T30" fmla="*/ 2147483647 w 1377"/>
              <a:gd name="T31" fmla="*/ 2147483647 h 1777"/>
              <a:gd name="T32" fmla="*/ 2147483647 w 1377"/>
              <a:gd name="T33" fmla="*/ 2147483647 h 177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77"/>
              <a:gd name="T52" fmla="*/ 0 h 1777"/>
              <a:gd name="T53" fmla="*/ 1377 w 1377"/>
              <a:gd name="T54" fmla="*/ 1777 h 177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77" h="1777">
                <a:moveTo>
                  <a:pt x="671" y="245"/>
                </a:moveTo>
                <a:cubicBezTo>
                  <a:pt x="604" y="317"/>
                  <a:pt x="533" y="382"/>
                  <a:pt x="474" y="463"/>
                </a:cubicBezTo>
                <a:cubicBezTo>
                  <a:pt x="415" y="544"/>
                  <a:pt x="366" y="663"/>
                  <a:pt x="319" y="730"/>
                </a:cubicBezTo>
                <a:cubicBezTo>
                  <a:pt x="272" y="797"/>
                  <a:pt x="242" y="800"/>
                  <a:pt x="193" y="863"/>
                </a:cubicBezTo>
                <a:cubicBezTo>
                  <a:pt x="144" y="926"/>
                  <a:pt x="48" y="1027"/>
                  <a:pt x="24" y="1109"/>
                </a:cubicBezTo>
                <a:cubicBezTo>
                  <a:pt x="0" y="1191"/>
                  <a:pt x="10" y="1295"/>
                  <a:pt x="46" y="1355"/>
                </a:cubicBezTo>
                <a:cubicBezTo>
                  <a:pt x="82" y="1415"/>
                  <a:pt x="172" y="1437"/>
                  <a:pt x="242" y="1467"/>
                </a:cubicBezTo>
                <a:cubicBezTo>
                  <a:pt x="312" y="1497"/>
                  <a:pt x="404" y="1499"/>
                  <a:pt x="467" y="1538"/>
                </a:cubicBezTo>
                <a:cubicBezTo>
                  <a:pt x="530" y="1577"/>
                  <a:pt x="518" y="1669"/>
                  <a:pt x="622" y="1699"/>
                </a:cubicBezTo>
                <a:cubicBezTo>
                  <a:pt x="726" y="1729"/>
                  <a:pt x="986" y="1777"/>
                  <a:pt x="1092" y="1720"/>
                </a:cubicBezTo>
                <a:cubicBezTo>
                  <a:pt x="1198" y="1663"/>
                  <a:pt x="1219" y="1471"/>
                  <a:pt x="1261" y="1355"/>
                </a:cubicBezTo>
                <a:cubicBezTo>
                  <a:pt x="1303" y="1239"/>
                  <a:pt x="1377" y="1150"/>
                  <a:pt x="1345" y="1025"/>
                </a:cubicBezTo>
                <a:cubicBezTo>
                  <a:pt x="1313" y="900"/>
                  <a:pt x="1084" y="727"/>
                  <a:pt x="1071" y="603"/>
                </a:cubicBezTo>
                <a:cubicBezTo>
                  <a:pt x="1058" y="479"/>
                  <a:pt x="1237" y="374"/>
                  <a:pt x="1268" y="280"/>
                </a:cubicBezTo>
                <a:cubicBezTo>
                  <a:pt x="1299" y="186"/>
                  <a:pt x="1320" y="82"/>
                  <a:pt x="1254" y="41"/>
                </a:cubicBezTo>
                <a:cubicBezTo>
                  <a:pt x="1188" y="0"/>
                  <a:pt x="970" y="2"/>
                  <a:pt x="874" y="34"/>
                </a:cubicBezTo>
                <a:cubicBezTo>
                  <a:pt x="778" y="66"/>
                  <a:pt x="738" y="173"/>
                  <a:pt x="671" y="245"/>
                </a:cubicBezTo>
                <a:close/>
              </a:path>
            </a:pathLst>
          </a:custGeom>
          <a:noFill/>
          <a:ln w="19050" cap="flat" cmpd="sng">
            <a:solidFill>
              <a:schemeClr val="tx1"/>
            </a:solidFill>
            <a:prstDash val="dash"/>
            <a:round/>
            <a:headEnd/>
            <a:tailEnd/>
          </a:ln>
          <a:extLst>
            <a:ext uri="{909E8E84-426E-40dd-AFC4-6F175D3DCCD1}">
              <a14:hiddenFill xmlns:a14="http://schemas.microsoft.com/office/drawing/2010/main" xmlns="">
                <a:solidFill>
                  <a:srgbClr val="FFFFFF"/>
                </a:solidFill>
              </a14:hiddenFill>
            </a:ext>
          </a:extLst>
        </p:spPr>
        <p:txBody>
          <a:bodyPr wrap="none"/>
          <a:lstStyle/>
          <a:p>
            <a:endParaRPr lang="en-US" dirty="0"/>
          </a:p>
        </p:txBody>
      </p:sp>
      <p:sp>
        <p:nvSpPr>
          <p:cNvPr id="30" name="Freeform 21">
            <a:extLst>
              <a:ext uri="{FF2B5EF4-FFF2-40B4-BE49-F238E27FC236}">
                <a16:creationId xmlns:a16="http://schemas.microsoft.com/office/drawing/2014/main" id="{76E990D0-FD96-7940-BB7A-A942A0E222DB}"/>
              </a:ext>
            </a:extLst>
          </p:cNvPr>
          <p:cNvSpPr>
            <a:spLocks/>
          </p:cNvSpPr>
          <p:nvPr/>
        </p:nvSpPr>
        <p:spPr bwMode="auto">
          <a:xfrm>
            <a:off x="5997929" y="4329200"/>
            <a:ext cx="1645515" cy="2023974"/>
          </a:xfrm>
          <a:custGeom>
            <a:avLst/>
            <a:gdLst>
              <a:gd name="T0" fmla="*/ 2147483647 w 1199"/>
              <a:gd name="T1" fmla="*/ 2147483647 h 1720"/>
              <a:gd name="T2" fmla="*/ 2147483647 w 1199"/>
              <a:gd name="T3" fmla="*/ 2147483647 h 1720"/>
              <a:gd name="T4" fmla="*/ 2147483647 w 1199"/>
              <a:gd name="T5" fmla="*/ 2147483647 h 1720"/>
              <a:gd name="T6" fmla="*/ 2147483647 w 1199"/>
              <a:gd name="T7" fmla="*/ 2147483647 h 1720"/>
              <a:gd name="T8" fmla="*/ 2147483647 w 1199"/>
              <a:gd name="T9" fmla="*/ 2147483647 h 1720"/>
              <a:gd name="T10" fmla="*/ 2147483647 w 1199"/>
              <a:gd name="T11" fmla="*/ 2147483647 h 1720"/>
              <a:gd name="T12" fmla="*/ 2147483647 w 1199"/>
              <a:gd name="T13" fmla="*/ 2147483647 h 1720"/>
              <a:gd name="T14" fmla="*/ 2147483647 w 1199"/>
              <a:gd name="T15" fmla="*/ 2147483647 h 1720"/>
              <a:gd name="T16" fmla="*/ 2147483647 w 1199"/>
              <a:gd name="T17" fmla="*/ 2147483647 h 1720"/>
              <a:gd name="T18" fmla="*/ 2147483647 w 1199"/>
              <a:gd name="T19" fmla="*/ 2147483647 h 1720"/>
              <a:gd name="T20" fmla="*/ 2147483647 w 1199"/>
              <a:gd name="T21" fmla="*/ 2147483647 h 1720"/>
              <a:gd name="T22" fmla="*/ 2147483647 w 1199"/>
              <a:gd name="T23" fmla="*/ 2147483647 h 1720"/>
              <a:gd name="T24" fmla="*/ 2147483647 w 1199"/>
              <a:gd name="T25" fmla="*/ 2147483647 h 1720"/>
              <a:gd name="T26" fmla="*/ 2147483647 w 1199"/>
              <a:gd name="T27" fmla="*/ 2147483647 h 1720"/>
              <a:gd name="T28" fmla="*/ 2147483647 w 1199"/>
              <a:gd name="T29" fmla="*/ 2147483647 h 172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99"/>
              <a:gd name="T46" fmla="*/ 0 h 1720"/>
              <a:gd name="T47" fmla="*/ 1199 w 1199"/>
              <a:gd name="T48" fmla="*/ 1720 h 172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99" h="1720">
                <a:moveTo>
                  <a:pt x="651" y="20"/>
                </a:moveTo>
                <a:cubicBezTo>
                  <a:pt x="595" y="0"/>
                  <a:pt x="643" y="10"/>
                  <a:pt x="609" y="20"/>
                </a:cubicBezTo>
                <a:cubicBezTo>
                  <a:pt x="575" y="30"/>
                  <a:pt x="499" y="45"/>
                  <a:pt x="447" y="83"/>
                </a:cubicBezTo>
                <a:cubicBezTo>
                  <a:pt x="395" y="121"/>
                  <a:pt x="354" y="178"/>
                  <a:pt x="300" y="245"/>
                </a:cubicBezTo>
                <a:cubicBezTo>
                  <a:pt x="246" y="312"/>
                  <a:pt x="173" y="379"/>
                  <a:pt x="124" y="483"/>
                </a:cubicBezTo>
                <a:cubicBezTo>
                  <a:pt x="75" y="587"/>
                  <a:pt x="10" y="742"/>
                  <a:pt x="5" y="870"/>
                </a:cubicBezTo>
                <a:cubicBezTo>
                  <a:pt x="0" y="998"/>
                  <a:pt x="50" y="1122"/>
                  <a:pt x="96" y="1249"/>
                </a:cubicBezTo>
                <a:cubicBezTo>
                  <a:pt x="142" y="1376"/>
                  <a:pt x="153" y="1564"/>
                  <a:pt x="279" y="1635"/>
                </a:cubicBezTo>
                <a:cubicBezTo>
                  <a:pt x="405" y="1706"/>
                  <a:pt x="711" y="1720"/>
                  <a:pt x="855" y="1678"/>
                </a:cubicBezTo>
                <a:cubicBezTo>
                  <a:pt x="999" y="1636"/>
                  <a:pt x="1089" y="1492"/>
                  <a:pt x="1143" y="1383"/>
                </a:cubicBezTo>
                <a:cubicBezTo>
                  <a:pt x="1197" y="1274"/>
                  <a:pt x="1199" y="1129"/>
                  <a:pt x="1178" y="1024"/>
                </a:cubicBezTo>
                <a:cubicBezTo>
                  <a:pt x="1157" y="919"/>
                  <a:pt x="1057" y="854"/>
                  <a:pt x="1016" y="750"/>
                </a:cubicBezTo>
                <a:cubicBezTo>
                  <a:pt x="975" y="646"/>
                  <a:pt x="944" y="501"/>
                  <a:pt x="932" y="399"/>
                </a:cubicBezTo>
                <a:cubicBezTo>
                  <a:pt x="920" y="297"/>
                  <a:pt x="994" y="203"/>
                  <a:pt x="946" y="139"/>
                </a:cubicBezTo>
                <a:cubicBezTo>
                  <a:pt x="898" y="75"/>
                  <a:pt x="707" y="40"/>
                  <a:pt x="651" y="20"/>
                </a:cubicBezTo>
                <a:close/>
              </a:path>
            </a:pathLst>
          </a:custGeom>
          <a:noFill/>
          <a:ln w="19050" cap="flat" cmpd="sng">
            <a:solidFill>
              <a:schemeClr val="tx1"/>
            </a:solidFill>
            <a:prstDash val="dash"/>
            <a:round/>
            <a:headEnd/>
            <a:tailEnd/>
          </a:ln>
          <a:extLst>
            <a:ext uri="{909E8E84-426E-40dd-AFC4-6F175D3DCCD1}">
              <a14:hiddenFill xmlns:a14="http://schemas.microsoft.com/office/drawing/2010/main" xmlns="">
                <a:solidFill>
                  <a:srgbClr val="FFFFFF"/>
                </a:solidFill>
              </a14:hiddenFill>
            </a:ext>
          </a:extLst>
        </p:spPr>
        <p:txBody>
          <a:bodyPr wrap="none"/>
          <a:lstStyle/>
          <a:p>
            <a:endParaRPr lang="en-US" dirty="0"/>
          </a:p>
        </p:txBody>
      </p:sp>
      <p:sp>
        <p:nvSpPr>
          <p:cNvPr id="31" name="Freeform 22">
            <a:extLst>
              <a:ext uri="{FF2B5EF4-FFF2-40B4-BE49-F238E27FC236}">
                <a16:creationId xmlns:a16="http://schemas.microsoft.com/office/drawing/2014/main" id="{A175B432-6DB9-FB42-A05C-89AA360AAAE7}"/>
              </a:ext>
            </a:extLst>
          </p:cNvPr>
          <p:cNvSpPr>
            <a:spLocks/>
          </p:cNvSpPr>
          <p:nvPr/>
        </p:nvSpPr>
        <p:spPr bwMode="auto">
          <a:xfrm>
            <a:off x="8097711" y="4111505"/>
            <a:ext cx="1797853" cy="2016914"/>
          </a:xfrm>
          <a:custGeom>
            <a:avLst/>
            <a:gdLst>
              <a:gd name="T0" fmla="*/ 2147483647 w 1310"/>
              <a:gd name="T1" fmla="*/ 2147483647 h 1714"/>
              <a:gd name="T2" fmla="*/ 2147483647 w 1310"/>
              <a:gd name="T3" fmla="*/ 2147483647 h 1714"/>
              <a:gd name="T4" fmla="*/ 2147483647 w 1310"/>
              <a:gd name="T5" fmla="*/ 2147483647 h 1714"/>
              <a:gd name="T6" fmla="*/ 2147483647 w 1310"/>
              <a:gd name="T7" fmla="*/ 2147483647 h 1714"/>
              <a:gd name="T8" fmla="*/ 2147483647 w 1310"/>
              <a:gd name="T9" fmla="*/ 2147483647 h 1714"/>
              <a:gd name="T10" fmla="*/ 2147483647 w 1310"/>
              <a:gd name="T11" fmla="*/ 2147483647 h 1714"/>
              <a:gd name="T12" fmla="*/ 2147483647 w 1310"/>
              <a:gd name="T13" fmla="*/ 2147483647 h 1714"/>
              <a:gd name="T14" fmla="*/ 2147483647 w 1310"/>
              <a:gd name="T15" fmla="*/ 2147483647 h 1714"/>
              <a:gd name="T16" fmla="*/ 2147483647 w 1310"/>
              <a:gd name="T17" fmla="*/ 2147483647 h 1714"/>
              <a:gd name="T18" fmla="*/ 2147483647 w 1310"/>
              <a:gd name="T19" fmla="*/ 2147483647 h 1714"/>
              <a:gd name="T20" fmla="*/ 2147483647 w 1310"/>
              <a:gd name="T21" fmla="*/ 2147483647 h 1714"/>
              <a:gd name="T22" fmla="*/ 2147483647 w 1310"/>
              <a:gd name="T23" fmla="*/ 2147483647 h 1714"/>
              <a:gd name="T24" fmla="*/ 2147483647 w 1310"/>
              <a:gd name="T25" fmla="*/ 2147483647 h 17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10"/>
              <a:gd name="T40" fmla="*/ 0 h 1714"/>
              <a:gd name="T41" fmla="*/ 1310 w 1310"/>
              <a:gd name="T42" fmla="*/ 1714 h 17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10" h="1714">
                <a:moveTo>
                  <a:pt x="470" y="29"/>
                </a:moveTo>
                <a:cubicBezTo>
                  <a:pt x="373" y="0"/>
                  <a:pt x="308" y="123"/>
                  <a:pt x="245" y="198"/>
                </a:cubicBezTo>
                <a:cubicBezTo>
                  <a:pt x="182" y="273"/>
                  <a:pt x="130" y="385"/>
                  <a:pt x="90" y="479"/>
                </a:cubicBezTo>
                <a:cubicBezTo>
                  <a:pt x="50" y="573"/>
                  <a:pt x="12" y="651"/>
                  <a:pt x="6" y="760"/>
                </a:cubicBezTo>
                <a:cubicBezTo>
                  <a:pt x="0" y="869"/>
                  <a:pt x="7" y="1042"/>
                  <a:pt x="55" y="1132"/>
                </a:cubicBezTo>
                <a:cubicBezTo>
                  <a:pt x="103" y="1222"/>
                  <a:pt x="191" y="1232"/>
                  <a:pt x="294" y="1301"/>
                </a:cubicBezTo>
                <a:cubicBezTo>
                  <a:pt x="397" y="1370"/>
                  <a:pt x="536" y="1479"/>
                  <a:pt x="673" y="1546"/>
                </a:cubicBezTo>
                <a:cubicBezTo>
                  <a:pt x="810" y="1613"/>
                  <a:pt x="1018" y="1714"/>
                  <a:pt x="1116" y="1701"/>
                </a:cubicBezTo>
                <a:cubicBezTo>
                  <a:pt x="1214" y="1688"/>
                  <a:pt x="1310" y="1559"/>
                  <a:pt x="1263" y="1469"/>
                </a:cubicBezTo>
                <a:cubicBezTo>
                  <a:pt x="1216" y="1379"/>
                  <a:pt x="925" y="1270"/>
                  <a:pt x="835" y="1160"/>
                </a:cubicBezTo>
                <a:cubicBezTo>
                  <a:pt x="745" y="1050"/>
                  <a:pt x="723" y="940"/>
                  <a:pt x="722" y="809"/>
                </a:cubicBezTo>
                <a:cubicBezTo>
                  <a:pt x="721" y="678"/>
                  <a:pt x="871" y="504"/>
                  <a:pt x="828" y="373"/>
                </a:cubicBezTo>
                <a:cubicBezTo>
                  <a:pt x="785" y="242"/>
                  <a:pt x="567" y="58"/>
                  <a:pt x="470" y="29"/>
                </a:cubicBezTo>
                <a:close/>
              </a:path>
            </a:pathLst>
          </a:custGeom>
          <a:noFill/>
          <a:ln w="19050" cap="flat" cmpd="sng">
            <a:solidFill>
              <a:schemeClr val="tx1"/>
            </a:solidFill>
            <a:prstDash val="dash"/>
            <a:round/>
            <a:headEnd/>
            <a:tailEnd/>
          </a:ln>
          <a:extLst>
            <a:ext uri="{909E8E84-426E-40dd-AFC4-6F175D3DCCD1}">
              <a14:hiddenFill xmlns:a14="http://schemas.microsoft.com/office/drawing/2010/main" xmlns="">
                <a:solidFill>
                  <a:srgbClr val="FFFFFF"/>
                </a:solidFill>
              </a14:hiddenFill>
            </a:ext>
          </a:extLst>
        </p:spPr>
        <p:txBody>
          <a:bodyPr wrap="none"/>
          <a:lstStyle/>
          <a:p>
            <a:endParaRPr lang="en-US" dirty="0"/>
          </a:p>
        </p:txBody>
      </p:sp>
      <p:sp>
        <p:nvSpPr>
          <p:cNvPr id="34" name="Text Box 25">
            <a:extLst>
              <a:ext uri="{FF2B5EF4-FFF2-40B4-BE49-F238E27FC236}">
                <a16:creationId xmlns:a16="http://schemas.microsoft.com/office/drawing/2014/main" id="{526A3D82-0DBB-D144-85E2-DF01CA84E5DC}"/>
              </a:ext>
            </a:extLst>
          </p:cNvPr>
          <p:cNvSpPr txBox="1">
            <a:spLocks noChangeArrowheads="1"/>
          </p:cNvSpPr>
          <p:nvPr/>
        </p:nvSpPr>
        <p:spPr bwMode="auto">
          <a:xfrm>
            <a:off x="3391728" y="6026044"/>
            <a:ext cx="719141" cy="27182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dirty="0"/>
              <a:t>area 1</a:t>
            </a:r>
          </a:p>
        </p:txBody>
      </p:sp>
      <p:sp>
        <p:nvSpPr>
          <p:cNvPr id="35" name="Text Box 26">
            <a:extLst>
              <a:ext uri="{FF2B5EF4-FFF2-40B4-BE49-F238E27FC236}">
                <a16:creationId xmlns:a16="http://schemas.microsoft.com/office/drawing/2014/main" id="{3CF37756-7ADA-B944-861F-B21214613BB2}"/>
              </a:ext>
            </a:extLst>
          </p:cNvPr>
          <p:cNvSpPr txBox="1">
            <a:spLocks noChangeArrowheads="1"/>
          </p:cNvSpPr>
          <p:nvPr/>
        </p:nvSpPr>
        <p:spPr bwMode="auto">
          <a:xfrm>
            <a:off x="6474154" y="6304928"/>
            <a:ext cx="719141" cy="2718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dirty="0"/>
              <a:t>area 2</a:t>
            </a:r>
          </a:p>
        </p:txBody>
      </p:sp>
      <p:sp>
        <p:nvSpPr>
          <p:cNvPr id="36" name="Text Box 27">
            <a:extLst>
              <a:ext uri="{FF2B5EF4-FFF2-40B4-BE49-F238E27FC236}">
                <a16:creationId xmlns:a16="http://schemas.microsoft.com/office/drawing/2014/main" id="{7C3A4E73-AA92-8249-AB3B-6CC740F4F2BD}"/>
              </a:ext>
            </a:extLst>
          </p:cNvPr>
          <p:cNvSpPr txBox="1">
            <a:spLocks noChangeArrowheads="1"/>
          </p:cNvSpPr>
          <p:nvPr/>
        </p:nvSpPr>
        <p:spPr bwMode="auto">
          <a:xfrm>
            <a:off x="9140740" y="5103488"/>
            <a:ext cx="719141" cy="27182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dirty="0"/>
              <a:t>area 3</a:t>
            </a:r>
          </a:p>
        </p:txBody>
      </p:sp>
      <p:sp>
        <p:nvSpPr>
          <p:cNvPr id="37" name="Text Box 28">
            <a:extLst>
              <a:ext uri="{FF2B5EF4-FFF2-40B4-BE49-F238E27FC236}">
                <a16:creationId xmlns:a16="http://schemas.microsoft.com/office/drawing/2014/main" id="{18685611-08AA-4149-8349-26BBE7FDB575}"/>
              </a:ext>
            </a:extLst>
          </p:cNvPr>
          <p:cNvSpPr txBox="1">
            <a:spLocks noChangeArrowheads="1"/>
          </p:cNvSpPr>
          <p:nvPr/>
        </p:nvSpPr>
        <p:spPr bwMode="auto">
          <a:xfrm>
            <a:off x="6209380" y="3772638"/>
            <a:ext cx="1200970"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2000" dirty="0">
                <a:latin typeface="+mn-lt"/>
              </a:rPr>
              <a:t>backbone</a:t>
            </a:r>
          </a:p>
        </p:txBody>
      </p:sp>
      <p:sp>
        <p:nvSpPr>
          <p:cNvPr id="39" name="Text Box 30">
            <a:extLst>
              <a:ext uri="{FF2B5EF4-FFF2-40B4-BE49-F238E27FC236}">
                <a16:creationId xmlns:a16="http://schemas.microsoft.com/office/drawing/2014/main" id="{09113073-4CDB-9F4F-B46A-2F706311BD4D}"/>
              </a:ext>
            </a:extLst>
          </p:cNvPr>
          <p:cNvSpPr txBox="1">
            <a:spLocks noChangeArrowheads="1"/>
          </p:cNvSpPr>
          <p:nvPr/>
        </p:nvSpPr>
        <p:spPr bwMode="auto">
          <a:xfrm>
            <a:off x="7742257" y="5796581"/>
            <a:ext cx="806975" cy="41420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nSpc>
                <a:spcPct val="85000"/>
              </a:lnSpc>
            </a:pPr>
            <a:r>
              <a:rPr lang="en-US" sz="1800" dirty="0">
                <a:solidFill>
                  <a:srgbClr val="CC0000"/>
                </a:solidFill>
              </a:rPr>
              <a:t>internal</a:t>
            </a:r>
          </a:p>
          <a:p>
            <a:pPr>
              <a:lnSpc>
                <a:spcPct val="85000"/>
              </a:lnSpc>
            </a:pPr>
            <a:r>
              <a:rPr lang="en-US" sz="1800" dirty="0">
                <a:solidFill>
                  <a:srgbClr val="CC0000"/>
                </a:solidFill>
              </a:rPr>
              <a:t>routers</a:t>
            </a:r>
          </a:p>
        </p:txBody>
      </p:sp>
      <p:sp>
        <p:nvSpPr>
          <p:cNvPr id="40" name="Line 242">
            <a:extLst>
              <a:ext uri="{FF2B5EF4-FFF2-40B4-BE49-F238E27FC236}">
                <a16:creationId xmlns:a16="http://schemas.microsoft.com/office/drawing/2014/main" id="{E9DC385B-82C7-7542-81CE-F0D596EEB757}"/>
              </a:ext>
            </a:extLst>
          </p:cNvPr>
          <p:cNvSpPr>
            <a:spLocks noChangeShapeType="1"/>
          </p:cNvSpPr>
          <p:nvPr/>
        </p:nvSpPr>
        <p:spPr bwMode="auto">
          <a:xfrm flipV="1">
            <a:off x="8587660" y="5774224"/>
            <a:ext cx="424074" cy="148268"/>
          </a:xfrm>
          <a:prstGeom prst="line">
            <a:avLst/>
          </a:prstGeom>
          <a:noFill/>
          <a:ln w="9525">
            <a:solidFill>
              <a:srgbClr val="CC0000"/>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dirty="0"/>
          </a:p>
        </p:txBody>
      </p:sp>
      <p:sp>
        <p:nvSpPr>
          <p:cNvPr id="41" name="Line 243">
            <a:extLst>
              <a:ext uri="{FF2B5EF4-FFF2-40B4-BE49-F238E27FC236}">
                <a16:creationId xmlns:a16="http://schemas.microsoft.com/office/drawing/2014/main" id="{39812F8B-3200-3E4D-B3DD-82CDCC1756FD}"/>
              </a:ext>
            </a:extLst>
          </p:cNvPr>
          <p:cNvSpPr>
            <a:spLocks noChangeShapeType="1"/>
          </p:cNvSpPr>
          <p:nvPr/>
        </p:nvSpPr>
        <p:spPr bwMode="auto">
          <a:xfrm flipH="1" flipV="1">
            <a:off x="7388176" y="5681262"/>
            <a:ext cx="415840" cy="222402"/>
          </a:xfrm>
          <a:prstGeom prst="line">
            <a:avLst/>
          </a:prstGeom>
          <a:noFill/>
          <a:ln w="9525">
            <a:solidFill>
              <a:srgbClr val="CC0000"/>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dirty="0"/>
          </a:p>
        </p:txBody>
      </p:sp>
      <p:sp>
        <p:nvSpPr>
          <p:cNvPr id="42" name="Line 244">
            <a:extLst>
              <a:ext uri="{FF2B5EF4-FFF2-40B4-BE49-F238E27FC236}">
                <a16:creationId xmlns:a16="http://schemas.microsoft.com/office/drawing/2014/main" id="{6B25EAA5-6390-E643-AD0D-056F1A252A33}"/>
              </a:ext>
            </a:extLst>
          </p:cNvPr>
          <p:cNvSpPr>
            <a:spLocks noChangeShapeType="1"/>
          </p:cNvSpPr>
          <p:nvPr/>
        </p:nvSpPr>
        <p:spPr bwMode="auto">
          <a:xfrm flipV="1">
            <a:off x="6785690" y="3169085"/>
            <a:ext cx="0" cy="274038"/>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dirty="0"/>
          </a:p>
        </p:txBody>
      </p:sp>
      <p:grpSp>
        <p:nvGrpSpPr>
          <p:cNvPr id="182" name="Group 181">
            <a:extLst>
              <a:ext uri="{FF2B5EF4-FFF2-40B4-BE49-F238E27FC236}">
                <a16:creationId xmlns:a16="http://schemas.microsoft.com/office/drawing/2014/main" id="{847A93B5-CC69-A44B-AAAE-12AD6D23A7A9}"/>
              </a:ext>
            </a:extLst>
          </p:cNvPr>
          <p:cNvGrpSpPr/>
          <p:nvPr/>
        </p:nvGrpSpPr>
        <p:grpSpPr>
          <a:xfrm>
            <a:off x="6340202" y="5745395"/>
            <a:ext cx="597931" cy="300817"/>
            <a:chOff x="7493876" y="2774731"/>
            <a:chExt cx="1481958" cy="894622"/>
          </a:xfrm>
        </p:grpSpPr>
        <p:sp>
          <p:nvSpPr>
            <p:cNvPr id="183" name="Freeform 182">
              <a:extLst>
                <a:ext uri="{FF2B5EF4-FFF2-40B4-BE49-F238E27FC236}">
                  <a16:creationId xmlns:a16="http://schemas.microsoft.com/office/drawing/2014/main" id="{7FA838DF-A766-7A4B-940A-1681DF70B2A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4" name="Oval 183">
              <a:extLst>
                <a:ext uri="{FF2B5EF4-FFF2-40B4-BE49-F238E27FC236}">
                  <a16:creationId xmlns:a16="http://schemas.microsoft.com/office/drawing/2014/main" id="{17118679-0E33-704D-880E-4ED3E57EA85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5" name="Group 184">
              <a:extLst>
                <a:ext uri="{FF2B5EF4-FFF2-40B4-BE49-F238E27FC236}">
                  <a16:creationId xmlns:a16="http://schemas.microsoft.com/office/drawing/2014/main" id="{645DB019-F2E3-E84C-B22B-C6882C5E892C}"/>
                </a:ext>
              </a:extLst>
            </p:cNvPr>
            <p:cNvGrpSpPr/>
            <p:nvPr/>
          </p:nvGrpSpPr>
          <p:grpSpPr>
            <a:xfrm>
              <a:off x="7713663" y="2848339"/>
              <a:ext cx="1042107" cy="425543"/>
              <a:chOff x="7786941" y="2884917"/>
              <a:chExt cx="897649" cy="353919"/>
            </a:xfrm>
          </p:grpSpPr>
          <p:sp>
            <p:nvSpPr>
              <p:cNvPr id="186" name="Freeform 185">
                <a:extLst>
                  <a:ext uri="{FF2B5EF4-FFF2-40B4-BE49-F238E27FC236}">
                    <a16:creationId xmlns:a16="http://schemas.microsoft.com/office/drawing/2014/main" id="{9F56C0EB-9618-5B47-8A4D-9F65F49BC7B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7" name="Freeform 186">
                <a:extLst>
                  <a:ext uri="{FF2B5EF4-FFF2-40B4-BE49-F238E27FC236}">
                    <a16:creationId xmlns:a16="http://schemas.microsoft.com/office/drawing/2014/main" id="{31C1F5AB-80D4-0A49-958A-7FFD82B6DC5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8" name="Freeform 187">
                <a:extLst>
                  <a:ext uri="{FF2B5EF4-FFF2-40B4-BE49-F238E27FC236}">
                    <a16:creationId xmlns:a16="http://schemas.microsoft.com/office/drawing/2014/main" id="{35442207-78FF-FC47-A3B8-E449CBF502A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9" name="Freeform 188">
                <a:extLst>
                  <a:ext uri="{FF2B5EF4-FFF2-40B4-BE49-F238E27FC236}">
                    <a16:creationId xmlns:a16="http://schemas.microsoft.com/office/drawing/2014/main" id="{6C1116D5-AC90-8649-9151-ECC3A4A0C5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0" name="Group 189">
            <a:extLst>
              <a:ext uri="{FF2B5EF4-FFF2-40B4-BE49-F238E27FC236}">
                <a16:creationId xmlns:a16="http://schemas.microsoft.com/office/drawing/2014/main" id="{6969455D-0A8F-DA45-B963-565AF8A60F19}"/>
              </a:ext>
            </a:extLst>
          </p:cNvPr>
          <p:cNvGrpSpPr/>
          <p:nvPr/>
        </p:nvGrpSpPr>
        <p:grpSpPr>
          <a:xfrm>
            <a:off x="6864077" y="5403856"/>
            <a:ext cx="597931" cy="300817"/>
            <a:chOff x="7493876" y="2774731"/>
            <a:chExt cx="1481958" cy="894622"/>
          </a:xfrm>
        </p:grpSpPr>
        <p:sp>
          <p:nvSpPr>
            <p:cNvPr id="191" name="Freeform 190">
              <a:extLst>
                <a:ext uri="{FF2B5EF4-FFF2-40B4-BE49-F238E27FC236}">
                  <a16:creationId xmlns:a16="http://schemas.microsoft.com/office/drawing/2014/main" id="{05B52AC7-D890-784D-B25C-7C5030C33B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2" name="Oval 191">
              <a:extLst>
                <a:ext uri="{FF2B5EF4-FFF2-40B4-BE49-F238E27FC236}">
                  <a16:creationId xmlns:a16="http://schemas.microsoft.com/office/drawing/2014/main" id="{3F378D3C-F57A-C34A-9257-D8FEF3C8BCF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3" name="Group 192">
              <a:extLst>
                <a:ext uri="{FF2B5EF4-FFF2-40B4-BE49-F238E27FC236}">
                  <a16:creationId xmlns:a16="http://schemas.microsoft.com/office/drawing/2014/main" id="{6231F777-5C3E-A640-A74D-A9B71902E213}"/>
                </a:ext>
              </a:extLst>
            </p:cNvPr>
            <p:cNvGrpSpPr/>
            <p:nvPr/>
          </p:nvGrpSpPr>
          <p:grpSpPr>
            <a:xfrm>
              <a:off x="7713663" y="2848339"/>
              <a:ext cx="1042107" cy="425543"/>
              <a:chOff x="7786941" y="2884917"/>
              <a:chExt cx="897649" cy="353919"/>
            </a:xfrm>
          </p:grpSpPr>
          <p:sp>
            <p:nvSpPr>
              <p:cNvPr id="194" name="Freeform 193">
                <a:extLst>
                  <a:ext uri="{FF2B5EF4-FFF2-40B4-BE49-F238E27FC236}">
                    <a16:creationId xmlns:a16="http://schemas.microsoft.com/office/drawing/2014/main" id="{ED142EC2-939E-114C-876E-159EC9469B3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5" name="Freeform 194">
                <a:extLst>
                  <a:ext uri="{FF2B5EF4-FFF2-40B4-BE49-F238E27FC236}">
                    <a16:creationId xmlns:a16="http://schemas.microsoft.com/office/drawing/2014/main" id="{BC0F0EDE-B388-4A4B-AEBB-F6D810C1915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6" name="Freeform 195">
                <a:extLst>
                  <a:ext uri="{FF2B5EF4-FFF2-40B4-BE49-F238E27FC236}">
                    <a16:creationId xmlns:a16="http://schemas.microsoft.com/office/drawing/2014/main" id="{1DFBE4AB-FAE8-1843-89D7-243CBFAE488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7" name="Freeform 196">
                <a:extLst>
                  <a:ext uri="{FF2B5EF4-FFF2-40B4-BE49-F238E27FC236}">
                    <a16:creationId xmlns:a16="http://schemas.microsoft.com/office/drawing/2014/main" id="{2557898F-E294-1740-A718-62C9E0F6C2B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8" name="Group 197">
            <a:extLst>
              <a:ext uri="{FF2B5EF4-FFF2-40B4-BE49-F238E27FC236}">
                <a16:creationId xmlns:a16="http://schemas.microsoft.com/office/drawing/2014/main" id="{2D11E707-25E9-9745-8575-491A509FEEBB}"/>
              </a:ext>
            </a:extLst>
          </p:cNvPr>
          <p:cNvGrpSpPr/>
          <p:nvPr/>
        </p:nvGrpSpPr>
        <p:grpSpPr>
          <a:xfrm>
            <a:off x="6559277" y="4511228"/>
            <a:ext cx="597931" cy="300817"/>
            <a:chOff x="7493876" y="2774731"/>
            <a:chExt cx="1481958" cy="894622"/>
          </a:xfrm>
        </p:grpSpPr>
        <p:sp>
          <p:nvSpPr>
            <p:cNvPr id="199" name="Freeform 198">
              <a:extLst>
                <a:ext uri="{FF2B5EF4-FFF2-40B4-BE49-F238E27FC236}">
                  <a16:creationId xmlns:a16="http://schemas.microsoft.com/office/drawing/2014/main" id="{0F55084D-94DF-A44D-8E5C-85021146F62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0" name="Oval 199">
              <a:extLst>
                <a:ext uri="{FF2B5EF4-FFF2-40B4-BE49-F238E27FC236}">
                  <a16:creationId xmlns:a16="http://schemas.microsoft.com/office/drawing/2014/main" id="{D89BE0A8-68F1-404D-8200-B7F1DE0936D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1" name="Group 200">
              <a:extLst>
                <a:ext uri="{FF2B5EF4-FFF2-40B4-BE49-F238E27FC236}">
                  <a16:creationId xmlns:a16="http://schemas.microsoft.com/office/drawing/2014/main" id="{F6342D1C-A14C-6343-9A8A-CA7674BBD5E0}"/>
                </a:ext>
              </a:extLst>
            </p:cNvPr>
            <p:cNvGrpSpPr/>
            <p:nvPr/>
          </p:nvGrpSpPr>
          <p:grpSpPr>
            <a:xfrm>
              <a:off x="7713663" y="2848339"/>
              <a:ext cx="1042107" cy="425543"/>
              <a:chOff x="7786941" y="2884917"/>
              <a:chExt cx="897649" cy="353919"/>
            </a:xfrm>
          </p:grpSpPr>
          <p:sp>
            <p:nvSpPr>
              <p:cNvPr id="202" name="Freeform 201">
                <a:extLst>
                  <a:ext uri="{FF2B5EF4-FFF2-40B4-BE49-F238E27FC236}">
                    <a16:creationId xmlns:a16="http://schemas.microsoft.com/office/drawing/2014/main" id="{017F8A00-C73A-B14B-8608-4D421F94049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3" name="Freeform 202">
                <a:extLst>
                  <a:ext uri="{FF2B5EF4-FFF2-40B4-BE49-F238E27FC236}">
                    <a16:creationId xmlns:a16="http://schemas.microsoft.com/office/drawing/2014/main" id="{3F8DE43A-5C11-D448-A049-22A8453E9B5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4" name="Freeform 203">
                <a:extLst>
                  <a:ext uri="{FF2B5EF4-FFF2-40B4-BE49-F238E27FC236}">
                    <a16:creationId xmlns:a16="http://schemas.microsoft.com/office/drawing/2014/main" id="{CFBE32ED-7363-B84F-AC1C-7E4EB05AADC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5" name="Freeform 204">
                <a:extLst>
                  <a:ext uri="{FF2B5EF4-FFF2-40B4-BE49-F238E27FC236}">
                    <a16:creationId xmlns:a16="http://schemas.microsoft.com/office/drawing/2014/main" id="{426DAC70-67E6-FB49-A015-6D136FFF312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6" name="Group 205">
            <a:extLst>
              <a:ext uri="{FF2B5EF4-FFF2-40B4-BE49-F238E27FC236}">
                <a16:creationId xmlns:a16="http://schemas.microsoft.com/office/drawing/2014/main" id="{F3A25F11-F47F-A942-9431-C20F0D21A1F3}"/>
              </a:ext>
            </a:extLst>
          </p:cNvPr>
          <p:cNvGrpSpPr/>
          <p:nvPr/>
        </p:nvGrpSpPr>
        <p:grpSpPr>
          <a:xfrm>
            <a:off x="6140177" y="5141239"/>
            <a:ext cx="597931" cy="300817"/>
            <a:chOff x="7493876" y="2774731"/>
            <a:chExt cx="1481958" cy="894622"/>
          </a:xfrm>
        </p:grpSpPr>
        <p:sp>
          <p:nvSpPr>
            <p:cNvPr id="207" name="Freeform 206">
              <a:extLst>
                <a:ext uri="{FF2B5EF4-FFF2-40B4-BE49-F238E27FC236}">
                  <a16:creationId xmlns:a16="http://schemas.microsoft.com/office/drawing/2014/main" id="{C09A0408-494C-8446-B393-30246764EEF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8" name="Oval 207">
              <a:extLst>
                <a:ext uri="{FF2B5EF4-FFF2-40B4-BE49-F238E27FC236}">
                  <a16:creationId xmlns:a16="http://schemas.microsoft.com/office/drawing/2014/main" id="{92B7F850-9A71-3A44-A332-AF1D98AD9D7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9" name="Group 208">
              <a:extLst>
                <a:ext uri="{FF2B5EF4-FFF2-40B4-BE49-F238E27FC236}">
                  <a16:creationId xmlns:a16="http://schemas.microsoft.com/office/drawing/2014/main" id="{422CD97B-C3CF-7847-A4D7-91E94BA9188C}"/>
                </a:ext>
              </a:extLst>
            </p:cNvPr>
            <p:cNvGrpSpPr/>
            <p:nvPr/>
          </p:nvGrpSpPr>
          <p:grpSpPr>
            <a:xfrm>
              <a:off x="7713663" y="2848339"/>
              <a:ext cx="1042107" cy="425543"/>
              <a:chOff x="7786941" y="2884917"/>
              <a:chExt cx="897649" cy="353919"/>
            </a:xfrm>
          </p:grpSpPr>
          <p:sp>
            <p:nvSpPr>
              <p:cNvPr id="210" name="Freeform 209">
                <a:extLst>
                  <a:ext uri="{FF2B5EF4-FFF2-40B4-BE49-F238E27FC236}">
                    <a16:creationId xmlns:a16="http://schemas.microsoft.com/office/drawing/2014/main" id="{8C981413-B37B-1041-9670-35E3074C57D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1" name="Freeform 210">
                <a:extLst>
                  <a:ext uri="{FF2B5EF4-FFF2-40B4-BE49-F238E27FC236}">
                    <a16:creationId xmlns:a16="http://schemas.microsoft.com/office/drawing/2014/main" id="{F80DEEC3-FAD0-3A49-BC1F-7B3C2C8C36F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2" name="Freeform 211">
                <a:extLst>
                  <a:ext uri="{FF2B5EF4-FFF2-40B4-BE49-F238E27FC236}">
                    <a16:creationId xmlns:a16="http://schemas.microsoft.com/office/drawing/2014/main" id="{9BB889A6-E209-294F-8881-996DE390A61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3" name="Freeform 212">
                <a:extLst>
                  <a:ext uri="{FF2B5EF4-FFF2-40B4-BE49-F238E27FC236}">
                    <a16:creationId xmlns:a16="http://schemas.microsoft.com/office/drawing/2014/main" id="{97A20919-88C8-C142-8D9E-500AC30AF7D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14" name="Group 213">
            <a:extLst>
              <a:ext uri="{FF2B5EF4-FFF2-40B4-BE49-F238E27FC236}">
                <a16:creationId xmlns:a16="http://schemas.microsoft.com/office/drawing/2014/main" id="{8DB787CA-EFE3-1E4A-8623-D87E7C0D8701}"/>
              </a:ext>
            </a:extLst>
          </p:cNvPr>
          <p:cNvGrpSpPr/>
          <p:nvPr/>
        </p:nvGrpSpPr>
        <p:grpSpPr>
          <a:xfrm>
            <a:off x="4569913" y="4277185"/>
            <a:ext cx="597931" cy="300817"/>
            <a:chOff x="7493876" y="2774731"/>
            <a:chExt cx="1481958" cy="894622"/>
          </a:xfrm>
        </p:grpSpPr>
        <p:sp>
          <p:nvSpPr>
            <p:cNvPr id="215" name="Freeform 214">
              <a:extLst>
                <a:ext uri="{FF2B5EF4-FFF2-40B4-BE49-F238E27FC236}">
                  <a16:creationId xmlns:a16="http://schemas.microsoft.com/office/drawing/2014/main" id="{C98FDB2D-7F3C-694D-8659-CF844F941C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6" name="Oval 215">
              <a:extLst>
                <a:ext uri="{FF2B5EF4-FFF2-40B4-BE49-F238E27FC236}">
                  <a16:creationId xmlns:a16="http://schemas.microsoft.com/office/drawing/2014/main" id="{5F75FAA9-D7C5-5143-AF8E-664E7ABAE5B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7" name="Group 216">
              <a:extLst>
                <a:ext uri="{FF2B5EF4-FFF2-40B4-BE49-F238E27FC236}">
                  <a16:creationId xmlns:a16="http://schemas.microsoft.com/office/drawing/2014/main" id="{A8BE2EB5-8A55-854C-BF55-FFD7D8E6AEF7}"/>
                </a:ext>
              </a:extLst>
            </p:cNvPr>
            <p:cNvGrpSpPr/>
            <p:nvPr/>
          </p:nvGrpSpPr>
          <p:grpSpPr>
            <a:xfrm>
              <a:off x="7713663" y="2848339"/>
              <a:ext cx="1042107" cy="425543"/>
              <a:chOff x="7786941" y="2884917"/>
              <a:chExt cx="897649" cy="353919"/>
            </a:xfrm>
          </p:grpSpPr>
          <p:sp>
            <p:nvSpPr>
              <p:cNvPr id="218" name="Freeform 217">
                <a:extLst>
                  <a:ext uri="{FF2B5EF4-FFF2-40B4-BE49-F238E27FC236}">
                    <a16:creationId xmlns:a16="http://schemas.microsoft.com/office/drawing/2014/main" id="{E4529D89-2565-3D40-8B61-F6096AADB81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9" name="Freeform 218">
                <a:extLst>
                  <a:ext uri="{FF2B5EF4-FFF2-40B4-BE49-F238E27FC236}">
                    <a16:creationId xmlns:a16="http://schemas.microsoft.com/office/drawing/2014/main" id="{5002E65D-AE62-D94B-BCA3-C9C62E38A4B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Freeform 219">
                <a:extLst>
                  <a:ext uri="{FF2B5EF4-FFF2-40B4-BE49-F238E27FC236}">
                    <a16:creationId xmlns:a16="http://schemas.microsoft.com/office/drawing/2014/main" id="{1F5F063B-6FE3-5A4A-9A44-5F934178617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1" name="Freeform 220">
                <a:extLst>
                  <a:ext uri="{FF2B5EF4-FFF2-40B4-BE49-F238E27FC236}">
                    <a16:creationId xmlns:a16="http://schemas.microsoft.com/office/drawing/2014/main" id="{6DFCD493-03BD-D848-8CB9-82A0471A85F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2" name="Group 221">
            <a:extLst>
              <a:ext uri="{FF2B5EF4-FFF2-40B4-BE49-F238E27FC236}">
                <a16:creationId xmlns:a16="http://schemas.microsoft.com/office/drawing/2014/main" id="{3669541C-95D1-F948-90C1-71A83E6C546F}"/>
              </a:ext>
            </a:extLst>
          </p:cNvPr>
          <p:cNvGrpSpPr/>
          <p:nvPr/>
        </p:nvGrpSpPr>
        <p:grpSpPr>
          <a:xfrm>
            <a:off x="4158978" y="4866374"/>
            <a:ext cx="597931" cy="300817"/>
            <a:chOff x="7493876" y="2774731"/>
            <a:chExt cx="1481958" cy="894622"/>
          </a:xfrm>
        </p:grpSpPr>
        <p:sp>
          <p:nvSpPr>
            <p:cNvPr id="224" name="Freeform 223">
              <a:extLst>
                <a:ext uri="{FF2B5EF4-FFF2-40B4-BE49-F238E27FC236}">
                  <a16:creationId xmlns:a16="http://schemas.microsoft.com/office/drawing/2014/main" id="{EB31C428-1605-024C-8656-2F756256A3F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5" name="Oval 224">
              <a:extLst>
                <a:ext uri="{FF2B5EF4-FFF2-40B4-BE49-F238E27FC236}">
                  <a16:creationId xmlns:a16="http://schemas.microsoft.com/office/drawing/2014/main" id="{0D267331-9C85-A148-B3ED-27F2FD2B551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6" name="Group 225">
              <a:extLst>
                <a:ext uri="{FF2B5EF4-FFF2-40B4-BE49-F238E27FC236}">
                  <a16:creationId xmlns:a16="http://schemas.microsoft.com/office/drawing/2014/main" id="{DB154C3D-8071-E04F-AA63-F3EAB7190C57}"/>
                </a:ext>
              </a:extLst>
            </p:cNvPr>
            <p:cNvGrpSpPr/>
            <p:nvPr/>
          </p:nvGrpSpPr>
          <p:grpSpPr>
            <a:xfrm>
              <a:off x="7713663" y="2848339"/>
              <a:ext cx="1042107" cy="425543"/>
              <a:chOff x="7786941" y="2884917"/>
              <a:chExt cx="897649" cy="353919"/>
            </a:xfrm>
          </p:grpSpPr>
          <p:sp>
            <p:nvSpPr>
              <p:cNvPr id="227" name="Freeform 226">
                <a:extLst>
                  <a:ext uri="{FF2B5EF4-FFF2-40B4-BE49-F238E27FC236}">
                    <a16:creationId xmlns:a16="http://schemas.microsoft.com/office/drawing/2014/main" id="{363C14AD-21B3-1B43-B488-0F07BD6E372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Freeform 227">
                <a:extLst>
                  <a:ext uri="{FF2B5EF4-FFF2-40B4-BE49-F238E27FC236}">
                    <a16:creationId xmlns:a16="http://schemas.microsoft.com/office/drawing/2014/main" id="{F691FFC6-43A3-E149-A5DA-A17631DE990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Freeform 228">
                <a:extLst>
                  <a:ext uri="{FF2B5EF4-FFF2-40B4-BE49-F238E27FC236}">
                    <a16:creationId xmlns:a16="http://schemas.microsoft.com/office/drawing/2014/main" id="{B8245EBE-5E0B-3B4D-8F7D-4D4596F37F0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68FDE5D8-DC27-2D4B-A814-7493B223CEA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1" name="Group 230">
            <a:extLst>
              <a:ext uri="{FF2B5EF4-FFF2-40B4-BE49-F238E27FC236}">
                <a16:creationId xmlns:a16="http://schemas.microsoft.com/office/drawing/2014/main" id="{68C943B5-0D7A-0449-AC11-A889B8B7C9C6}"/>
              </a:ext>
            </a:extLst>
          </p:cNvPr>
          <p:cNvGrpSpPr/>
          <p:nvPr/>
        </p:nvGrpSpPr>
        <p:grpSpPr>
          <a:xfrm>
            <a:off x="3617415" y="5394331"/>
            <a:ext cx="597931" cy="300817"/>
            <a:chOff x="7493876" y="2774731"/>
            <a:chExt cx="1481958" cy="894622"/>
          </a:xfrm>
        </p:grpSpPr>
        <p:sp>
          <p:nvSpPr>
            <p:cNvPr id="232" name="Freeform 231">
              <a:extLst>
                <a:ext uri="{FF2B5EF4-FFF2-40B4-BE49-F238E27FC236}">
                  <a16:creationId xmlns:a16="http://schemas.microsoft.com/office/drawing/2014/main" id="{F5030295-77A5-9C4B-925C-3C07EF07CD3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3" name="Oval 232">
              <a:extLst>
                <a:ext uri="{FF2B5EF4-FFF2-40B4-BE49-F238E27FC236}">
                  <a16:creationId xmlns:a16="http://schemas.microsoft.com/office/drawing/2014/main" id="{5DDCBAE4-124C-6A45-990E-CEC4FA267FF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4" name="Group 233">
              <a:extLst>
                <a:ext uri="{FF2B5EF4-FFF2-40B4-BE49-F238E27FC236}">
                  <a16:creationId xmlns:a16="http://schemas.microsoft.com/office/drawing/2014/main" id="{754ABC6B-9687-0447-9E4C-CAD63A9F70BE}"/>
                </a:ext>
              </a:extLst>
            </p:cNvPr>
            <p:cNvGrpSpPr/>
            <p:nvPr/>
          </p:nvGrpSpPr>
          <p:grpSpPr>
            <a:xfrm>
              <a:off x="7713663" y="2848339"/>
              <a:ext cx="1042107" cy="425543"/>
              <a:chOff x="7786941" y="2884917"/>
              <a:chExt cx="897649" cy="353919"/>
            </a:xfrm>
          </p:grpSpPr>
          <p:sp>
            <p:nvSpPr>
              <p:cNvPr id="235" name="Freeform 234">
                <a:extLst>
                  <a:ext uri="{FF2B5EF4-FFF2-40B4-BE49-F238E27FC236}">
                    <a16:creationId xmlns:a16="http://schemas.microsoft.com/office/drawing/2014/main" id="{BEDDFA38-69F2-EF41-A4A6-9739BF4E225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6" name="Freeform 235">
                <a:extLst>
                  <a:ext uri="{FF2B5EF4-FFF2-40B4-BE49-F238E27FC236}">
                    <a16:creationId xmlns:a16="http://schemas.microsoft.com/office/drawing/2014/main" id="{0EB7BC91-C6BF-A148-993B-85E25B80F25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7" name="Freeform 236">
                <a:extLst>
                  <a:ext uri="{FF2B5EF4-FFF2-40B4-BE49-F238E27FC236}">
                    <a16:creationId xmlns:a16="http://schemas.microsoft.com/office/drawing/2014/main" id="{AB4CDD83-5A3F-A242-81AD-04EE0FBEB74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8" name="Freeform 237">
                <a:extLst>
                  <a:ext uri="{FF2B5EF4-FFF2-40B4-BE49-F238E27FC236}">
                    <a16:creationId xmlns:a16="http://schemas.microsoft.com/office/drawing/2014/main" id="{BE5EA901-1943-8143-8F04-2CE868EC6BF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9" name="Group 238">
            <a:extLst>
              <a:ext uri="{FF2B5EF4-FFF2-40B4-BE49-F238E27FC236}">
                <a16:creationId xmlns:a16="http://schemas.microsoft.com/office/drawing/2014/main" id="{ADA221F9-D2AA-9C44-BC9C-EFD2DA589F74}"/>
              </a:ext>
            </a:extLst>
          </p:cNvPr>
          <p:cNvGrpSpPr/>
          <p:nvPr/>
        </p:nvGrpSpPr>
        <p:grpSpPr>
          <a:xfrm>
            <a:off x="4312742" y="5705934"/>
            <a:ext cx="597931" cy="300817"/>
            <a:chOff x="7493876" y="2774731"/>
            <a:chExt cx="1481958" cy="894622"/>
          </a:xfrm>
        </p:grpSpPr>
        <p:sp>
          <p:nvSpPr>
            <p:cNvPr id="240" name="Freeform 239">
              <a:extLst>
                <a:ext uri="{FF2B5EF4-FFF2-40B4-BE49-F238E27FC236}">
                  <a16:creationId xmlns:a16="http://schemas.microsoft.com/office/drawing/2014/main" id="{BF65ACEF-5114-2B4C-8601-4EDE37D6955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1" name="Oval 240">
              <a:extLst>
                <a:ext uri="{FF2B5EF4-FFF2-40B4-BE49-F238E27FC236}">
                  <a16:creationId xmlns:a16="http://schemas.microsoft.com/office/drawing/2014/main" id="{9BCC819C-4AB5-E340-A1FB-C4AF8FF6FD1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2" name="Group 241">
              <a:extLst>
                <a:ext uri="{FF2B5EF4-FFF2-40B4-BE49-F238E27FC236}">
                  <a16:creationId xmlns:a16="http://schemas.microsoft.com/office/drawing/2014/main" id="{FD4B6E71-D10D-584F-BC89-FD26A7DDE6A1}"/>
                </a:ext>
              </a:extLst>
            </p:cNvPr>
            <p:cNvGrpSpPr/>
            <p:nvPr/>
          </p:nvGrpSpPr>
          <p:grpSpPr>
            <a:xfrm>
              <a:off x="7713663" y="2848339"/>
              <a:ext cx="1042107" cy="425543"/>
              <a:chOff x="7786941" y="2884917"/>
              <a:chExt cx="897649" cy="353919"/>
            </a:xfrm>
          </p:grpSpPr>
          <p:sp>
            <p:nvSpPr>
              <p:cNvPr id="243" name="Freeform 242">
                <a:extLst>
                  <a:ext uri="{FF2B5EF4-FFF2-40B4-BE49-F238E27FC236}">
                    <a16:creationId xmlns:a16="http://schemas.microsoft.com/office/drawing/2014/main" id="{904BE1FE-1665-0E4D-B691-F81DEC4F338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4" name="Freeform 243">
                <a:extLst>
                  <a:ext uri="{FF2B5EF4-FFF2-40B4-BE49-F238E27FC236}">
                    <a16:creationId xmlns:a16="http://schemas.microsoft.com/office/drawing/2014/main" id="{846F406D-F156-C847-829D-B663A5A6AC1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5" name="Freeform 244">
                <a:extLst>
                  <a:ext uri="{FF2B5EF4-FFF2-40B4-BE49-F238E27FC236}">
                    <a16:creationId xmlns:a16="http://schemas.microsoft.com/office/drawing/2014/main" id="{D297E371-6C54-6640-A5B8-F182E0904FE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6" name="Freeform 245">
                <a:extLst>
                  <a:ext uri="{FF2B5EF4-FFF2-40B4-BE49-F238E27FC236}">
                    <a16:creationId xmlns:a16="http://schemas.microsoft.com/office/drawing/2014/main" id="{78031347-90B6-4648-8A83-03945F426C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7" name="Group 246">
            <a:extLst>
              <a:ext uri="{FF2B5EF4-FFF2-40B4-BE49-F238E27FC236}">
                <a16:creationId xmlns:a16="http://schemas.microsoft.com/office/drawing/2014/main" id="{CA07CCF0-010E-304A-ABA4-C6095E52882F}"/>
              </a:ext>
            </a:extLst>
          </p:cNvPr>
          <p:cNvGrpSpPr/>
          <p:nvPr/>
        </p:nvGrpSpPr>
        <p:grpSpPr>
          <a:xfrm>
            <a:off x="4587608" y="5246012"/>
            <a:ext cx="597931" cy="300817"/>
            <a:chOff x="7493876" y="2774731"/>
            <a:chExt cx="1481958" cy="894622"/>
          </a:xfrm>
        </p:grpSpPr>
        <p:sp>
          <p:nvSpPr>
            <p:cNvPr id="248" name="Freeform 247">
              <a:extLst>
                <a:ext uri="{FF2B5EF4-FFF2-40B4-BE49-F238E27FC236}">
                  <a16:creationId xmlns:a16="http://schemas.microsoft.com/office/drawing/2014/main" id="{5611B7D6-8DBA-6D40-813F-1A4208B1897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9" name="Oval 248">
              <a:extLst>
                <a:ext uri="{FF2B5EF4-FFF2-40B4-BE49-F238E27FC236}">
                  <a16:creationId xmlns:a16="http://schemas.microsoft.com/office/drawing/2014/main" id="{8ED12AAB-F708-DA46-B341-2CA7BA9E731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50" name="Group 249">
              <a:extLst>
                <a:ext uri="{FF2B5EF4-FFF2-40B4-BE49-F238E27FC236}">
                  <a16:creationId xmlns:a16="http://schemas.microsoft.com/office/drawing/2014/main" id="{6C92A81B-FE1E-5B4B-A0DA-D848DB290481}"/>
                </a:ext>
              </a:extLst>
            </p:cNvPr>
            <p:cNvGrpSpPr/>
            <p:nvPr/>
          </p:nvGrpSpPr>
          <p:grpSpPr>
            <a:xfrm>
              <a:off x="7713663" y="2848339"/>
              <a:ext cx="1042107" cy="425543"/>
              <a:chOff x="7786941" y="2884917"/>
              <a:chExt cx="897649" cy="353919"/>
            </a:xfrm>
          </p:grpSpPr>
          <p:sp>
            <p:nvSpPr>
              <p:cNvPr id="251" name="Freeform 250">
                <a:extLst>
                  <a:ext uri="{FF2B5EF4-FFF2-40B4-BE49-F238E27FC236}">
                    <a16:creationId xmlns:a16="http://schemas.microsoft.com/office/drawing/2014/main" id="{E7301B43-9484-B64C-9B25-1BFE309C161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2" name="Freeform 251">
                <a:extLst>
                  <a:ext uri="{FF2B5EF4-FFF2-40B4-BE49-F238E27FC236}">
                    <a16:creationId xmlns:a16="http://schemas.microsoft.com/office/drawing/2014/main" id="{623AE313-E35F-4042-B607-A4BCC83ABB0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3" name="Freeform 252">
                <a:extLst>
                  <a:ext uri="{FF2B5EF4-FFF2-40B4-BE49-F238E27FC236}">
                    <a16:creationId xmlns:a16="http://schemas.microsoft.com/office/drawing/2014/main" id="{4E26D6D3-6A91-564D-A39A-14087D67F31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4" name="Freeform 253">
                <a:extLst>
                  <a:ext uri="{FF2B5EF4-FFF2-40B4-BE49-F238E27FC236}">
                    <a16:creationId xmlns:a16="http://schemas.microsoft.com/office/drawing/2014/main" id="{3CC1AE36-A678-4F4A-8B94-9B7595B6B2C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55" name="Group 254">
            <a:extLst>
              <a:ext uri="{FF2B5EF4-FFF2-40B4-BE49-F238E27FC236}">
                <a16:creationId xmlns:a16="http://schemas.microsoft.com/office/drawing/2014/main" id="{ECE9F268-36B4-7047-8169-A93E9C8A6FF0}"/>
              </a:ext>
            </a:extLst>
          </p:cNvPr>
          <p:cNvGrpSpPr/>
          <p:nvPr/>
        </p:nvGrpSpPr>
        <p:grpSpPr>
          <a:xfrm>
            <a:off x="8462916" y="4337057"/>
            <a:ext cx="597931" cy="300817"/>
            <a:chOff x="7493876" y="2774731"/>
            <a:chExt cx="1481958" cy="894622"/>
          </a:xfrm>
        </p:grpSpPr>
        <p:sp>
          <p:nvSpPr>
            <p:cNvPr id="256" name="Freeform 255">
              <a:extLst>
                <a:ext uri="{FF2B5EF4-FFF2-40B4-BE49-F238E27FC236}">
                  <a16:creationId xmlns:a16="http://schemas.microsoft.com/office/drawing/2014/main" id="{D84C726C-D6F0-604A-84BB-E787898433F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57" name="Oval 256">
              <a:extLst>
                <a:ext uri="{FF2B5EF4-FFF2-40B4-BE49-F238E27FC236}">
                  <a16:creationId xmlns:a16="http://schemas.microsoft.com/office/drawing/2014/main" id="{F6F2D45B-FE06-F24A-A253-C39BD7A09B3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58" name="Group 257">
              <a:extLst>
                <a:ext uri="{FF2B5EF4-FFF2-40B4-BE49-F238E27FC236}">
                  <a16:creationId xmlns:a16="http://schemas.microsoft.com/office/drawing/2014/main" id="{758FD5FA-4BD5-0C46-A904-A39DE926C86F}"/>
                </a:ext>
              </a:extLst>
            </p:cNvPr>
            <p:cNvGrpSpPr/>
            <p:nvPr/>
          </p:nvGrpSpPr>
          <p:grpSpPr>
            <a:xfrm>
              <a:off x="7713663" y="2848339"/>
              <a:ext cx="1042107" cy="425543"/>
              <a:chOff x="7786941" y="2884917"/>
              <a:chExt cx="897649" cy="353919"/>
            </a:xfrm>
          </p:grpSpPr>
          <p:sp>
            <p:nvSpPr>
              <p:cNvPr id="259" name="Freeform 258">
                <a:extLst>
                  <a:ext uri="{FF2B5EF4-FFF2-40B4-BE49-F238E27FC236}">
                    <a16:creationId xmlns:a16="http://schemas.microsoft.com/office/drawing/2014/main" id="{B154CFBC-3831-1B44-9F53-BA8EC9545C3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0" name="Freeform 259">
                <a:extLst>
                  <a:ext uri="{FF2B5EF4-FFF2-40B4-BE49-F238E27FC236}">
                    <a16:creationId xmlns:a16="http://schemas.microsoft.com/office/drawing/2014/main" id="{D65AD74F-EC3C-E045-8F27-646D7ADA8A7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1" name="Freeform 260">
                <a:extLst>
                  <a:ext uri="{FF2B5EF4-FFF2-40B4-BE49-F238E27FC236}">
                    <a16:creationId xmlns:a16="http://schemas.microsoft.com/office/drawing/2014/main" id="{50FCA297-8584-A345-93B0-8B6D114FB46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2" name="Freeform 261">
                <a:extLst>
                  <a:ext uri="{FF2B5EF4-FFF2-40B4-BE49-F238E27FC236}">
                    <a16:creationId xmlns:a16="http://schemas.microsoft.com/office/drawing/2014/main" id="{7488670D-6013-FC4F-AA2F-CDB845731F9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63" name="Group 262">
            <a:extLst>
              <a:ext uri="{FF2B5EF4-FFF2-40B4-BE49-F238E27FC236}">
                <a16:creationId xmlns:a16="http://schemas.microsoft.com/office/drawing/2014/main" id="{D0BAFD66-6D2E-1943-B620-AA3AED1EE133}"/>
              </a:ext>
            </a:extLst>
          </p:cNvPr>
          <p:cNvGrpSpPr/>
          <p:nvPr/>
        </p:nvGrpSpPr>
        <p:grpSpPr>
          <a:xfrm>
            <a:off x="8243841" y="4926247"/>
            <a:ext cx="597931" cy="300817"/>
            <a:chOff x="7493876" y="2774731"/>
            <a:chExt cx="1481958" cy="894622"/>
          </a:xfrm>
        </p:grpSpPr>
        <p:sp>
          <p:nvSpPr>
            <p:cNvPr id="264" name="Freeform 263">
              <a:extLst>
                <a:ext uri="{FF2B5EF4-FFF2-40B4-BE49-F238E27FC236}">
                  <a16:creationId xmlns:a16="http://schemas.microsoft.com/office/drawing/2014/main" id="{A45DC72D-8D4B-8B4E-979E-EB6546568DA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5" name="Oval 264">
              <a:extLst>
                <a:ext uri="{FF2B5EF4-FFF2-40B4-BE49-F238E27FC236}">
                  <a16:creationId xmlns:a16="http://schemas.microsoft.com/office/drawing/2014/main" id="{3F07312C-E017-F04B-AD7E-B56D8E9CC8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6" name="Group 265">
              <a:extLst>
                <a:ext uri="{FF2B5EF4-FFF2-40B4-BE49-F238E27FC236}">
                  <a16:creationId xmlns:a16="http://schemas.microsoft.com/office/drawing/2014/main" id="{9E35C7AC-1B3D-C44B-83C9-56227B9A6CAC}"/>
                </a:ext>
              </a:extLst>
            </p:cNvPr>
            <p:cNvGrpSpPr/>
            <p:nvPr/>
          </p:nvGrpSpPr>
          <p:grpSpPr>
            <a:xfrm>
              <a:off x="7713663" y="2848339"/>
              <a:ext cx="1042107" cy="425543"/>
              <a:chOff x="7786941" y="2884917"/>
              <a:chExt cx="897649" cy="353919"/>
            </a:xfrm>
          </p:grpSpPr>
          <p:sp>
            <p:nvSpPr>
              <p:cNvPr id="267" name="Freeform 266">
                <a:extLst>
                  <a:ext uri="{FF2B5EF4-FFF2-40B4-BE49-F238E27FC236}">
                    <a16:creationId xmlns:a16="http://schemas.microsoft.com/office/drawing/2014/main" id="{E6FDAF7D-032B-3340-B413-22ACF3B3C21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8" name="Freeform 267">
                <a:extLst>
                  <a:ext uri="{FF2B5EF4-FFF2-40B4-BE49-F238E27FC236}">
                    <a16:creationId xmlns:a16="http://schemas.microsoft.com/office/drawing/2014/main" id="{3252B92E-787A-674E-9366-85098454267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9" name="Freeform 268">
                <a:extLst>
                  <a:ext uri="{FF2B5EF4-FFF2-40B4-BE49-F238E27FC236}">
                    <a16:creationId xmlns:a16="http://schemas.microsoft.com/office/drawing/2014/main" id="{C3AFF261-D957-8640-8EF4-0A45D444564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0" name="Freeform 269">
                <a:extLst>
                  <a:ext uri="{FF2B5EF4-FFF2-40B4-BE49-F238E27FC236}">
                    <a16:creationId xmlns:a16="http://schemas.microsoft.com/office/drawing/2014/main" id="{98FBB8D1-FD2F-4247-AD93-5AAC4742745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1" name="Group 270">
            <a:extLst>
              <a:ext uri="{FF2B5EF4-FFF2-40B4-BE49-F238E27FC236}">
                <a16:creationId xmlns:a16="http://schemas.microsoft.com/office/drawing/2014/main" id="{8E9BD5CC-6189-7143-A8EF-C16A7E9940E1}"/>
              </a:ext>
            </a:extLst>
          </p:cNvPr>
          <p:cNvGrpSpPr/>
          <p:nvPr/>
        </p:nvGrpSpPr>
        <p:grpSpPr>
          <a:xfrm>
            <a:off x="8963659" y="5613409"/>
            <a:ext cx="597931" cy="300817"/>
            <a:chOff x="7493876" y="2774731"/>
            <a:chExt cx="1481958" cy="894622"/>
          </a:xfrm>
        </p:grpSpPr>
        <p:sp>
          <p:nvSpPr>
            <p:cNvPr id="272" name="Freeform 271">
              <a:extLst>
                <a:ext uri="{FF2B5EF4-FFF2-40B4-BE49-F238E27FC236}">
                  <a16:creationId xmlns:a16="http://schemas.microsoft.com/office/drawing/2014/main" id="{652CE396-F99F-EC41-801A-87C834B7464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3" name="Oval 272">
              <a:extLst>
                <a:ext uri="{FF2B5EF4-FFF2-40B4-BE49-F238E27FC236}">
                  <a16:creationId xmlns:a16="http://schemas.microsoft.com/office/drawing/2014/main" id="{64409E2A-1018-1B4A-8C06-9FC0E3BE651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4" name="Group 273">
              <a:extLst>
                <a:ext uri="{FF2B5EF4-FFF2-40B4-BE49-F238E27FC236}">
                  <a16:creationId xmlns:a16="http://schemas.microsoft.com/office/drawing/2014/main" id="{C30F8BC7-C3D9-4D4B-A02F-6D89E95F2D90}"/>
                </a:ext>
              </a:extLst>
            </p:cNvPr>
            <p:cNvGrpSpPr/>
            <p:nvPr/>
          </p:nvGrpSpPr>
          <p:grpSpPr>
            <a:xfrm>
              <a:off x="7713663" y="2848339"/>
              <a:ext cx="1042107" cy="425543"/>
              <a:chOff x="7786941" y="2884917"/>
              <a:chExt cx="897649" cy="353919"/>
            </a:xfrm>
          </p:grpSpPr>
          <p:sp>
            <p:nvSpPr>
              <p:cNvPr id="275" name="Freeform 274">
                <a:extLst>
                  <a:ext uri="{FF2B5EF4-FFF2-40B4-BE49-F238E27FC236}">
                    <a16:creationId xmlns:a16="http://schemas.microsoft.com/office/drawing/2014/main" id="{DD22BF95-87E2-FE43-8798-4B9C2A8396B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6" name="Freeform 275">
                <a:extLst>
                  <a:ext uri="{FF2B5EF4-FFF2-40B4-BE49-F238E27FC236}">
                    <a16:creationId xmlns:a16="http://schemas.microsoft.com/office/drawing/2014/main" id="{B6F1EBB5-BFB8-774A-9BE1-690DBECD004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7" name="Freeform 276">
                <a:extLst>
                  <a:ext uri="{FF2B5EF4-FFF2-40B4-BE49-F238E27FC236}">
                    <a16:creationId xmlns:a16="http://schemas.microsoft.com/office/drawing/2014/main" id="{DA87B5AE-0D2C-D341-83E6-E772A2AB41D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8" name="Freeform 277">
                <a:extLst>
                  <a:ext uri="{FF2B5EF4-FFF2-40B4-BE49-F238E27FC236}">
                    <a16:creationId xmlns:a16="http://schemas.microsoft.com/office/drawing/2014/main" id="{8D441400-2CFD-5A4F-9A7F-3AC66997B05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9" name="Group 278">
            <a:extLst>
              <a:ext uri="{FF2B5EF4-FFF2-40B4-BE49-F238E27FC236}">
                <a16:creationId xmlns:a16="http://schemas.microsoft.com/office/drawing/2014/main" id="{C7EC85B7-5059-0D43-8247-B7FF0A05AEBA}"/>
              </a:ext>
            </a:extLst>
          </p:cNvPr>
          <p:cNvGrpSpPr/>
          <p:nvPr/>
        </p:nvGrpSpPr>
        <p:grpSpPr>
          <a:xfrm>
            <a:off x="6526620" y="3425378"/>
            <a:ext cx="597931" cy="300817"/>
            <a:chOff x="7493876" y="2774731"/>
            <a:chExt cx="1481958" cy="894622"/>
          </a:xfrm>
        </p:grpSpPr>
        <p:sp>
          <p:nvSpPr>
            <p:cNvPr id="280" name="Freeform 279">
              <a:extLst>
                <a:ext uri="{FF2B5EF4-FFF2-40B4-BE49-F238E27FC236}">
                  <a16:creationId xmlns:a16="http://schemas.microsoft.com/office/drawing/2014/main" id="{D984108B-367F-C149-9FEB-9DCE6A16D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1" name="Oval 280">
              <a:extLst>
                <a:ext uri="{FF2B5EF4-FFF2-40B4-BE49-F238E27FC236}">
                  <a16:creationId xmlns:a16="http://schemas.microsoft.com/office/drawing/2014/main" id="{EA721BEF-A891-544D-90F2-6BBCD734726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2" name="Group 281">
              <a:extLst>
                <a:ext uri="{FF2B5EF4-FFF2-40B4-BE49-F238E27FC236}">
                  <a16:creationId xmlns:a16="http://schemas.microsoft.com/office/drawing/2014/main" id="{C481FC4B-5A51-C74C-B9A5-F40A034C94FA}"/>
                </a:ext>
              </a:extLst>
            </p:cNvPr>
            <p:cNvGrpSpPr/>
            <p:nvPr/>
          </p:nvGrpSpPr>
          <p:grpSpPr>
            <a:xfrm>
              <a:off x="7713663" y="2848339"/>
              <a:ext cx="1042107" cy="425543"/>
              <a:chOff x="7786941" y="2884917"/>
              <a:chExt cx="897649" cy="353919"/>
            </a:xfrm>
          </p:grpSpPr>
          <p:sp>
            <p:nvSpPr>
              <p:cNvPr id="283" name="Freeform 282">
                <a:extLst>
                  <a:ext uri="{FF2B5EF4-FFF2-40B4-BE49-F238E27FC236}">
                    <a16:creationId xmlns:a16="http://schemas.microsoft.com/office/drawing/2014/main" id="{7376C801-776A-F044-983C-D5F6A9117C1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4" name="Freeform 283">
                <a:extLst>
                  <a:ext uri="{FF2B5EF4-FFF2-40B4-BE49-F238E27FC236}">
                    <a16:creationId xmlns:a16="http://schemas.microsoft.com/office/drawing/2014/main" id="{7A743EDC-361E-0D43-8EB6-D4EF0B7CFCC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5" name="Freeform 284">
                <a:extLst>
                  <a:ext uri="{FF2B5EF4-FFF2-40B4-BE49-F238E27FC236}">
                    <a16:creationId xmlns:a16="http://schemas.microsoft.com/office/drawing/2014/main" id="{7EAE5334-3DB4-3845-BA2D-3FA069FD42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6" name="Freeform 285">
                <a:extLst>
                  <a:ext uri="{FF2B5EF4-FFF2-40B4-BE49-F238E27FC236}">
                    <a16:creationId xmlns:a16="http://schemas.microsoft.com/office/drawing/2014/main" id="{FD16E7E3-E6CE-0049-9C77-2720AE51A88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87" name="Group 286">
            <a:extLst>
              <a:ext uri="{FF2B5EF4-FFF2-40B4-BE49-F238E27FC236}">
                <a16:creationId xmlns:a16="http://schemas.microsoft.com/office/drawing/2014/main" id="{0C212306-768E-7846-86F8-546B766A6548}"/>
              </a:ext>
            </a:extLst>
          </p:cNvPr>
          <p:cNvGrpSpPr/>
          <p:nvPr/>
        </p:nvGrpSpPr>
        <p:grpSpPr>
          <a:xfrm>
            <a:off x="7683227" y="3687996"/>
            <a:ext cx="597931" cy="300817"/>
            <a:chOff x="7493876" y="2774731"/>
            <a:chExt cx="1481958" cy="894622"/>
          </a:xfrm>
        </p:grpSpPr>
        <p:sp>
          <p:nvSpPr>
            <p:cNvPr id="288" name="Freeform 287">
              <a:extLst>
                <a:ext uri="{FF2B5EF4-FFF2-40B4-BE49-F238E27FC236}">
                  <a16:creationId xmlns:a16="http://schemas.microsoft.com/office/drawing/2014/main" id="{6629F451-68FE-0843-BFC2-6EFCA788438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9" name="Oval 288">
              <a:extLst>
                <a:ext uri="{FF2B5EF4-FFF2-40B4-BE49-F238E27FC236}">
                  <a16:creationId xmlns:a16="http://schemas.microsoft.com/office/drawing/2014/main" id="{4E1D9D9B-DEE5-0D46-8688-877F8893B85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90" name="Group 289">
              <a:extLst>
                <a:ext uri="{FF2B5EF4-FFF2-40B4-BE49-F238E27FC236}">
                  <a16:creationId xmlns:a16="http://schemas.microsoft.com/office/drawing/2014/main" id="{39A70D01-AA27-9648-91CE-2DD2112F559F}"/>
                </a:ext>
              </a:extLst>
            </p:cNvPr>
            <p:cNvGrpSpPr/>
            <p:nvPr/>
          </p:nvGrpSpPr>
          <p:grpSpPr>
            <a:xfrm>
              <a:off x="7713663" y="2848339"/>
              <a:ext cx="1042107" cy="425543"/>
              <a:chOff x="7786941" y="2884917"/>
              <a:chExt cx="897649" cy="353919"/>
            </a:xfrm>
          </p:grpSpPr>
          <p:sp>
            <p:nvSpPr>
              <p:cNvPr id="291" name="Freeform 290">
                <a:extLst>
                  <a:ext uri="{FF2B5EF4-FFF2-40B4-BE49-F238E27FC236}">
                    <a16:creationId xmlns:a16="http://schemas.microsoft.com/office/drawing/2014/main" id="{6EB03E22-9CE1-E741-9236-B6C57E54128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2" name="Freeform 291">
                <a:extLst>
                  <a:ext uri="{FF2B5EF4-FFF2-40B4-BE49-F238E27FC236}">
                    <a16:creationId xmlns:a16="http://schemas.microsoft.com/office/drawing/2014/main" id="{DD7911A1-D204-7041-9083-1D21D0DB03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3" name="Freeform 292">
                <a:extLst>
                  <a:ext uri="{FF2B5EF4-FFF2-40B4-BE49-F238E27FC236}">
                    <a16:creationId xmlns:a16="http://schemas.microsoft.com/office/drawing/2014/main" id="{85BEA5C1-A2DC-DD42-A5BB-FFF7EB7DB9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4" name="Freeform 293">
                <a:extLst>
                  <a:ext uri="{FF2B5EF4-FFF2-40B4-BE49-F238E27FC236}">
                    <a16:creationId xmlns:a16="http://schemas.microsoft.com/office/drawing/2014/main" id="{8DD6EBBD-441C-8E48-AB32-75B911DB290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5" name="Group 294">
            <a:extLst>
              <a:ext uri="{FF2B5EF4-FFF2-40B4-BE49-F238E27FC236}">
                <a16:creationId xmlns:a16="http://schemas.microsoft.com/office/drawing/2014/main" id="{7054C548-6767-1843-A4B9-A89FADAA393A}"/>
              </a:ext>
            </a:extLst>
          </p:cNvPr>
          <p:cNvGrpSpPr/>
          <p:nvPr/>
        </p:nvGrpSpPr>
        <p:grpSpPr>
          <a:xfrm>
            <a:off x="5374095" y="3693439"/>
            <a:ext cx="597931" cy="300817"/>
            <a:chOff x="7493876" y="2774731"/>
            <a:chExt cx="1481958" cy="894622"/>
          </a:xfrm>
        </p:grpSpPr>
        <p:sp>
          <p:nvSpPr>
            <p:cNvPr id="296" name="Freeform 295">
              <a:extLst>
                <a:ext uri="{FF2B5EF4-FFF2-40B4-BE49-F238E27FC236}">
                  <a16:creationId xmlns:a16="http://schemas.microsoft.com/office/drawing/2014/main" id="{E914BD78-359E-7243-9412-C22ABA906E7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97" name="Oval 296">
              <a:extLst>
                <a:ext uri="{FF2B5EF4-FFF2-40B4-BE49-F238E27FC236}">
                  <a16:creationId xmlns:a16="http://schemas.microsoft.com/office/drawing/2014/main" id="{E7398522-2CC3-514A-8211-D8CAC44287D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98" name="Group 297">
              <a:extLst>
                <a:ext uri="{FF2B5EF4-FFF2-40B4-BE49-F238E27FC236}">
                  <a16:creationId xmlns:a16="http://schemas.microsoft.com/office/drawing/2014/main" id="{991E0D1A-1264-8840-BD14-4D4790FBEF69}"/>
                </a:ext>
              </a:extLst>
            </p:cNvPr>
            <p:cNvGrpSpPr/>
            <p:nvPr/>
          </p:nvGrpSpPr>
          <p:grpSpPr>
            <a:xfrm>
              <a:off x="7713663" y="2848339"/>
              <a:ext cx="1042107" cy="425543"/>
              <a:chOff x="7786941" y="2884917"/>
              <a:chExt cx="897649" cy="353919"/>
            </a:xfrm>
          </p:grpSpPr>
          <p:sp>
            <p:nvSpPr>
              <p:cNvPr id="299" name="Freeform 298">
                <a:extLst>
                  <a:ext uri="{FF2B5EF4-FFF2-40B4-BE49-F238E27FC236}">
                    <a16:creationId xmlns:a16="http://schemas.microsoft.com/office/drawing/2014/main" id="{9E93AA13-7D54-5F4F-8789-2C65FEBB384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0" name="Freeform 299">
                <a:extLst>
                  <a:ext uri="{FF2B5EF4-FFF2-40B4-BE49-F238E27FC236}">
                    <a16:creationId xmlns:a16="http://schemas.microsoft.com/office/drawing/2014/main" id="{2E1C673B-D86B-104E-8235-77081FDD293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1" name="Freeform 300">
                <a:extLst>
                  <a:ext uri="{FF2B5EF4-FFF2-40B4-BE49-F238E27FC236}">
                    <a16:creationId xmlns:a16="http://schemas.microsoft.com/office/drawing/2014/main" id="{97A9752A-3447-8142-9A93-F0916BC6010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2" name="Freeform 301">
                <a:extLst>
                  <a:ext uri="{FF2B5EF4-FFF2-40B4-BE49-F238E27FC236}">
                    <a16:creationId xmlns:a16="http://schemas.microsoft.com/office/drawing/2014/main" id="{7B7B4A9F-8D48-6D4D-ACEE-2B3E8737FA0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23" name="Group 322">
            <a:extLst>
              <a:ext uri="{FF2B5EF4-FFF2-40B4-BE49-F238E27FC236}">
                <a16:creationId xmlns:a16="http://schemas.microsoft.com/office/drawing/2014/main" id="{FE37CB74-FB6A-664F-8904-DF341544C3E6}"/>
              </a:ext>
            </a:extLst>
          </p:cNvPr>
          <p:cNvGrpSpPr/>
          <p:nvPr/>
        </p:nvGrpSpPr>
        <p:grpSpPr>
          <a:xfrm>
            <a:off x="8317285" y="3820439"/>
            <a:ext cx="3684736" cy="1112688"/>
            <a:chOff x="8317285" y="3820439"/>
            <a:chExt cx="3684736" cy="1112688"/>
          </a:xfrm>
        </p:grpSpPr>
        <p:sp>
          <p:nvSpPr>
            <p:cNvPr id="303" name="Rectangle 302">
              <a:extLst>
                <a:ext uri="{FF2B5EF4-FFF2-40B4-BE49-F238E27FC236}">
                  <a16:creationId xmlns:a16="http://schemas.microsoft.com/office/drawing/2014/main" id="{C0A3996C-02AF-9D47-9C2A-EB7049EB9EBA}"/>
                </a:ext>
              </a:extLst>
            </p:cNvPr>
            <p:cNvSpPr/>
            <p:nvPr/>
          </p:nvSpPr>
          <p:spPr>
            <a:xfrm>
              <a:off x="9857982" y="4009797"/>
              <a:ext cx="2144039" cy="923330"/>
            </a:xfrm>
            <a:prstGeom prst="rect">
              <a:avLst/>
            </a:prstGeom>
          </p:spPr>
          <p:txBody>
            <a:bodyPr wrap="square">
              <a:spAutoFit/>
            </a:bodyPr>
            <a:lstStyle/>
            <a:p>
              <a:pPr>
                <a:lnSpc>
                  <a:spcPct val="90000"/>
                </a:lnSpc>
              </a:pPr>
              <a:r>
                <a:rPr lang="en-US" altLang="ja-JP" sz="2000" dirty="0">
                  <a:solidFill>
                    <a:srgbClr val="C00000"/>
                  </a:solidFill>
                </a:rPr>
                <a:t>backbone router: </a:t>
              </a:r>
              <a:r>
                <a:rPr lang="en-US" altLang="ja-JP" sz="2000" dirty="0"/>
                <a:t>runs OSPF limited to backbone</a:t>
              </a:r>
              <a:endParaRPr lang="en-US" sz="2000" dirty="0"/>
            </a:p>
          </p:txBody>
        </p:sp>
        <p:cxnSp>
          <p:nvCxnSpPr>
            <p:cNvPr id="305" name="Straight Arrow Connector 304">
              <a:extLst>
                <a:ext uri="{FF2B5EF4-FFF2-40B4-BE49-F238E27FC236}">
                  <a16:creationId xmlns:a16="http://schemas.microsoft.com/office/drawing/2014/main" id="{C0195885-402F-B941-BD0E-30B5D16F07A9}"/>
                </a:ext>
              </a:extLst>
            </p:cNvPr>
            <p:cNvCxnSpPr>
              <a:cxnSpLocks/>
            </p:cNvCxnSpPr>
            <p:nvPr/>
          </p:nvCxnSpPr>
          <p:spPr>
            <a:xfrm flipH="1" flipV="1">
              <a:off x="8317285" y="3820439"/>
              <a:ext cx="1503120" cy="363254"/>
            </a:xfrm>
            <a:prstGeom prst="straightConnector1">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22" name="Group 321">
            <a:extLst>
              <a:ext uri="{FF2B5EF4-FFF2-40B4-BE49-F238E27FC236}">
                <a16:creationId xmlns:a16="http://schemas.microsoft.com/office/drawing/2014/main" id="{6D78AEBD-5238-5D48-96C3-8C127A0787BC}"/>
              </a:ext>
            </a:extLst>
          </p:cNvPr>
          <p:cNvGrpSpPr/>
          <p:nvPr/>
        </p:nvGrpSpPr>
        <p:grpSpPr>
          <a:xfrm>
            <a:off x="7166977" y="3322953"/>
            <a:ext cx="4306864" cy="646331"/>
            <a:chOff x="7166977" y="3322953"/>
            <a:chExt cx="4306864" cy="646331"/>
          </a:xfrm>
        </p:grpSpPr>
        <p:sp>
          <p:nvSpPr>
            <p:cNvPr id="306" name="Rectangle 305">
              <a:extLst>
                <a:ext uri="{FF2B5EF4-FFF2-40B4-BE49-F238E27FC236}">
                  <a16:creationId xmlns:a16="http://schemas.microsoft.com/office/drawing/2014/main" id="{2E0DDBA0-B91D-934F-92B3-7A34B608B1D6}"/>
                </a:ext>
              </a:extLst>
            </p:cNvPr>
            <p:cNvSpPr/>
            <p:nvPr/>
          </p:nvSpPr>
          <p:spPr>
            <a:xfrm>
              <a:off x="8897655" y="3322953"/>
              <a:ext cx="2576186" cy="646331"/>
            </a:xfrm>
            <a:prstGeom prst="rect">
              <a:avLst/>
            </a:prstGeom>
          </p:spPr>
          <p:txBody>
            <a:bodyPr wrap="square">
              <a:spAutoFit/>
            </a:bodyPr>
            <a:lstStyle/>
            <a:p>
              <a:pPr>
                <a:lnSpc>
                  <a:spcPct val="90000"/>
                </a:lnSpc>
              </a:pPr>
              <a:r>
                <a:rPr lang="en-US" altLang="ja-JP" sz="2000" dirty="0">
                  <a:solidFill>
                    <a:srgbClr val="C00000"/>
                  </a:solidFill>
                </a:rPr>
                <a:t>boundary router: </a:t>
              </a:r>
              <a:r>
                <a:rPr lang="en-US" altLang="ja-JP" sz="2000" dirty="0"/>
                <a:t>connects to other ASes</a:t>
              </a:r>
              <a:endParaRPr lang="en-US" sz="2000" dirty="0"/>
            </a:p>
          </p:txBody>
        </p:sp>
        <p:cxnSp>
          <p:nvCxnSpPr>
            <p:cNvPr id="307" name="Straight Arrow Connector 306">
              <a:extLst>
                <a:ext uri="{FF2B5EF4-FFF2-40B4-BE49-F238E27FC236}">
                  <a16:creationId xmlns:a16="http://schemas.microsoft.com/office/drawing/2014/main" id="{ADA67296-2D48-8B49-94FB-01BE5E8F67A7}"/>
                </a:ext>
              </a:extLst>
            </p:cNvPr>
            <p:cNvCxnSpPr>
              <a:cxnSpLocks/>
            </p:cNvCxnSpPr>
            <p:nvPr/>
          </p:nvCxnSpPr>
          <p:spPr>
            <a:xfrm flipH="1">
              <a:off x="7166977" y="3521901"/>
              <a:ext cx="1651346" cy="0"/>
            </a:xfrm>
            <a:prstGeom prst="straightConnector1">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21" name="Group 320">
            <a:extLst>
              <a:ext uri="{FF2B5EF4-FFF2-40B4-BE49-F238E27FC236}">
                <a16:creationId xmlns:a16="http://schemas.microsoft.com/office/drawing/2014/main" id="{8ECE2DE7-0A26-E547-8015-75AA81906256}"/>
              </a:ext>
            </a:extLst>
          </p:cNvPr>
          <p:cNvGrpSpPr/>
          <p:nvPr/>
        </p:nvGrpSpPr>
        <p:grpSpPr>
          <a:xfrm>
            <a:off x="400831" y="4789096"/>
            <a:ext cx="3682654" cy="1754326"/>
            <a:chOff x="400831" y="4789096"/>
            <a:chExt cx="3682654" cy="1754326"/>
          </a:xfrm>
        </p:grpSpPr>
        <p:sp>
          <p:nvSpPr>
            <p:cNvPr id="312" name="Rectangle 311">
              <a:extLst>
                <a:ext uri="{FF2B5EF4-FFF2-40B4-BE49-F238E27FC236}">
                  <a16:creationId xmlns:a16="http://schemas.microsoft.com/office/drawing/2014/main" id="{9EFB7939-9B51-354A-81CE-6BF40821CBCB}"/>
                </a:ext>
              </a:extLst>
            </p:cNvPr>
            <p:cNvSpPr/>
            <p:nvPr/>
          </p:nvSpPr>
          <p:spPr>
            <a:xfrm>
              <a:off x="400831" y="4789096"/>
              <a:ext cx="3244241" cy="1754326"/>
            </a:xfrm>
            <a:prstGeom prst="rect">
              <a:avLst/>
            </a:prstGeom>
          </p:spPr>
          <p:txBody>
            <a:bodyPr wrap="square">
              <a:spAutoFit/>
            </a:bodyPr>
            <a:lstStyle/>
            <a:p>
              <a:pPr>
                <a:lnSpc>
                  <a:spcPct val="90000"/>
                </a:lnSpc>
              </a:pPr>
              <a:r>
                <a:rPr lang="en-US" altLang="ja-JP" sz="2000" dirty="0">
                  <a:solidFill>
                    <a:srgbClr val="C00000"/>
                  </a:solidFill>
                </a:rPr>
                <a:t>local routers: </a:t>
              </a:r>
            </a:p>
            <a:p>
              <a:pPr marL="173038" indent="-173038">
                <a:lnSpc>
                  <a:spcPct val="90000"/>
                </a:lnSpc>
                <a:buFont typeface="Arial" panose="020B0604020202020204" pitchFamily="34" charset="0"/>
                <a:buChar char="•"/>
              </a:pPr>
              <a:r>
                <a:rPr lang="en-US" altLang="ja-JP" sz="2000" dirty="0"/>
                <a:t>flood LS in area only</a:t>
              </a:r>
            </a:p>
            <a:p>
              <a:pPr marL="173038" indent="-173038">
                <a:lnSpc>
                  <a:spcPct val="90000"/>
                </a:lnSpc>
                <a:buFont typeface="Arial" panose="020B0604020202020204" pitchFamily="34" charset="0"/>
                <a:buChar char="•"/>
              </a:pPr>
              <a:r>
                <a:rPr lang="en-US" sz="2000" dirty="0"/>
                <a:t>compute routing within area</a:t>
              </a:r>
            </a:p>
            <a:p>
              <a:pPr marL="173038" indent="-173038">
                <a:lnSpc>
                  <a:spcPct val="90000"/>
                </a:lnSpc>
                <a:buFont typeface="Arial" panose="020B0604020202020204" pitchFamily="34" charset="0"/>
                <a:buChar char="•"/>
              </a:pPr>
              <a:r>
                <a:rPr lang="en-US" sz="2000" dirty="0"/>
                <a:t>forward packets to outside via area border router</a:t>
              </a:r>
            </a:p>
          </p:txBody>
        </p:sp>
        <p:cxnSp>
          <p:nvCxnSpPr>
            <p:cNvPr id="318" name="Straight Connector 317">
              <a:extLst>
                <a:ext uri="{FF2B5EF4-FFF2-40B4-BE49-F238E27FC236}">
                  <a16:creationId xmlns:a16="http://schemas.microsoft.com/office/drawing/2014/main" id="{C7B90184-9FCC-214A-A4E1-8CF6C5B32222}"/>
                </a:ext>
              </a:extLst>
            </p:cNvPr>
            <p:cNvCxnSpPr>
              <a:cxnSpLocks/>
            </p:cNvCxnSpPr>
            <p:nvPr/>
          </p:nvCxnSpPr>
          <p:spPr>
            <a:xfrm>
              <a:off x="2091847" y="5035463"/>
              <a:ext cx="1991638"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48213772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11"/>
                                        </p:tgtEl>
                                        <p:attrNameLst>
                                          <p:attrName>style.visibility</p:attrName>
                                        </p:attrNameLst>
                                      </p:cBhvr>
                                      <p:to>
                                        <p:strVal val="visible"/>
                                      </p:to>
                                    </p:set>
                                    <p:animEffect transition="in" filter="dissolve">
                                      <p:cBhvr>
                                        <p:cTn id="7" dur="500"/>
                                        <p:tgtEl>
                                          <p:spTgt spid="31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21"/>
                                        </p:tgtEl>
                                        <p:attrNameLst>
                                          <p:attrName>style.visibility</p:attrName>
                                        </p:attrNameLst>
                                      </p:cBhvr>
                                      <p:to>
                                        <p:strVal val="visible"/>
                                      </p:to>
                                    </p:set>
                                    <p:animEffect transition="in" filter="dissolve">
                                      <p:cBhvr>
                                        <p:cTn id="12" dur="500"/>
                                        <p:tgtEl>
                                          <p:spTgt spid="32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22"/>
                                        </p:tgtEl>
                                        <p:attrNameLst>
                                          <p:attrName>style.visibility</p:attrName>
                                        </p:attrNameLst>
                                      </p:cBhvr>
                                      <p:to>
                                        <p:strVal val="visible"/>
                                      </p:to>
                                    </p:set>
                                    <p:animEffect transition="in" filter="dissolve">
                                      <p:cBhvr>
                                        <p:cTn id="17" dur="500"/>
                                        <p:tgtEl>
                                          <p:spTgt spid="322"/>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323"/>
                                        </p:tgtEl>
                                        <p:attrNameLst>
                                          <p:attrName>style.visibility</p:attrName>
                                        </p:attrNameLst>
                                      </p:cBhvr>
                                      <p:to>
                                        <p:strVal val="visible"/>
                                      </p:to>
                                    </p:set>
                                    <p:animEffect transition="in" filter="dissolve">
                                      <p:cBhvr>
                                        <p:cTn id="22" dur="500"/>
                                        <p:tgtEl>
                                          <p:spTgt spid="3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“control plane” roadmap</a:t>
            </a:r>
            <a:endParaRPr lang="en-US" sz="4400"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761675" y="4144564"/>
            <a:ext cx="5066531" cy="1937764"/>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9575" indent="-293688">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network management, configuration </a:t>
            </a:r>
          </a:p>
          <a:p>
            <a:pPr marL="685800" lvl="1" indent="-219075">
              <a:buClr>
                <a:schemeClr val="bg1">
                  <a:lumMod val="75000"/>
                </a:schemeClr>
              </a:buClr>
            </a:pPr>
            <a:r>
              <a:rPr lang="en-US" altLang="en-US" sz="2800" dirty="0">
                <a:solidFill>
                  <a:schemeClr val="bg1">
                    <a:lumMod val="75000"/>
                  </a:schemeClr>
                </a:solidFill>
                <a:ea typeface="ＭＳ Ｐゴシック" panose="020B0600070205080204" pitchFamily="34" charset="-128"/>
                <a:cs typeface="ＭＳ Ｐゴシック" panose="020B0600070205080204" pitchFamily="34" charset="-128"/>
              </a:rPr>
              <a:t>SNMP</a:t>
            </a:r>
          </a:p>
          <a:p>
            <a:pPr marL="685800" lvl="1" indent="-219075">
              <a:buClr>
                <a:schemeClr val="bg1">
                  <a:lumMod val="75000"/>
                </a:schemeClr>
              </a:buClr>
            </a:pPr>
            <a:r>
              <a:rPr lang="en-US" altLang="en-US" sz="2800" dirty="0">
                <a:solidFill>
                  <a:schemeClr val="bg1">
                    <a:lumMod val="75000"/>
                  </a:schemeClr>
                </a:solidFill>
                <a:ea typeface="ＭＳ Ｐゴシック" panose="020B0600070205080204" pitchFamily="34" charset="-128"/>
                <a:cs typeface="ＭＳ Ｐゴシック" panose="020B0600070205080204" pitchFamily="34" charset="-128"/>
              </a:rPr>
              <a:t>NETCONF/YANG (NOT COVERED)</a:t>
            </a:r>
          </a:p>
          <a:p>
            <a:pPr lvl="1"/>
            <a:endParaRPr lang="en-US" alt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622456" y="1361615"/>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introduction</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routing protocols</a:t>
            </a:r>
          </a:p>
          <a:p>
            <a:pPr marL="285750" indent="-285750">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intra-ISP routing: OSPF</a:t>
            </a:r>
          </a:p>
          <a:p>
            <a:pPr marL="285750" indent="-285750">
              <a:spcBef>
                <a:spcPts val="600"/>
              </a:spcBef>
              <a:buClr>
                <a:srgbClr val="0000A8"/>
              </a:buClr>
            </a:pPr>
            <a:r>
              <a:rPr lang="en-US" altLang="en-US" sz="3600" dirty="0">
                <a:ea typeface="ＭＳ Ｐゴシック" panose="020B0600070205080204" pitchFamily="34" charset="-128"/>
                <a:cs typeface="Arial" panose="020B0604020202020204" pitchFamily="34" charset="0"/>
              </a:rPr>
              <a:t>routing among ISPs: BGP</a:t>
            </a:r>
          </a:p>
          <a:p>
            <a:pPr marL="285750" indent="-285750">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SDN control plane</a:t>
            </a:r>
          </a:p>
          <a:p>
            <a:pPr marL="285750" indent="-285750">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Internet Control Message Protocol </a:t>
            </a:r>
            <a:r>
              <a:rPr lang="en-US" altLang="en-US" sz="3200" dirty="0" smtClean="0">
                <a:solidFill>
                  <a:schemeClr val="bg1">
                    <a:lumMod val="75000"/>
                  </a:schemeClr>
                </a:solidFill>
                <a:ea typeface="ＭＳ Ｐゴシック" panose="020B0600070205080204" pitchFamily="34" charset="-128"/>
                <a:cs typeface="ＭＳ Ｐゴシック" panose="020B0600070205080204" pitchFamily="34" charset="-128"/>
              </a:rPr>
              <a:t>(ICMP)</a:t>
            </a:r>
            <a:endPar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endParaRPr>
          </a:p>
          <a:p>
            <a:pPr marL="466725" indent="-409575">
              <a:spcBef>
                <a:spcPts val="600"/>
              </a:spcBef>
              <a:buNone/>
            </a:pPr>
            <a:endParaRPr lang="en-US" altLang="en-US" sz="3200" dirty="0">
              <a:ea typeface="ＭＳ Ｐゴシック" panose="020B0600070205080204" pitchFamily="34" charset="-128"/>
              <a:cs typeface="Arial" panose="020B0604020202020204" pitchFamily="34" charset="0"/>
            </a:endParaRPr>
          </a:p>
        </p:txBody>
      </p:sp>
      <p:sp>
        <p:nvSpPr>
          <p:cNvPr id="11" name="Slide Number Placeholder 4">
            <a:extLst>
              <a:ext uri="{FF2B5EF4-FFF2-40B4-BE49-F238E27FC236}">
                <a16:creationId xmlns:a16="http://schemas.microsoft.com/office/drawing/2014/main" id="{60E442AF-0FD6-9040-9BFF-CE4BE886AA41}"/>
              </a:ext>
            </a:extLst>
          </p:cNvPr>
          <p:cNvSpPr>
            <a:spLocks noGrp="1"/>
          </p:cNvSpPr>
          <p:nvPr>
            <p:ph type="sldNum" sz="quarter" idx="4"/>
          </p:nvPr>
        </p:nvSpPr>
        <p:spPr>
          <a:xfrm>
            <a:off x="9219616" y="6443089"/>
            <a:ext cx="2743200" cy="365125"/>
          </a:xfrm>
        </p:spPr>
        <p:txBody>
          <a:bodyPr/>
          <a:lstStyle/>
          <a:p>
            <a:r>
              <a:rPr lang="en-US" dirty="0"/>
              <a:t>Network Layer: 5-</a:t>
            </a:r>
            <a:fld id="{C4204591-24BD-A542-B9D5-F8D8A88D2FEE}" type="slidenum">
              <a:rPr lang="en-US" smtClean="0"/>
              <a:pPr/>
              <a:t>53</a:t>
            </a:fld>
            <a:endParaRPr lang="en-US" dirty="0"/>
          </a:p>
        </p:txBody>
      </p:sp>
    </p:spTree>
    <p:extLst>
      <p:ext uri="{BB962C8B-B14F-4D97-AF65-F5344CB8AC3E}">
        <p14:creationId xmlns:p14="http://schemas.microsoft.com/office/powerpoint/2010/main" val="36526548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Content Placeholder 6">
            <a:extLst>
              <a:ext uri="{FF2B5EF4-FFF2-40B4-BE49-F238E27FC236}">
                <a16:creationId xmlns:a16="http://schemas.microsoft.com/office/drawing/2014/main" id="{5507B360-8633-344E-8C84-B4DA39DA217E}"/>
              </a:ext>
            </a:extLst>
          </p:cNvPr>
          <p:cNvSpPr>
            <a:spLocks noGrp="1"/>
          </p:cNvSpPr>
          <p:nvPr>
            <p:ph idx="1"/>
          </p:nvPr>
        </p:nvSpPr>
        <p:spPr>
          <a:xfrm>
            <a:off x="838199" y="1724027"/>
            <a:ext cx="10785953" cy="4351338"/>
          </a:xfrm>
        </p:spPr>
        <p:txBody>
          <a:bodyPr/>
          <a:lstStyle/>
          <a:p>
            <a:pPr marL="285750" lvl="0" indent="-285750" eaLnBrk="0" fontAlgn="base" hangingPunct="0">
              <a:lnSpc>
                <a:spcPct val="85000"/>
              </a:lnSpc>
              <a:spcBef>
                <a:spcPct val="20000"/>
              </a:spcBef>
              <a:spcAft>
                <a:spcPct val="0"/>
              </a:spcAft>
              <a:buClr>
                <a:srgbClr val="000099"/>
              </a:buClr>
              <a:buSzPct val="100000"/>
              <a:buFont typeface="Wingdings" charset="2"/>
              <a:buChar char="§"/>
            </a:pPr>
            <a:r>
              <a:rPr lang="en-US" kern="0" dirty="0">
                <a:solidFill>
                  <a:srgbClr val="CC0000"/>
                </a:solidFill>
                <a:ea typeface="ＭＳ Ｐゴシック" charset="0"/>
              </a:rPr>
              <a:t>BGP (Border Gateway Protocol):</a:t>
            </a:r>
            <a:r>
              <a:rPr lang="en-US" kern="0" dirty="0">
                <a:solidFill>
                  <a:srgbClr val="000000"/>
                </a:solidFill>
                <a:ea typeface="ＭＳ Ｐゴシック" charset="0"/>
              </a:rPr>
              <a:t> </a:t>
            </a:r>
            <a:r>
              <a:rPr lang="en-US" i="1" kern="0" dirty="0">
                <a:solidFill>
                  <a:srgbClr val="000000"/>
                </a:solidFill>
                <a:ea typeface="ＭＳ Ｐゴシック" charset="0"/>
              </a:rPr>
              <a:t>the</a:t>
            </a:r>
            <a:r>
              <a:rPr lang="en-US" kern="0" dirty="0">
                <a:solidFill>
                  <a:srgbClr val="000000"/>
                </a:solidFill>
                <a:ea typeface="ＭＳ Ｐゴシック" charset="0"/>
              </a:rPr>
              <a:t> de facto inter-domain routing protocol</a:t>
            </a:r>
          </a:p>
          <a:p>
            <a:pPr marL="800100" lvl="1" indent="-277813" eaLnBrk="0" fontAlgn="base" hangingPunct="0">
              <a:lnSpc>
                <a:spcPct val="85000"/>
              </a:lnSpc>
              <a:spcBef>
                <a:spcPct val="20000"/>
              </a:spcBef>
              <a:spcAft>
                <a:spcPct val="0"/>
              </a:spcAft>
              <a:buClr>
                <a:srgbClr val="000099"/>
              </a:buClr>
              <a:buFont typeface="Arial"/>
              <a:buChar char="•"/>
            </a:pPr>
            <a:r>
              <a:rPr lang="en-US" altLang="ja-JP" kern="0" dirty="0">
                <a:solidFill>
                  <a:srgbClr val="000000"/>
                </a:solidFill>
                <a:ea typeface="ＭＳ Ｐゴシック" charset="0"/>
              </a:rPr>
              <a:t>“glue that holds the Internet together”</a:t>
            </a:r>
          </a:p>
          <a:p>
            <a:pPr marL="285750" indent="-285750" eaLnBrk="0" fontAlgn="base" hangingPunct="0">
              <a:lnSpc>
                <a:spcPct val="85000"/>
              </a:lnSpc>
              <a:spcBef>
                <a:spcPts val="1200"/>
              </a:spcBef>
              <a:spcAft>
                <a:spcPct val="0"/>
              </a:spcAft>
              <a:buClr>
                <a:srgbClr val="000099"/>
              </a:buClr>
              <a:buSzPct val="100000"/>
              <a:buFont typeface="Wingdings" charset="2"/>
              <a:buChar char="§"/>
            </a:pPr>
            <a:r>
              <a:rPr lang="en-US" kern="0" dirty="0">
                <a:solidFill>
                  <a:srgbClr val="000000"/>
                </a:solidFill>
                <a:ea typeface="ＭＳ Ｐゴシック" charset="0"/>
              </a:rPr>
              <a:t>allows subnet to advertise its existence, and the destinations it can reach, to rest of Internet: </a:t>
            </a:r>
            <a:r>
              <a:rPr lang="en-US" i="1" kern="0" dirty="0">
                <a:solidFill>
                  <a:srgbClr val="000099"/>
                </a:solidFill>
                <a:ea typeface="ＭＳ Ｐゴシック" charset="0"/>
              </a:rPr>
              <a:t>“</a:t>
            </a:r>
            <a:r>
              <a:rPr lang="en-US" altLang="ja-JP" i="1" kern="0" dirty="0">
                <a:solidFill>
                  <a:srgbClr val="000099"/>
                </a:solidFill>
                <a:ea typeface="ＭＳ Ｐゴシック" charset="0"/>
              </a:rPr>
              <a:t>I am here, here is who I can reach, and how”</a:t>
            </a:r>
            <a:endParaRPr lang="en-US" i="1" kern="0" dirty="0">
              <a:solidFill>
                <a:srgbClr val="000099"/>
              </a:solidFill>
              <a:ea typeface="ＭＳ Ｐゴシック" charset="0"/>
            </a:endParaRPr>
          </a:p>
          <a:p>
            <a:pPr marL="285750" lvl="0" indent="-285750" eaLnBrk="0" fontAlgn="base" hangingPunct="0">
              <a:lnSpc>
                <a:spcPct val="85000"/>
              </a:lnSpc>
              <a:spcBef>
                <a:spcPts val="1200"/>
              </a:spcBef>
              <a:spcAft>
                <a:spcPct val="0"/>
              </a:spcAft>
              <a:buClr>
                <a:srgbClr val="000099"/>
              </a:buClr>
              <a:buSzPct val="100000"/>
              <a:buFont typeface="Wingdings" charset="2"/>
              <a:buChar char="§"/>
            </a:pPr>
            <a:r>
              <a:rPr lang="en-US" kern="0" dirty="0">
                <a:solidFill>
                  <a:srgbClr val="000000"/>
                </a:solidFill>
                <a:ea typeface="ＭＳ Ｐゴシック" charset="0"/>
              </a:rPr>
              <a:t>BGP provides each AS a means to:</a:t>
            </a:r>
          </a:p>
          <a:p>
            <a:pPr marL="800100" lvl="1" indent="-342900" eaLnBrk="0" fontAlgn="base" hangingPunct="0">
              <a:lnSpc>
                <a:spcPct val="85000"/>
              </a:lnSpc>
              <a:spcBef>
                <a:spcPct val="20000"/>
              </a:spcBef>
              <a:spcAft>
                <a:spcPct val="0"/>
              </a:spcAft>
              <a:buClr>
                <a:srgbClr val="000099"/>
              </a:buClr>
              <a:buFont typeface="Arial"/>
              <a:buChar char="•"/>
            </a:pPr>
            <a:r>
              <a:rPr lang="en-US" sz="2800" kern="0" dirty="0">
                <a:solidFill>
                  <a:srgbClr val="CC0000"/>
                </a:solidFill>
                <a:ea typeface="ＭＳ Ｐゴシック" charset="0"/>
              </a:rPr>
              <a:t>eBGP:</a:t>
            </a:r>
            <a:r>
              <a:rPr lang="en-US" kern="0" dirty="0">
                <a:solidFill>
                  <a:srgbClr val="000000"/>
                </a:solidFill>
                <a:ea typeface="ＭＳ Ｐゴシック" charset="0"/>
              </a:rPr>
              <a:t> obtain subnet reachability information from neighboring ASes</a:t>
            </a:r>
          </a:p>
          <a:p>
            <a:pPr marL="800100" lvl="1" indent="-342900" eaLnBrk="0" fontAlgn="base" hangingPunct="0">
              <a:lnSpc>
                <a:spcPct val="85000"/>
              </a:lnSpc>
              <a:spcBef>
                <a:spcPct val="20000"/>
              </a:spcBef>
              <a:spcAft>
                <a:spcPct val="0"/>
              </a:spcAft>
              <a:buClr>
                <a:srgbClr val="000099"/>
              </a:buClr>
              <a:buFont typeface="Arial"/>
              <a:buChar char="•"/>
            </a:pPr>
            <a:r>
              <a:rPr lang="en-US" sz="2800" kern="0" dirty="0">
                <a:solidFill>
                  <a:srgbClr val="CC0000"/>
                </a:solidFill>
                <a:ea typeface="ＭＳ Ｐゴシック" charset="0"/>
              </a:rPr>
              <a:t>iBGP:</a:t>
            </a:r>
            <a:r>
              <a:rPr lang="en-US" kern="0" dirty="0">
                <a:solidFill>
                  <a:srgbClr val="000000"/>
                </a:solidFill>
                <a:ea typeface="ＭＳ Ｐゴシック" charset="0"/>
              </a:rPr>
              <a:t> propagate reachability information to all AS-internal routers.</a:t>
            </a:r>
          </a:p>
          <a:p>
            <a:pPr marL="800100" lvl="1" indent="-342900" eaLnBrk="0" fontAlgn="base" hangingPunct="0">
              <a:lnSpc>
                <a:spcPct val="85000"/>
              </a:lnSpc>
              <a:spcBef>
                <a:spcPct val="20000"/>
              </a:spcBef>
              <a:spcAft>
                <a:spcPct val="0"/>
              </a:spcAft>
              <a:buClr>
                <a:srgbClr val="000099"/>
              </a:buClr>
              <a:buFont typeface="Arial"/>
              <a:buChar char="•"/>
            </a:pPr>
            <a:r>
              <a:rPr lang="en-US" kern="0" dirty="0">
                <a:solidFill>
                  <a:srgbClr val="000000"/>
                </a:solidFill>
                <a:ea typeface="ＭＳ Ｐゴシック" charset="0"/>
              </a:rPr>
              <a:t>determine “</a:t>
            </a:r>
            <a:r>
              <a:rPr lang="en-US" altLang="ja-JP" kern="0" dirty="0">
                <a:solidFill>
                  <a:srgbClr val="000000"/>
                </a:solidFill>
                <a:ea typeface="ＭＳ Ｐゴシック" charset="0"/>
              </a:rPr>
              <a:t>good” routes to other networks based on reachability information and </a:t>
            </a:r>
            <a:r>
              <a:rPr lang="en-US" altLang="ja-JP" i="1" kern="0" dirty="0">
                <a:solidFill>
                  <a:srgbClr val="000090"/>
                </a:solidFill>
                <a:ea typeface="ＭＳ Ｐゴシック" charset="0"/>
              </a:rPr>
              <a:t>policy</a:t>
            </a:r>
            <a:endParaRPr lang="en-US" altLang="ja-JP" kern="0" dirty="0">
              <a:solidFill>
                <a:srgbClr val="000090"/>
              </a:solidFill>
              <a:ea typeface="ＭＳ Ｐゴシック" charset="0"/>
            </a:endParaRPr>
          </a:p>
          <a:p>
            <a:endParaRPr lang="en-US" dirty="0"/>
          </a:p>
        </p:txBody>
      </p:sp>
      <p:sp>
        <p:nvSpPr>
          <p:cNvPr id="6" name="Title 5">
            <a:extLst>
              <a:ext uri="{FF2B5EF4-FFF2-40B4-BE49-F238E27FC236}">
                <a16:creationId xmlns:a16="http://schemas.microsoft.com/office/drawing/2014/main" id="{5EE58ED7-62E2-2642-BB6A-E4AB185BFC3C}"/>
              </a:ext>
            </a:extLst>
          </p:cNvPr>
          <p:cNvSpPr>
            <a:spLocks noGrp="1"/>
          </p:cNvSpPr>
          <p:nvPr>
            <p:ph type="title"/>
          </p:nvPr>
        </p:nvSpPr>
        <p:spPr>
          <a:xfrm>
            <a:off x="838200" y="389191"/>
            <a:ext cx="10515600" cy="894622"/>
          </a:xfrm>
        </p:spPr>
        <p:txBody>
          <a:bodyPr/>
          <a:lstStyle/>
          <a:p>
            <a:r>
              <a:rPr lang="en-US" dirty="0"/>
              <a:t>Internet inter-AS routing: BGP</a:t>
            </a:r>
          </a:p>
        </p:txBody>
      </p:sp>
      <p:sp>
        <p:nvSpPr>
          <p:cNvPr id="5" name="Slide Number Placeholder 4">
            <a:extLst>
              <a:ext uri="{FF2B5EF4-FFF2-40B4-BE49-F238E27FC236}">
                <a16:creationId xmlns:a16="http://schemas.microsoft.com/office/drawing/2014/main" id="{BF56433D-1EBF-D447-9924-50E7F0E2E029}"/>
              </a:ext>
            </a:extLst>
          </p:cNvPr>
          <p:cNvSpPr>
            <a:spLocks noGrp="1"/>
          </p:cNvSpPr>
          <p:nvPr>
            <p:ph type="sldNum" sz="quarter" idx="4"/>
          </p:nvPr>
        </p:nvSpPr>
        <p:spPr/>
        <p:txBody>
          <a:bodyPr/>
          <a:lstStyle/>
          <a:p>
            <a:r>
              <a:rPr lang="en-US" dirty="0"/>
              <a:t>Network Layer: 5-</a:t>
            </a:r>
            <a:fld id="{C4204591-24BD-A542-B9D5-F8D8A88D2FEE}" type="slidenum">
              <a:rPr lang="en-US" smtClean="0"/>
              <a:pPr/>
              <a:t>54</a:t>
            </a:fld>
            <a:endParaRPr lang="en-US" dirty="0"/>
          </a:p>
        </p:txBody>
      </p:sp>
    </p:spTree>
    <p:extLst>
      <p:ext uri="{BB962C8B-B14F-4D97-AF65-F5344CB8AC3E}">
        <p14:creationId xmlns:p14="http://schemas.microsoft.com/office/powerpoint/2010/main" val="30964311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dissolve">
                                      <p:cBhvr>
                                        <p:cTn id="7" dur="500"/>
                                        <p:tgtEl>
                                          <p:spTgt spid="7">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7">
                                            <p:txEl>
                                              <p:pRg st="1" end="1"/>
                                            </p:txEl>
                                          </p:spTgt>
                                        </p:tgtEl>
                                        <p:attrNameLst>
                                          <p:attrName>style.visibility</p:attrName>
                                        </p:attrNameLst>
                                      </p:cBhvr>
                                      <p:to>
                                        <p:strVal val="visible"/>
                                      </p:to>
                                    </p:set>
                                    <p:animEffect transition="in" filter="dissolve">
                                      <p:cBhvr>
                                        <p:cTn id="10" dur="500"/>
                                        <p:tgtEl>
                                          <p:spTgt spid="7">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7">
                                            <p:txEl>
                                              <p:pRg st="2" end="2"/>
                                            </p:txEl>
                                          </p:spTgt>
                                        </p:tgtEl>
                                        <p:attrNameLst>
                                          <p:attrName>style.visibility</p:attrName>
                                        </p:attrNameLst>
                                      </p:cBhvr>
                                      <p:to>
                                        <p:strVal val="visible"/>
                                      </p:to>
                                    </p:set>
                                    <p:animEffect transition="in" filter="dissolve">
                                      <p:cBhvr>
                                        <p:cTn id="15" dur="500"/>
                                        <p:tgtEl>
                                          <p:spTgt spid="7">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7">
                                            <p:txEl>
                                              <p:pRg st="3" end="3"/>
                                            </p:txEl>
                                          </p:spTgt>
                                        </p:tgtEl>
                                        <p:attrNameLst>
                                          <p:attrName>style.visibility</p:attrName>
                                        </p:attrNameLst>
                                      </p:cBhvr>
                                      <p:to>
                                        <p:strVal val="visible"/>
                                      </p:to>
                                    </p:set>
                                    <p:animEffect transition="in" filter="dissolve">
                                      <p:cBhvr>
                                        <p:cTn id="20" dur="500"/>
                                        <p:tgtEl>
                                          <p:spTgt spid="7">
                                            <p:txEl>
                                              <p:pRg st="3" end="3"/>
                                            </p:txEl>
                                          </p:spTgt>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7">
                                            <p:txEl>
                                              <p:pRg st="4" end="4"/>
                                            </p:txEl>
                                          </p:spTgt>
                                        </p:tgtEl>
                                        <p:attrNameLst>
                                          <p:attrName>style.visibility</p:attrName>
                                        </p:attrNameLst>
                                      </p:cBhvr>
                                      <p:to>
                                        <p:strVal val="visible"/>
                                      </p:to>
                                    </p:set>
                                    <p:animEffect transition="in" filter="dissolve">
                                      <p:cBhvr>
                                        <p:cTn id="23" dur="500"/>
                                        <p:tgtEl>
                                          <p:spTgt spid="7">
                                            <p:txEl>
                                              <p:pRg st="4" end="4"/>
                                            </p:txEl>
                                          </p:spTgt>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7">
                                            <p:txEl>
                                              <p:pRg st="5" end="5"/>
                                            </p:txEl>
                                          </p:spTgt>
                                        </p:tgtEl>
                                        <p:attrNameLst>
                                          <p:attrName>style.visibility</p:attrName>
                                        </p:attrNameLst>
                                      </p:cBhvr>
                                      <p:to>
                                        <p:strVal val="visible"/>
                                      </p:to>
                                    </p:set>
                                    <p:animEffect transition="in" filter="dissolve">
                                      <p:cBhvr>
                                        <p:cTn id="26" dur="500"/>
                                        <p:tgtEl>
                                          <p:spTgt spid="7">
                                            <p:txEl>
                                              <p:pRg st="5" end="5"/>
                                            </p:txEl>
                                          </p:spTgt>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7">
                                            <p:txEl>
                                              <p:pRg st="6" end="6"/>
                                            </p:txEl>
                                          </p:spTgt>
                                        </p:tgtEl>
                                        <p:attrNameLst>
                                          <p:attrName>style.visibility</p:attrName>
                                        </p:attrNameLst>
                                      </p:cBhvr>
                                      <p:to>
                                        <p:strVal val="visible"/>
                                      </p:to>
                                    </p:set>
                                    <p:animEffect transition="in" filter="dissolve">
                                      <p:cBhvr>
                                        <p:cTn id="29" dur="500"/>
                                        <p:tgtEl>
                                          <p:spTgt spid="7">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uild="p"/>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5EE58ED7-62E2-2642-BB6A-E4AB185BFC3C}"/>
              </a:ext>
            </a:extLst>
          </p:cNvPr>
          <p:cNvSpPr>
            <a:spLocks noGrp="1"/>
          </p:cNvSpPr>
          <p:nvPr>
            <p:ph type="title"/>
          </p:nvPr>
        </p:nvSpPr>
        <p:spPr>
          <a:xfrm>
            <a:off x="838200" y="389191"/>
            <a:ext cx="10515600" cy="894622"/>
          </a:xfrm>
        </p:spPr>
        <p:txBody>
          <a:bodyPr/>
          <a:lstStyle/>
          <a:p>
            <a:r>
              <a:rPr lang="en-US" dirty="0"/>
              <a:t>eBGP, iBGP connections</a:t>
            </a:r>
          </a:p>
        </p:txBody>
      </p:sp>
      <p:sp>
        <p:nvSpPr>
          <p:cNvPr id="5" name="Slide Number Placeholder 4">
            <a:extLst>
              <a:ext uri="{FF2B5EF4-FFF2-40B4-BE49-F238E27FC236}">
                <a16:creationId xmlns:a16="http://schemas.microsoft.com/office/drawing/2014/main" id="{BF56433D-1EBF-D447-9924-50E7F0E2E029}"/>
              </a:ext>
            </a:extLst>
          </p:cNvPr>
          <p:cNvSpPr>
            <a:spLocks noGrp="1"/>
          </p:cNvSpPr>
          <p:nvPr>
            <p:ph type="sldNum" sz="quarter" idx="4"/>
          </p:nvPr>
        </p:nvSpPr>
        <p:spPr/>
        <p:txBody>
          <a:bodyPr/>
          <a:lstStyle/>
          <a:p>
            <a:r>
              <a:rPr lang="en-US" dirty="0"/>
              <a:t>Network Layer: 5-</a:t>
            </a:r>
            <a:fld id="{C4204591-24BD-A542-B9D5-F8D8A88D2FEE}" type="slidenum">
              <a:rPr lang="en-US" smtClean="0"/>
              <a:pPr/>
              <a:t>55</a:t>
            </a:fld>
            <a:endParaRPr lang="en-US" dirty="0"/>
          </a:p>
        </p:txBody>
      </p:sp>
      <p:grpSp>
        <p:nvGrpSpPr>
          <p:cNvPr id="233" name="Group 232">
            <a:extLst>
              <a:ext uri="{FF2B5EF4-FFF2-40B4-BE49-F238E27FC236}">
                <a16:creationId xmlns:a16="http://schemas.microsoft.com/office/drawing/2014/main" id="{B045E387-B506-8047-913C-C2B6773B0431}"/>
              </a:ext>
            </a:extLst>
          </p:cNvPr>
          <p:cNvGrpSpPr/>
          <p:nvPr/>
        </p:nvGrpSpPr>
        <p:grpSpPr>
          <a:xfrm>
            <a:off x="4773228" y="4365522"/>
            <a:ext cx="3666682" cy="635979"/>
            <a:chOff x="7493868" y="5383138"/>
            <a:chExt cx="3666682" cy="635979"/>
          </a:xfrm>
        </p:grpSpPr>
        <p:cxnSp>
          <p:nvCxnSpPr>
            <p:cNvPr id="234" name="Straight Connector 233">
              <a:extLst>
                <a:ext uri="{FF2B5EF4-FFF2-40B4-BE49-F238E27FC236}">
                  <a16:creationId xmlns:a16="http://schemas.microsoft.com/office/drawing/2014/main" id="{613A62FC-E89C-094E-961C-E49332F5011B}"/>
                </a:ext>
              </a:extLst>
            </p:cNvPr>
            <p:cNvCxnSpPr/>
            <p:nvPr/>
          </p:nvCxnSpPr>
          <p:spPr bwMode="auto">
            <a:xfrm flipH="1" flipV="1">
              <a:off x="7493868" y="5589319"/>
              <a:ext cx="749784" cy="11598"/>
            </a:xfrm>
            <a:prstGeom prst="line">
              <a:avLst/>
            </a:prstGeom>
            <a:solidFill>
              <a:srgbClr val="00CC99"/>
            </a:solidFill>
            <a:ln w="38100" cap="flat" cmpd="sng" algn="ctr">
              <a:solidFill>
                <a:srgbClr val="CC000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35" name="Straight Connector 234">
              <a:extLst>
                <a:ext uri="{FF2B5EF4-FFF2-40B4-BE49-F238E27FC236}">
                  <a16:creationId xmlns:a16="http://schemas.microsoft.com/office/drawing/2014/main" id="{1360BFA8-6BB3-454C-9EF7-9FAB5EB06ABF}"/>
                </a:ext>
              </a:extLst>
            </p:cNvPr>
            <p:cNvCxnSpPr/>
            <p:nvPr/>
          </p:nvCxnSpPr>
          <p:spPr bwMode="auto">
            <a:xfrm flipV="1">
              <a:off x="7523346" y="5869497"/>
              <a:ext cx="699488" cy="690"/>
            </a:xfrm>
            <a:prstGeom prst="line">
              <a:avLst/>
            </a:prstGeom>
            <a:solidFill>
              <a:srgbClr val="00CC99"/>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236" name="TextBox 235">
              <a:extLst>
                <a:ext uri="{FF2B5EF4-FFF2-40B4-BE49-F238E27FC236}">
                  <a16:creationId xmlns:a16="http://schemas.microsoft.com/office/drawing/2014/main" id="{6D37E751-A60F-FA42-B692-5A8DF0DCD667}"/>
                </a:ext>
              </a:extLst>
            </p:cNvPr>
            <p:cNvSpPr txBox="1"/>
            <p:nvPr/>
          </p:nvSpPr>
          <p:spPr>
            <a:xfrm>
              <a:off x="8347651" y="5383138"/>
              <a:ext cx="2069797"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C0000"/>
                  </a:solidFill>
                  <a:effectLst/>
                  <a:uLnTx/>
                  <a:uFillTx/>
                  <a:latin typeface="Arial" charset="0"/>
                  <a:ea typeface="ＭＳ Ｐゴシック" charset="0"/>
                </a:rPr>
                <a:t>eBGP connectivity</a:t>
              </a:r>
            </a:p>
          </p:txBody>
        </p:sp>
        <p:sp>
          <p:nvSpPr>
            <p:cNvPr id="237" name="TextBox 236">
              <a:extLst>
                <a:ext uri="{FF2B5EF4-FFF2-40B4-BE49-F238E27FC236}">
                  <a16:creationId xmlns:a16="http://schemas.microsoft.com/office/drawing/2014/main" id="{EB23CB08-2EE3-B849-8D96-F01A2CF0DA65}"/>
                </a:ext>
              </a:extLst>
            </p:cNvPr>
            <p:cNvSpPr txBox="1"/>
            <p:nvPr/>
          </p:nvSpPr>
          <p:spPr>
            <a:xfrm>
              <a:off x="8372607" y="5649785"/>
              <a:ext cx="2787943"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90"/>
                  </a:solidFill>
                  <a:effectLst/>
                  <a:uLnTx/>
                  <a:uFillTx/>
                  <a:latin typeface="Arial" charset="0"/>
                  <a:ea typeface="ＭＳ Ｐゴシック" charset="0"/>
                </a:rPr>
                <a:t>logical iBGP connectivity</a:t>
              </a:r>
            </a:p>
          </p:txBody>
        </p:sp>
      </p:grpSp>
      <p:sp>
        <p:nvSpPr>
          <p:cNvPr id="238" name="Freeform 2">
            <a:extLst>
              <a:ext uri="{FF2B5EF4-FFF2-40B4-BE49-F238E27FC236}">
                <a16:creationId xmlns:a16="http://schemas.microsoft.com/office/drawing/2014/main" id="{51CB1B55-107C-A346-889E-7EE304D1E8EB}"/>
              </a:ext>
            </a:extLst>
          </p:cNvPr>
          <p:cNvSpPr>
            <a:spLocks/>
          </p:cNvSpPr>
          <p:nvPr/>
        </p:nvSpPr>
        <p:spPr bwMode="auto">
          <a:xfrm>
            <a:off x="2249944" y="2430156"/>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9CE0FA"/>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239" name="Group 238">
            <a:extLst>
              <a:ext uri="{FF2B5EF4-FFF2-40B4-BE49-F238E27FC236}">
                <a16:creationId xmlns:a16="http://schemas.microsoft.com/office/drawing/2014/main" id="{84E8F334-061F-9E43-BAF2-AC286EEB6329}"/>
              </a:ext>
            </a:extLst>
          </p:cNvPr>
          <p:cNvGrpSpPr/>
          <p:nvPr/>
        </p:nvGrpSpPr>
        <p:grpSpPr>
          <a:xfrm>
            <a:off x="3388105" y="2581018"/>
            <a:ext cx="565150" cy="369332"/>
            <a:chOff x="1736090" y="2873352"/>
            <a:chExt cx="565150" cy="369332"/>
          </a:xfrm>
        </p:grpSpPr>
        <p:grpSp>
          <p:nvGrpSpPr>
            <p:cNvPr id="240" name="Group 327">
              <a:extLst>
                <a:ext uri="{FF2B5EF4-FFF2-40B4-BE49-F238E27FC236}">
                  <a16:creationId xmlns:a16="http://schemas.microsoft.com/office/drawing/2014/main" id="{93FC79D2-DD2D-E34C-8415-9E3E2DC0029B}"/>
                </a:ext>
              </a:extLst>
            </p:cNvPr>
            <p:cNvGrpSpPr>
              <a:grpSpLocks/>
            </p:cNvGrpSpPr>
            <p:nvPr/>
          </p:nvGrpSpPr>
          <p:grpSpPr bwMode="auto">
            <a:xfrm>
              <a:off x="1736090" y="2893762"/>
              <a:ext cx="565150" cy="292100"/>
              <a:chOff x="1871277" y="1576300"/>
              <a:chExt cx="1128371" cy="437861"/>
            </a:xfrm>
          </p:grpSpPr>
          <p:sp>
            <p:nvSpPr>
              <p:cNvPr id="244" name="Oval 243">
                <a:extLst>
                  <a:ext uri="{FF2B5EF4-FFF2-40B4-BE49-F238E27FC236}">
                    <a16:creationId xmlns:a16="http://schemas.microsoft.com/office/drawing/2014/main" id="{16F1AA8D-82D0-314D-9BE0-9BA73CF857B9}"/>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245" name="Rectangle 244">
                <a:extLst>
                  <a:ext uri="{FF2B5EF4-FFF2-40B4-BE49-F238E27FC236}">
                    <a16:creationId xmlns:a16="http://schemas.microsoft.com/office/drawing/2014/main" id="{BD35A700-DEB8-644D-8AD9-1C065D9EB230}"/>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46" name="Oval 245">
                <a:extLst>
                  <a:ext uri="{FF2B5EF4-FFF2-40B4-BE49-F238E27FC236}">
                    <a16:creationId xmlns:a16="http://schemas.microsoft.com/office/drawing/2014/main" id="{5B7106A5-93FE-A74F-B8FB-DB87791D0D92}"/>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247" name="Freeform 246">
                <a:extLst>
                  <a:ext uri="{FF2B5EF4-FFF2-40B4-BE49-F238E27FC236}">
                    <a16:creationId xmlns:a16="http://schemas.microsoft.com/office/drawing/2014/main" id="{6B4D07BA-3EC9-E541-832A-997C26BA21A9}"/>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48" name="Freeform 247">
                <a:extLst>
                  <a:ext uri="{FF2B5EF4-FFF2-40B4-BE49-F238E27FC236}">
                    <a16:creationId xmlns:a16="http://schemas.microsoft.com/office/drawing/2014/main" id="{7C017251-775B-654E-A27E-763EAB2CBD63}"/>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49" name="Freeform 248">
                <a:extLst>
                  <a:ext uri="{FF2B5EF4-FFF2-40B4-BE49-F238E27FC236}">
                    <a16:creationId xmlns:a16="http://schemas.microsoft.com/office/drawing/2014/main" id="{8E247EA4-DC1C-9544-94D1-D7C7658A11E2}"/>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50" name="Freeform 249">
                <a:extLst>
                  <a:ext uri="{FF2B5EF4-FFF2-40B4-BE49-F238E27FC236}">
                    <a16:creationId xmlns:a16="http://schemas.microsoft.com/office/drawing/2014/main" id="{61CAE6F0-378A-D24F-BDE7-F1CABCFEBC15}"/>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251" name="Straight Connector 250">
                <a:extLst>
                  <a:ext uri="{FF2B5EF4-FFF2-40B4-BE49-F238E27FC236}">
                    <a16:creationId xmlns:a16="http://schemas.microsoft.com/office/drawing/2014/main" id="{A7F3C912-5EFD-3B49-8AE7-F529995CF1AA}"/>
                  </a:ext>
                </a:extLst>
              </p:cNvPr>
              <p:cNvCxnSpPr>
                <a:endCxn id="246"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252" name="Straight Connector 251">
                <a:extLst>
                  <a:ext uri="{FF2B5EF4-FFF2-40B4-BE49-F238E27FC236}">
                    <a16:creationId xmlns:a16="http://schemas.microsoft.com/office/drawing/2014/main" id="{4D8DCF2E-50C0-C64A-BAA8-79976293E89B}"/>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241" name="Group 240">
              <a:extLst>
                <a:ext uri="{FF2B5EF4-FFF2-40B4-BE49-F238E27FC236}">
                  <a16:creationId xmlns:a16="http://schemas.microsoft.com/office/drawing/2014/main" id="{A72FDF06-6129-7C43-8EC9-73C471E8112F}"/>
                </a:ext>
              </a:extLst>
            </p:cNvPr>
            <p:cNvGrpSpPr/>
            <p:nvPr/>
          </p:nvGrpSpPr>
          <p:grpSpPr>
            <a:xfrm>
              <a:off x="1770362" y="2873352"/>
              <a:ext cx="441422" cy="369332"/>
              <a:chOff x="667045" y="1708643"/>
              <a:chExt cx="441422" cy="369332"/>
            </a:xfrm>
          </p:grpSpPr>
          <p:sp>
            <p:nvSpPr>
              <p:cNvPr id="242" name="Oval 241">
                <a:extLst>
                  <a:ext uri="{FF2B5EF4-FFF2-40B4-BE49-F238E27FC236}">
                    <a16:creationId xmlns:a16="http://schemas.microsoft.com/office/drawing/2014/main" id="{FA43E18E-D417-7C47-A619-0FE28A8B8CA5}"/>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43" name="TextBox 242">
                <a:extLst>
                  <a:ext uri="{FF2B5EF4-FFF2-40B4-BE49-F238E27FC236}">
                    <a16:creationId xmlns:a16="http://schemas.microsoft.com/office/drawing/2014/main" id="{B259DBDB-9956-014D-BBEF-73C087E5D3EA}"/>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1b</a:t>
                </a:r>
              </a:p>
            </p:txBody>
          </p:sp>
        </p:grpSp>
      </p:grpSp>
      <p:grpSp>
        <p:nvGrpSpPr>
          <p:cNvPr id="253" name="Group 252">
            <a:extLst>
              <a:ext uri="{FF2B5EF4-FFF2-40B4-BE49-F238E27FC236}">
                <a16:creationId xmlns:a16="http://schemas.microsoft.com/office/drawing/2014/main" id="{6166AD02-34F1-B148-A138-397DD22CD78F}"/>
              </a:ext>
            </a:extLst>
          </p:cNvPr>
          <p:cNvGrpSpPr/>
          <p:nvPr/>
        </p:nvGrpSpPr>
        <p:grpSpPr>
          <a:xfrm>
            <a:off x="3392335" y="3802335"/>
            <a:ext cx="565150" cy="369332"/>
            <a:chOff x="1736090" y="2873352"/>
            <a:chExt cx="565150" cy="369332"/>
          </a:xfrm>
        </p:grpSpPr>
        <p:grpSp>
          <p:nvGrpSpPr>
            <p:cNvPr id="254" name="Group 327">
              <a:extLst>
                <a:ext uri="{FF2B5EF4-FFF2-40B4-BE49-F238E27FC236}">
                  <a16:creationId xmlns:a16="http://schemas.microsoft.com/office/drawing/2014/main" id="{8CFD5D5D-5745-B343-818F-3AEB956B3602}"/>
                </a:ext>
              </a:extLst>
            </p:cNvPr>
            <p:cNvGrpSpPr>
              <a:grpSpLocks/>
            </p:cNvGrpSpPr>
            <p:nvPr/>
          </p:nvGrpSpPr>
          <p:grpSpPr bwMode="auto">
            <a:xfrm>
              <a:off x="1736090" y="2893762"/>
              <a:ext cx="565150" cy="292100"/>
              <a:chOff x="1871277" y="1576300"/>
              <a:chExt cx="1128371" cy="437861"/>
            </a:xfrm>
          </p:grpSpPr>
          <p:sp>
            <p:nvSpPr>
              <p:cNvPr id="258" name="Oval 257">
                <a:extLst>
                  <a:ext uri="{FF2B5EF4-FFF2-40B4-BE49-F238E27FC236}">
                    <a16:creationId xmlns:a16="http://schemas.microsoft.com/office/drawing/2014/main" id="{9840765D-6736-E446-9A64-3094AD38532D}"/>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259" name="Rectangle 258">
                <a:extLst>
                  <a:ext uri="{FF2B5EF4-FFF2-40B4-BE49-F238E27FC236}">
                    <a16:creationId xmlns:a16="http://schemas.microsoft.com/office/drawing/2014/main" id="{4BCA8C87-7C5D-8241-BB8F-A45BFAB0EED4}"/>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60" name="Oval 259">
                <a:extLst>
                  <a:ext uri="{FF2B5EF4-FFF2-40B4-BE49-F238E27FC236}">
                    <a16:creationId xmlns:a16="http://schemas.microsoft.com/office/drawing/2014/main" id="{B6A1E53C-F998-5B4D-8DCB-D4E24DE265DB}"/>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261" name="Freeform 260">
                <a:extLst>
                  <a:ext uri="{FF2B5EF4-FFF2-40B4-BE49-F238E27FC236}">
                    <a16:creationId xmlns:a16="http://schemas.microsoft.com/office/drawing/2014/main" id="{2998E975-0604-8C42-A200-728EA983665C}"/>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62" name="Freeform 261">
                <a:extLst>
                  <a:ext uri="{FF2B5EF4-FFF2-40B4-BE49-F238E27FC236}">
                    <a16:creationId xmlns:a16="http://schemas.microsoft.com/office/drawing/2014/main" id="{DFC293FD-3B98-BD4F-9733-B4FB7C827FE3}"/>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63" name="Freeform 262">
                <a:extLst>
                  <a:ext uri="{FF2B5EF4-FFF2-40B4-BE49-F238E27FC236}">
                    <a16:creationId xmlns:a16="http://schemas.microsoft.com/office/drawing/2014/main" id="{7A168C22-3807-CE4C-9748-1B354756005B}"/>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64" name="Freeform 263">
                <a:extLst>
                  <a:ext uri="{FF2B5EF4-FFF2-40B4-BE49-F238E27FC236}">
                    <a16:creationId xmlns:a16="http://schemas.microsoft.com/office/drawing/2014/main" id="{EF01B9E1-D216-D44B-81F6-070E87424094}"/>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265" name="Straight Connector 264">
                <a:extLst>
                  <a:ext uri="{FF2B5EF4-FFF2-40B4-BE49-F238E27FC236}">
                    <a16:creationId xmlns:a16="http://schemas.microsoft.com/office/drawing/2014/main" id="{F40C2A8D-42D6-4E4D-85DC-B94005EAD767}"/>
                  </a:ext>
                </a:extLst>
              </p:cNvPr>
              <p:cNvCxnSpPr>
                <a:endCxn id="260"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266" name="Straight Connector 265">
                <a:extLst>
                  <a:ext uri="{FF2B5EF4-FFF2-40B4-BE49-F238E27FC236}">
                    <a16:creationId xmlns:a16="http://schemas.microsoft.com/office/drawing/2014/main" id="{CEE29525-3F05-5143-BA40-8FD0BF735A14}"/>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255" name="Group 254">
              <a:extLst>
                <a:ext uri="{FF2B5EF4-FFF2-40B4-BE49-F238E27FC236}">
                  <a16:creationId xmlns:a16="http://schemas.microsoft.com/office/drawing/2014/main" id="{ED4DE898-8564-DA43-BD75-4B87C9CBDD9E}"/>
                </a:ext>
              </a:extLst>
            </p:cNvPr>
            <p:cNvGrpSpPr/>
            <p:nvPr/>
          </p:nvGrpSpPr>
          <p:grpSpPr>
            <a:xfrm>
              <a:off x="1770362" y="2873352"/>
              <a:ext cx="441422" cy="369332"/>
              <a:chOff x="667045" y="1708643"/>
              <a:chExt cx="441422" cy="369332"/>
            </a:xfrm>
          </p:grpSpPr>
          <p:sp>
            <p:nvSpPr>
              <p:cNvPr id="256" name="Oval 255">
                <a:extLst>
                  <a:ext uri="{FF2B5EF4-FFF2-40B4-BE49-F238E27FC236}">
                    <a16:creationId xmlns:a16="http://schemas.microsoft.com/office/drawing/2014/main" id="{B861A1B7-9AA2-9C43-AFFD-C0A65E2CDAD4}"/>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57" name="TextBox 256">
                <a:extLst>
                  <a:ext uri="{FF2B5EF4-FFF2-40B4-BE49-F238E27FC236}">
                    <a16:creationId xmlns:a16="http://schemas.microsoft.com/office/drawing/2014/main" id="{F27B8A03-F580-154B-B245-74825ED2BC00}"/>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1d</a:t>
                </a:r>
              </a:p>
            </p:txBody>
          </p:sp>
        </p:grpSp>
      </p:grpSp>
      <p:grpSp>
        <p:nvGrpSpPr>
          <p:cNvPr id="267" name="Group 266">
            <a:extLst>
              <a:ext uri="{FF2B5EF4-FFF2-40B4-BE49-F238E27FC236}">
                <a16:creationId xmlns:a16="http://schemas.microsoft.com/office/drawing/2014/main" id="{34866405-F2B6-1D42-8D10-E50F20EF8896}"/>
              </a:ext>
            </a:extLst>
          </p:cNvPr>
          <p:cNvGrpSpPr/>
          <p:nvPr/>
        </p:nvGrpSpPr>
        <p:grpSpPr>
          <a:xfrm>
            <a:off x="4253821" y="3192738"/>
            <a:ext cx="565150" cy="369332"/>
            <a:chOff x="1736090" y="2873352"/>
            <a:chExt cx="565150" cy="369332"/>
          </a:xfrm>
        </p:grpSpPr>
        <p:grpSp>
          <p:nvGrpSpPr>
            <p:cNvPr id="268" name="Group 327">
              <a:extLst>
                <a:ext uri="{FF2B5EF4-FFF2-40B4-BE49-F238E27FC236}">
                  <a16:creationId xmlns:a16="http://schemas.microsoft.com/office/drawing/2014/main" id="{A31F12A7-EE0E-B549-8A05-181A9500149C}"/>
                </a:ext>
              </a:extLst>
            </p:cNvPr>
            <p:cNvGrpSpPr>
              <a:grpSpLocks/>
            </p:cNvGrpSpPr>
            <p:nvPr/>
          </p:nvGrpSpPr>
          <p:grpSpPr bwMode="auto">
            <a:xfrm>
              <a:off x="1736090" y="2893762"/>
              <a:ext cx="565150" cy="292100"/>
              <a:chOff x="1871277" y="1576300"/>
              <a:chExt cx="1128371" cy="437861"/>
            </a:xfrm>
          </p:grpSpPr>
          <p:sp>
            <p:nvSpPr>
              <p:cNvPr id="272" name="Oval 271">
                <a:extLst>
                  <a:ext uri="{FF2B5EF4-FFF2-40B4-BE49-F238E27FC236}">
                    <a16:creationId xmlns:a16="http://schemas.microsoft.com/office/drawing/2014/main" id="{E6DFCCF5-2F3D-224B-B0E8-1322569E2D54}"/>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273" name="Rectangle 272">
                <a:extLst>
                  <a:ext uri="{FF2B5EF4-FFF2-40B4-BE49-F238E27FC236}">
                    <a16:creationId xmlns:a16="http://schemas.microsoft.com/office/drawing/2014/main" id="{14887270-5868-8E42-B43F-A826CB88020A}"/>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74" name="Oval 273">
                <a:extLst>
                  <a:ext uri="{FF2B5EF4-FFF2-40B4-BE49-F238E27FC236}">
                    <a16:creationId xmlns:a16="http://schemas.microsoft.com/office/drawing/2014/main" id="{B0F0199B-ABF8-EA49-BC9C-72CE6D02D2D8}"/>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275" name="Freeform 274">
                <a:extLst>
                  <a:ext uri="{FF2B5EF4-FFF2-40B4-BE49-F238E27FC236}">
                    <a16:creationId xmlns:a16="http://schemas.microsoft.com/office/drawing/2014/main" id="{847C07A8-BA61-2C48-B6F5-C5159ED44C47}"/>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76" name="Freeform 275">
                <a:extLst>
                  <a:ext uri="{FF2B5EF4-FFF2-40B4-BE49-F238E27FC236}">
                    <a16:creationId xmlns:a16="http://schemas.microsoft.com/office/drawing/2014/main" id="{DA791831-0549-E449-AE4D-449917B94207}"/>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77" name="Freeform 276">
                <a:extLst>
                  <a:ext uri="{FF2B5EF4-FFF2-40B4-BE49-F238E27FC236}">
                    <a16:creationId xmlns:a16="http://schemas.microsoft.com/office/drawing/2014/main" id="{97A7453C-19D6-9D4B-9FC6-A5934AC05B43}"/>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78" name="Freeform 277">
                <a:extLst>
                  <a:ext uri="{FF2B5EF4-FFF2-40B4-BE49-F238E27FC236}">
                    <a16:creationId xmlns:a16="http://schemas.microsoft.com/office/drawing/2014/main" id="{53D4C27F-4176-8049-9B48-C3F5E88281C8}"/>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279" name="Straight Connector 278">
                <a:extLst>
                  <a:ext uri="{FF2B5EF4-FFF2-40B4-BE49-F238E27FC236}">
                    <a16:creationId xmlns:a16="http://schemas.microsoft.com/office/drawing/2014/main" id="{7715A6F6-6CCB-ED46-A743-4286C68C034C}"/>
                  </a:ext>
                </a:extLst>
              </p:cNvPr>
              <p:cNvCxnSpPr>
                <a:endCxn id="274"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280" name="Straight Connector 279">
                <a:extLst>
                  <a:ext uri="{FF2B5EF4-FFF2-40B4-BE49-F238E27FC236}">
                    <a16:creationId xmlns:a16="http://schemas.microsoft.com/office/drawing/2014/main" id="{7F35DEAD-7D06-7E45-B28E-1A2A472A313E}"/>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269" name="Group 268">
              <a:extLst>
                <a:ext uri="{FF2B5EF4-FFF2-40B4-BE49-F238E27FC236}">
                  <a16:creationId xmlns:a16="http://schemas.microsoft.com/office/drawing/2014/main" id="{D9D91D9C-FD28-F845-B09E-71AA5E9D7D7E}"/>
                </a:ext>
              </a:extLst>
            </p:cNvPr>
            <p:cNvGrpSpPr/>
            <p:nvPr/>
          </p:nvGrpSpPr>
          <p:grpSpPr>
            <a:xfrm>
              <a:off x="1770362" y="2873352"/>
              <a:ext cx="428460" cy="369332"/>
              <a:chOff x="667045" y="1708643"/>
              <a:chExt cx="428460" cy="369332"/>
            </a:xfrm>
          </p:grpSpPr>
          <p:sp>
            <p:nvSpPr>
              <p:cNvPr id="270" name="Oval 269">
                <a:extLst>
                  <a:ext uri="{FF2B5EF4-FFF2-40B4-BE49-F238E27FC236}">
                    <a16:creationId xmlns:a16="http://schemas.microsoft.com/office/drawing/2014/main" id="{A9888F85-3B9B-8B4E-ABCD-B313B2D3CACB}"/>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71" name="TextBox 270">
                <a:extLst>
                  <a:ext uri="{FF2B5EF4-FFF2-40B4-BE49-F238E27FC236}">
                    <a16:creationId xmlns:a16="http://schemas.microsoft.com/office/drawing/2014/main" id="{673E3131-DD41-8240-9E7A-FBA837148CBB}"/>
                  </a:ext>
                </a:extLst>
              </p:cNvPr>
              <p:cNvSpPr txBox="1"/>
              <p:nvPr/>
            </p:nvSpPr>
            <p:spPr>
              <a:xfrm>
                <a:off x="667045" y="1708643"/>
                <a:ext cx="428460"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1c</a:t>
                </a:r>
              </a:p>
            </p:txBody>
          </p:sp>
        </p:grpSp>
      </p:grpSp>
      <p:grpSp>
        <p:nvGrpSpPr>
          <p:cNvPr id="281" name="Group 280">
            <a:extLst>
              <a:ext uri="{FF2B5EF4-FFF2-40B4-BE49-F238E27FC236}">
                <a16:creationId xmlns:a16="http://schemas.microsoft.com/office/drawing/2014/main" id="{44973892-C260-B347-8746-32A35CC79EDD}"/>
              </a:ext>
            </a:extLst>
          </p:cNvPr>
          <p:cNvGrpSpPr/>
          <p:nvPr/>
        </p:nvGrpSpPr>
        <p:grpSpPr>
          <a:xfrm>
            <a:off x="2485346" y="3186385"/>
            <a:ext cx="565150" cy="369332"/>
            <a:chOff x="1736090" y="2873352"/>
            <a:chExt cx="565150" cy="369332"/>
          </a:xfrm>
        </p:grpSpPr>
        <p:grpSp>
          <p:nvGrpSpPr>
            <p:cNvPr id="282" name="Group 327">
              <a:extLst>
                <a:ext uri="{FF2B5EF4-FFF2-40B4-BE49-F238E27FC236}">
                  <a16:creationId xmlns:a16="http://schemas.microsoft.com/office/drawing/2014/main" id="{AD30559A-3552-E948-B986-C5BF0445F7A0}"/>
                </a:ext>
              </a:extLst>
            </p:cNvPr>
            <p:cNvGrpSpPr>
              <a:grpSpLocks/>
            </p:cNvGrpSpPr>
            <p:nvPr/>
          </p:nvGrpSpPr>
          <p:grpSpPr bwMode="auto">
            <a:xfrm>
              <a:off x="1736090" y="2893762"/>
              <a:ext cx="565150" cy="292100"/>
              <a:chOff x="1871277" y="1576300"/>
              <a:chExt cx="1128371" cy="437861"/>
            </a:xfrm>
          </p:grpSpPr>
          <p:sp>
            <p:nvSpPr>
              <p:cNvPr id="286" name="Oval 285">
                <a:extLst>
                  <a:ext uri="{FF2B5EF4-FFF2-40B4-BE49-F238E27FC236}">
                    <a16:creationId xmlns:a16="http://schemas.microsoft.com/office/drawing/2014/main" id="{B37E7D7B-622D-7248-8B75-49ACEF0097F3}"/>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287" name="Rectangle 286">
                <a:extLst>
                  <a:ext uri="{FF2B5EF4-FFF2-40B4-BE49-F238E27FC236}">
                    <a16:creationId xmlns:a16="http://schemas.microsoft.com/office/drawing/2014/main" id="{66B44901-E93E-E744-A70C-39EE8805A253}"/>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88" name="Oval 287">
                <a:extLst>
                  <a:ext uri="{FF2B5EF4-FFF2-40B4-BE49-F238E27FC236}">
                    <a16:creationId xmlns:a16="http://schemas.microsoft.com/office/drawing/2014/main" id="{995D5367-E811-4746-B432-3667E1C6CE47}"/>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289" name="Freeform 288">
                <a:extLst>
                  <a:ext uri="{FF2B5EF4-FFF2-40B4-BE49-F238E27FC236}">
                    <a16:creationId xmlns:a16="http://schemas.microsoft.com/office/drawing/2014/main" id="{E2F5BF33-ADF6-E445-BB5E-0BE6E9146241}"/>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90" name="Freeform 289">
                <a:extLst>
                  <a:ext uri="{FF2B5EF4-FFF2-40B4-BE49-F238E27FC236}">
                    <a16:creationId xmlns:a16="http://schemas.microsoft.com/office/drawing/2014/main" id="{A632D7A7-7416-C645-82EA-EB951FD3D9E8}"/>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91" name="Freeform 290">
                <a:extLst>
                  <a:ext uri="{FF2B5EF4-FFF2-40B4-BE49-F238E27FC236}">
                    <a16:creationId xmlns:a16="http://schemas.microsoft.com/office/drawing/2014/main" id="{513DC94B-28FB-C845-A76C-47551FFBA2CB}"/>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92" name="Freeform 291">
                <a:extLst>
                  <a:ext uri="{FF2B5EF4-FFF2-40B4-BE49-F238E27FC236}">
                    <a16:creationId xmlns:a16="http://schemas.microsoft.com/office/drawing/2014/main" id="{A095FCEB-B026-6943-8500-B6278392D511}"/>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293" name="Straight Connector 292">
                <a:extLst>
                  <a:ext uri="{FF2B5EF4-FFF2-40B4-BE49-F238E27FC236}">
                    <a16:creationId xmlns:a16="http://schemas.microsoft.com/office/drawing/2014/main" id="{BDB27A15-95C3-724D-9520-7EE1A22B0D7C}"/>
                  </a:ext>
                </a:extLst>
              </p:cNvPr>
              <p:cNvCxnSpPr>
                <a:endCxn id="288"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294" name="Straight Connector 293">
                <a:extLst>
                  <a:ext uri="{FF2B5EF4-FFF2-40B4-BE49-F238E27FC236}">
                    <a16:creationId xmlns:a16="http://schemas.microsoft.com/office/drawing/2014/main" id="{96417E75-B7C2-3B47-BC2B-A7AD33243162}"/>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283" name="Group 282">
              <a:extLst>
                <a:ext uri="{FF2B5EF4-FFF2-40B4-BE49-F238E27FC236}">
                  <a16:creationId xmlns:a16="http://schemas.microsoft.com/office/drawing/2014/main" id="{CF885392-BCAE-524F-A35F-4907E15760C6}"/>
                </a:ext>
              </a:extLst>
            </p:cNvPr>
            <p:cNvGrpSpPr/>
            <p:nvPr/>
          </p:nvGrpSpPr>
          <p:grpSpPr>
            <a:xfrm>
              <a:off x="1770362" y="2873352"/>
              <a:ext cx="441422" cy="369332"/>
              <a:chOff x="667045" y="1708643"/>
              <a:chExt cx="441422" cy="369332"/>
            </a:xfrm>
          </p:grpSpPr>
          <p:sp>
            <p:nvSpPr>
              <p:cNvPr id="284" name="Oval 283">
                <a:extLst>
                  <a:ext uri="{FF2B5EF4-FFF2-40B4-BE49-F238E27FC236}">
                    <a16:creationId xmlns:a16="http://schemas.microsoft.com/office/drawing/2014/main" id="{2B157D6D-D524-B54B-9C7B-C21AC16DF87C}"/>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85" name="TextBox 284">
                <a:extLst>
                  <a:ext uri="{FF2B5EF4-FFF2-40B4-BE49-F238E27FC236}">
                    <a16:creationId xmlns:a16="http://schemas.microsoft.com/office/drawing/2014/main" id="{169AE526-33AF-BC4A-B73D-D35D9EB675FA}"/>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1a</a:t>
                </a:r>
              </a:p>
            </p:txBody>
          </p:sp>
        </p:grpSp>
      </p:grpSp>
      <p:cxnSp>
        <p:nvCxnSpPr>
          <p:cNvPr id="295" name="Straight Connector 294">
            <a:extLst>
              <a:ext uri="{FF2B5EF4-FFF2-40B4-BE49-F238E27FC236}">
                <a16:creationId xmlns:a16="http://schemas.microsoft.com/office/drawing/2014/main" id="{27A57CAE-B0D2-CA4C-8570-FE855F92E068}"/>
              </a:ext>
            </a:extLst>
          </p:cNvPr>
          <p:cNvCxnSpPr>
            <a:stCxn id="243" idx="2"/>
            <a:endCxn id="257" idx="0"/>
          </p:cNvCxnSpPr>
          <p:nvPr/>
        </p:nvCxnSpPr>
        <p:spPr bwMode="auto">
          <a:xfrm>
            <a:off x="3643088" y="2950350"/>
            <a:ext cx="4230" cy="851985"/>
          </a:xfrm>
          <a:prstGeom prst="line">
            <a:avLst/>
          </a:prstGeom>
          <a:solidFill>
            <a:srgbClr val="00CC99"/>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96" name="Straight Connector 295">
            <a:extLst>
              <a:ext uri="{FF2B5EF4-FFF2-40B4-BE49-F238E27FC236}">
                <a16:creationId xmlns:a16="http://schemas.microsoft.com/office/drawing/2014/main" id="{D479AC6F-B057-9E48-A9AA-036CA81945B0}"/>
              </a:ext>
            </a:extLst>
          </p:cNvPr>
          <p:cNvCxnSpPr/>
          <p:nvPr/>
        </p:nvCxnSpPr>
        <p:spPr bwMode="auto">
          <a:xfrm>
            <a:off x="3059492" y="3356287"/>
            <a:ext cx="1204913" cy="6353"/>
          </a:xfrm>
          <a:prstGeom prst="line">
            <a:avLst/>
          </a:prstGeom>
          <a:solidFill>
            <a:srgbClr val="00CC99"/>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97" name="Straight Connector 296">
            <a:extLst>
              <a:ext uri="{FF2B5EF4-FFF2-40B4-BE49-F238E27FC236}">
                <a16:creationId xmlns:a16="http://schemas.microsoft.com/office/drawing/2014/main" id="{BA206EA1-21CD-BC4B-B385-608907D5FA83}"/>
              </a:ext>
            </a:extLst>
          </p:cNvPr>
          <p:cNvCxnSpPr>
            <a:stCxn id="244" idx="7"/>
          </p:cNvCxnSpPr>
          <p:nvPr/>
        </p:nvCxnSpPr>
        <p:spPr bwMode="auto">
          <a:xfrm>
            <a:off x="3870723" y="2862143"/>
            <a:ext cx="480042" cy="369773"/>
          </a:xfrm>
          <a:prstGeom prst="line">
            <a:avLst/>
          </a:prstGeom>
          <a:solidFill>
            <a:srgbClr val="00CC99"/>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98" name="Straight Connector 297">
            <a:extLst>
              <a:ext uri="{FF2B5EF4-FFF2-40B4-BE49-F238E27FC236}">
                <a16:creationId xmlns:a16="http://schemas.microsoft.com/office/drawing/2014/main" id="{6525475A-0A19-B34B-95BE-54EBE38E0C76}"/>
              </a:ext>
            </a:extLst>
          </p:cNvPr>
          <p:cNvCxnSpPr/>
          <p:nvPr/>
        </p:nvCxnSpPr>
        <p:spPr bwMode="auto">
          <a:xfrm>
            <a:off x="2952088" y="3493970"/>
            <a:ext cx="477927" cy="357071"/>
          </a:xfrm>
          <a:prstGeom prst="line">
            <a:avLst/>
          </a:prstGeom>
          <a:solidFill>
            <a:srgbClr val="00CC99"/>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99" name="Straight Connector 298">
            <a:extLst>
              <a:ext uri="{FF2B5EF4-FFF2-40B4-BE49-F238E27FC236}">
                <a16:creationId xmlns:a16="http://schemas.microsoft.com/office/drawing/2014/main" id="{A5B8999E-BFE6-604D-A950-204DE89A323A}"/>
              </a:ext>
            </a:extLst>
          </p:cNvPr>
          <p:cNvCxnSpPr/>
          <p:nvPr/>
        </p:nvCxnSpPr>
        <p:spPr bwMode="auto">
          <a:xfrm flipH="1">
            <a:off x="3848057" y="3491208"/>
            <a:ext cx="508002" cy="349250"/>
          </a:xfrm>
          <a:prstGeom prst="line">
            <a:avLst/>
          </a:prstGeom>
          <a:solidFill>
            <a:srgbClr val="00CC99"/>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00" name="Straight Connector 299">
            <a:extLst>
              <a:ext uri="{FF2B5EF4-FFF2-40B4-BE49-F238E27FC236}">
                <a16:creationId xmlns:a16="http://schemas.microsoft.com/office/drawing/2014/main" id="{75740F6C-5159-C140-B602-34200789C066}"/>
              </a:ext>
            </a:extLst>
          </p:cNvPr>
          <p:cNvCxnSpPr/>
          <p:nvPr/>
        </p:nvCxnSpPr>
        <p:spPr bwMode="auto">
          <a:xfrm flipH="1">
            <a:off x="2939568" y="2874612"/>
            <a:ext cx="508002" cy="349250"/>
          </a:xfrm>
          <a:prstGeom prst="line">
            <a:avLst/>
          </a:prstGeom>
          <a:solidFill>
            <a:srgbClr val="00CC99"/>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nvGrpSpPr>
          <p:cNvPr id="301" name="Group 300">
            <a:extLst>
              <a:ext uri="{FF2B5EF4-FFF2-40B4-BE49-F238E27FC236}">
                <a16:creationId xmlns:a16="http://schemas.microsoft.com/office/drawing/2014/main" id="{5C99B0AA-49FB-1141-B5E4-D7232CDD5304}"/>
              </a:ext>
            </a:extLst>
          </p:cNvPr>
          <p:cNvGrpSpPr/>
          <p:nvPr/>
        </p:nvGrpSpPr>
        <p:grpSpPr>
          <a:xfrm>
            <a:off x="4858786" y="1645599"/>
            <a:ext cx="2712783" cy="1853712"/>
            <a:chOff x="-2170772" y="2784954"/>
            <a:chExt cx="2712783" cy="1853712"/>
          </a:xfrm>
        </p:grpSpPr>
        <p:sp>
          <p:nvSpPr>
            <p:cNvPr id="302" name="Freeform 2">
              <a:extLst>
                <a:ext uri="{FF2B5EF4-FFF2-40B4-BE49-F238E27FC236}">
                  <a16:creationId xmlns:a16="http://schemas.microsoft.com/office/drawing/2014/main" id="{4351A3A5-5128-274F-BA02-64D327683049}"/>
                </a:ext>
              </a:extLst>
            </p:cNvPr>
            <p:cNvSpPr>
              <a:spLocks/>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9CE0FA"/>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03" name="Group 302">
              <a:extLst>
                <a:ext uri="{FF2B5EF4-FFF2-40B4-BE49-F238E27FC236}">
                  <a16:creationId xmlns:a16="http://schemas.microsoft.com/office/drawing/2014/main" id="{5EB4F7B4-C2F9-C744-BCB7-00FC4616248F}"/>
                </a:ext>
              </a:extLst>
            </p:cNvPr>
            <p:cNvGrpSpPr/>
            <p:nvPr/>
          </p:nvGrpSpPr>
          <p:grpSpPr>
            <a:xfrm>
              <a:off x="-1935370" y="2935816"/>
              <a:ext cx="2333625" cy="1590649"/>
              <a:chOff x="833331" y="2873352"/>
              <a:chExt cx="2333625" cy="1590649"/>
            </a:xfrm>
          </p:grpSpPr>
          <p:grpSp>
            <p:nvGrpSpPr>
              <p:cNvPr id="304" name="Group 303">
                <a:extLst>
                  <a:ext uri="{FF2B5EF4-FFF2-40B4-BE49-F238E27FC236}">
                    <a16:creationId xmlns:a16="http://schemas.microsoft.com/office/drawing/2014/main" id="{2C001E14-39B1-4E4D-A67A-34C01450E3D7}"/>
                  </a:ext>
                </a:extLst>
              </p:cNvPr>
              <p:cNvGrpSpPr/>
              <p:nvPr/>
            </p:nvGrpSpPr>
            <p:grpSpPr>
              <a:xfrm>
                <a:off x="1736090" y="2873352"/>
                <a:ext cx="565150" cy="369332"/>
                <a:chOff x="1736090" y="2873352"/>
                <a:chExt cx="565150" cy="369332"/>
              </a:xfrm>
            </p:grpSpPr>
            <p:grpSp>
              <p:nvGrpSpPr>
                <p:cNvPr id="353" name="Group 327">
                  <a:extLst>
                    <a:ext uri="{FF2B5EF4-FFF2-40B4-BE49-F238E27FC236}">
                      <a16:creationId xmlns:a16="http://schemas.microsoft.com/office/drawing/2014/main" id="{39F81896-B728-4542-A517-E7DCF49926C2}"/>
                    </a:ext>
                  </a:extLst>
                </p:cNvPr>
                <p:cNvGrpSpPr>
                  <a:grpSpLocks/>
                </p:cNvGrpSpPr>
                <p:nvPr/>
              </p:nvGrpSpPr>
              <p:grpSpPr bwMode="auto">
                <a:xfrm>
                  <a:off x="1736090" y="2893762"/>
                  <a:ext cx="565150" cy="292100"/>
                  <a:chOff x="1871277" y="1576300"/>
                  <a:chExt cx="1128371" cy="437861"/>
                </a:xfrm>
              </p:grpSpPr>
              <p:sp>
                <p:nvSpPr>
                  <p:cNvPr id="357" name="Oval 356">
                    <a:extLst>
                      <a:ext uri="{FF2B5EF4-FFF2-40B4-BE49-F238E27FC236}">
                        <a16:creationId xmlns:a16="http://schemas.microsoft.com/office/drawing/2014/main" id="{1386EAF9-3398-E046-9002-462E3E8B3B1A}"/>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58" name="Rectangle 357">
                    <a:extLst>
                      <a:ext uri="{FF2B5EF4-FFF2-40B4-BE49-F238E27FC236}">
                        <a16:creationId xmlns:a16="http://schemas.microsoft.com/office/drawing/2014/main" id="{2A59F36D-A6B3-1845-A26D-825CD3515B26}"/>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59" name="Oval 358">
                    <a:extLst>
                      <a:ext uri="{FF2B5EF4-FFF2-40B4-BE49-F238E27FC236}">
                        <a16:creationId xmlns:a16="http://schemas.microsoft.com/office/drawing/2014/main" id="{86DADEB3-A84E-BC49-AE2C-071EBE960196}"/>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60" name="Freeform 359">
                    <a:extLst>
                      <a:ext uri="{FF2B5EF4-FFF2-40B4-BE49-F238E27FC236}">
                        <a16:creationId xmlns:a16="http://schemas.microsoft.com/office/drawing/2014/main" id="{20547C29-4534-C844-BFC1-3746F636DD04}"/>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61" name="Freeform 360">
                    <a:extLst>
                      <a:ext uri="{FF2B5EF4-FFF2-40B4-BE49-F238E27FC236}">
                        <a16:creationId xmlns:a16="http://schemas.microsoft.com/office/drawing/2014/main" id="{DC857207-4025-CA48-BEE4-F6F5A06FE2A2}"/>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62" name="Freeform 361">
                    <a:extLst>
                      <a:ext uri="{FF2B5EF4-FFF2-40B4-BE49-F238E27FC236}">
                        <a16:creationId xmlns:a16="http://schemas.microsoft.com/office/drawing/2014/main" id="{2E005F33-CCAA-AC45-A418-B83561038888}"/>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63" name="Freeform 362">
                    <a:extLst>
                      <a:ext uri="{FF2B5EF4-FFF2-40B4-BE49-F238E27FC236}">
                        <a16:creationId xmlns:a16="http://schemas.microsoft.com/office/drawing/2014/main" id="{5771A3B9-1639-FF4E-8198-4AE86F3DB210}"/>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64" name="Straight Connector 363">
                    <a:extLst>
                      <a:ext uri="{FF2B5EF4-FFF2-40B4-BE49-F238E27FC236}">
                        <a16:creationId xmlns:a16="http://schemas.microsoft.com/office/drawing/2014/main" id="{9FC39B1A-492A-9541-9DC5-9B7204A27633}"/>
                      </a:ext>
                    </a:extLst>
                  </p:cNvPr>
                  <p:cNvCxnSpPr>
                    <a:endCxn id="359"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365" name="Straight Connector 364">
                    <a:extLst>
                      <a:ext uri="{FF2B5EF4-FFF2-40B4-BE49-F238E27FC236}">
                        <a16:creationId xmlns:a16="http://schemas.microsoft.com/office/drawing/2014/main" id="{AADDF059-6DA7-9A46-B4F8-75F0EEDFD756}"/>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354" name="Group 353">
                  <a:extLst>
                    <a:ext uri="{FF2B5EF4-FFF2-40B4-BE49-F238E27FC236}">
                      <a16:creationId xmlns:a16="http://schemas.microsoft.com/office/drawing/2014/main" id="{07C92B92-327C-F240-9153-AF0F48DCA8A7}"/>
                    </a:ext>
                  </a:extLst>
                </p:cNvPr>
                <p:cNvGrpSpPr/>
                <p:nvPr/>
              </p:nvGrpSpPr>
              <p:grpSpPr>
                <a:xfrm>
                  <a:off x="1770362" y="2873352"/>
                  <a:ext cx="441422" cy="369332"/>
                  <a:chOff x="667045" y="1708643"/>
                  <a:chExt cx="441422" cy="369332"/>
                </a:xfrm>
              </p:grpSpPr>
              <p:sp>
                <p:nvSpPr>
                  <p:cNvPr id="355" name="Oval 354">
                    <a:extLst>
                      <a:ext uri="{FF2B5EF4-FFF2-40B4-BE49-F238E27FC236}">
                        <a16:creationId xmlns:a16="http://schemas.microsoft.com/office/drawing/2014/main" id="{BE7C3B54-F5E0-CE4B-A305-3CCBF8E6ED6A}"/>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56" name="TextBox 355">
                    <a:extLst>
                      <a:ext uri="{FF2B5EF4-FFF2-40B4-BE49-F238E27FC236}">
                        <a16:creationId xmlns:a16="http://schemas.microsoft.com/office/drawing/2014/main" id="{41042B66-DB3E-B844-A994-D647DF0D0BAB}"/>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2b</a:t>
                    </a:r>
                  </a:p>
                </p:txBody>
              </p:sp>
            </p:grpSp>
          </p:grpSp>
          <p:grpSp>
            <p:nvGrpSpPr>
              <p:cNvPr id="305" name="Group 304">
                <a:extLst>
                  <a:ext uri="{FF2B5EF4-FFF2-40B4-BE49-F238E27FC236}">
                    <a16:creationId xmlns:a16="http://schemas.microsoft.com/office/drawing/2014/main" id="{94521824-A109-FC42-A88C-07A720A09CB8}"/>
                  </a:ext>
                </a:extLst>
              </p:cNvPr>
              <p:cNvGrpSpPr/>
              <p:nvPr/>
            </p:nvGrpSpPr>
            <p:grpSpPr>
              <a:xfrm>
                <a:off x="1740320" y="4094669"/>
                <a:ext cx="565150" cy="369332"/>
                <a:chOff x="1736090" y="2873352"/>
                <a:chExt cx="565150" cy="369332"/>
              </a:xfrm>
            </p:grpSpPr>
            <p:grpSp>
              <p:nvGrpSpPr>
                <p:cNvPr id="340" name="Group 327">
                  <a:extLst>
                    <a:ext uri="{FF2B5EF4-FFF2-40B4-BE49-F238E27FC236}">
                      <a16:creationId xmlns:a16="http://schemas.microsoft.com/office/drawing/2014/main" id="{C6BE9DB2-4FEB-B04B-80CA-1A12C6D91B8C}"/>
                    </a:ext>
                  </a:extLst>
                </p:cNvPr>
                <p:cNvGrpSpPr>
                  <a:grpSpLocks/>
                </p:cNvGrpSpPr>
                <p:nvPr/>
              </p:nvGrpSpPr>
              <p:grpSpPr bwMode="auto">
                <a:xfrm>
                  <a:off x="1736090" y="2893762"/>
                  <a:ext cx="565150" cy="292100"/>
                  <a:chOff x="1871277" y="1576300"/>
                  <a:chExt cx="1128371" cy="437861"/>
                </a:xfrm>
              </p:grpSpPr>
              <p:sp>
                <p:nvSpPr>
                  <p:cNvPr id="344" name="Oval 343">
                    <a:extLst>
                      <a:ext uri="{FF2B5EF4-FFF2-40B4-BE49-F238E27FC236}">
                        <a16:creationId xmlns:a16="http://schemas.microsoft.com/office/drawing/2014/main" id="{9E59D841-331F-334E-8A00-DB7F04345816}"/>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45" name="Rectangle 344">
                    <a:extLst>
                      <a:ext uri="{FF2B5EF4-FFF2-40B4-BE49-F238E27FC236}">
                        <a16:creationId xmlns:a16="http://schemas.microsoft.com/office/drawing/2014/main" id="{82362D69-AADA-7046-9626-1B24DD78FC76}"/>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46" name="Oval 345">
                    <a:extLst>
                      <a:ext uri="{FF2B5EF4-FFF2-40B4-BE49-F238E27FC236}">
                        <a16:creationId xmlns:a16="http://schemas.microsoft.com/office/drawing/2014/main" id="{DA5257A0-113D-2647-BFB9-8F77EB110985}"/>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47" name="Freeform 346">
                    <a:extLst>
                      <a:ext uri="{FF2B5EF4-FFF2-40B4-BE49-F238E27FC236}">
                        <a16:creationId xmlns:a16="http://schemas.microsoft.com/office/drawing/2014/main" id="{B46A77BC-D229-D349-966D-8E44ACA3B040}"/>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48" name="Freeform 347">
                    <a:extLst>
                      <a:ext uri="{FF2B5EF4-FFF2-40B4-BE49-F238E27FC236}">
                        <a16:creationId xmlns:a16="http://schemas.microsoft.com/office/drawing/2014/main" id="{E2C2490B-931E-5E4F-8DEE-04AF94B8F353}"/>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49" name="Freeform 348">
                    <a:extLst>
                      <a:ext uri="{FF2B5EF4-FFF2-40B4-BE49-F238E27FC236}">
                        <a16:creationId xmlns:a16="http://schemas.microsoft.com/office/drawing/2014/main" id="{9015BF3D-C27E-FB42-9273-1B905C933DFF}"/>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50" name="Freeform 349">
                    <a:extLst>
                      <a:ext uri="{FF2B5EF4-FFF2-40B4-BE49-F238E27FC236}">
                        <a16:creationId xmlns:a16="http://schemas.microsoft.com/office/drawing/2014/main" id="{5CCC0015-A70F-704D-9D5D-FFE144612620}"/>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51" name="Straight Connector 350">
                    <a:extLst>
                      <a:ext uri="{FF2B5EF4-FFF2-40B4-BE49-F238E27FC236}">
                        <a16:creationId xmlns:a16="http://schemas.microsoft.com/office/drawing/2014/main" id="{F99F2909-0B49-1B4B-918D-2DE20CA844A4}"/>
                      </a:ext>
                    </a:extLst>
                  </p:cNvPr>
                  <p:cNvCxnSpPr>
                    <a:endCxn id="346"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352" name="Straight Connector 351">
                    <a:extLst>
                      <a:ext uri="{FF2B5EF4-FFF2-40B4-BE49-F238E27FC236}">
                        <a16:creationId xmlns:a16="http://schemas.microsoft.com/office/drawing/2014/main" id="{F25DF1E2-3B76-3948-85FE-D47D1D99A8E5}"/>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341" name="Group 340">
                  <a:extLst>
                    <a:ext uri="{FF2B5EF4-FFF2-40B4-BE49-F238E27FC236}">
                      <a16:creationId xmlns:a16="http://schemas.microsoft.com/office/drawing/2014/main" id="{E7693217-ABC3-924C-9914-3760B556CDFE}"/>
                    </a:ext>
                  </a:extLst>
                </p:cNvPr>
                <p:cNvGrpSpPr/>
                <p:nvPr/>
              </p:nvGrpSpPr>
              <p:grpSpPr>
                <a:xfrm>
                  <a:off x="1770362" y="2873352"/>
                  <a:ext cx="441422" cy="369332"/>
                  <a:chOff x="667045" y="1708643"/>
                  <a:chExt cx="441422" cy="369332"/>
                </a:xfrm>
              </p:grpSpPr>
              <p:sp>
                <p:nvSpPr>
                  <p:cNvPr id="342" name="Oval 341">
                    <a:extLst>
                      <a:ext uri="{FF2B5EF4-FFF2-40B4-BE49-F238E27FC236}">
                        <a16:creationId xmlns:a16="http://schemas.microsoft.com/office/drawing/2014/main" id="{760C8DF4-9BF3-6449-BF76-C0EEAA998AF5}"/>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43" name="TextBox 342">
                    <a:extLst>
                      <a:ext uri="{FF2B5EF4-FFF2-40B4-BE49-F238E27FC236}">
                        <a16:creationId xmlns:a16="http://schemas.microsoft.com/office/drawing/2014/main" id="{890DC765-6A28-2F4C-97E7-DF12510FF8D1}"/>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2d</a:t>
                    </a:r>
                  </a:p>
                </p:txBody>
              </p:sp>
            </p:grpSp>
          </p:grpSp>
          <p:grpSp>
            <p:nvGrpSpPr>
              <p:cNvPr id="306" name="Group 305">
                <a:extLst>
                  <a:ext uri="{FF2B5EF4-FFF2-40B4-BE49-F238E27FC236}">
                    <a16:creationId xmlns:a16="http://schemas.microsoft.com/office/drawing/2014/main" id="{66270917-608C-734F-BC55-2C1849361844}"/>
                  </a:ext>
                </a:extLst>
              </p:cNvPr>
              <p:cNvGrpSpPr/>
              <p:nvPr/>
            </p:nvGrpSpPr>
            <p:grpSpPr>
              <a:xfrm>
                <a:off x="2601806" y="3485072"/>
                <a:ext cx="565150" cy="369332"/>
                <a:chOff x="1736090" y="2873352"/>
                <a:chExt cx="565150" cy="369332"/>
              </a:xfrm>
            </p:grpSpPr>
            <p:grpSp>
              <p:nvGrpSpPr>
                <p:cNvPr id="327" name="Group 327">
                  <a:extLst>
                    <a:ext uri="{FF2B5EF4-FFF2-40B4-BE49-F238E27FC236}">
                      <a16:creationId xmlns:a16="http://schemas.microsoft.com/office/drawing/2014/main" id="{9A7886E1-08EA-2E4B-837D-DA3595E2A544}"/>
                    </a:ext>
                  </a:extLst>
                </p:cNvPr>
                <p:cNvGrpSpPr>
                  <a:grpSpLocks/>
                </p:cNvGrpSpPr>
                <p:nvPr/>
              </p:nvGrpSpPr>
              <p:grpSpPr bwMode="auto">
                <a:xfrm>
                  <a:off x="1736090" y="2893762"/>
                  <a:ext cx="565150" cy="292100"/>
                  <a:chOff x="1871277" y="1576300"/>
                  <a:chExt cx="1128371" cy="437861"/>
                </a:xfrm>
              </p:grpSpPr>
              <p:sp>
                <p:nvSpPr>
                  <p:cNvPr id="331" name="Oval 330">
                    <a:extLst>
                      <a:ext uri="{FF2B5EF4-FFF2-40B4-BE49-F238E27FC236}">
                        <a16:creationId xmlns:a16="http://schemas.microsoft.com/office/drawing/2014/main" id="{532D9B14-44A1-744C-A2D7-BEEC1B4F859F}"/>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32" name="Rectangle 331">
                    <a:extLst>
                      <a:ext uri="{FF2B5EF4-FFF2-40B4-BE49-F238E27FC236}">
                        <a16:creationId xmlns:a16="http://schemas.microsoft.com/office/drawing/2014/main" id="{2A2EFB4A-13A5-AF41-8EEE-11C7F8D98CC7}"/>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33" name="Oval 332">
                    <a:extLst>
                      <a:ext uri="{FF2B5EF4-FFF2-40B4-BE49-F238E27FC236}">
                        <a16:creationId xmlns:a16="http://schemas.microsoft.com/office/drawing/2014/main" id="{AF249073-E608-3E47-9680-EB2AB37E81C9}"/>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34" name="Freeform 333">
                    <a:extLst>
                      <a:ext uri="{FF2B5EF4-FFF2-40B4-BE49-F238E27FC236}">
                        <a16:creationId xmlns:a16="http://schemas.microsoft.com/office/drawing/2014/main" id="{8BB59055-7770-4047-9EE1-EF83E46481C5}"/>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35" name="Freeform 334">
                    <a:extLst>
                      <a:ext uri="{FF2B5EF4-FFF2-40B4-BE49-F238E27FC236}">
                        <a16:creationId xmlns:a16="http://schemas.microsoft.com/office/drawing/2014/main" id="{5A26CD9F-E13C-0C4C-938E-AA65DF814773}"/>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36" name="Freeform 335">
                    <a:extLst>
                      <a:ext uri="{FF2B5EF4-FFF2-40B4-BE49-F238E27FC236}">
                        <a16:creationId xmlns:a16="http://schemas.microsoft.com/office/drawing/2014/main" id="{78B4C77F-79CD-3C4E-AF1F-32FB2324189F}"/>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37" name="Freeform 336">
                    <a:extLst>
                      <a:ext uri="{FF2B5EF4-FFF2-40B4-BE49-F238E27FC236}">
                        <a16:creationId xmlns:a16="http://schemas.microsoft.com/office/drawing/2014/main" id="{89696CD5-A4A0-8B4B-80F3-354BD21342A5}"/>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38" name="Straight Connector 337">
                    <a:extLst>
                      <a:ext uri="{FF2B5EF4-FFF2-40B4-BE49-F238E27FC236}">
                        <a16:creationId xmlns:a16="http://schemas.microsoft.com/office/drawing/2014/main" id="{927A1379-7762-8244-94E4-858920C40ACB}"/>
                      </a:ext>
                    </a:extLst>
                  </p:cNvPr>
                  <p:cNvCxnSpPr>
                    <a:endCxn id="333"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339" name="Straight Connector 338">
                    <a:extLst>
                      <a:ext uri="{FF2B5EF4-FFF2-40B4-BE49-F238E27FC236}">
                        <a16:creationId xmlns:a16="http://schemas.microsoft.com/office/drawing/2014/main" id="{0B73741F-7FDF-C443-94A9-9A198E98F2F7}"/>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328" name="Group 327">
                  <a:extLst>
                    <a:ext uri="{FF2B5EF4-FFF2-40B4-BE49-F238E27FC236}">
                      <a16:creationId xmlns:a16="http://schemas.microsoft.com/office/drawing/2014/main" id="{4AFFC910-6AF2-B64C-9C64-F69CE3FB93A7}"/>
                    </a:ext>
                  </a:extLst>
                </p:cNvPr>
                <p:cNvGrpSpPr/>
                <p:nvPr/>
              </p:nvGrpSpPr>
              <p:grpSpPr>
                <a:xfrm>
                  <a:off x="1770362" y="2873352"/>
                  <a:ext cx="428460" cy="369332"/>
                  <a:chOff x="667045" y="1708643"/>
                  <a:chExt cx="428460" cy="369332"/>
                </a:xfrm>
              </p:grpSpPr>
              <p:sp>
                <p:nvSpPr>
                  <p:cNvPr id="329" name="Oval 328">
                    <a:extLst>
                      <a:ext uri="{FF2B5EF4-FFF2-40B4-BE49-F238E27FC236}">
                        <a16:creationId xmlns:a16="http://schemas.microsoft.com/office/drawing/2014/main" id="{9795B1AE-6991-ED40-8FEC-1206327CE32C}"/>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30" name="TextBox 329">
                    <a:extLst>
                      <a:ext uri="{FF2B5EF4-FFF2-40B4-BE49-F238E27FC236}">
                        <a16:creationId xmlns:a16="http://schemas.microsoft.com/office/drawing/2014/main" id="{14CB7C98-FD28-644B-95A1-43D21099296E}"/>
                      </a:ext>
                    </a:extLst>
                  </p:cNvPr>
                  <p:cNvSpPr txBox="1"/>
                  <p:nvPr/>
                </p:nvSpPr>
                <p:spPr>
                  <a:xfrm>
                    <a:off x="667045" y="1708643"/>
                    <a:ext cx="428460"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2c</a:t>
                    </a:r>
                  </a:p>
                </p:txBody>
              </p:sp>
            </p:grpSp>
          </p:grpSp>
          <p:grpSp>
            <p:nvGrpSpPr>
              <p:cNvPr id="307" name="Group 306">
                <a:extLst>
                  <a:ext uri="{FF2B5EF4-FFF2-40B4-BE49-F238E27FC236}">
                    <a16:creationId xmlns:a16="http://schemas.microsoft.com/office/drawing/2014/main" id="{61F9CF47-C970-3A4C-B169-A7A52C552D23}"/>
                  </a:ext>
                </a:extLst>
              </p:cNvPr>
              <p:cNvGrpSpPr/>
              <p:nvPr/>
            </p:nvGrpSpPr>
            <p:grpSpPr>
              <a:xfrm>
                <a:off x="833331" y="3478719"/>
                <a:ext cx="565150" cy="369332"/>
                <a:chOff x="1736090" y="2873352"/>
                <a:chExt cx="565150" cy="369332"/>
              </a:xfrm>
            </p:grpSpPr>
            <p:grpSp>
              <p:nvGrpSpPr>
                <p:cNvPr id="314" name="Group 327">
                  <a:extLst>
                    <a:ext uri="{FF2B5EF4-FFF2-40B4-BE49-F238E27FC236}">
                      <a16:creationId xmlns:a16="http://schemas.microsoft.com/office/drawing/2014/main" id="{F9DED53C-AD56-274E-BB62-36141AAA2398}"/>
                    </a:ext>
                  </a:extLst>
                </p:cNvPr>
                <p:cNvGrpSpPr>
                  <a:grpSpLocks/>
                </p:cNvGrpSpPr>
                <p:nvPr/>
              </p:nvGrpSpPr>
              <p:grpSpPr bwMode="auto">
                <a:xfrm>
                  <a:off x="1736090" y="2893762"/>
                  <a:ext cx="565150" cy="292100"/>
                  <a:chOff x="1871277" y="1576300"/>
                  <a:chExt cx="1128371" cy="437861"/>
                </a:xfrm>
              </p:grpSpPr>
              <p:sp>
                <p:nvSpPr>
                  <p:cNvPr id="318" name="Oval 317">
                    <a:extLst>
                      <a:ext uri="{FF2B5EF4-FFF2-40B4-BE49-F238E27FC236}">
                        <a16:creationId xmlns:a16="http://schemas.microsoft.com/office/drawing/2014/main" id="{B8CD06C3-9989-3C4E-8036-F46194FC0CCC}"/>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19" name="Rectangle 318">
                    <a:extLst>
                      <a:ext uri="{FF2B5EF4-FFF2-40B4-BE49-F238E27FC236}">
                        <a16:creationId xmlns:a16="http://schemas.microsoft.com/office/drawing/2014/main" id="{4F6344DE-C5D9-4A4C-9CB1-075FFAB59BCE}"/>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20" name="Oval 319">
                    <a:extLst>
                      <a:ext uri="{FF2B5EF4-FFF2-40B4-BE49-F238E27FC236}">
                        <a16:creationId xmlns:a16="http://schemas.microsoft.com/office/drawing/2014/main" id="{670ED3B3-66E2-774A-A7A7-CE3A2C76ABC7}"/>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21" name="Freeform 320">
                    <a:extLst>
                      <a:ext uri="{FF2B5EF4-FFF2-40B4-BE49-F238E27FC236}">
                        <a16:creationId xmlns:a16="http://schemas.microsoft.com/office/drawing/2014/main" id="{E7A204A3-9A7F-DC4A-B8B8-0FAEF51963CA}"/>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22" name="Freeform 321">
                    <a:extLst>
                      <a:ext uri="{FF2B5EF4-FFF2-40B4-BE49-F238E27FC236}">
                        <a16:creationId xmlns:a16="http://schemas.microsoft.com/office/drawing/2014/main" id="{AF9AFEA5-73B4-EF4A-8707-4381B9DFBD8E}"/>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23" name="Freeform 322">
                    <a:extLst>
                      <a:ext uri="{FF2B5EF4-FFF2-40B4-BE49-F238E27FC236}">
                        <a16:creationId xmlns:a16="http://schemas.microsoft.com/office/drawing/2014/main" id="{93181305-93BB-AC4D-A380-CAE9ACFB6B00}"/>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24" name="Freeform 323">
                    <a:extLst>
                      <a:ext uri="{FF2B5EF4-FFF2-40B4-BE49-F238E27FC236}">
                        <a16:creationId xmlns:a16="http://schemas.microsoft.com/office/drawing/2014/main" id="{D8235E85-E84C-6E40-9DA7-7CA36D31CA34}"/>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25" name="Straight Connector 324">
                    <a:extLst>
                      <a:ext uri="{FF2B5EF4-FFF2-40B4-BE49-F238E27FC236}">
                        <a16:creationId xmlns:a16="http://schemas.microsoft.com/office/drawing/2014/main" id="{225D6CA1-32FC-2E47-8732-EECB0BA1104A}"/>
                      </a:ext>
                    </a:extLst>
                  </p:cNvPr>
                  <p:cNvCxnSpPr>
                    <a:endCxn id="320"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326" name="Straight Connector 325">
                    <a:extLst>
                      <a:ext uri="{FF2B5EF4-FFF2-40B4-BE49-F238E27FC236}">
                        <a16:creationId xmlns:a16="http://schemas.microsoft.com/office/drawing/2014/main" id="{4927E673-C098-944A-9E84-A95844595AE9}"/>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315" name="Group 314">
                  <a:extLst>
                    <a:ext uri="{FF2B5EF4-FFF2-40B4-BE49-F238E27FC236}">
                      <a16:creationId xmlns:a16="http://schemas.microsoft.com/office/drawing/2014/main" id="{BEECD35D-84C4-3643-97FF-88EC18C4AA52}"/>
                    </a:ext>
                  </a:extLst>
                </p:cNvPr>
                <p:cNvGrpSpPr/>
                <p:nvPr/>
              </p:nvGrpSpPr>
              <p:grpSpPr>
                <a:xfrm>
                  <a:off x="1770362" y="2873352"/>
                  <a:ext cx="441422" cy="369332"/>
                  <a:chOff x="667045" y="1708643"/>
                  <a:chExt cx="441422" cy="369332"/>
                </a:xfrm>
              </p:grpSpPr>
              <p:sp>
                <p:nvSpPr>
                  <p:cNvPr id="316" name="Oval 315">
                    <a:extLst>
                      <a:ext uri="{FF2B5EF4-FFF2-40B4-BE49-F238E27FC236}">
                        <a16:creationId xmlns:a16="http://schemas.microsoft.com/office/drawing/2014/main" id="{0CB91643-3AB0-EF44-A66B-3E3CA829D67C}"/>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17" name="TextBox 316">
                    <a:extLst>
                      <a:ext uri="{FF2B5EF4-FFF2-40B4-BE49-F238E27FC236}">
                        <a16:creationId xmlns:a16="http://schemas.microsoft.com/office/drawing/2014/main" id="{4CC82E12-E89A-C344-82C9-B41338A31E4C}"/>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2a</a:t>
                    </a:r>
                  </a:p>
                </p:txBody>
              </p:sp>
            </p:grpSp>
          </p:grpSp>
          <p:cxnSp>
            <p:nvCxnSpPr>
              <p:cNvPr id="308" name="Straight Connector 307">
                <a:extLst>
                  <a:ext uri="{FF2B5EF4-FFF2-40B4-BE49-F238E27FC236}">
                    <a16:creationId xmlns:a16="http://schemas.microsoft.com/office/drawing/2014/main" id="{F656A253-20CE-264C-9E80-23FEAE2DA887}"/>
                  </a:ext>
                </a:extLst>
              </p:cNvPr>
              <p:cNvCxnSpPr>
                <a:stCxn id="356" idx="2"/>
                <a:endCxn id="343" idx="0"/>
              </p:cNvCxnSpPr>
              <p:nvPr/>
            </p:nvCxnSpPr>
            <p:spPr bwMode="auto">
              <a:xfrm>
                <a:off x="1991073" y="3242684"/>
                <a:ext cx="4230" cy="851985"/>
              </a:xfrm>
              <a:prstGeom prst="line">
                <a:avLst/>
              </a:prstGeom>
              <a:solidFill>
                <a:srgbClr val="00CC99"/>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09" name="Straight Connector 308">
                <a:extLst>
                  <a:ext uri="{FF2B5EF4-FFF2-40B4-BE49-F238E27FC236}">
                    <a16:creationId xmlns:a16="http://schemas.microsoft.com/office/drawing/2014/main" id="{9BBC00CC-6F0E-554D-ADC7-835539ABF185}"/>
                  </a:ext>
                </a:extLst>
              </p:cNvPr>
              <p:cNvCxnSpPr/>
              <p:nvPr/>
            </p:nvCxnSpPr>
            <p:spPr bwMode="auto">
              <a:xfrm>
                <a:off x="1407477" y="3648621"/>
                <a:ext cx="1204913" cy="6353"/>
              </a:xfrm>
              <a:prstGeom prst="line">
                <a:avLst/>
              </a:prstGeom>
              <a:solidFill>
                <a:srgbClr val="00CC99"/>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10" name="Straight Connector 309">
                <a:extLst>
                  <a:ext uri="{FF2B5EF4-FFF2-40B4-BE49-F238E27FC236}">
                    <a16:creationId xmlns:a16="http://schemas.microsoft.com/office/drawing/2014/main" id="{D22A485A-5AA4-2040-84E6-0B9E613DC6E6}"/>
                  </a:ext>
                </a:extLst>
              </p:cNvPr>
              <p:cNvCxnSpPr>
                <a:stCxn id="357" idx="7"/>
              </p:cNvCxnSpPr>
              <p:nvPr/>
            </p:nvCxnSpPr>
            <p:spPr bwMode="auto">
              <a:xfrm>
                <a:off x="2218708" y="3154477"/>
                <a:ext cx="480042" cy="369773"/>
              </a:xfrm>
              <a:prstGeom prst="line">
                <a:avLst/>
              </a:prstGeom>
              <a:solidFill>
                <a:srgbClr val="00CC99"/>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11" name="Straight Connector 310">
                <a:extLst>
                  <a:ext uri="{FF2B5EF4-FFF2-40B4-BE49-F238E27FC236}">
                    <a16:creationId xmlns:a16="http://schemas.microsoft.com/office/drawing/2014/main" id="{E9173DF8-EE99-0449-BD86-9D6544D1795C}"/>
                  </a:ext>
                </a:extLst>
              </p:cNvPr>
              <p:cNvCxnSpPr/>
              <p:nvPr/>
            </p:nvCxnSpPr>
            <p:spPr bwMode="auto">
              <a:xfrm>
                <a:off x="1300073" y="3786304"/>
                <a:ext cx="477927" cy="357071"/>
              </a:xfrm>
              <a:prstGeom prst="line">
                <a:avLst/>
              </a:prstGeom>
              <a:solidFill>
                <a:srgbClr val="00CC99"/>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12" name="Straight Connector 311">
                <a:extLst>
                  <a:ext uri="{FF2B5EF4-FFF2-40B4-BE49-F238E27FC236}">
                    <a16:creationId xmlns:a16="http://schemas.microsoft.com/office/drawing/2014/main" id="{2EF8F3EC-E56F-3547-BD73-8F94EC8AE371}"/>
                  </a:ext>
                </a:extLst>
              </p:cNvPr>
              <p:cNvCxnSpPr/>
              <p:nvPr/>
            </p:nvCxnSpPr>
            <p:spPr bwMode="auto">
              <a:xfrm flipH="1">
                <a:off x="2196042" y="3783542"/>
                <a:ext cx="508002" cy="349250"/>
              </a:xfrm>
              <a:prstGeom prst="line">
                <a:avLst/>
              </a:prstGeom>
              <a:solidFill>
                <a:srgbClr val="00CC99"/>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13" name="Straight Connector 312">
                <a:extLst>
                  <a:ext uri="{FF2B5EF4-FFF2-40B4-BE49-F238E27FC236}">
                    <a16:creationId xmlns:a16="http://schemas.microsoft.com/office/drawing/2014/main" id="{9336A5D6-EB76-7640-BE17-A08931A95FC6}"/>
                  </a:ext>
                </a:extLst>
              </p:cNvPr>
              <p:cNvCxnSpPr/>
              <p:nvPr/>
            </p:nvCxnSpPr>
            <p:spPr bwMode="auto">
              <a:xfrm flipH="1">
                <a:off x="1287553" y="3166946"/>
                <a:ext cx="508002" cy="349250"/>
              </a:xfrm>
              <a:prstGeom prst="line">
                <a:avLst/>
              </a:prstGeom>
              <a:solidFill>
                <a:srgbClr val="00CC99"/>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grpSp>
      <p:grpSp>
        <p:nvGrpSpPr>
          <p:cNvPr id="366" name="Group 365">
            <a:extLst>
              <a:ext uri="{FF2B5EF4-FFF2-40B4-BE49-F238E27FC236}">
                <a16:creationId xmlns:a16="http://schemas.microsoft.com/office/drawing/2014/main" id="{B4E698C4-668E-A84B-AC9E-22D4308391D6}"/>
              </a:ext>
            </a:extLst>
          </p:cNvPr>
          <p:cNvGrpSpPr/>
          <p:nvPr/>
        </p:nvGrpSpPr>
        <p:grpSpPr>
          <a:xfrm>
            <a:off x="7530080" y="2464278"/>
            <a:ext cx="2712783" cy="1853712"/>
            <a:chOff x="-2170772" y="2784954"/>
            <a:chExt cx="2712783" cy="1853712"/>
          </a:xfrm>
        </p:grpSpPr>
        <p:sp>
          <p:nvSpPr>
            <p:cNvPr id="367" name="Freeform 2">
              <a:extLst>
                <a:ext uri="{FF2B5EF4-FFF2-40B4-BE49-F238E27FC236}">
                  <a16:creationId xmlns:a16="http://schemas.microsoft.com/office/drawing/2014/main" id="{8F50EDD4-41BC-C147-9045-1AC751DFD88A}"/>
                </a:ext>
              </a:extLst>
            </p:cNvPr>
            <p:cNvSpPr>
              <a:spLocks/>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9CE0FA"/>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68" name="Group 367">
              <a:extLst>
                <a:ext uri="{FF2B5EF4-FFF2-40B4-BE49-F238E27FC236}">
                  <a16:creationId xmlns:a16="http://schemas.microsoft.com/office/drawing/2014/main" id="{CE6E1DFD-0E16-E34D-9119-4A1DD7CF4F56}"/>
                </a:ext>
              </a:extLst>
            </p:cNvPr>
            <p:cNvGrpSpPr/>
            <p:nvPr/>
          </p:nvGrpSpPr>
          <p:grpSpPr>
            <a:xfrm>
              <a:off x="-1935370" y="2935816"/>
              <a:ext cx="2333625" cy="1590649"/>
              <a:chOff x="833331" y="2873352"/>
              <a:chExt cx="2333625" cy="1590649"/>
            </a:xfrm>
          </p:grpSpPr>
          <p:grpSp>
            <p:nvGrpSpPr>
              <p:cNvPr id="369" name="Group 368">
                <a:extLst>
                  <a:ext uri="{FF2B5EF4-FFF2-40B4-BE49-F238E27FC236}">
                    <a16:creationId xmlns:a16="http://schemas.microsoft.com/office/drawing/2014/main" id="{1E42DBB4-EF2A-1C4C-A0E4-0DF15571B339}"/>
                  </a:ext>
                </a:extLst>
              </p:cNvPr>
              <p:cNvGrpSpPr/>
              <p:nvPr/>
            </p:nvGrpSpPr>
            <p:grpSpPr>
              <a:xfrm>
                <a:off x="1736090" y="2873352"/>
                <a:ext cx="565150" cy="369332"/>
                <a:chOff x="1736090" y="2873352"/>
                <a:chExt cx="565150" cy="369332"/>
              </a:xfrm>
            </p:grpSpPr>
            <p:grpSp>
              <p:nvGrpSpPr>
                <p:cNvPr id="418" name="Group 327">
                  <a:extLst>
                    <a:ext uri="{FF2B5EF4-FFF2-40B4-BE49-F238E27FC236}">
                      <a16:creationId xmlns:a16="http://schemas.microsoft.com/office/drawing/2014/main" id="{19D96760-368B-6A48-9D91-159071DDA1F0}"/>
                    </a:ext>
                  </a:extLst>
                </p:cNvPr>
                <p:cNvGrpSpPr>
                  <a:grpSpLocks/>
                </p:cNvGrpSpPr>
                <p:nvPr/>
              </p:nvGrpSpPr>
              <p:grpSpPr bwMode="auto">
                <a:xfrm>
                  <a:off x="1736090" y="2893762"/>
                  <a:ext cx="565150" cy="292100"/>
                  <a:chOff x="1871277" y="1576300"/>
                  <a:chExt cx="1128371" cy="437861"/>
                </a:xfrm>
              </p:grpSpPr>
              <p:sp>
                <p:nvSpPr>
                  <p:cNvPr id="422" name="Oval 421">
                    <a:extLst>
                      <a:ext uri="{FF2B5EF4-FFF2-40B4-BE49-F238E27FC236}">
                        <a16:creationId xmlns:a16="http://schemas.microsoft.com/office/drawing/2014/main" id="{7B9DB84B-120A-064F-90AA-33E8F782B831}"/>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23" name="Rectangle 422">
                    <a:extLst>
                      <a:ext uri="{FF2B5EF4-FFF2-40B4-BE49-F238E27FC236}">
                        <a16:creationId xmlns:a16="http://schemas.microsoft.com/office/drawing/2014/main" id="{EB76D9E2-FD35-3C4A-9805-91BD64279900}"/>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24" name="Oval 423">
                    <a:extLst>
                      <a:ext uri="{FF2B5EF4-FFF2-40B4-BE49-F238E27FC236}">
                        <a16:creationId xmlns:a16="http://schemas.microsoft.com/office/drawing/2014/main" id="{5577FBB7-F58A-9E4E-A7CE-305D1FCDC7A3}"/>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25" name="Freeform 424">
                    <a:extLst>
                      <a:ext uri="{FF2B5EF4-FFF2-40B4-BE49-F238E27FC236}">
                        <a16:creationId xmlns:a16="http://schemas.microsoft.com/office/drawing/2014/main" id="{1C1EE56B-F4CB-3648-849A-DE224C58F3C4}"/>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26" name="Freeform 425">
                    <a:extLst>
                      <a:ext uri="{FF2B5EF4-FFF2-40B4-BE49-F238E27FC236}">
                        <a16:creationId xmlns:a16="http://schemas.microsoft.com/office/drawing/2014/main" id="{0110F780-B9FA-F041-B863-73C0CDE9D95B}"/>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27" name="Freeform 426">
                    <a:extLst>
                      <a:ext uri="{FF2B5EF4-FFF2-40B4-BE49-F238E27FC236}">
                        <a16:creationId xmlns:a16="http://schemas.microsoft.com/office/drawing/2014/main" id="{9F917B5B-289C-9A4A-9D65-33D338881439}"/>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28" name="Freeform 427">
                    <a:extLst>
                      <a:ext uri="{FF2B5EF4-FFF2-40B4-BE49-F238E27FC236}">
                        <a16:creationId xmlns:a16="http://schemas.microsoft.com/office/drawing/2014/main" id="{FCD5676C-4293-B04F-BBF1-E83F92FF5D7A}"/>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29" name="Straight Connector 428">
                    <a:extLst>
                      <a:ext uri="{FF2B5EF4-FFF2-40B4-BE49-F238E27FC236}">
                        <a16:creationId xmlns:a16="http://schemas.microsoft.com/office/drawing/2014/main" id="{B3CBECA1-2E96-354A-97C9-2FD64216B13D}"/>
                      </a:ext>
                    </a:extLst>
                  </p:cNvPr>
                  <p:cNvCxnSpPr>
                    <a:endCxn id="424"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430" name="Straight Connector 429">
                    <a:extLst>
                      <a:ext uri="{FF2B5EF4-FFF2-40B4-BE49-F238E27FC236}">
                        <a16:creationId xmlns:a16="http://schemas.microsoft.com/office/drawing/2014/main" id="{935CF34B-5A5D-6145-AE19-0AFDC9C54A7C}"/>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419" name="Group 418">
                  <a:extLst>
                    <a:ext uri="{FF2B5EF4-FFF2-40B4-BE49-F238E27FC236}">
                      <a16:creationId xmlns:a16="http://schemas.microsoft.com/office/drawing/2014/main" id="{05955716-39AA-6741-8048-0B0D7E88B57C}"/>
                    </a:ext>
                  </a:extLst>
                </p:cNvPr>
                <p:cNvGrpSpPr/>
                <p:nvPr/>
              </p:nvGrpSpPr>
              <p:grpSpPr>
                <a:xfrm>
                  <a:off x="1770362" y="2873352"/>
                  <a:ext cx="441422" cy="369332"/>
                  <a:chOff x="667045" y="1708643"/>
                  <a:chExt cx="441422" cy="369332"/>
                </a:xfrm>
              </p:grpSpPr>
              <p:sp>
                <p:nvSpPr>
                  <p:cNvPr id="420" name="Oval 419">
                    <a:extLst>
                      <a:ext uri="{FF2B5EF4-FFF2-40B4-BE49-F238E27FC236}">
                        <a16:creationId xmlns:a16="http://schemas.microsoft.com/office/drawing/2014/main" id="{0E8F3993-0540-5547-B15B-A836DEF2B651}"/>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21" name="TextBox 420">
                    <a:extLst>
                      <a:ext uri="{FF2B5EF4-FFF2-40B4-BE49-F238E27FC236}">
                        <a16:creationId xmlns:a16="http://schemas.microsoft.com/office/drawing/2014/main" id="{589E1890-262F-CB4E-8BA9-F32E8C01FDBB}"/>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3b</a:t>
                    </a:r>
                  </a:p>
                </p:txBody>
              </p:sp>
            </p:grpSp>
          </p:grpSp>
          <p:grpSp>
            <p:nvGrpSpPr>
              <p:cNvPr id="370" name="Group 369">
                <a:extLst>
                  <a:ext uri="{FF2B5EF4-FFF2-40B4-BE49-F238E27FC236}">
                    <a16:creationId xmlns:a16="http://schemas.microsoft.com/office/drawing/2014/main" id="{C389C532-9F6C-B24E-8007-07DB1970A42B}"/>
                  </a:ext>
                </a:extLst>
              </p:cNvPr>
              <p:cNvGrpSpPr/>
              <p:nvPr/>
            </p:nvGrpSpPr>
            <p:grpSpPr>
              <a:xfrm>
                <a:off x="1740320" y="4094669"/>
                <a:ext cx="565150" cy="369332"/>
                <a:chOff x="1736090" y="2873352"/>
                <a:chExt cx="565150" cy="369332"/>
              </a:xfrm>
            </p:grpSpPr>
            <p:grpSp>
              <p:nvGrpSpPr>
                <p:cNvPr id="405" name="Group 327">
                  <a:extLst>
                    <a:ext uri="{FF2B5EF4-FFF2-40B4-BE49-F238E27FC236}">
                      <a16:creationId xmlns:a16="http://schemas.microsoft.com/office/drawing/2014/main" id="{99E58A91-86E0-9A41-AD32-47399AFED8CF}"/>
                    </a:ext>
                  </a:extLst>
                </p:cNvPr>
                <p:cNvGrpSpPr>
                  <a:grpSpLocks/>
                </p:cNvGrpSpPr>
                <p:nvPr/>
              </p:nvGrpSpPr>
              <p:grpSpPr bwMode="auto">
                <a:xfrm>
                  <a:off x="1736090" y="2893762"/>
                  <a:ext cx="565150" cy="292100"/>
                  <a:chOff x="1871277" y="1576300"/>
                  <a:chExt cx="1128371" cy="437861"/>
                </a:xfrm>
              </p:grpSpPr>
              <p:sp>
                <p:nvSpPr>
                  <p:cNvPr id="409" name="Oval 408">
                    <a:extLst>
                      <a:ext uri="{FF2B5EF4-FFF2-40B4-BE49-F238E27FC236}">
                        <a16:creationId xmlns:a16="http://schemas.microsoft.com/office/drawing/2014/main" id="{8237784B-2EBF-4347-9D1C-A66B4C950978}"/>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10" name="Rectangle 409">
                    <a:extLst>
                      <a:ext uri="{FF2B5EF4-FFF2-40B4-BE49-F238E27FC236}">
                        <a16:creationId xmlns:a16="http://schemas.microsoft.com/office/drawing/2014/main" id="{ED8D8D24-2794-CF46-9A3D-E1E6A0BF7274}"/>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11" name="Oval 410">
                    <a:extLst>
                      <a:ext uri="{FF2B5EF4-FFF2-40B4-BE49-F238E27FC236}">
                        <a16:creationId xmlns:a16="http://schemas.microsoft.com/office/drawing/2014/main" id="{D1D297FB-D32F-C74F-AFB4-F3DB416FDCE0}"/>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12" name="Freeform 411">
                    <a:extLst>
                      <a:ext uri="{FF2B5EF4-FFF2-40B4-BE49-F238E27FC236}">
                        <a16:creationId xmlns:a16="http://schemas.microsoft.com/office/drawing/2014/main" id="{83D53016-C228-4D46-902B-99277D1B2EFE}"/>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13" name="Freeform 412">
                    <a:extLst>
                      <a:ext uri="{FF2B5EF4-FFF2-40B4-BE49-F238E27FC236}">
                        <a16:creationId xmlns:a16="http://schemas.microsoft.com/office/drawing/2014/main" id="{0F276182-0590-F149-BCBF-849757E26E0D}"/>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14" name="Freeform 413">
                    <a:extLst>
                      <a:ext uri="{FF2B5EF4-FFF2-40B4-BE49-F238E27FC236}">
                        <a16:creationId xmlns:a16="http://schemas.microsoft.com/office/drawing/2014/main" id="{6F6D8CA7-D49D-3A43-8B1F-417701FB70D2}"/>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15" name="Freeform 414">
                    <a:extLst>
                      <a:ext uri="{FF2B5EF4-FFF2-40B4-BE49-F238E27FC236}">
                        <a16:creationId xmlns:a16="http://schemas.microsoft.com/office/drawing/2014/main" id="{C1D501FE-0FE1-EE49-8EA6-95466D1E316A}"/>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16" name="Straight Connector 415">
                    <a:extLst>
                      <a:ext uri="{FF2B5EF4-FFF2-40B4-BE49-F238E27FC236}">
                        <a16:creationId xmlns:a16="http://schemas.microsoft.com/office/drawing/2014/main" id="{5705EF95-285C-AA45-B0FD-2D7A910CC0C1}"/>
                      </a:ext>
                    </a:extLst>
                  </p:cNvPr>
                  <p:cNvCxnSpPr>
                    <a:endCxn id="411"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417" name="Straight Connector 416">
                    <a:extLst>
                      <a:ext uri="{FF2B5EF4-FFF2-40B4-BE49-F238E27FC236}">
                        <a16:creationId xmlns:a16="http://schemas.microsoft.com/office/drawing/2014/main" id="{2E1F92CC-8093-4749-9295-047AD38EBB18}"/>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406" name="Group 405">
                  <a:extLst>
                    <a:ext uri="{FF2B5EF4-FFF2-40B4-BE49-F238E27FC236}">
                      <a16:creationId xmlns:a16="http://schemas.microsoft.com/office/drawing/2014/main" id="{37953D0B-1ABB-C94A-A13F-249DB103CAF5}"/>
                    </a:ext>
                  </a:extLst>
                </p:cNvPr>
                <p:cNvGrpSpPr/>
                <p:nvPr/>
              </p:nvGrpSpPr>
              <p:grpSpPr>
                <a:xfrm>
                  <a:off x="1770362" y="2873352"/>
                  <a:ext cx="441422" cy="369332"/>
                  <a:chOff x="667045" y="1708643"/>
                  <a:chExt cx="441422" cy="369332"/>
                </a:xfrm>
              </p:grpSpPr>
              <p:sp>
                <p:nvSpPr>
                  <p:cNvPr id="407" name="Oval 406">
                    <a:extLst>
                      <a:ext uri="{FF2B5EF4-FFF2-40B4-BE49-F238E27FC236}">
                        <a16:creationId xmlns:a16="http://schemas.microsoft.com/office/drawing/2014/main" id="{27520DAF-20CE-F441-96B5-A8F0348576C7}"/>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08" name="TextBox 407">
                    <a:extLst>
                      <a:ext uri="{FF2B5EF4-FFF2-40B4-BE49-F238E27FC236}">
                        <a16:creationId xmlns:a16="http://schemas.microsoft.com/office/drawing/2014/main" id="{6D313AC0-5B65-FC40-8291-21F4275225B7}"/>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3d</a:t>
                    </a:r>
                  </a:p>
                </p:txBody>
              </p:sp>
            </p:grpSp>
          </p:grpSp>
          <p:grpSp>
            <p:nvGrpSpPr>
              <p:cNvPr id="371" name="Group 370">
                <a:extLst>
                  <a:ext uri="{FF2B5EF4-FFF2-40B4-BE49-F238E27FC236}">
                    <a16:creationId xmlns:a16="http://schemas.microsoft.com/office/drawing/2014/main" id="{9C70624D-098A-B244-9077-1AB9C396702D}"/>
                  </a:ext>
                </a:extLst>
              </p:cNvPr>
              <p:cNvGrpSpPr/>
              <p:nvPr/>
            </p:nvGrpSpPr>
            <p:grpSpPr>
              <a:xfrm>
                <a:off x="2601806" y="3485072"/>
                <a:ext cx="565150" cy="369332"/>
                <a:chOff x="1736090" y="2873352"/>
                <a:chExt cx="565150" cy="369332"/>
              </a:xfrm>
            </p:grpSpPr>
            <p:grpSp>
              <p:nvGrpSpPr>
                <p:cNvPr id="392" name="Group 327">
                  <a:extLst>
                    <a:ext uri="{FF2B5EF4-FFF2-40B4-BE49-F238E27FC236}">
                      <a16:creationId xmlns:a16="http://schemas.microsoft.com/office/drawing/2014/main" id="{15B98BC7-5F33-9741-A19A-C843F4EAEA22}"/>
                    </a:ext>
                  </a:extLst>
                </p:cNvPr>
                <p:cNvGrpSpPr>
                  <a:grpSpLocks/>
                </p:cNvGrpSpPr>
                <p:nvPr/>
              </p:nvGrpSpPr>
              <p:grpSpPr bwMode="auto">
                <a:xfrm>
                  <a:off x="1736090" y="2893762"/>
                  <a:ext cx="565150" cy="292100"/>
                  <a:chOff x="1871277" y="1576300"/>
                  <a:chExt cx="1128371" cy="437861"/>
                </a:xfrm>
              </p:grpSpPr>
              <p:sp>
                <p:nvSpPr>
                  <p:cNvPr id="396" name="Oval 395">
                    <a:extLst>
                      <a:ext uri="{FF2B5EF4-FFF2-40B4-BE49-F238E27FC236}">
                        <a16:creationId xmlns:a16="http://schemas.microsoft.com/office/drawing/2014/main" id="{0F602CB5-B70C-E641-B962-E34B26BC6DBB}"/>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97" name="Rectangle 396">
                    <a:extLst>
                      <a:ext uri="{FF2B5EF4-FFF2-40B4-BE49-F238E27FC236}">
                        <a16:creationId xmlns:a16="http://schemas.microsoft.com/office/drawing/2014/main" id="{B0B57F5B-5412-D243-A2B3-6566D084C250}"/>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98" name="Oval 397">
                    <a:extLst>
                      <a:ext uri="{FF2B5EF4-FFF2-40B4-BE49-F238E27FC236}">
                        <a16:creationId xmlns:a16="http://schemas.microsoft.com/office/drawing/2014/main" id="{B70585CA-1DC4-964B-8CD8-05EE5B91EDD9}"/>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99" name="Freeform 398">
                    <a:extLst>
                      <a:ext uri="{FF2B5EF4-FFF2-40B4-BE49-F238E27FC236}">
                        <a16:creationId xmlns:a16="http://schemas.microsoft.com/office/drawing/2014/main" id="{DBD27553-16D1-8C4E-9179-556CD325F956}"/>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00" name="Freeform 399">
                    <a:extLst>
                      <a:ext uri="{FF2B5EF4-FFF2-40B4-BE49-F238E27FC236}">
                        <a16:creationId xmlns:a16="http://schemas.microsoft.com/office/drawing/2014/main" id="{086B7346-EF73-D14E-AA39-8A6B845E7561}"/>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01" name="Freeform 400">
                    <a:extLst>
                      <a:ext uri="{FF2B5EF4-FFF2-40B4-BE49-F238E27FC236}">
                        <a16:creationId xmlns:a16="http://schemas.microsoft.com/office/drawing/2014/main" id="{6AD559A5-4712-BA4A-A512-99D60F079134}"/>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02" name="Freeform 401">
                    <a:extLst>
                      <a:ext uri="{FF2B5EF4-FFF2-40B4-BE49-F238E27FC236}">
                        <a16:creationId xmlns:a16="http://schemas.microsoft.com/office/drawing/2014/main" id="{94F5FA38-66E3-6F4F-AA3E-6FD2FB5AF583}"/>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03" name="Straight Connector 402">
                    <a:extLst>
                      <a:ext uri="{FF2B5EF4-FFF2-40B4-BE49-F238E27FC236}">
                        <a16:creationId xmlns:a16="http://schemas.microsoft.com/office/drawing/2014/main" id="{6CC5B9EB-41AA-7448-8F27-EB917271F59F}"/>
                      </a:ext>
                    </a:extLst>
                  </p:cNvPr>
                  <p:cNvCxnSpPr>
                    <a:endCxn id="398"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404" name="Straight Connector 403">
                    <a:extLst>
                      <a:ext uri="{FF2B5EF4-FFF2-40B4-BE49-F238E27FC236}">
                        <a16:creationId xmlns:a16="http://schemas.microsoft.com/office/drawing/2014/main" id="{E783ACFF-A16A-2247-94A8-A25FE4F16F4D}"/>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393" name="Group 392">
                  <a:extLst>
                    <a:ext uri="{FF2B5EF4-FFF2-40B4-BE49-F238E27FC236}">
                      <a16:creationId xmlns:a16="http://schemas.microsoft.com/office/drawing/2014/main" id="{231470FB-F7D4-4A4A-87D4-61739203FF21}"/>
                    </a:ext>
                  </a:extLst>
                </p:cNvPr>
                <p:cNvGrpSpPr/>
                <p:nvPr/>
              </p:nvGrpSpPr>
              <p:grpSpPr>
                <a:xfrm>
                  <a:off x="1770362" y="2873352"/>
                  <a:ext cx="428460" cy="369332"/>
                  <a:chOff x="667045" y="1708643"/>
                  <a:chExt cx="428460" cy="369332"/>
                </a:xfrm>
              </p:grpSpPr>
              <p:sp>
                <p:nvSpPr>
                  <p:cNvPr id="394" name="Oval 393">
                    <a:extLst>
                      <a:ext uri="{FF2B5EF4-FFF2-40B4-BE49-F238E27FC236}">
                        <a16:creationId xmlns:a16="http://schemas.microsoft.com/office/drawing/2014/main" id="{084834AF-E8D6-9044-A221-3DF5D73245C8}"/>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95" name="TextBox 394">
                    <a:extLst>
                      <a:ext uri="{FF2B5EF4-FFF2-40B4-BE49-F238E27FC236}">
                        <a16:creationId xmlns:a16="http://schemas.microsoft.com/office/drawing/2014/main" id="{A70B5A42-B674-BE45-8819-B3A0C856DE2A}"/>
                      </a:ext>
                    </a:extLst>
                  </p:cNvPr>
                  <p:cNvSpPr txBox="1"/>
                  <p:nvPr/>
                </p:nvSpPr>
                <p:spPr>
                  <a:xfrm>
                    <a:off x="667045" y="1708643"/>
                    <a:ext cx="428460"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3c</a:t>
                    </a:r>
                  </a:p>
                </p:txBody>
              </p:sp>
            </p:grpSp>
          </p:grpSp>
          <p:grpSp>
            <p:nvGrpSpPr>
              <p:cNvPr id="372" name="Group 371">
                <a:extLst>
                  <a:ext uri="{FF2B5EF4-FFF2-40B4-BE49-F238E27FC236}">
                    <a16:creationId xmlns:a16="http://schemas.microsoft.com/office/drawing/2014/main" id="{EBDA0941-6188-F94C-BAAF-E8BE5AECBD9B}"/>
                  </a:ext>
                </a:extLst>
              </p:cNvPr>
              <p:cNvGrpSpPr/>
              <p:nvPr/>
            </p:nvGrpSpPr>
            <p:grpSpPr>
              <a:xfrm>
                <a:off x="833331" y="3478719"/>
                <a:ext cx="565150" cy="369332"/>
                <a:chOff x="1736090" y="2873352"/>
                <a:chExt cx="565150" cy="369332"/>
              </a:xfrm>
            </p:grpSpPr>
            <p:grpSp>
              <p:nvGrpSpPr>
                <p:cNvPr id="379" name="Group 327">
                  <a:extLst>
                    <a:ext uri="{FF2B5EF4-FFF2-40B4-BE49-F238E27FC236}">
                      <a16:creationId xmlns:a16="http://schemas.microsoft.com/office/drawing/2014/main" id="{665FAE86-DDA2-E943-A79F-3332C3F59D5E}"/>
                    </a:ext>
                  </a:extLst>
                </p:cNvPr>
                <p:cNvGrpSpPr>
                  <a:grpSpLocks/>
                </p:cNvGrpSpPr>
                <p:nvPr/>
              </p:nvGrpSpPr>
              <p:grpSpPr bwMode="auto">
                <a:xfrm>
                  <a:off x="1736090" y="2893762"/>
                  <a:ext cx="565150" cy="292100"/>
                  <a:chOff x="1871277" y="1576300"/>
                  <a:chExt cx="1128371" cy="437861"/>
                </a:xfrm>
              </p:grpSpPr>
              <p:sp>
                <p:nvSpPr>
                  <p:cNvPr id="383" name="Oval 382">
                    <a:extLst>
                      <a:ext uri="{FF2B5EF4-FFF2-40B4-BE49-F238E27FC236}">
                        <a16:creationId xmlns:a16="http://schemas.microsoft.com/office/drawing/2014/main" id="{10608A40-AF9C-7E42-B440-3D5C185F8F49}"/>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84" name="Rectangle 383">
                    <a:extLst>
                      <a:ext uri="{FF2B5EF4-FFF2-40B4-BE49-F238E27FC236}">
                        <a16:creationId xmlns:a16="http://schemas.microsoft.com/office/drawing/2014/main" id="{B47D6D27-54FB-1247-92F3-B6372E391342}"/>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85" name="Oval 384">
                    <a:extLst>
                      <a:ext uri="{FF2B5EF4-FFF2-40B4-BE49-F238E27FC236}">
                        <a16:creationId xmlns:a16="http://schemas.microsoft.com/office/drawing/2014/main" id="{C0B95F0F-B3AE-CA44-A688-0C1986119A0B}"/>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86" name="Freeform 385">
                    <a:extLst>
                      <a:ext uri="{FF2B5EF4-FFF2-40B4-BE49-F238E27FC236}">
                        <a16:creationId xmlns:a16="http://schemas.microsoft.com/office/drawing/2014/main" id="{33AA2C8C-5C10-2F4E-887F-17B7696460C3}"/>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87" name="Freeform 386">
                    <a:extLst>
                      <a:ext uri="{FF2B5EF4-FFF2-40B4-BE49-F238E27FC236}">
                        <a16:creationId xmlns:a16="http://schemas.microsoft.com/office/drawing/2014/main" id="{5F9196CA-FAD0-6942-8893-CC3E165ABBE8}"/>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88" name="Freeform 387">
                    <a:extLst>
                      <a:ext uri="{FF2B5EF4-FFF2-40B4-BE49-F238E27FC236}">
                        <a16:creationId xmlns:a16="http://schemas.microsoft.com/office/drawing/2014/main" id="{9D5EE819-D99D-B548-BB91-262CCD86F8E1}"/>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89" name="Freeform 388">
                    <a:extLst>
                      <a:ext uri="{FF2B5EF4-FFF2-40B4-BE49-F238E27FC236}">
                        <a16:creationId xmlns:a16="http://schemas.microsoft.com/office/drawing/2014/main" id="{B8FA780E-A164-5B48-A0E5-58E4AE9249CF}"/>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90" name="Straight Connector 389">
                    <a:extLst>
                      <a:ext uri="{FF2B5EF4-FFF2-40B4-BE49-F238E27FC236}">
                        <a16:creationId xmlns:a16="http://schemas.microsoft.com/office/drawing/2014/main" id="{BD021C86-0683-294D-A1F0-C9E45B200A32}"/>
                      </a:ext>
                    </a:extLst>
                  </p:cNvPr>
                  <p:cNvCxnSpPr>
                    <a:endCxn id="385"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391" name="Straight Connector 390">
                    <a:extLst>
                      <a:ext uri="{FF2B5EF4-FFF2-40B4-BE49-F238E27FC236}">
                        <a16:creationId xmlns:a16="http://schemas.microsoft.com/office/drawing/2014/main" id="{E141CDA7-AB94-1847-A09B-9BDEC5B999C4}"/>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380" name="Group 379">
                  <a:extLst>
                    <a:ext uri="{FF2B5EF4-FFF2-40B4-BE49-F238E27FC236}">
                      <a16:creationId xmlns:a16="http://schemas.microsoft.com/office/drawing/2014/main" id="{0BB72601-3183-F246-9A0B-2D48AA8ED500}"/>
                    </a:ext>
                  </a:extLst>
                </p:cNvPr>
                <p:cNvGrpSpPr/>
                <p:nvPr/>
              </p:nvGrpSpPr>
              <p:grpSpPr>
                <a:xfrm>
                  <a:off x="1770362" y="2873352"/>
                  <a:ext cx="441422" cy="369332"/>
                  <a:chOff x="667045" y="1708643"/>
                  <a:chExt cx="441422" cy="369332"/>
                </a:xfrm>
              </p:grpSpPr>
              <p:sp>
                <p:nvSpPr>
                  <p:cNvPr id="381" name="Oval 380">
                    <a:extLst>
                      <a:ext uri="{FF2B5EF4-FFF2-40B4-BE49-F238E27FC236}">
                        <a16:creationId xmlns:a16="http://schemas.microsoft.com/office/drawing/2014/main" id="{DAB133BC-FF9E-FA43-A4F7-D92612BE38BE}"/>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82" name="TextBox 381">
                    <a:extLst>
                      <a:ext uri="{FF2B5EF4-FFF2-40B4-BE49-F238E27FC236}">
                        <a16:creationId xmlns:a16="http://schemas.microsoft.com/office/drawing/2014/main" id="{C301D58D-4755-AD47-A651-655BBEF183A3}"/>
                      </a:ext>
                    </a:extLst>
                  </p:cNvPr>
                  <p:cNvSpPr txBox="1"/>
                  <p:nvPr/>
                </p:nvSpPr>
                <p:spPr>
                  <a:xfrm>
                    <a:off x="667045" y="1708643"/>
                    <a:ext cx="441422"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3a</a:t>
                    </a:r>
                  </a:p>
                </p:txBody>
              </p:sp>
            </p:grpSp>
          </p:grpSp>
          <p:cxnSp>
            <p:nvCxnSpPr>
              <p:cNvPr id="373" name="Straight Connector 372">
                <a:extLst>
                  <a:ext uri="{FF2B5EF4-FFF2-40B4-BE49-F238E27FC236}">
                    <a16:creationId xmlns:a16="http://schemas.microsoft.com/office/drawing/2014/main" id="{9A1DF12C-66C0-744B-913D-868AA8CB022D}"/>
                  </a:ext>
                </a:extLst>
              </p:cNvPr>
              <p:cNvCxnSpPr>
                <a:stCxn id="421" idx="2"/>
                <a:endCxn id="408" idx="0"/>
              </p:cNvCxnSpPr>
              <p:nvPr/>
            </p:nvCxnSpPr>
            <p:spPr bwMode="auto">
              <a:xfrm>
                <a:off x="1991073" y="3242684"/>
                <a:ext cx="4230" cy="851985"/>
              </a:xfrm>
              <a:prstGeom prst="line">
                <a:avLst/>
              </a:prstGeom>
              <a:solidFill>
                <a:srgbClr val="00CC99"/>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74" name="Straight Connector 373">
                <a:extLst>
                  <a:ext uri="{FF2B5EF4-FFF2-40B4-BE49-F238E27FC236}">
                    <a16:creationId xmlns:a16="http://schemas.microsoft.com/office/drawing/2014/main" id="{9019AE42-AAC5-DB4C-9F68-FD0133EDF5F8}"/>
                  </a:ext>
                </a:extLst>
              </p:cNvPr>
              <p:cNvCxnSpPr/>
              <p:nvPr/>
            </p:nvCxnSpPr>
            <p:spPr bwMode="auto">
              <a:xfrm>
                <a:off x="1407477" y="3648621"/>
                <a:ext cx="1204913" cy="6353"/>
              </a:xfrm>
              <a:prstGeom prst="line">
                <a:avLst/>
              </a:prstGeom>
              <a:solidFill>
                <a:srgbClr val="00CC99"/>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75" name="Straight Connector 374">
                <a:extLst>
                  <a:ext uri="{FF2B5EF4-FFF2-40B4-BE49-F238E27FC236}">
                    <a16:creationId xmlns:a16="http://schemas.microsoft.com/office/drawing/2014/main" id="{819AAA66-3D17-9E49-A9F2-7B012117B9BE}"/>
                  </a:ext>
                </a:extLst>
              </p:cNvPr>
              <p:cNvCxnSpPr>
                <a:stCxn id="422" idx="7"/>
              </p:cNvCxnSpPr>
              <p:nvPr/>
            </p:nvCxnSpPr>
            <p:spPr bwMode="auto">
              <a:xfrm>
                <a:off x="2218708" y="3154477"/>
                <a:ext cx="480042" cy="369773"/>
              </a:xfrm>
              <a:prstGeom prst="line">
                <a:avLst/>
              </a:prstGeom>
              <a:solidFill>
                <a:srgbClr val="00CC99"/>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76" name="Straight Connector 375">
                <a:extLst>
                  <a:ext uri="{FF2B5EF4-FFF2-40B4-BE49-F238E27FC236}">
                    <a16:creationId xmlns:a16="http://schemas.microsoft.com/office/drawing/2014/main" id="{B5D58B47-FCD5-3545-B262-C438BEEA9398}"/>
                  </a:ext>
                </a:extLst>
              </p:cNvPr>
              <p:cNvCxnSpPr/>
              <p:nvPr/>
            </p:nvCxnSpPr>
            <p:spPr bwMode="auto">
              <a:xfrm>
                <a:off x="1300073" y="3786304"/>
                <a:ext cx="477927" cy="357071"/>
              </a:xfrm>
              <a:prstGeom prst="line">
                <a:avLst/>
              </a:prstGeom>
              <a:solidFill>
                <a:srgbClr val="00CC99"/>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77" name="Straight Connector 376">
                <a:extLst>
                  <a:ext uri="{FF2B5EF4-FFF2-40B4-BE49-F238E27FC236}">
                    <a16:creationId xmlns:a16="http://schemas.microsoft.com/office/drawing/2014/main" id="{9D1A1ACC-C681-BA4E-A2E3-2C6C71834A9D}"/>
                  </a:ext>
                </a:extLst>
              </p:cNvPr>
              <p:cNvCxnSpPr/>
              <p:nvPr/>
            </p:nvCxnSpPr>
            <p:spPr bwMode="auto">
              <a:xfrm flipH="1">
                <a:off x="2196042" y="3783542"/>
                <a:ext cx="508002" cy="349250"/>
              </a:xfrm>
              <a:prstGeom prst="line">
                <a:avLst/>
              </a:prstGeom>
              <a:solidFill>
                <a:srgbClr val="00CC99"/>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78" name="Straight Connector 377">
                <a:extLst>
                  <a:ext uri="{FF2B5EF4-FFF2-40B4-BE49-F238E27FC236}">
                    <a16:creationId xmlns:a16="http://schemas.microsoft.com/office/drawing/2014/main" id="{2222DD7C-E585-7B4F-9112-7512986C2399}"/>
                  </a:ext>
                </a:extLst>
              </p:cNvPr>
              <p:cNvCxnSpPr/>
              <p:nvPr/>
            </p:nvCxnSpPr>
            <p:spPr bwMode="auto">
              <a:xfrm flipH="1">
                <a:off x="1287553" y="3166946"/>
                <a:ext cx="508002" cy="349250"/>
              </a:xfrm>
              <a:prstGeom prst="line">
                <a:avLst/>
              </a:prstGeom>
              <a:solidFill>
                <a:srgbClr val="00CC99"/>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grpSp>
      <p:cxnSp>
        <p:nvCxnSpPr>
          <p:cNvPr id="431" name="Straight Connector 430">
            <a:extLst>
              <a:ext uri="{FF2B5EF4-FFF2-40B4-BE49-F238E27FC236}">
                <a16:creationId xmlns:a16="http://schemas.microsoft.com/office/drawing/2014/main" id="{24F07CA7-5B75-564A-BC27-B6FFE9642DC4}"/>
              </a:ext>
            </a:extLst>
          </p:cNvPr>
          <p:cNvCxnSpPr/>
          <p:nvPr/>
        </p:nvCxnSpPr>
        <p:spPr bwMode="auto">
          <a:xfrm flipH="1">
            <a:off x="4711988" y="2705105"/>
            <a:ext cx="495463" cy="495451"/>
          </a:xfrm>
          <a:prstGeom prst="line">
            <a:avLst/>
          </a:prstGeom>
          <a:solidFill>
            <a:srgbClr val="00CC99"/>
          </a:solidFill>
          <a:ln w="38100" cap="flat" cmpd="sng" algn="ctr">
            <a:solidFill>
              <a:srgbClr val="CC000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432" name="Straight Connector 431">
            <a:extLst>
              <a:ext uri="{FF2B5EF4-FFF2-40B4-BE49-F238E27FC236}">
                <a16:creationId xmlns:a16="http://schemas.microsoft.com/office/drawing/2014/main" id="{9FF439ED-263B-C24E-94AF-EE4EE36210C4}"/>
              </a:ext>
            </a:extLst>
          </p:cNvPr>
          <p:cNvCxnSpPr>
            <a:endCxn id="331" idx="7"/>
          </p:cNvCxnSpPr>
          <p:nvPr/>
        </p:nvCxnSpPr>
        <p:spPr bwMode="auto">
          <a:xfrm flipH="1" flipV="1">
            <a:off x="7345281" y="2689306"/>
            <a:ext cx="498946" cy="573893"/>
          </a:xfrm>
          <a:prstGeom prst="line">
            <a:avLst/>
          </a:prstGeom>
          <a:solidFill>
            <a:srgbClr val="00CC99"/>
          </a:solidFill>
          <a:ln w="38100" cap="flat" cmpd="sng" algn="ctr">
            <a:solidFill>
              <a:srgbClr val="CC000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433" name="TextBox 432">
            <a:extLst>
              <a:ext uri="{FF2B5EF4-FFF2-40B4-BE49-F238E27FC236}">
                <a16:creationId xmlns:a16="http://schemas.microsoft.com/office/drawing/2014/main" id="{C24A3C6B-68F8-6E44-9DD7-953428A63071}"/>
              </a:ext>
            </a:extLst>
          </p:cNvPr>
          <p:cNvSpPr txBox="1"/>
          <p:nvPr/>
        </p:nvSpPr>
        <p:spPr>
          <a:xfrm>
            <a:off x="5926240" y="3607892"/>
            <a:ext cx="753532" cy="400110"/>
          </a:xfrm>
          <a:prstGeom prst="rect">
            <a:avLst/>
          </a:prstGeom>
          <a:noFill/>
        </p:spPr>
        <p:txBody>
          <a:bodyPr wrap="none" rtlCol="0">
            <a:spAutoFit/>
          </a:bodyPr>
          <a:lstStyle/>
          <a:p>
            <a:pPr eaLnBrk="0" fontAlgn="base" hangingPunct="0">
              <a:spcBef>
                <a:spcPct val="0"/>
              </a:spcBef>
              <a:spcAft>
                <a:spcPct val="0"/>
              </a:spcAft>
            </a:pPr>
            <a:r>
              <a:rPr lang="en-US" sz="2000" dirty="0">
                <a:solidFill>
                  <a:srgbClr val="000090"/>
                </a:solidFill>
                <a:latin typeface="Arial" charset="0"/>
                <a:ea typeface="ＭＳ Ｐゴシック" charset="0"/>
              </a:rPr>
              <a:t>AS 2</a:t>
            </a:r>
          </a:p>
        </p:txBody>
      </p:sp>
      <p:sp>
        <p:nvSpPr>
          <p:cNvPr id="434" name="TextBox 433">
            <a:extLst>
              <a:ext uri="{FF2B5EF4-FFF2-40B4-BE49-F238E27FC236}">
                <a16:creationId xmlns:a16="http://schemas.microsoft.com/office/drawing/2014/main" id="{17760C06-DAEA-6243-AA80-83E56D44BFA9}"/>
              </a:ext>
            </a:extLst>
          </p:cNvPr>
          <p:cNvSpPr txBox="1"/>
          <p:nvPr/>
        </p:nvSpPr>
        <p:spPr>
          <a:xfrm>
            <a:off x="8597533" y="4364108"/>
            <a:ext cx="753532" cy="400110"/>
          </a:xfrm>
          <a:prstGeom prst="rect">
            <a:avLst/>
          </a:prstGeom>
          <a:noFill/>
        </p:spPr>
        <p:txBody>
          <a:bodyPr wrap="none" rtlCol="0">
            <a:spAutoFit/>
          </a:bodyPr>
          <a:lstStyle/>
          <a:p>
            <a:pPr eaLnBrk="0" fontAlgn="base" hangingPunct="0">
              <a:spcBef>
                <a:spcPct val="0"/>
              </a:spcBef>
              <a:spcAft>
                <a:spcPct val="0"/>
              </a:spcAft>
            </a:pPr>
            <a:r>
              <a:rPr lang="en-US" sz="2000" dirty="0">
                <a:solidFill>
                  <a:srgbClr val="000090"/>
                </a:solidFill>
                <a:latin typeface="Arial" charset="0"/>
                <a:ea typeface="ＭＳ Ｐゴシック" charset="0"/>
              </a:rPr>
              <a:t>AS 3</a:t>
            </a:r>
          </a:p>
        </p:txBody>
      </p:sp>
      <p:sp>
        <p:nvSpPr>
          <p:cNvPr id="435" name="TextBox 434">
            <a:extLst>
              <a:ext uri="{FF2B5EF4-FFF2-40B4-BE49-F238E27FC236}">
                <a16:creationId xmlns:a16="http://schemas.microsoft.com/office/drawing/2014/main" id="{6F41EED2-8B55-514F-83D4-8FFF6CD74049}"/>
              </a:ext>
            </a:extLst>
          </p:cNvPr>
          <p:cNvSpPr txBox="1"/>
          <p:nvPr/>
        </p:nvSpPr>
        <p:spPr>
          <a:xfrm>
            <a:off x="3316617" y="4308296"/>
            <a:ext cx="753532" cy="400110"/>
          </a:xfrm>
          <a:prstGeom prst="rect">
            <a:avLst/>
          </a:prstGeom>
          <a:noFill/>
        </p:spPr>
        <p:txBody>
          <a:bodyPr wrap="none" rtlCol="0">
            <a:spAutoFit/>
          </a:bodyPr>
          <a:lstStyle/>
          <a:p>
            <a:pPr eaLnBrk="0" fontAlgn="base" hangingPunct="0">
              <a:spcBef>
                <a:spcPct val="0"/>
              </a:spcBef>
              <a:spcAft>
                <a:spcPct val="0"/>
              </a:spcAft>
            </a:pPr>
            <a:r>
              <a:rPr lang="en-US" sz="2000" dirty="0">
                <a:solidFill>
                  <a:srgbClr val="000090"/>
                </a:solidFill>
                <a:latin typeface="Arial" charset="0"/>
                <a:ea typeface="ＭＳ Ｐゴシック" charset="0"/>
              </a:rPr>
              <a:t>AS 1</a:t>
            </a:r>
          </a:p>
        </p:txBody>
      </p:sp>
      <p:grpSp>
        <p:nvGrpSpPr>
          <p:cNvPr id="436" name="Group 435">
            <a:extLst>
              <a:ext uri="{FF2B5EF4-FFF2-40B4-BE49-F238E27FC236}">
                <a16:creationId xmlns:a16="http://schemas.microsoft.com/office/drawing/2014/main" id="{A18A75F7-048B-F746-9AC4-6012DBA7876A}"/>
              </a:ext>
            </a:extLst>
          </p:cNvPr>
          <p:cNvGrpSpPr/>
          <p:nvPr/>
        </p:nvGrpSpPr>
        <p:grpSpPr>
          <a:xfrm>
            <a:off x="2711421" y="2143251"/>
            <a:ext cx="6465899" cy="3959125"/>
            <a:chOff x="1020408" y="2368720"/>
            <a:chExt cx="6465899" cy="3959125"/>
          </a:xfrm>
        </p:grpSpPr>
        <p:grpSp>
          <p:nvGrpSpPr>
            <p:cNvPr id="437" name="Group 436">
              <a:extLst>
                <a:ext uri="{FF2B5EF4-FFF2-40B4-BE49-F238E27FC236}">
                  <a16:creationId xmlns:a16="http://schemas.microsoft.com/office/drawing/2014/main" id="{A53AC2EB-91C2-F746-B123-4DDFF13D1D57}"/>
                </a:ext>
              </a:extLst>
            </p:cNvPr>
            <p:cNvGrpSpPr/>
            <p:nvPr/>
          </p:nvGrpSpPr>
          <p:grpSpPr>
            <a:xfrm>
              <a:off x="1020408" y="2368720"/>
              <a:ext cx="5734325" cy="3959125"/>
              <a:chOff x="1020408" y="2368720"/>
              <a:chExt cx="5734325" cy="3959125"/>
            </a:xfrm>
          </p:grpSpPr>
          <p:grpSp>
            <p:nvGrpSpPr>
              <p:cNvPr id="439" name="Group 438">
                <a:extLst>
                  <a:ext uri="{FF2B5EF4-FFF2-40B4-BE49-F238E27FC236}">
                    <a16:creationId xmlns:a16="http://schemas.microsoft.com/office/drawing/2014/main" id="{8CDE828F-A571-994C-B96F-B66021FD9E95}"/>
                  </a:ext>
                </a:extLst>
              </p:cNvPr>
              <p:cNvGrpSpPr/>
              <p:nvPr/>
            </p:nvGrpSpPr>
            <p:grpSpPr>
              <a:xfrm>
                <a:off x="1146544" y="5725901"/>
                <a:ext cx="565150" cy="369332"/>
                <a:chOff x="1736090" y="2873352"/>
                <a:chExt cx="565150" cy="369332"/>
              </a:xfrm>
            </p:grpSpPr>
            <p:grpSp>
              <p:nvGrpSpPr>
                <p:cNvPr id="445" name="Group 327">
                  <a:extLst>
                    <a:ext uri="{FF2B5EF4-FFF2-40B4-BE49-F238E27FC236}">
                      <a16:creationId xmlns:a16="http://schemas.microsoft.com/office/drawing/2014/main" id="{7DB507C2-899A-2A48-A472-076F2BBF5888}"/>
                    </a:ext>
                  </a:extLst>
                </p:cNvPr>
                <p:cNvGrpSpPr>
                  <a:grpSpLocks/>
                </p:cNvGrpSpPr>
                <p:nvPr/>
              </p:nvGrpSpPr>
              <p:grpSpPr bwMode="auto">
                <a:xfrm>
                  <a:off x="1736090" y="2893762"/>
                  <a:ext cx="565150" cy="292100"/>
                  <a:chOff x="1871277" y="1576300"/>
                  <a:chExt cx="1128371" cy="437861"/>
                </a:xfrm>
              </p:grpSpPr>
              <p:sp>
                <p:nvSpPr>
                  <p:cNvPr id="449" name="Oval 448">
                    <a:extLst>
                      <a:ext uri="{FF2B5EF4-FFF2-40B4-BE49-F238E27FC236}">
                        <a16:creationId xmlns:a16="http://schemas.microsoft.com/office/drawing/2014/main" id="{F63A2817-46A6-F443-AC44-F44A7ECB9F8A}"/>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50" name="Rectangle 449">
                    <a:extLst>
                      <a:ext uri="{FF2B5EF4-FFF2-40B4-BE49-F238E27FC236}">
                        <a16:creationId xmlns:a16="http://schemas.microsoft.com/office/drawing/2014/main" id="{64F9A520-9DD5-934F-9649-C563057A358C}"/>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51" name="Oval 450">
                    <a:extLst>
                      <a:ext uri="{FF2B5EF4-FFF2-40B4-BE49-F238E27FC236}">
                        <a16:creationId xmlns:a16="http://schemas.microsoft.com/office/drawing/2014/main" id="{172E238D-4B7E-9B43-B5DC-B60FD87DB9DC}"/>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52" name="Freeform 451">
                    <a:extLst>
                      <a:ext uri="{FF2B5EF4-FFF2-40B4-BE49-F238E27FC236}">
                        <a16:creationId xmlns:a16="http://schemas.microsoft.com/office/drawing/2014/main" id="{E0151430-1B7A-8F4A-A43D-E8A0573B1792}"/>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53" name="Freeform 452">
                    <a:extLst>
                      <a:ext uri="{FF2B5EF4-FFF2-40B4-BE49-F238E27FC236}">
                        <a16:creationId xmlns:a16="http://schemas.microsoft.com/office/drawing/2014/main" id="{3699656C-ED01-8044-A2A9-9CCB143DA58C}"/>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54" name="Freeform 453">
                    <a:extLst>
                      <a:ext uri="{FF2B5EF4-FFF2-40B4-BE49-F238E27FC236}">
                        <a16:creationId xmlns:a16="http://schemas.microsoft.com/office/drawing/2014/main" id="{B02D3E38-4A22-CD40-AA98-AF5DEB5D7A45}"/>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55" name="Freeform 454">
                    <a:extLst>
                      <a:ext uri="{FF2B5EF4-FFF2-40B4-BE49-F238E27FC236}">
                        <a16:creationId xmlns:a16="http://schemas.microsoft.com/office/drawing/2014/main" id="{C8AD0F66-DCC0-C248-AC18-4163E0911E50}"/>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56" name="Straight Connector 455">
                    <a:extLst>
                      <a:ext uri="{FF2B5EF4-FFF2-40B4-BE49-F238E27FC236}">
                        <a16:creationId xmlns:a16="http://schemas.microsoft.com/office/drawing/2014/main" id="{4E8CAF2A-B68B-0342-8DB8-CEFAA26C7ACD}"/>
                      </a:ext>
                    </a:extLst>
                  </p:cNvPr>
                  <p:cNvCxnSpPr>
                    <a:endCxn id="451"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457" name="Straight Connector 456">
                    <a:extLst>
                      <a:ext uri="{FF2B5EF4-FFF2-40B4-BE49-F238E27FC236}">
                        <a16:creationId xmlns:a16="http://schemas.microsoft.com/office/drawing/2014/main" id="{79808F3B-5338-CA4C-BB20-72DFD3FC58FB}"/>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446" name="Group 445">
                  <a:extLst>
                    <a:ext uri="{FF2B5EF4-FFF2-40B4-BE49-F238E27FC236}">
                      <a16:creationId xmlns:a16="http://schemas.microsoft.com/office/drawing/2014/main" id="{F7834A01-840C-9641-A3E4-C59BA2DC7FC8}"/>
                    </a:ext>
                  </a:extLst>
                </p:cNvPr>
                <p:cNvGrpSpPr/>
                <p:nvPr/>
              </p:nvGrpSpPr>
              <p:grpSpPr>
                <a:xfrm>
                  <a:off x="1770362" y="2873352"/>
                  <a:ext cx="428460" cy="369332"/>
                  <a:chOff x="667045" y="1708643"/>
                  <a:chExt cx="428460" cy="369332"/>
                </a:xfrm>
              </p:grpSpPr>
              <p:sp>
                <p:nvSpPr>
                  <p:cNvPr id="447" name="Oval 446">
                    <a:extLst>
                      <a:ext uri="{FF2B5EF4-FFF2-40B4-BE49-F238E27FC236}">
                        <a16:creationId xmlns:a16="http://schemas.microsoft.com/office/drawing/2014/main" id="{2A7E029A-75F0-614A-B5E8-B87AD51B8BB9}"/>
                      </a:ext>
                    </a:extLst>
                  </p:cNvPr>
                  <p:cNvSpPr/>
                  <p:nvPr/>
                </p:nvSpPr>
                <p:spPr bwMode="auto">
                  <a:xfrm>
                    <a:off x="725417" y="1787240"/>
                    <a:ext cx="356365" cy="231962"/>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48" name="TextBox 447">
                    <a:extLst>
                      <a:ext uri="{FF2B5EF4-FFF2-40B4-BE49-F238E27FC236}">
                        <a16:creationId xmlns:a16="http://schemas.microsoft.com/office/drawing/2014/main" id="{28310241-BB7D-9A48-BD30-785C2A40B6C7}"/>
                      </a:ext>
                    </a:extLst>
                  </p:cNvPr>
                  <p:cNvSpPr txBox="1"/>
                  <p:nvPr/>
                </p:nvSpPr>
                <p:spPr>
                  <a:xfrm>
                    <a:off x="667045" y="1708643"/>
                    <a:ext cx="428460"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1c</a:t>
                    </a:r>
                  </a:p>
                </p:txBody>
              </p:sp>
            </p:grpSp>
          </p:grpSp>
          <p:sp>
            <p:nvSpPr>
              <p:cNvPr id="440" name="Oval 439">
                <a:extLst>
                  <a:ext uri="{FF2B5EF4-FFF2-40B4-BE49-F238E27FC236}">
                    <a16:creationId xmlns:a16="http://schemas.microsoft.com/office/drawing/2014/main" id="{6A304910-8754-7E45-BA14-8F35CB53B700}"/>
                  </a:ext>
                </a:extLst>
              </p:cNvPr>
              <p:cNvSpPr/>
              <p:nvPr/>
            </p:nvSpPr>
            <p:spPr bwMode="auto">
              <a:xfrm>
                <a:off x="1020408" y="5511349"/>
                <a:ext cx="839004" cy="816496"/>
              </a:xfrm>
              <a:prstGeom prst="ellipse">
                <a:avLst/>
              </a:prstGeom>
              <a:noFill/>
              <a:ln w="19050" cap="flat" cmpd="sng" algn="ctr">
                <a:solidFill>
                  <a:srgbClr val="CC0000"/>
                </a:solid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41" name="Oval 440">
                <a:extLst>
                  <a:ext uri="{FF2B5EF4-FFF2-40B4-BE49-F238E27FC236}">
                    <a16:creationId xmlns:a16="http://schemas.microsoft.com/office/drawing/2014/main" id="{B5398DB6-00AC-E84B-8FC3-AB4E80C61FCA}"/>
                  </a:ext>
                </a:extLst>
              </p:cNvPr>
              <p:cNvSpPr/>
              <p:nvPr/>
            </p:nvSpPr>
            <p:spPr bwMode="auto">
              <a:xfrm>
                <a:off x="2442651" y="3191580"/>
                <a:ext cx="839004" cy="816496"/>
              </a:xfrm>
              <a:prstGeom prst="ellipse">
                <a:avLst/>
              </a:prstGeom>
              <a:noFill/>
              <a:ln w="19050" cap="flat" cmpd="sng" algn="ctr">
                <a:solidFill>
                  <a:srgbClr val="CC0000"/>
                </a:solid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42" name="Oval 441">
                <a:extLst>
                  <a:ext uri="{FF2B5EF4-FFF2-40B4-BE49-F238E27FC236}">
                    <a16:creationId xmlns:a16="http://schemas.microsoft.com/office/drawing/2014/main" id="{4B6D0F25-82B6-4449-8E73-0F9B6AEF718E}"/>
                  </a:ext>
                </a:extLst>
              </p:cNvPr>
              <p:cNvSpPr/>
              <p:nvPr/>
            </p:nvSpPr>
            <p:spPr bwMode="auto">
              <a:xfrm>
                <a:off x="3252649" y="2368720"/>
                <a:ext cx="839004" cy="816496"/>
              </a:xfrm>
              <a:prstGeom prst="ellipse">
                <a:avLst/>
              </a:prstGeom>
              <a:noFill/>
              <a:ln w="19050" cap="flat" cmpd="sng" algn="ctr">
                <a:solidFill>
                  <a:srgbClr val="CC0000"/>
                </a:solid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43" name="Oval 442">
                <a:extLst>
                  <a:ext uri="{FF2B5EF4-FFF2-40B4-BE49-F238E27FC236}">
                    <a16:creationId xmlns:a16="http://schemas.microsoft.com/office/drawing/2014/main" id="{7858B7DD-439C-5A4F-AA12-2ADB525BD534}"/>
                  </a:ext>
                </a:extLst>
              </p:cNvPr>
              <p:cNvSpPr/>
              <p:nvPr/>
            </p:nvSpPr>
            <p:spPr bwMode="auto">
              <a:xfrm>
                <a:off x="5037704" y="2453079"/>
                <a:ext cx="839004" cy="816496"/>
              </a:xfrm>
              <a:prstGeom prst="ellipse">
                <a:avLst/>
              </a:prstGeom>
              <a:noFill/>
              <a:ln w="19050" cap="flat" cmpd="sng" algn="ctr">
                <a:solidFill>
                  <a:srgbClr val="CC0000"/>
                </a:solid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Gill Sans MT"/>
                    <a:ea typeface="+mn-ea"/>
                    <a:cs typeface="+mn-cs"/>
                  </a:rPr>
                  <a:t>∂</a:t>
                </a:r>
              </a:p>
            </p:txBody>
          </p:sp>
          <p:sp>
            <p:nvSpPr>
              <p:cNvPr id="444" name="Oval 443">
                <a:extLst>
                  <a:ext uri="{FF2B5EF4-FFF2-40B4-BE49-F238E27FC236}">
                    <a16:creationId xmlns:a16="http://schemas.microsoft.com/office/drawing/2014/main" id="{12D4F31E-B8A4-8546-AEBC-539E1FA703F2}"/>
                  </a:ext>
                </a:extLst>
              </p:cNvPr>
              <p:cNvSpPr/>
              <p:nvPr/>
            </p:nvSpPr>
            <p:spPr bwMode="auto">
              <a:xfrm>
                <a:off x="5915729" y="3217852"/>
                <a:ext cx="839004" cy="816496"/>
              </a:xfrm>
              <a:prstGeom prst="ellipse">
                <a:avLst/>
              </a:prstGeom>
              <a:noFill/>
              <a:ln w="19050" cap="flat" cmpd="sng" algn="ctr">
                <a:solidFill>
                  <a:srgbClr val="CC0000"/>
                </a:solid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Gill Sans MT"/>
                    <a:ea typeface="+mn-ea"/>
                    <a:cs typeface="+mn-cs"/>
                  </a:rPr>
                  <a:t>∂</a:t>
                </a:r>
              </a:p>
            </p:txBody>
          </p:sp>
        </p:grpSp>
        <p:sp>
          <p:nvSpPr>
            <p:cNvPr id="438" name="TextBox 437">
              <a:extLst>
                <a:ext uri="{FF2B5EF4-FFF2-40B4-BE49-F238E27FC236}">
                  <a16:creationId xmlns:a16="http://schemas.microsoft.com/office/drawing/2014/main" id="{B1D970B4-50AC-DE42-A103-DADA8DD74EC8}"/>
                </a:ext>
              </a:extLst>
            </p:cNvPr>
            <p:cNvSpPr txBox="1"/>
            <p:nvPr/>
          </p:nvSpPr>
          <p:spPr>
            <a:xfrm>
              <a:off x="2018143" y="5692792"/>
              <a:ext cx="5468164"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gateway routers run both eBGP and iBGP protocols</a:t>
              </a:r>
            </a:p>
          </p:txBody>
        </p:sp>
      </p:grpSp>
    </p:spTree>
    <p:extLst>
      <p:ext uri="{BB962C8B-B14F-4D97-AF65-F5344CB8AC3E}">
        <p14:creationId xmlns:p14="http://schemas.microsoft.com/office/powerpoint/2010/main" val="8989653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36"/>
                                        </p:tgtEl>
                                        <p:attrNameLst>
                                          <p:attrName>style.visibility</p:attrName>
                                        </p:attrNameLst>
                                      </p:cBhvr>
                                      <p:to>
                                        <p:strVal val="visible"/>
                                      </p:to>
                                    </p:set>
                                    <p:animEffect transition="in" filter="dissolve">
                                      <p:cBhvr>
                                        <p:cTn id="7" dur="500"/>
                                        <p:tgtEl>
                                          <p:spTgt spid="4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5EE58ED7-62E2-2642-BB6A-E4AB185BFC3C}"/>
              </a:ext>
            </a:extLst>
          </p:cNvPr>
          <p:cNvSpPr>
            <a:spLocks noGrp="1"/>
          </p:cNvSpPr>
          <p:nvPr>
            <p:ph type="title"/>
          </p:nvPr>
        </p:nvSpPr>
        <p:spPr>
          <a:xfrm>
            <a:off x="838200" y="389191"/>
            <a:ext cx="11249416" cy="894622"/>
          </a:xfrm>
        </p:spPr>
        <p:txBody>
          <a:bodyPr>
            <a:normAutofit fontScale="90000"/>
          </a:bodyPr>
          <a:lstStyle/>
          <a:p>
            <a:r>
              <a:rPr lang="en-US" dirty="0"/>
              <a:t>Why different Intra-, Inter-AS routing ?</a:t>
            </a:r>
            <a:r>
              <a:rPr lang="en-US" sz="6000" dirty="0"/>
              <a:t> </a:t>
            </a:r>
            <a:endParaRPr lang="en-US" dirty="0"/>
          </a:p>
        </p:txBody>
      </p:sp>
      <p:sp>
        <p:nvSpPr>
          <p:cNvPr id="5" name="Slide Number Placeholder 4">
            <a:extLst>
              <a:ext uri="{FF2B5EF4-FFF2-40B4-BE49-F238E27FC236}">
                <a16:creationId xmlns:a16="http://schemas.microsoft.com/office/drawing/2014/main" id="{BF56433D-1EBF-D447-9924-50E7F0E2E029}"/>
              </a:ext>
            </a:extLst>
          </p:cNvPr>
          <p:cNvSpPr>
            <a:spLocks noGrp="1"/>
          </p:cNvSpPr>
          <p:nvPr>
            <p:ph type="sldNum" sz="quarter" idx="4"/>
          </p:nvPr>
        </p:nvSpPr>
        <p:spPr>
          <a:xfrm>
            <a:off x="9169512" y="6449034"/>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Network Layer: 5-</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48" name="Rectangle 3">
            <a:extLst>
              <a:ext uri="{FF2B5EF4-FFF2-40B4-BE49-F238E27FC236}">
                <a16:creationId xmlns:a16="http://schemas.microsoft.com/office/drawing/2014/main" id="{4AB976E8-5353-7C49-BF7F-4718E1D40008}"/>
              </a:ext>
            </a:extLst>
          </p:cNvPr>
          <p:cNvSpPr txBox="1">
            <a:spLocks noChangeArrowheads="1"/>
          </p:cNvSpPr>
          <p:nvPr/>
        </p:nvSpPr>
        <p:spPr>
          <a:xfrm>
            <a:off x="952500" y="1421534"/>
            <a:ext cx="10318605" cy="45720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charset="0"/>
              <a:buNone/>
            </a:pPr>
            <a:r>
              <a:rPr lang="en-US" sz="3200" dirty="0">
                <a:solidFill>
                  <a:srgbClr val="C00000"/>
                </a:solidFill>
              </a:rPr>
              <a:t>policy:</a:t>
            </a:r>
            <a:r>
              <a:rPr lang="en-US" dirty="0">
                <a:solidFill>
                  <a:srgbClr val="C00000"/>
                </a:solidFill>
              </a:rPr>
              <a:t> </a:t>
            </a:r>
          </a:p>
          <a:p>
            <a:pPr marL="460375" indent="-223838"/>
            <a:r>
              <a:rPr lang="en-US" dirty="0"/>
              <a:t>inter-AS: admin wants control over how its traffic routed, who routes through its network </a:t>
            </a:r>
          </a:p>
          <a:p>
            <a:pPr marL="460375" indent="-223838"/>
            <a:r>
              <a:rPr lang="en-US" dirty="0"/>
              <a:t>intra-AS: single admin, so policy less of an issue</a:t>
            </a:r>
          </a:p>
          <a:p>
            <a:pPr>
              <a:buFont typeface="Wingdings" charset="0"/>
              <a:buNone/>
            </a:pPr>
            <a:r>
              <a:rPr lang="en-US" sz="3200" dirty="0">
                <a:solidFill>
                  <a:srgbClr val="C00000"/>
                </a:solidFill>
              </a:rPr>
              <a:t>scale:</a:t>
            </a:r>
            <a:endParaRPr lang="en-US" dirty="0">
              <a:solidFill>
                <a:srgbClr val="C00000"/>
              </a:solidFill>
            </a:endParaRPr>
          </a:p>
          <a:p>
            <a:pPr marL="460375" indent="-223838"/>
            <a:r>
              <a:rPr lang="en-US" dirty="0"/>
              <a:t>hierarchical routing saves table size, reduced update traffic</a:t>
            </a:r>
          </a:p>
          <a:p>
            <a:pPr>
              <a:buFont typeface="Wingdings" charset="0"/>
              <a:buNone/>
            </a:pPr>
            <a:r>
              <a:rPr lang="en-US" dirty="0">
                <a:solidFill>
                  <a:srgbClr val="C00000"/>
                </a:solidFill>
              </a:rPr>
              <a:t>performance: </a:t>
            </a:r>
          </a:p>
          <a:p>
            <a:pPr marL="460375" indent="-223838"/>
            <a:r>
              <a:rPr lang="en-US" dirty="0"/>
              <a:t>intra-AS: can focus on performance</a:t>
            </a:r>
          </a:p>
          <a:p>
            <a:pPr marL="460375" indent="-223838"/>
            <a:r>
              <a:rPr lang="en-US" dirty="0"/>
              <a:t>inter-AS: policy dominates over performance</a:t>
            </a:r>
          </a:p>
        </p:txBody>
      </p:sp>
    </p:spTree>
    <p:extLst>
      <p:ext uri="{BB962C8B-B14F-4D97-AF65-F5344CB8AC3E}">
        <p14:creationId xmlns:p14="http://schemas.microsoft.com/office/powerpoint/2010/main" val="427766273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8">
                                            <p:txEl>
                                              <p:pRg st="0" end="0"/>
                                            </p:txEl>
                                          </p:spTgt>
                                        </p:tgtEl>
                                        <p:attrNameLst>
                                          <p:attrName>style.visibility</p:attrName>
                                        </p:attrNameLst>
                                      </p:cBhvr>
                                      <p:to>
                                        <p:strVal val="visible"/>
                                      </p:to>
                                    </p:set>
                                    <p:animEffect transition="in" filter="dissolve">
                                      <p:cBhvr>
                                        <p:cTn id="7" dur="500"/>
                                        <p:tgtEl>
                                          <p:spTgt spid="48">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8">
                                            <p:txEl>
                                              <p:pRg st="1" end="1"/>
                                            </p:txEl>
                                          </p:spTgt>
                                        </p:tgtEl>
                                        <p:attrNameLst>
                                          <p:attrName>style.visibility</p:attrName>
                                        </p:attrNameLst>
                                      </p:cBhvr>
                                      <p:to>
                                        <p:strVal val="visible"/>
                                      </p:to>
                                    </p:set>
                                    <p:animEffect transition="in" filter="dissolve">
                                      <p:cBhvr>
                                        <p:cTn id="10" dur="500"/>
                                        <p:tgtEl>
                                          <p:spTgt spid="48">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48">
                                            <p:txEl>
                                              <p:pRg st="2" end="2"/>
                                            </p:txEl>
                                          </p:spTgt>
                                        </p:tgtEl>
                                        <p:attrNameLst>
                                          <p:attrName>style.visibility</p:attrName>
                                        </p:attrNameLst>
                                      </p:cBhvr>
                                      <p:to>
                                        <p:strVal val="visible"/>
                                      </p:to>
                                    </p:set>
                                    <p:animEffect transition="in" filter="dissolve">
                                      <p:cBhvr>
                                        <p:cTn id="13" dur="500"/>
                                        <p:tgtEl>
                                          <p:spTgt spid="48">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48">
                                            <p:txEl>
                                              <p:pRg st="3" end="3"/>
                                            </p:txEl>
                                          </p:spTgt>
                                        </p:tgtEl>
                                        <p:attrNameLst>
                                          <p:attrName>style.visibility</p:attrName>
                                        </p:attrNameLst>
                                      </p:cBhvr>
                                      <p:to>
                                        <p:strVal val="visible"/>
                                      </p:to>
                                    </p:set>
                                    <p:animEffect transition="in" filter="dissolve">
                                      <p:cBhvr>
                                        <p:cTn id="18" dur="500"/>
                                        <p:tgtEl>
                                          <p:spTgt spid="48">
                                            <p:txEl>
                                              <p:pRg st="3" end="3"/>
                                            </p:txEl>
                                          </p:spTgt>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48">
                                            <p:txEl>
                                              <p:pRg st="4" end="4"/>
                                            </p:txEl>
                                          </p:spTgt>
                                        </p:tgtEl>
                                        <p:attrNameLst>
                                          <p:attrName>style.visibility</p:attrName>
                                        </p:attrNameLst>
                                      </p:cBhvr>
                                      <p:to>
                                        <p:strVal val="visible"/>
                                      </p:to>
                                    </p:set>
                                    <p:animEffect transition="in" filter="dissolve">
                                      <p:cBhvr>
                                        <p:cTn id="21" dur="500"/>
                                        <p:tgtEl>
                                          <p:spTgt spid="48">
                                            <p:txEl>
                                              <p:pRg st="4" end="4"/>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48">
                                            <p:txEl>
                                              <p:pRg st="5" end="5"/>
                                            </p:txEl>
                                          </p:spTgt>
                                        </p:tgtEl>
                                        <p:attrNameLst>
                                          <p:attrName>style.visibility</p:attrName>
                                        </p:attrNameLst>
                                      </p:cBhvr>
                                      <p:to>
                                        <p:strVal val="visible"/>
                                      </p:to>
                                    </p:set>
                                    <p:animEffect transition="in" filter="dissolve">
                                      <p:cBhvr>
                                        <p:cTn id="26" dur="500"/>
                                        <p:tgtEl>
                                          <p:spTgt spid="48">
                                            <p:txEl>
                                              <p:pRg st="5" end="5"/>
                                            </p:txEl>
                                          </p:spTgt>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48">
                                            <p:txEl>
                                              <p:pRg st="6" end="6"/>
                                            </p:txEl>
                                          </p:spTgt>
                                        </p:tgtEl>
                                        <p:attrNameLst>
                                          <p:attrName>style.visibility</p:attrName>
                                        </p:attrNameLst>
                                      </p:cBhvr>
                                      <p:to>
                                        <p:strVal val="visible"/>
                                      </p:to>
                                    </p:set>
                                    <p:animEffect transition="in" filter="dissolve">
                                      <p:cBhvr>
                                        <p:cTn id="29" dur="500"/>
                                        <p:tgtEl>
                                          <p:spTgt spid="48">
                                            <p:txEl>
                                              <p:pRg st="6" end="6"/>
                                            </p:txEl>
                                          </p:spTgt>
                                        </p:tgtEl>
                                      </p:cBhvr>
                                    </p:animEffect>
                                  </p:childTnLst>
                                </p:cTn>
                              </p:par>
                              <p:par>
                                <p:cTn id="30" presetID="9" presetClass="entr" presetSubtype="0" fill="hold" grpId="0" nodeType="withEffect">
                                  <p:stCondLst>
                                    <p:cond delay="0"/>
                                  </p:stCondLst>
                                  <p:childTnLst>
                                    <p:set>
                                      <p:cBhvr>
                                        <p:cTn id="31" dur="1" fill="hold">
                                          <p:stCondLst>
                                            <p:cond delay="0"/>
                                          </p:stCondLst>
                                        </p:cTn>
                                        <p:tgtEl>
                                          <p:spTgt spid="48">
                                            <p:txEl>
                                              <p:pRg st="7" end="7"/>
                                            </p:txEl>
                                          </p:spTgt>
                                        </p:tgtEl>
                                        <p:attrNameLst>
                                          <p:attrName>style.visibility</p:attrName>
                                        </p:attrNameLst>
                                      </p:cBhvr>
                                      <p:to>
                                        <p:strVal val="visible"/>
                                      </p:to>
                                    </p:set>
                                    <p:animEffect transition="in" filter="dissolve">
                                      <p:cBhvr>
                                        <p:cTn id="32" dur="500"/>
                                        <p:tgtEl>
                                          <p:spTgt spid="48">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uiExpand="1" build="p"/>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“control plane” roadmap</a:t>
            </a:r>
            <a:endParaRPr lang="en-US" sz="4400"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761675" y="4144564"/>
            <a:ext cx="5066531" cy="1937764"/>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9575" indent="-293688">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network management, configuration </a:t>
            </a:r>
          </a:p>
          <a:p>
            <a:pPr marL="685800" lvl="1" indent="-219075">
              <a:buClr>
                <a:schemeClr val="bg1">
                  <a:lumMod val="75000"/>
                </a:schemeClr>
              </a:buClr>
            </a:pPr>
            <a:r>
              <a:rPr lang="en-US" altLang="en-US" sz="2800" dirty="0">
                <a:solidFill>
                  <a:schemeClr val="bg1">
                    <a:lumMod val="75000"/>
                  </a:schemeClr>
                </a:solidFill>
                <a:ea typeface="ＭＳ Ｐゴシック" panose="020B0600070205080204" pitchFamily="34" charset="-128"/>
                <a:cs typeface="ＭＳ Ｐゴシック" panose="020B0600070205080204" pitchFamily="34" charset="-128"/>
              </a:rPr>
              <a:t>SNMP</a:t>
            </a:r>
          </a:p>
          <a:p>
            <a:pPr marL="685800" lvl="1" indent="-219075">
              <a:buClr>
                <a:schemeClr val="bg1">
                  <a:lumMod val="75000"/>
                </a:schemeClr>
              </a:buClr>
            </a:pPr>
            <a:r>
              <a:rPr lang="en-US" altLang="en-US" sz="2800" dirty="0">
                <a:solidFill>
                  <a:schemeClr val="bg1">
                    <a:lumMod val="75000"/>
                  </a:schemeClr>
                </a:solidFill>
                <a:ea typeface="ＭＳ Ｐゴシック" panose="020B0600070205080204" pitchFamily="34" charset="-128"/>
                <a:cs typeface="ＭＳ Ｐゴシック" panose="020B0600070205080204" pitchFamily="34" charset="-128"/>
              </a:rPr>
              <a:t>NETCONF/YANG (NOT COVERED)</a:t>
            </a:r>
          </a:p>
          <a:p>
            <a:pPr lvl="1"/>
            <a:endParaRPr lang="en-US" alt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622456" y="1361615"/>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introduction</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routing protocols</a:t>
            </a:r>
          </a:p>
          <a:p>
            <a:pPr marL="285750" indent="-285750">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intra-ISP routing: OSPF</a:t>
            </a:r>
          </a:p>
          <a:p>
            <a:pPr marL="285750" indent="-285750">
              <a:spcBef>
                <a:spcPts val="600"/>
              </a:spcBef>
              <a:buClr>
                <a:srgbClr val="0000A8"/>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routing among ISPs: BGP</a:t>
            </a:r>
          </a:p>
          <a:p>
            <a:pPr marL="285750" indent="-285750">
              <a:spcBef>
                <a:spcPts val="600"/>
              </a:spcBef>
              <a:buClr>
                <a:schemeClr val="bg1">
                  <a:lumMod val="75000"/>
                </a:schemeClr>
              </a:buClr>
            </a:pPr>
            <a:r>
              <a:rPr lang="en-US" altLang="en-US" sz="3600" dirty="0">
                <a:ea typeface="ＭＳ Ｐゴシック" panose="020B0600070205080204" pitchFamily="34" charset="-128"/>
                <a:cs typeface="Arial" panose="020B0604020202020204" pitchFamily="34" charset="0"/>
              </a:rPr>
              <a:t>SDN control plane</a:t>
            </a:r>
          </a:p>
          <a:p>
            <a:pPr marL="285750" indent="-285750">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Internet Control Message Protocol </a:t>
            </a:r>
            <a:r>
              <a:rPr lang="en-US" altLang="en-US" sz="3200" dirty="0" smtClean="0">
                <a:solidFill>
                  <a:schemeClr val="bg1">
                    <a:lumMod val="75000"/>
                  </a:schemeClr>
                </a:solidFill>
                <a:ea typeface="ＭＳ Ｐゴシック" panose="020B0600070205080204" pitchFamily="34" charset="-128"/>
                <a:cs typeface="ＭＳ Ｐゴシック" panose="020B0600070205080204" pitchFamily="34" charset="-128"/>
              </a:rPr>
              <a:t>(ICMP)</a:t>
            </a:r>
            <a:endPar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endParaRPr>
          </a:p>
          <a:p>
            <a:pPr marL="466725" indent="-409575">
              <a:spcBef>
                <a:spcPts val="600"/>
              </a:spcBef>
              <a:buNone/>
            </a:pPr>
            <a:endParaRPr lang="en-US" altLang="en-US" sz="3200" dirty="0">
              <a:ea typeface="ＭＳ Ｐゴシック" panose="020B0600070205080204" pitchFamily="34" charset="-128"/>
              <a:cs typeface="Arial" panose="020B0604020202020204" pitchFamily="34" charset="0"/>
            </a:endParaRPr>
          </a:p>
        </p:txBody>
      </p:sp>
      <p:sp>
        <p:nvSpPr>
          <p:cNvPr id="11" name="Slide Number Placeholder 4">
            <a:extLst>
              <a:ext uri="{FF2B5EF4-FFF2-40B4-BE49-F238E27FC236}">
                <a16:creationId xmlns:a16="http://schemas.microsoft.com/office/drawing/2014/main" id="{60E442AF-0FD6-9040-9BFF-CE4BE886AA41}"/>
              </a:ext>
            </a:extLst>
          </p:cNvPr>
          <p:cNvSpPr>
            <a:spLocks noGrp="1"/>
          </p:cNvSpPr>
          <p:nvPr>
            <p:ph type="sldNum" sz="quarter" idx="4"/>
          </p:nvPr>
        </p:nvSpPr>
        <p:spPr>
          <a:xfrm>
            <a:off x="9219616" y="6443089"/>
            <a:ext cx="2743200" cy="365125"/>
          </a:xfrm>
        </p:spPr>
        <p:txBody>
          <a:bodyPr/>
          <a:lstStyle/>
          <a:p>
            <a:r>
              <a:rPr lang="en-US" dirty="0"/>
              <a:t>Network Layer: 5-</a:t>
            </a:r>
            <a:fld id="{C4204591-24BD-A542-B9D5-F8D8A88D2FEE}" type="slidenum">
              <a:rPr lang="en-US" smtClean="0"/>
              <a:pPr/>
              <a:t>57</a:t>
            </a:fld>
            <a:endParaRPr lang="en-US" dirty="0"/>
          </a:p>
        </p:txBody>
      </p:sp>
    </p:spTree>
    <p:extLst>
      <p:ext uri="{BB962C8B-B14F-4D97-AF65-F5344CB8AC3E}">
        <p14:creationId xmlns:p14="http://schemas.microsoft.com/office/powerpoint/2010/main" val="24737395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EC702AB5-AB8E-3545-A5A9-FCEA06E6EC76}"/>
              </a:ext>
            </a:extLst>
          </p:cNvPr>
          <p:cNvSpPr>
            <a:spLocks noGrp="1"/>
          </p:cNvSpPr>
          <p:nvPr>
            <p:ph idx="1"/>
          </p:nvPr>
        </p:nvSpPr>
        <p:spPr/>
        <p:txBody>
          <a:bodyPr/>
          <a:lstStyle/>
          <a:p>
            <a:pPr indent="-290513"/>
            <a:r>
              <a:rPr lang="en-US" sz="3200" dirty="0"/>
              <a:t>Internet network layer: historically implemented via distributed, per-router control approach</a:t>
            </a:r>
            <a:r>
              <a:rPr lang="en-US" dirty="0"/>
              <a:t>:</a:t>
            </a:r>
          </a:p>
          <a:p>
            <a:pPr lvl="1"/>
            <a:r>
              <a:rPr lang="en-US" sz="2800" i="1" dirty="0">
                <a:solidFill>
                  <a:srgbClr val="000090"/>
                </a:solidFill>
              </a:rPr>
              <a:t>monolithic</a:t>
            </a:r>
            <a:r>
              <a:rPr lang="en-US" sz="2800" dirty="0"/>
              <a:t> router contains switching hardware, runs proprietary implementation of Internet standard protocols (IP, RIP, IS-IS, OSPF, BGP) in proprietary router OS (e.g., Cisco IOS)</a:t>
            </a:r>
          </a:p>
          <a:p>
            <a:pPr lvl="1"/>
            <a:r>
              <a:rPr lang="en-US" sz="2800" dirty="0"/>
              <a:t>different “middleboxes” for different network layer functions: firewalls, load balancers, NAT boxes, ..</a:t>
            </a:r>
          </a:p>
          <a:p>
            <a:pPr indent="-290513"/>
            <a:r>
              <a:rPr lang="en-US" sz="3200" dirty="0"/>
              <a:t>~2005: renewed interest in rethinking network control plane</a:t>
            </a:r>
          </a:p>
          <a:p>
            <a:endParaRPr lang="en-US" dirty="0"/>
          </a:p>
        </p:txBody>
      </p:sp>
      <p:sp>
        <p:nvSpPr>
          <p:cNvPr id="3" name="Title 2">
            <a:extLst>
              <a:ext uri="{FF2B5EF4-FFF2-40B4-BE49-F238E27FC236}">
                <a16:creationId xmlns:a16="http://schemas.microsoft.com/office/drawing/2014/main" id="{FECD85E7-B9DB-9043-B7EC-8C0919E801A1}"/>
              </a:ext>
            </a:extLst>
          </p:cNvPr>
          <p:cNvSpPr>
            <a:spLocks noGrp="1"/>
          </p:cNvSpPr>
          <p:nvPr>
            <p:ph type="title"/>
          </p:nvPr>
        </p:nvSpPr>
        <p:spPr/>
        <p:txBody>
          <a:bodyPr>
            <a:normAutofit/>
          </a:bodyPr>
          <a:lstStyle/>
          <a:p>
            <a:r>
              <a:rPr lang="en-US" dirty="0"/>
              <a:t>Software defined networking (SDN)</a:t>
            </a:r>
          </a:p>
        </p:txBody>
      </p:sp>
      <p:sp>
        <p:nvSpPr>
          <p:cNvPr id="4" name="Slide Number Placeholder 3">
            <a:extLst>
              <a:ext uri="{FF2B5EF4-FFF2-40B4-BE49-F238E27FC236}">
                <a16:creationId xmlns:a16="http://schemas.microsoft.com/office/drawing/2014/main" id="{A8F71119-17C6-6045-B8FE-FECA68C801C0}"/>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Network Layer: 5-</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468760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xEl>
                                              <p:pRg st="1" end="1"/>
                                            </p:txEl>
                                          </p:spTgt>
                                        </p:tgtEl>
                                        <p:attrNameLst>
                                          <p:attrName>style.visibility</p:attrName>
                                        </p:attrNameLst>
                                      </p:cBhvr>
                                      <p:to>
                                        <p:strVal val="visible"/>
                                      </p:to>
                                    </p:set>
                                    <p:animEffect transition="in" filter="dissolve">
                                      <p:cBhvr>
                                        <p:cTn id="7" dur="500"/>
                                        <p:tgtEl>
                                          <p:spTgt spid="2">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xEl>
                                              <p:pRg st="2" end="2"/>
                                            </p:txEl>
                                          </p:spTgt>
                                        </p:tgtEl>
                                        <p:attrNameLst>
                                          <p:attrName>style.visibility</p:attrName>
                                        </p:attrNameLst>
                                      </p:cBhvr>
                                      <p:to>
                                        <p:strVal val="visible"/>
                                      </p:to>
                                    </p:set>
                                    <p:animEffect transition="in" filter="dissolve">
                                      <p:cBhvr>
                                        <p:cTn id="12" dur="500"/>
                                        <p:tgtEl>
                                          <p:spTgt spid="2">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
                                            <p:txEl>
                                              <p:pRg st="3" end="3"/>
                                            </p:txEl>
                                          </p:spTgt>
                                        </p:tgtEl>
                                        <p:attrNameLst>
                                          <p:attrName>style.visibility</p:attrName>
                                        </p:attrNameLst>
                                      </p:cBhvr>
                                      <p:to>
                                        <p:strVal val="visible"/>
                                      </p:to>
                                    </p:set>
                                    <p:animEffect transition="in" filter="dissolve">
                                      <p:cBhvr>
                                        <p:cTn id="17" dur="500"/>
                                        <p:tgtEl>
                                          <p:spTgt spid="2">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838200" y="279543"/>
            <a:ext cx="10515600" cy="894622"/>
          </a:xfrm>
        </p:spPr>
        <p:txBody>
          <a:bodyPr>
            <a:normAutofit/>
          </a:bodyPr>
          <a:lstStyle/>
          <a:p>
            <a:r>
              <a:rPr lang="en-US" sz="4800" dirty="0"/>
              <a:t>Per-router control plane</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780773" y="1101105"/>
            <a:ext cx="11106427"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Individual routing algorithm components </a:t>
            </a:r>
            <a:r>
              <a:rPr kumimoji="0" lang="en-US" altLang="en-US" sz="3200" b="0" i="1"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in each and every router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interact in the control plane </a:t>
            </a:r>
            <a:r>
              <a:rPr kumimoji="0" lang="en-US" altLang="en-US" sz="32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rPr>
              <a:t>to </a:t>
            </a:r>
            <a:r>
              <a:rPr kumimoji="0" lang="en-US" altLang="en-US" sz="32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34" charset="-128"/>
                <a:cs typeface="+mn-cs"/>
              </a:rPr>
              <a:t>compute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forwarding tables</a:t>
            </a:r>
          </a:p>
        </p:txBody>
      </p:sp>
      <p:sp>
        <p:nvSpPr>
          <p:cNvPr id="238" name="Freeform 2">
            <a:extLst>
              <a:ext uri="{FF2B5EF4-FFF2-40B4-BE49-F238E27FC236}">
                <a16:creationId xmlns:a16="http://schemas.microsoft.com/office/drawing/2014/main" id="{66A80B54-F93B-A94A-938E-DFA6C3C90E64}"/>
              </a:ext>
            </a:extLst>
          </p:cNvPr>
          <p:cNvSpPr>
            <a:spLocks/>
          </p:cNvSpPr>
          <p:nvPr/>
        </p:nvSpPr>
        <p:spPr bwMode="auto">
          <a:xfrm>
            <a:off x="4182648" y="5476945"/>
            <a:ext cx="4027487" cy="939800"/>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39" name="Straight Connector 238">
            <a:extLst>
              <a:ext uri="{FF2B5EF4-FFF2-40B4-BE49-F238E27FC236}">
                <a16:creationId xmlns:a16="http://schemas.microsoft.com/office/drawing/2014/main" id="{6B89A56E-4B45-1449-B1CC-C8EF7ABE50B3}"/>
              </a:ext>
            </a:extLst>
          </p:cNvPr>
          <p:cNvCxnSpPr/>
          <p:nvPr/>
        </p:nvCxnSpPr>
        <p:spPr>
          <a:xfrm flipV="1">
            <a:off x="4812885" y="5629345"/>
            <a:ext cx="1316038" cy="131762"/>
          </a:xfrm>
          <a:prstGeom prst="line">
            <a:avLst/>
          </a:prstGeom>
          <a:noFill/>
          <a:ln w="12700" cap="flat" cmpd="sng" algn="ctr">
            <a:solidFill>
              <a:srgbClr val="000000"/>
            </a:solidFill>
            <a:prstDash val="solid"/>
          </a:ln>
          <a:effectLst/>
        </p:spPr>
      </p:cxnSp>
      <p:cxnSp>
        <p:nvCxnSpPr>
          <p:cNvPr id="240" name="Straight Connector 239">
            <a:extLst>
              <a:ext uri="{FF2B5EF4-FFF2-40B4-BE49-F238E27FC236}">
                <a16:creationId xmlns:a16="http://schemas.microsoft.com/office/drawing/2014/main" id="{2740CBE6-0A59-E645-A69D-A9AE662529A8}"/>
              </a:ext>
            </a:extLst>
          </p:cNvPr>
          <p:cNvCxnSpPr/>
          <p:nvPr/>
        </p:nvCxnSpPr>
        <p:spPr>
          <a:xfrm>
            <a:off x="4701760" y="5815082"/>
            <a:ext cx="2259013" cy="300038"/>
          </a:xfrm>
          <a:prstGeom prst="line">
            <a:avLst/>
          </a:prstGeom>
          <a:noFill/>
          <a:ln w="12700" cap="flat" cmpd="sng" algn="ctr">
            <a:solidFill>
              <a:srgbClr val="000000"/>
            </a:solidFill>
            <a:prstDash val="solid"/>
          </a:ln>
          <a:effectLst/>
        </p:spPr>
      </p:cxnSp>
      <p:cxnSp>
        <p:nvCxnSpPr>
          <p:cNvPr id="241" name="Straight Connector 240">
            <a:extLst>
              <a:ext uri="{FF2B5EF4-FFF2-40B4-BE49-F238E27FC236}">
                <a16:creationId xmlns:a16="http://schemas.microsoft.com/office/drawing/2014/main" id="{FEDEF0D8-C674-7A42-948E-7E305FE7E98D}"/>
              </a:ext>
            </a:extLst>
          </p:cNvPr>
          <p:cNvCxnSpPr/>
          <p:nvPr/>
        </p:nvCxnSpPr>
        <p:spPr>
          <a:xfrm>
            <a:off x="4714460" y="5921445"/>
            <a:ext cx="714375" cy="274637"/>
          </a:xfrm>
          <a:prstGeom prst="line">
            <a:avLst/>
          </a:prstGeom>
          <a:noFill/>
          <a:ln w="12700" cap="flat" cmpd="sng" algn="ctr">
            <a:solidFill>
              <a:srgbClr val="000000"/>
            </a:solidFill>
            <a:prstDash val="solid"/>
          </a:ln>
          <a:effectLst/>
        </p:spPr>
      </p:cxnSp>
      <p:cxnSp>
        <p:nvCxnSpPr>
          <p:cNvPr id="242" name="Straight Connector 241">
            <a:extLst>
              <a:ext uri="{FF2B5EF4-FFF2-40B4-BE49-F238E27FC236}">
                <a16:creationId xmlns:a16="http://schemas.microsoft.com/office/drawing/2014/main" id="{88FEC270-B253-8E44-A411-9C7971EEB2C5}"/>
              </a:ext>
            </a:extLst>
          </p:cNvPr>
          <p:cNvCxnSpPr/>
          <p:nvPr/>
        </p:nvCxnSpPr>
        <p:spPr>
          <a:xfrm flipV="1">
            <a:off x="5732048" y="6115120"/>
            <a:ext cx="1247775" cy="80962"/>
          </a:xfrm>
          <a:prstGeom prst="line">
            <a:avLst/>
          </a:prstGeom>
          <a:noFill/>
          <a:ln w="12700" cap="flat" cmpd="sng" algn="ctr">
            <a:solidFill>
              <a:srgbClr val="000000"/>
            </a:solidFill>
            <a:prstDash val="solid"/>
          </a:ln>
          <a:effectLst/>
        </p:spPr>
      </p:cxnSp>
      <p:cxnSp>
        <p:nvCxnSpPr>
          <p:cNvPr id="243" name="Straight Connector 242">
            <a:extLst>
              <a:ext uri="{FF2B5EF4-FFF2-40B4-BE49-F238E27FC236}">
                <a16:creationId xmlns:a16="http://schemas.microsoft.com/office/drawing/2014/main" id="{829E7CD6-E2DF-3F41-969B-DA845A408D9F}"/>
              </a:ext>
            </a:extLst>
          </p:cNvPr>
          <p:cNvCxnSpPr/>
          <p:nvPr/>
        </p:nvCxnSpPr>
        <p:spPr>
          <a:xfrm>
            <a:off x="6392448" y="5661095"/>
            <a:ext cx="1057275" cy="123825"/>
          </a:xfrm>
          <a:prstGeom prst="line">
            <a:avLst/>
          </a:prstGeom>
          <a:noFill/>
          <a:ln w="12700" cap="flat" cmpd="sng" algn="ctr">
            <a:solidFill>
              <a:srgbClr val="000000"/>
            </a:solidFill>
            <a:prstDash val="solid"/>
          </a:ln>
          <a:effectLst/>
        </p:spPr>
      </p:cxnSp>
      <p:cxnSp>
        <p:nvCxnSpPr>
          <p:cNvPr id="244" name="Straight Connector 243">
            <a:extLst>
              <a:ext uri="{FF2B5EF4-FFF2-40B4-BE49-F238E27FC236}">
                <a16:creationId xmlns:a16="http://schemas.microsoft.com/office/drawing/2014/main" id="{DE601DF1-8D2D-2A46-BC8F-F868A11F76CA}"/>
              </a:ext>
            </a:extLst>
          </p:cNvPr>
          <p:cNvCxnSpPr/>
          <p:nvPr/>
        </p:nvCxnSpPr>
        <p:spPr>
          <a:xfrm flipV="1">
            <a:off x="5676485" y="5815082"/>
            <a:ext cx="1790700" cy="300038"/>
          </a:xfrm>
          <a:prstGeom prst="line">
            <a:avLst/>
          </a:prstGeom>
          <a:noFill/>
          <a:ln w="12700" cap="flat" cmpd="sng" algn="ctr">
            <a:solidFill>
              <a:srgbClr val="000000"/>
            </a:solidFill>
            <a:prstDash val="solid"/>
          </a:ln>
          <a:effectLst/>
        </p:spPr>
      </p:cxnSp>
      <p:cxnSp>
        <p:nvCxnSpPr>
          <p:cNvPr id="245" name="Straight Connector 244">
            <a:extLst>
              <a:ext uri="{FF2B5EF4-FFF2-40B4-BE49-F238E27FC236}">
                <a16:creationId xmlns:a16="http://schemas.microsoft.com/office/drawing/2014/main" id="{A11DDE0B-F575-FA48-8F6B-03D4A7733DCF}"/>
              </a:ext>
            </a:extLst>
          </p:cNvPr>
          <p:cNvCxnSpPr/>
          <p:nvPr/>
        </p:nvCxnSpPr>
        <p:spPr>
          <a:xfrm flipV="1">
            <a:off x="7003635" y="5843657"/>
            <a:ext cx="588963" cy="271463"/>
          </a:xfrm>
          <a:prstGeom prst="line">
            <a:avLst/>
          </a:prstGeom>
          <a:noFill/>
          <a:ln w="12700" cap="flat" cmpd="sng" algn="ctr">
            <a:solidFill>
              <a:srgbClr val="000000"/>
            </a:solidFill>
            <a:prstDash val="solid"/>
          </a:ln>
          <a:effectLst/>
        </p:spPr>
      </p:cxnSp>
      <p:cxnSp>
        <p:nvCxnSpPr>
          <p:cNvPr id="246" name="Straight Connector 245">
            <a:extLst>
              <a:ext uri="{FF2B5EF4-FFF2-40B4-BE49-F238E27FC236}">
                <a16:creationId xmlns:a16="http://schemas.microsoft.com/office/drawing/2014/main" id="{ADA6CD88-616E-B24E-8E41-831DCFC74F88}"/>
              </a:ext>
            </a:extLst>
          </p:cNvPr>
          <p:cNvCxnSpPr/>
          <p:nvPr/>
        </p:nvCxnSpPr>
        <p:spPr>
          <a:xfrm>
            <a:off x="6146385" y="5629345"/>
            <a:ext cx="814388" cy="400050"/>
          </a:xfrm>
          <a:prstGeom prst="line">
            <a:avLst/>
          </a:prstGeom>
          <a:noFill/>
          <a:ln w="12700" cap="flat" cmpd="sng" algn="ctr">
            <a:solidFill>
              <a:srgbClr val="000000"/>
            </a:solidFill>
            <a:prstDash val="solid"/>
          </a:ln>
          <a:effectLst/>
        </p:spPr>
      </p:cxnSp>
      <p:grpSp>
        <p:nvGrpSpPr>
          <p:cNvPr id="247" name="Group 7">
            <a:extLst>
              <a:ext uri="{FF2B5EF4-FFF2-40B4-BE49-F238E27FC236}">
                <a16:creationId xmlns:a16="http://schemas.microsoft.com/office/drawing/2014/main" id="{F23FF8D1-2C6B-9448-B97C-26AA0FF38328}"/>
              </a:ext>
            </a:extLst>
          </p:cNvPr>
          <p:cNvGrpSpPr>
            <a:grpSpLocks/>
          </p:cNvGrpSpPr>
          <p:nvPr/>
        </p:nvGrpSpPr>
        <p:grpSpPr bwMode="auto">
          <a:xfrm>
            <a:off x="5271673" y="6054795"/>
            <a:ext cx="563562" cy="293687"/>
            <a:chOff x="1871277" y="1576300"/>
            <a:chExt cx="1128371" cy="437861"/>
          </a:xfrm>
        </p:grpSpPr>
        <p:sp>
          <p:nvSpPr>
            <p:cNvPr id="248" name="Oval 247">
              <a:extLst>
                <a:ext uri="{FF2B5EF4-FFF2-40B4-BE49-F238E27FC236}">
                  <a16:creationId xmlns:a16="http://schemas.microsoft.com/office/drawing/2014/main" id="{F781E7E0-A5A4-AD4A-A844-E9A7BB7A7970}"/>
                </a:ext>
              </a:extLst>
            </p:cNvPr>
            <p:cNvSpPr>
              <a:spLocks noChangeArrowheads="1"/>
            </p:cNvSpPr>
            <p:nvPr/>
          </p:nvSpPr>
          <p:spPr bwMode="auto">
            <a:xfrm flipV="1">
              <a:off x="1874455" y="1694641"/>
              <a:ext cx="1125193"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49" name="Rectangle 248">
              <a:extLst>
                <a:ext uri="{FF2B5EF4-FFF2-40B4-BE49-F238E27FC236}">
                  <a16:creationId xmlns:a16="http://schemas.microsoft.com/office/drawing/2014/main" id="{3D5BD08E-FA2E-E04F-A545-2E0866784F93}"/>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50" name="Oval 249">
              <a:extLst>
                <a:ext uri="{FF2B5EF4-FFF2-40B4-BE49-F238E27FC236}">
                  <a16:creationId xmlns:a16="http://schemas.microsoft.com/office/drawing/2014/main" id="{01E234FF-7C0E-FD47-9DA3-FA9619013171}"/>
                </a:ext>
              </a:extLst>
            </p:cNvPr>
            <p:cNvSpPr>
              <a:spLocks noChangeArrowheads="1"/>
            </p:cNvSpPr>
            <p:nvPr/>
          </p:nvSpPr>
          <p:spPr bwMode="auto">
            <a:xfrm flipV="1">
              <a:off x="1871277" y="1576300"/>
              <a:ext cx="1125193"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51" name="Freeform 250">
              <a:extLst>
                <a:ext uri="{FF2B5EF4-FFF2-40B4-BE49-F238E27FC236}">
                  <a16:creationId xmlns:a16="http://schemas.microsoft.com/office/drawing/2014/main" id="{563210E5-D710-8E45-8417-02EB79B5C81A}"/>
                </a:ext>
              </a:extLst>
            </p:cNvPr>
            <p:cNvSpPr/>
            <p:nvPr/>
          </p:nvSpPr>
          <p:spPr bwMode="auto">
            <a:xfrm>
              <a:off x="2160521" y="1673339"/>
              <a:ext cx="546704"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52" name="Freeform 251">
              <a:extLst>
                <a:ext uri="{FF2B5EF4-FFF2-40B4-BE49-F238E27FC236}">
                  <a16:creationId xmlns:a16="http://schemas.microsoft.com/office/drawing/2014/main" id="{430FD04E-46A2-3749-B589-BEE902C8D592}"/>
                </a:ext>
              </a:extLst>
            </p:cNvPr>
            <p:cNvSpPr>
              <a:spLocks/>
            </p:cNvSpPr>
            <p:nvPr/>
          </p:nvSpPr>
          <p:spPr bwMode="auto">
            <a:xfrm>
              <a:off x="2103307" y="1633104"/>
              <a:ext cx="661131" cy="111240"/>
            </a:xfrm>
            <a:custGeom>
              <a:avLst/>
              <a:gdLst>
                <a:gd name="T0" fmla="*/ 0 w 3723451"/>
                <a:gd name="T1" fmla="*/ 27215 h 932950"/>
                <a:gd name="T2" fmla="*/ 116331 w 3723451"/>
                <a:gd name="T3" fmla="*/ 321 h 932950"/>
                <a:gd name="T4" fmla="*/ 329509 w 3723451"/>
                <a:gd name="T5" fmla="*/ 62069 h 932950"/>
                <a:gd name="T6" fmla="*/ 532884 w 3723451"/>
                <a:gd name="T7" fmla="*/ 0 h 932950"/>
                <a:gd name="T8" fmla="*/ 661131 w 3723451"/>
                <a:gd name="T9" fmla="*/ 24699 h 932950"/>
                <a:gd name="T10" fmla="*/ 565716 w 3723451"/>
                <a:gd name="T11" fmla="*/ 55071 h 932950"/>
                <a:gd name="T12" fmla="*/ 534996 w 3723451"/>
                <a:gd name="T13" fmla="*/ 46883 h 932950"/>
                <a:gd name="T14" fmla="*/ 333255 w 3723451"/>
                <a:gd name="T15" fmla="*/ 111240 h 932950"/>
                <a:gd name="T16" fmla="*/ 126353 w 3723451"/>
                <a:gd name="T17" fmla="*/ 49250 h 932950"/>
                <a:gd name="T18" fmla="*/ 92901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3" name="Freeform 252">
              <a:extLst>
                <a:ext uri="{FF2B5EF4-FFF2-40B4-BE49-F238E27FC236}">
                  <a16:creationId xmlns:a16="http://schemas.microsoft.com/office/drawing/2014/main" id="{BDBA4CA4-485A-D94A-B148-5C44318A1988}"/>
                </a:ext>
              </a:extLst>
            </p:cNvPr>
            <p:cNvSpPr>
              <a:spLocks/>
            </p:cNvSpPr>
            <p:nvPr/>
          </p:nvSpPr>
          <p:spPr bwMode="auto">
            <a:xfrm>
              <a:off x="2538765" y="1727776"/>
              <a:ext cx="241567" cy="97039"/>
            </a:xfrm>
            <a:custGeom>
              <a:avLst/>
              <a:gdLst>
                <a:gd name="T0" fmla="*/ 0 w 1366596"/>
                <a:gd name="T1" fmla="*/ 0 h 809868"/>
                <a:gd name="T2" fmla="*/ 241567 w 1366596"/>
                <a:gd name="T3" fmla="*/ 74985 h 809868"/>
                <a:gd name="T4" fmla="*/ 152911 w 1366596"/>
                <a:gd name="T5" fmla="*/ 97039 h 809868"/>
                <a:gd name="T6" fmla="*/ 813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4" name="Freeform 253">
              <a:extLst>
                <a:ext uri="{FF2B5EF4-FFF2-40B4-BE49-F238E27FC236}">
                  <a16:creationId xmlns:a16="http://schemas.microsoft.com/office/drawing/2014/main" id="{4F7BCFB0-4862-0040-98EF-79148CCE20CE}"/>
                </a:ext>
              </a:extLst>
            </p:cNvPr>
            <p:cNvSpPr>
              <a:spLocks/>
            </p:cNvSpPr>
            <p:nvPr/>
          </p:nvSpPr>
          <p:spPr bwMode="auto">
            <a:xfrm>
              <a:off x="2090593" y="1730143"/>
              <a:ext cx="238389" cy="97040"/>
            </a:xfrm>
            <a:custGeom>
              <a:avLst/>
              <a:gdLst>
                <a:gd name="T0" fmla="*/ 235135 w 1348191"/>
                <a:gd name="T1" fmla="*/ 0 h 791462"/>
                <a:gd name="T2" fmla="*/ 238389 w 1348191"/>
                <a:gd name="T3" fmla="*/ 46827 h 791462"/>
                <a:gd name="T4" fmla="*/ 86243 w 1348191"/>
                <a:gd name="T5" fmla="*/ 97040 h 791462"/>
                <a:gd name="T6" fmla="*/ 0 w 1348191"/>
                <a:gd name="T7" fmla="*/ 75037 h 791462"/>
                <a:gd name="T8" fmla="*/ 23513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55" name="Straight Connector 254">
              <a:extLst>
                <a:ext uri="{FF2B5EF4-FFF2-40B4-BE49-F238E27FC236}">
                  <a16:creationId xmlns:a16="http://schemas.microsoft.com/office/drawing/2014/main" id="{FA80ECE7-29EF-E045-8DE9-443E8B56CBA4}"/>
                </a:ext>
              </a:extLst>
            </p:cNvPr>
            <p:cNvCxnSpPr>
              <a:cxnSpLocks noChangeShapeType="1"/>
              <a:endCxn id="250" idx="2"/>
            </p:cNvCxnSpPr>
            <p:nvPr/>
          </p:nvCxnSpPr>
          <p:spPr bwMode="auto">
            <a:xfrm flipH="1" flipV="1">
              <a:off x="1871277" y="1737244"/>
              <a:ext cx="3178"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56" name="Straight Connector 255">
              <a:extLst>
                <a:ext uri="{FF2B5EF4-FFF2-40B4-BE49-F238E27FC236}">
                  <a16:creationId xmlns:a16="http://schemas.microsoft.com/office/drawing/2014/main" id="{886C4C8B-81F8-494E-B3C9-F2C152BA755D}"/>
                </a:ext>
              </a:extLst>
            </p:cNvPr>
            <p:cNvCxnSpPr>
              <a:cxnSpLocks noChangeShapeType="1"/>
            </p:cNvCxnSpPr>
            <p:nvPr/>
          </p:nvCxnSpPr>
          <p:spPr bwMode="auto">
            <a:xfrm flipH="1" flipV="1">
              <a:off x="2996470" y="1734876"/>
              <a:ext cx="3178"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57" name="Group 327">
            <a:extLst>
              <a:ext uri="{FF2B5EF4-FFF2-40B4-BE49-F238E27FC236}">
                <a16:creationId xmlns:a16="http://schemas.microsoft.com/office/drawing/2014/main" id="{C6D6E434-396F-824D-B42D-39B257E17412}"/>
              </a:ext>
            </a:extLst>
          </p:cNvPr>
          <p:cNvGrpSpPr>
            <a:grpSpLocks/>
          </p:cNvGrpSpPr>
          <p:nvPr/>
        </p:nvGrpSpPr>
        <p:grpSpPr bwMode="auto">
          <a:xfrm>
            <a:off x="5966998" y="5513457"/>
            <a:ext cx="565150" cy="292100"/>
            <a:chOff x="1871277" y="1576300"/>
            <a:chExt cx="1128371" cy="437861"/>
          </a:xfrm>
        </p:grpSpPr>
        <p:sp>
          <p:nvSpPr>
            <p:cNvPr id="258" name="Oval 257">
              <a:extLst>
                <a:ext uri="{FF2B5EF4-FFF2-40B4-BE49-F238E27FC236}">
                  <a16:creationId xmlns:a16="http://schemas.microsoft.com/office/drawing/2014/main" id="{BD523501-0761-ED43-9FA5-AEA15E2D1C9C}"/>
                </a:ext>
              </a:extLst>
            </p:cNvPr>
            <p:cNvSpPr>
              <a:spLocks noChangeArrowheads="1"/>
            </p:cNvSpPr>
            <p:nvPr/>
          </p:nvSpPr>
          <p:spPr bwMode="auto">
            <a:xfrm flipV="1">
              <a:off x="1874446" y="1692905"/>
              <a:ext cx="1125202" cy="32125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59" name="Rectangle 258">
              <a:extLst>
                <a:ext uri="{FF2B5EF4-FFF2-40B4-BE49-F238E27FC236}">
                  <a16:creationId xmlns:a16="http://schemas.microsoft.com/office/drawing/2014/main" id="{1B2C53EE-99C4-9041-B078-E1DEA73E56F8}"/>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60" name="Oval 259">
              <a:extLst>
                <a:ext uri="{FF2B5EF4-FFF2-40B4-BE49-F238E27FC236}">
                  <a16:creationId xmlns:a16="http://schemas.microsoft.com/office/drawing/2014/main" id="{27361595-2FF4-1B46-839D-326969B484FA}"/>
                </a:ext>
              </a:extLst>
            </p:cNvPr>
            <p:cNvSpPr>
              <a:spLocks noChangeArrowheads="1"/>
            </p:cNvSpPr>
            <p:nvPr/>
          </p:nvSpPr>
          <p:spPr bwMode="auto">
            <a:xfrm flipV="1">
              <a:off x="1871277" y="1576300"/>
              <a:ext cx="1125200" cy="3212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61" name="Freeform 260">
              <a:extLst>
                <a:ext uri="{FF2B5EF4-FFF2-40B4-BE49-F238E27FC236}">
                  <a16:creationId xmlns:a16="http://schemas.microsoft.com/office/drawing/2014/main" id="{89642470-FD74-1047-9747-D0EB2363B800}"/>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62" name="Freeform 261">
              <a:extLst>
                <a:ext uri="{FF2B5EF4-FFF2-40B4-BE49-F238E27FC236}">
                  <a16:creationId xmlns:a16="http://schemas.microsoft.com/office/drawing/2014/main" id="{12E17BAF-3675-9946-91CF-C0BD05A47A02}"/>
                </a:ext>
              </a:extLst>
            </p:cNvPr>
            <p:cNvSpPr>
              <a:spLocks/>
            </p:cNvSpPr>
            <p:nvPr/>
          </p:nvSpPr>
          <p:spPr bwMode="auto">
            <a:xfrm>
              <a:off x="2102655" y="1633412"/>
              <a:ext cx="662444" cy="111846"/>
            </a:xfrm>
            <a:custGeom>
              <a:avLst/>
              <a:gdLst>
                <a:gd name="T0" fmla="*/ 0 w 3723451"/>
                <a:gd name="T1" fmla="*/ 27363 h 932950"/>
                <a:gd name="T2" fmla="*/ 116562 w 3723451"/>
                <a:gd name="T3" fmla="*/ 322 h 932950"/>
                <a:gd name="T4" fmla="*/ 330164 w 3723451"/>
                <a:gd name="T5" fmla="*/ 62407 h 932950"/>
                <a:gd name="T6" fmla="*/ 533943 w 3723451"/>
                <a:gd name="T7" fmla="*/ 0 h 932950"/>
                <a:gd name="T8" fmla="*/ 662444 w 3723451"/>
                <a:gd name="T9" fmla="*/ 24834 h 932950"/>
                <a:gd name="T10" fmla="*/ 566839 w 3723451"/>
                <a:gd name="T11" fmla="*/ 55371 h 932950"/>
                <a:gd name="T12" fmla="*/ 536059 w 3723451"/>
                <a:gd name="T13" fmla="*/ 47138 h 932950"/>
                <a:gd name="T14" fmla="*/ 333917 w 3723451"/>
                <a:gd name="T15" fmla="*/ 111846 h 932950"/>
                <a:gd name="T16" fmla="*/ 126604 w 3723451"/>
                <a:gd name="T17" fmla="*/ 49519 h 932950"/>
                <a:gd name="T18" fmla="*/ 93086 w 3723451"/>
                <a:gd name="T19" fmla="*/ 56246 h 932950"/>
                <a:gd name="T20" fmla="*/ 0 w 3723451"/>
                <a:gd name="T21" fmla="*/ 27363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3" name="Freeform 262">
              <a:extLst>
                <a:ext uri="{FF2B5EF4-FFF2-40B4-BE49-F238E27FC236}">
                  <a16:creationId xmlns:a16="http://schemas.microsoft.com/office/drawing/2014/main" id="{FB02D5C9-E16C-D545-9658-9B08CD700FC7}"/>
                </a:ext>
              </a:extLst>
            </p:cNvPr>
            <p:cNvSpPr>
              <a:spLocks/>
            </p:cNvSpPr>
            <p:nvPr/>
          </p:nvSpPr>
          <p:spPr bwMode="auto">
            <a:xfrm>
              <a:off x="2536889" y="1728599"/>
              <a:ext cx="244057" cy="97568"/>
            </a:xfrm>
            <a:custGeom>
              <a:avLst/>
              <a:gdLst>
                <a:gd name="T0" fmla="*/ 0 w 1366596"/>
                <a:gd name="T1" fmla="*/ 0 h 809868"/>
                <a:gd name="T2" fmla="*/ 244057 w 1366596"/>
                <a:gd name="T3" fmla="*/ 75393 h 809868"/>
                <a:gd name="T4" fmla="*/ 154487 w 1366596"/>
                <a:gd name="T5" fmla="*/ 97568 h 809868"/>
                <a:gd name="T6" fmla="*/ 822 w 1366596"/>
                <a:gd name="T7" fmla="*/ 5155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Freeform 263">
              <a:extLst>
                <a:ext uri="{FF2B5EF4-FFF2-40B4-BE49-F238E27FC236}">
                  <a16:creationId xmlns:a16="http://schemas.microsoft.com/office/drawing/2014/main" id="{43C530C6-57F7-D943-BF8C-3B8BE501FC32}"/>
                </a:ext>
              </a:extLst>
            </p:cNvPr>
            <p:cNvSpPr>
              <a:spLocks/>
            </p:cNvSpPr>
            <p:nvPr/>
          </p:nvSpPr>
          <p:spPr bwMode="auto">
            <a:xfrm>
              <a:off x="2089977" y="1730980"/>
              <a:ext cx="240888" cy="95187"/>
            </a:xfrm>
            <a:custGeom>
              <a:avLst/>
              <a:gdLst>
                <a:gd name="T0" fmla="*/ 237599 w 1348191"/>
                <a:gd name="T1" fmla="*/ 0 h 791462"/>
                <a:gd name="T2" fmla="*/ 240888 w 1348191"/>
                <a:gd name="T3" fmla="*/ 45933 h 791462"/>
                <a:gd name="T4" fmla="*/ 87147 w 1348191"/>
                <a:gd name="T5" fmla="*/ 95187 h 791462"/>
                <a:gd name="T6" fmla="*/ 0 w 1348191"/>
                <a:gd name="T7" fmla="*/ 73604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65" name="Straight Connector 264">
              <a:extLst>
                <a:ext uri="{FF2B5EF4-FFF2-40B4-BE49-F238E27FC236}">
                  <a16:creationId xmlns:a16="http://schemas.microsoft.com/office/drawing/2014/main" id="{04998C4B-6CC3-804D-8149-EB9753D18CA7}"/>
                </a:ext>
              </a:extLst>
            </p:cNvPr>
            <p:cNvCxnSpPr>
              <a:cxnSpLocks noChangeShapeType="1"/>
              <a:endCxn id="260" idx="2"/>
            </p:cNvCxnSpPr>
            <p:nvPr/>
          </p:nvCxnSpPr>
          <p:spPr bwMode="auto">
            <a:xfrm flipH="1" flipV="1">
              <a:off x="1871277" y="1735739"/>
              <a:ext cx="3169" cy="12374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66" name="Straight Connector 265">
              <a:extLst>
                <a:ext uri="{FF2B5EF4-FFF2-40B4-BE49-F238E27FC236}">
                  <a16:creationId xmlns:a16="http://schemas.microsoft.com/office/drawing/2014/main" id="{565D2A47-CC6C-8440-A5DF-83E670BCAF12}"/>
                </a:ext>
              </a:extLst>
            </p:cNvPr>
            <p:cNvCxnSpPr>
              <a:cxnSpLocks noChangeShapeType="1"/>
            </p:cNvCxnSpPr>
            <p:nvPr/>
          </p:nvCxnSpPr>
          <p:spPr bwMode="auto">
            <a:xfrm flipH="1" flipV="1">
              <a:off x="2996477" y="1733359"/>
              <a:ext cx="3171" cy="12374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67" name="Group 337">
            <a:extLst>
              <a:ext uri="{FF2B5EF4-FFF2-40B4-BE49-F238E27FC236}">
                <a16:creationId xmlns:a16="http://schemas.microsoft.com/office/drawing/2014/main" id="{82B40A4C-BCB9-0F49-86D8-65358510B247}"/>
              </a:ext>
            </a:extLst>
          </p:cNvPr>
          <p:cNvGrpSpPr>
            <a:grpSpLocks/>
          </p:cNvGrpSpPr>
          <p:nvPr/>
        </p:nvGrpSpPr>
        <p:grpSpPr bwMode="auto">
          <a:xfrm>
            <a:off x="6609935" y="5967482"/>
            <a:ext cx="563563" cy="293688"/>
            <a:chOff x="1871277" y="1576300"/>
            <a:chExt cx="1128371" cy="437861"/>
          </a:xfrm>
        </p:grpSpPr>
        <p:sp>
          <p:nvSpPr>
            <p:cNvPr id="268" name="Oval 267">
              <a:extLst>
                <a:ext uri="{FF2B5EF4-FFF2-40B4-BE49-F238E27FC236}">
                  <a16:creationId xmlns:a16="http://schemas.microsoft.com/office/drawing/2014/main" id="{683F4F4C-42FD-9846-A017-5B90A1CDF30A}"/>
                </a:ext>
              </a:extLst>
            </p:cNvPr>
            <p:cNvSpPr>
              <a:spLocks noChangeArrowheads="1"/>
            </p:cNvSpPr>
            <p:nvPr/>
          </p:nvSpPr>
          <p:spPr bwMode="auto">
            <a:xfrm flipV="1">
              <a:off x="1874457" y="1694641"/>
              <a:ext cx="1125191"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69" name="Rectangle 268">
              <a:extLst>
                <a:ext uri="{FF2B5EF4-FFF2-40B4-BE49-F238E27FC236}">
                  <a16:creationId xmlns:a16="http://schemas.microsoft.com/office/drawing/2014/main" id="{3F600344-6D5A-5149-9480-8AD325F910A2}"/>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70" name="Oval 269">
              <a:extLst>
                <a:ext uri="{FF2B5EF4-FFF2-40B4-BE49-F238E27FC236}">
                  <a16:creationId xmlns:a16="http://schemas.microsoft.com/office/drawing/2014/main" id="{358912A5-2365-7548-98D1-05C254AB8C93}"/>
                </a:ext>
              </a:extLst>
            </p:cNvPr>
            <p:cNvSpPr>
              <a:spLocks noChangeArrowheads="1"/>
            </p:cNvSpPr>
            <p:nvPr/>
          </p:nvSpPr>
          <p:spPr bwMode="auto">
            <a:xfrm flipV="1">
              <a:off x="1871277" y="1576300"/>
              <a:ext cx="1125191"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71" name="Freeform 270">
              <a:extLst>
                <a:ext uri="{FF2B5EF4-FFF2-40B4-BE49-F238E27FC236}">
                  <a16:creationId xmlns:a16="http://schemas.microsoft.com/office/drawing/2014/main" id="{856A4118-FA0A-BF49-876A-9D235E6C6E2E}"/>
                </a:ext>
              </a:extLst>
            </p:cNvPr>
            <p:cNvSpPr/>
            <p:nvPr/>
          </p:nvSpPr>
          <p:spPr bwMode="auto">
            <a:xfrm>
              <a:off x="2160522" y="1673340"/>
              <a:ext cx="546703"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72" name="Freeform 271">
              <a:extLst>
                <a:ext uri="{FF2B5EF4-FFF2-40B4-BE49-F238E27FC236}">
                  <a16:creationId xmlns:a16="http://schemas.microsoft.com/office/drawing/2014/main" id="{73066D64-2E3F-F24D-B741-44F8F9E6C32A}"/>
                </a:ext>
              </a:extLst>
            </p:cNvPr>
            <p:cNvSpPr>
              <a:spLocks/>
            </p:cNvSpPr>
            <p:nvPr/>
          </p:nvSpPr>
          <p:spPr bwMode="auto">
            <a:xfrm>
              <a:off x="2103309" y="1633103"/>
              <a:ext cx="661129" cy="111241"/>
            </a:xfrm>
            <a:custGeom>
              <a:avLst/>
              <a:gdLst>
                <a:gd name="T0" fmla="*/ 0 w 3723451"/>
                <a:gd name="T1" fmla="*/ 27215 h 932950"/>
                <a:gd name="T2" fmla="*/ 116330 w 3723451"/>
                <a:gd name="T3" fmla="*/ 321 h 932950"/>
                <a:gd name="T4" fmla="*/ 329508 w 3723451"/>
                <a:gd name="T5" fmla="*/ 62070 h 932950"/>
                <a:gd name="T6" fmla="*/ 532883 w 3723451"/>
                <a:gd name="T7" fmla="*/ 0 h 932950"/>
                <a:gd name="T8" fmla="*/ 661129 w 3723451"/>
                <a:gd name="T9" fmla="*/ 24700 h 932950"/>
                <a:gd name="T10" fmla="*/ 565714 w 3723451"/>
                <a:gd name="T11" fmla="*/ 55072 h 932950"/>
                <a:gd name="T12" fmla="*/ 534995 w 3723451"/>
                <a:gd name="T13" fmla="*/ 46883 h 932950"/>
                <a:gd name="T14" fmla="*/ 333254 w 3723451"/>
                <a:gd name="T15" fmla="*/ 111241 h 932950"/>
                <a:gd name="T16" fmla="*/ 126353 w 3723451"/>
                <a:gd name="T17" fmla="*/ 49251 h 932950"/>
                <a:gd name="T18" fmla="*/ 92901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3" name="Freeform 272">
              <a:extLst>
                <a:ext uri="{FF2B5EF4-FFF2-40B4-BE49-F238E27FC236}">
                  <a16:creationId xmlns:a16="http://schemas.microsoft.com/office/drawing/2014/main" id="{63C7C818-A6BA-5B46-8663-C7EB1B1CEB1A}"/>
                </a:ext>
              </a:extLst>
            </p:cNvPr>
            <p:cNvSpPr>
              <a:spLocks/>
            </p:cNvSpPr>
            <p:nvPr/>
          </p:nvSpPr>
          <p:spPr bwMode="auto">
            <a:xfrm>
              <a:off x="2538763" y="1727776"/>
              <a:ext cx="241567" cy="97040"/>
            </a:xfrm>
            <a:custGeom>
              <a:avLst/>
              <a:gdLst>
                <a:gd name="T0" fmla="*/ 0 w 1366596"/>
                <a:gd name="T1" fmla="*/ 0 h 809868"/>
                <a:gd name="T2" fmla="*/ 241567 w 1366596"/>
                <a:gd name="T3" fmla="*/ 74985 h 809868"/>
                <a:gd name="T4" fmla="*/ 152911 w 1366596"/>
                <a:gd name="T5" fmla="*/ 97040 h 809868"/>
                <a:gd name="T6" fmla="*/ 813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4" name="Freeform 273">
              <a:extLst>
                <a:ext uri="{FF2B5EF4-FFF2-40B4-BE49-F238E27FC236}">
                  <a16:creationId xmlns:a16="http://schemas.microsoft.com/office/drawing/2014/main" id="{958FEB88-75FB-2D44-9A10-0367FDB3A463}"/>
                </a:ext>
              </a:extLst>
            </p:cNvPr>
            <p:cNvSpPr>
              <a:spLocks/>
            </p:cNvSpPr>
            <p:nvPr/>
          </p:nvSpPr>
          <p:spPr bwMode="auto">
            <a:xfrm>
              <a:off x="2090595" y="1730144"/>
              <a:ext cx="238387" cy="97039"/>
            </a:xfrm>
            <a:custGeom>
              <a:avLst/>
              <a:gdLst>
                <a:gd name="T0" fmla="*/ 235133 w 1348191"/>
                <a:gd name="T1" fmla="*/ 0 h 791462"/>
                <a:gd name="T2" fmla="*/ 238387 w 1348191"/>
                <a:gd name="T3" fmla="*/ 46827 h 791462"/>
                <a:gd name="T4" fmla="*/ 86242 w 1348191"/>
                <a:gd name="T5" fmla="*/ 97039 h 791462"/>
                <a:gd name="T6" fmla="*/ 0 w 1348191"/>
                <a:gd name="T7" fmla="*/ 75036 h 791462"/>
                <a:gd name="T8" fmla="*/ 23513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75" name="Straight Connector 274">
              <a:extLst>
                <a:ext uri="{FF2B5EF4-FFF2-40B4-BE49-F238E27FC236}">
                  <a16:creationId xmlns:a16="http://schemas.microsoft.com/office/drawing/2014/main" id="{E5F8810D-58B9-1B41-9069-743A57CBD942}"/>
                </a:ext>
              </a:extLst>
            </p:cNvPr>
            <p:cNvCxnSpPr>
              <a:cxnSpLocks noChangeShapeType="1"/>
              <a:endCxn id="270" idx="2"/>
            </p:cNvCxnSpPr>
            <p:nvPr/>
          </p:nvCxnSpPr>
          <p:spPr bwMode="auto">
            <a:xfrm flipH="1" flipV="1">
              <a:off x="1871277" y="1737243"/>
              <a:ext cx="3180"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76" name="Straight Connector 275">
              <a:extLst>
                <a:ext uri="{FF2B5EF4-FFF2-40B4-BE49-F238E27FC236}">
                  <a16:creationId xmlns:a16="http://schemas.microsoft.com/office/drawing/2014/main" id="{B7248C01-1BC9-084D-9C19-4C517E66801B}"/>
                </a:ext>
              </a:extLst>
            </p:cNvPr>
            <p:cNvCxnSpPr>
              <a:cxnSpLocks noChangeShapeType="1"/>
            </p:cNvCxnSpPr>
            <p:nvPr/>
          </p:nvCxnSpPr>
          <p:spPr bwMode="auto">
            <a:xfrm flipH="1" flipV="1">
              <a:off x="2996468" y="1734877"/>
              <a:ext cx="3180"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77" name="Group 347">
            <a:extLst>
              <a:ext uri="{FF2B5EF4-FFF2-40B4-BE49-F238E27FC236}">
                <a16:creationId xmlns:a16="http://schemas.microsoft.com/office/drawing/2014/main" id="{EA66C38A-2A9F-054D-B190-0607C48440C0}"/>
              </a:ext>
            </a:extLst>
          </p:cNvPr>
          <p:cNvGrpSpPr>
            <a:grpSpLocks/>
          </p:cNvGrpSpPr>
          <p:nvPr/>
        </p:nvGrpSpPr>
        <p:grpSpPr bwMode="auto">
          <a:xfrm>
            <a:off x="7332248" y="5653157"/>
            <a:ext cx="565150" cy="293688"/>
            <a:chOff x="1871277" y="1576300"/>
            <a:chExt cx="1128371" cy="437861"/>
          </a:xfrm>
        </p:grpSpPr>
        <p:sp>
          <p:nvSpPr>
            <p:cNvPr id="278" name="Oval 277">
              <a:extLst>
                <a:ext uri="{FF2B5EF4-FFF2-40B4-BE49-F238E27FC236}">
                  <a16:creationId xmlns:a16="http://schemas.microsoft.com/office/drawing/2014/main" id="{578C6C8A-3C2C-CA47-A52F-E5336E397A8C}"/>
                </a:ext>
              </a:extLst>
            </p:cNvPr>
            <p:cNvSpPr>
              <a:spLocks noChangeArrowheads="1"/>
            </p:cNvSpPr>
            <p:nvPr/>
          </p:nvSpPr>
          <p:spPr bwMode="auto">
            <a:xfrm flipV="1">
              <a:off x="1874446" y="1694641"/>
              <a:ext cx="1125202"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79" name="Rectangle 278">
              <a:extLst>
                <a:ext uri="{FF2B5EF4-FFF2-40B4-BE49-F238E27FC236}">
                  <a16:creationId xmlns:a16="http://schemas.microsoft.com/office/drawing/2014/main" id="{40527894-E8D6-8847-A758-9F4A98B89D5B}"/>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80" name="Oval 279">
              <a:extLst>
                <a:ext uri="{FF2B5EF4-FFF2-40B4-BE49-F238E27FC236}">
                  <a16:creationId xmlns:a16="http://schemas.microsoft.com/office/drawing/2014/main" id="{50FCBF9F-6CE0-7B47-94FC-CD5787B788A2}"/>
                </a:ext>
              </a:extLst>
            </p:cNvPr>
            <p:cNvSpPr>
              <a:spLocks noChangeArrowheads="1"/>
            </p:cNvSpPr>
            <p:nvPr/>
          </p:nvSpPr>
          <p:spPr bwMode="auto">
            <a:xfrm flipV="1">
              <a:off x="1871277" y="1576300"/>
              <a:ext cx="1125200"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81" name="Freeform 280">
              <a:extLst>
                <a:ext uri="{FF2B5EF4-FFF2-40B4-BE49-F238E27FC236}">
                  <a16:creationId xmlns:a16="http://schemas.microsoft.com/office/drawing/2014/main" id="{5D5ADD21-3F21-8E47-B87D-2BDC146712B9}"/>
                </a:ext>
              </a:extLst>
            </p:cNvPr>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82" name="Freeform 281">
              <a:extLst>
                <a:ext uri="{FF2B5EF4-FFF2-40B4-BE49-F238E27FC236}">
                  <a16:creationId xmlns:a16="http://schemas.microsoft.com/office/drawing/2014/main" id="{0FF22D66-78A9-2245-ACA6-A35063B9545F}"/>
                </a:ext>
              </a:extLst>
            </p:cNvPr>
            <p:cNvSpPr>
              <a:spLocks/>
            </p:cNvSpPr>
            <p:nvPr/>
          </p:nvSpPr>
          <p:spPr bwMode="auto">
            <a:xfrm>
              <a:off x="2102655" y="1633103"/>
              <a:ext cx="662444" cy="111241"/>
            </a:xfrm>
            <a:custGeom>
              <a:avLst/>
              <a:gdLst>
                <a:gd name="T0" fmla="*/ 0 w 3723451"/>
                <a:gd name="T1" fmla="*/ 27215 h 932950"/>
                <a:gd name="T2" fmla="*/ 116562 w 3723451"/>
                <a:gd name="T3" fmla="*/ 321 h 932950"/>
                <a:gd name="T4" fmla="*/ 330164 w 3723451"/>
                <a:gd name="T5" fmla="*/ 62070 h 932950"/>
                <a:gd name="T6" fmla="*/ 533943 w 3723451"/>
                <a:gd name="T7" fmla="*/ 0 h 932950"/>
                <a:gd name="T8" fmla="*/ 662444 w 3723451"/>
                <a:gd name="T9" fmla="*/ 24700 h 932950"/>
                <a:gd name="T10" fmla="*/ 566839 w 3723451"/>
                <a:gd name="T11" fmla="*/ 55072 h 932950"/>
                <a:gd name="T12" fmla="*/ 536059 w 3723451"/>
                <a:gd name="T13" fmla="*/ 46883 h 932950"/>
                <a:gd name="T14" fmla="*/ 333917 w 3723451"/>
                <a:gd name="T15" fmla="*/ 111241 h 932950"/>
                <a:gd name="T16" fmla="*/ 126604 w 3723451"/>
                <a:gd name="T17" fmla="*/ 49251 h 932950"/>
                <a:gd name="T18" fmla="*/ 93086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3" name="Freeform 282">
              <a:extLst>
                <a:ext uri="{FF2B5EF4-FFF2-40B4-BE49-F238E27FC236}">
                  <a16:creationId xmlns:a16="http://schemas.microsoft.com/office/drawing/2014/main" id="{A86BA2E2-E459-454D-98E3-2CB0E41E1ED3}"/>
                </a:ext>
              </a:extLst>
            </p:cNvPr>
            <p:cNvSpPr>
              <a:spLocks/>
            </p:cNvSpPr>
            <p:nvPr/>
          </p:nvSpPr>
          <p:spPr bwMode="auto">
            <a:xfrm>
              <a:off x="2536889" y="1727776"/>
              <a:ext cx="244057" cy="97040"/>
            </a:xfrm>
            <a:custGeom>
              <a:avLst/>
              <a:gdLst>
                <a:gd name="T0" fmla="*/ 0 w 1366596"/>
                <a:gd name="T1" fmla="*/ 0 h 809868"/>
                <a:gd name="T2" fmla="*/ 244057 w 1366596"/>
                <a:gd name="T3" fmla="*/ 74985 h 809868"/>
                <a:gd name="T4" fmla="*/ 154487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Freeform 283">
              <a:extLst>
                <a:ext uri="{FF2B5EF4-FFF2-40B4-BE49-F238E27FC236}">
                  <a16:creationId xmlns:a16="http://schemas.microsoft.com/office/drawing/2014/main" id="{32EB212F-0575-FD42-B1AF-F3AAD1FDE604}"/>
                </a:ext>
              </a:extLst>
            </p:cNvPr>
            <p:cNvSpPr>
              <a:spLocks/>
            </p:cNvSpPr>
            <p:nvPr/>
          </p:nvSpPr>
          <p:spPr bwMode="auto">
            <a:xfrm>
              <a:off x="2089977"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85" name="Straight Connector 284">
              <a:extLst>
                <a:ext uri="{FF2B5EF4-FFF2-40B4-BE49-F238E27FC236}">
                  <a16:creationId xmlns:a16="http://schemas.microsoft.com/office/drawing/2014/main" id="{913FC001-18AF-3A49-BFB4-0B914F19FFD8}"/>
                </a:ext>
              </a:extLst>
            </p:cNvPr>
            <p:cNvCxnSpPr>
              <a:cxnSpLocks noChangeShapeType="1"/>
              <a:endCxn id="280" idx="2"/>
            </p:cNvCxnSpPr>
            <p:nvPr/>
          </p:nvCxnSpPr>
          <p:spPr bwMode="auto">
            <a:xfrm flipH="1" flipV="1">
              <a:off x="1871277" y="1737243"/>
              <a:ext cx="3169"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86" name="Straight Connector 285">
              <a:extLst>
                <a:ext uri="{FF2B5EF4-FFF2-40B4-BE49-F238E27FC236}">
                  <a16:creationId xmlns:a16="http://schemas.microsoft.com/office/drawing/2014/main" id="{7194EB53-3E3D-024D-B0D2-5596DAD2A331}"/>
                </a:ext>
              </a:extLst>
            </p:cNvPr>
            <p:cNvCxnSpPr>
              <a:cxnSpLocks noChangeShapeType="1"/>
            </p:cNvCxnSpPr>
            <p:nvPr/>
          </p:nvCxnSpPr>
          <p:spPr bwMode="auto">
            <a:xfrm flipH="1" flipV="1">
              <a:off x="2996477" y="1734877"/>
              <a:ext cx="3171"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87" name="Group 286">
            <a:extLst>
              <a:ext uri="{FF2B5EF4-FFF2-40B4-BE49-F238E27FC236}">
                <a16:creationId xmlns:a16="http://schemas.microsoft.com/office/drawing/2014/main" id="{7169FC3C-178E-6048-AB6C-8493893B17E5}"/>
              </a:ext>
            </a:extLst>
          </p:cNvPr>
          <p:cNvGrpSpPr>
            <a:grpSpLocks/>
          </p:cNvGrpSpPr>
          <p:nvPr/>
        </p:nvGrpSpPr>
        <p:grpSpPr bwMode="auto">
          <a:xfrm>
            <a:off x="3347623" y="2370207"/>
            <a:ext cx="5270500" cy="3805238"/>
            <a:chOff x="1757805" y="2331054"/>
            <a:chExt cx="5270058" cy="3804634"/>
          </a:xfrm>
        </p:grpSpPr>
        <p:sp>
          <p:nvSpPr>
            <p:cNvPr id="288" name="Freeform 287">
              <a:extLst>
                <a:ext uri="{FF2B5EF4-FFF2-40B4-BE49-F238E27FC236}">
                  <a16:creationId xmlns:a16="http://schemas.microsoft.com/office/drawing/2014/main" id="{440C625E-763F-DC45-B239-42BFE9E9081B}"/>
                </a:ext>
              </a:extLst>
            </p:cNvPr>
            <p:cNvSpPr/>
            <p:nvPr/>
          </p:nvSpPr>
          <p:spPr>
            <a:xfrm>
              <a:off x="1776853" y="4829382"/>
              <a:ext cx="1220685" cy="920604"/>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0510" h="921649">
                  <a:moveTo>
                    <a:pt x="1060159" y="921649"/>
                  </a:moveTo>
                  <a:cubicBezTo>
                    <a:pt x="166591" y="183345"/>
                    <a:pt x="908943" y="790884"/>
                    <a:pt x="0" y="51716"/>
                  </a:cubicBezTo>
                  <a:cubicBezTo>
                    <a:pt x="346878" y="57311"/>
                    <a:pt x="712340" y="-5240"/>
                    <a:pt x="1059218" y="355"/>
                  </a:cubicBezTo>
                  <a:cubicBezTo>
                    <a:pt x="1192967" y="751903"/>
                    <a:pt x="1090859" y="157699"/>
                    <a:pt x="1220510" y="849923"/>
                  </a:cubicBezTo>
                  <a:cubicBezTo>
                    <a:pt x="1126090" y="855456"/>
                    <a:pt x="1222187" y="863235"/>
                    <a:pt x="1060159" y="921649"/>
                  </a:cubicBezTo>
                  <a:close/>
                </a:path>
              </a:pathLst>
            </a:custGeom>
            <a:gradFill rotWithShape="1">
              <a:gsLst>
                <a:gs pos="0">
                  <a:srgbClr val="FFFFFF">
                    <a:lumMod val="9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89" name="Freeform 288">
              <a:extLst>
                <a:ext uri="{FF2B5EF4-FFF2-40B4-BE49-F238E27FC236}">
                  <a16:creationId xmlns:a16="http://schemas.microsoft.com/office/drawing/2014/main" id="{7B2A49C4-873B-2743-B356-AA474598AAC7}"/>
                </a:ext>
              </a:extLst>
            </p:cNvPr>
            <p:cNvSpPr/>
            <p:nvPr/>
          </p:nvSpPr>
          <p:spPr>
            <a:xfrm>
              <a:off x="6102428" y="4916682"/>
              <a:ext cx="925435" cy="75711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6304" h="758185">
                  <a:moveTo>
                    <a:pt x="0" y="735614"/>
                  </a:moveTo>
                  <a:cubicBezTo>
                    <a:pt x="309918" y="169731"/>
                    <a:pt x="59088" y="622691"/>
                    <a:pt x="405840" y="13939"/>
                  </a:cubicBezTo>
                  <a:cubicBezTo>
                    <a:pt x="580581" y="18247"/>
                    <a:pt x="751563" y="-3745"/>
                    <a:pt x="926304" y="563"/>
                  </a:cubicBezTo>
                  <a:cubicBezTo>
                    <a:pt x="312762" y="607705"/>
                    <a:pt x="474902" y="459041"/>
                    <a:pt x="183705" y="758185"/>
                  </a:cubicBezTo>
                  <a:cubicBezTo>
                    <a:pt x="49420" y="729549"/>
                    <a:pt x="196198" y="734148"/>
                    <a:pt x="0" y="735614"/>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90" name="Freeform 289">
              <a:extLst>
                <a:ext uri="{FF2B5EF4-FFF2-40B4-BE49-F238E27FC236}">
                  <a16:creationId xmlns:a16="http://schemas.microsoft.com/office/drawing/2014/main" id="{0D9AB348-D7F2-A742-9B0C-84535C1F8A96}"/>
                </a:ext>
              </a:extLst>
            </p:cNvPr>
            <p:cNvSpPr/>
            <p:nvPr/>
          </p:nvSpPr>
          <p:spPr>
            <a:xfrm>
              <a:off x="5288109" y="4937315"/>
              <a:ext cx="725426" cy="1099963"/>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5009" h="1101479">
                  <a:moveTo>
                    <a:pt x="0" y="1073986"/>
                  </a:moveTo>
                  <a:cubicBezTo>
                    <a:pt x="95638" y="589814"/>
                    <a:pt x="96800" y="618448"/>
                    <a:pt x="206612" y="1724"/>
                  </a:cubicBezTo>
                  <a:cubicBezTo>
                    <a:pt x="451440" y="14348"/>
                    <a:pt x="499346" y="35256"/>
                    <a:pt x="725009" y="0"/>
                  </a:cubicBezTo>
                  <a:cubicBezTo>
                    <a:pt x="326141" y="749497"/>
                    <a:pt x="642687" y="159790"/>
                    <a:pt x="159092" y="1101479"/>
                  </a:cubicBezTo>
                  <a:cubicBezTo>
                    <a:pt x="24807" y="1072843"/>
                    <a:pt x="92525" y="1088071"/>
                    <a:pt x="0" y="1073986"/>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91" name="Freeform 290">
              <a:extLst>
                <a:ext uri="{FF2B5EF4-FFF2-40B4-BE49-F238E27FC236}">
                  <a16:creationId xmlns:a16="http://schemas.microsoft.com/office/drawing/2014/main" id="{98F06BD2-BA43-1144-B69F-BF325541EB43}"/>
                </a:ext>
              </a:extLst>
            </p:cNvPr>
            <p:cNvSpPr/>
            <p:nvPr/>
          </p:nvSpPr>
          <p:spPr>
            <a:xfrm>
              <a:off x="4300767" y="4956362"/>
              <a:ext cx="514307" cy="57775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578353">
                  <a:moveTo>
                    <a:pt x="135770" y="577341"/>
                  </a:moveTo>
                  <a:cubicBezTo>
                    <a:pt x="50587" y="214237"/>
                    <a:pt x="96631" y="442038"/>
                    <a:pt x="0" y="0"/>
                  </a:cubicBezTo>
                  <a:lnTo>
                    <a:pt x="514180" y="10891"/>
                  </a:lnTo>
                  <a:cubicBezTo>
                    <a:pt x="417353" y="348331"/>
                    <a:pt x="426658" y="280104"/>
                    <a:pt x="339280" y="576561"/>
                  </a:cubicBezTo>
                  <a:cubicBezTo>
                    <a:pt x="292835" y="580865"/>
                    <a:pt x="203869" y="575875"/>
                    <a:pt x="135770" y="577341"/>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92" name="Freeform 291">
              <a:extLst>
                <a:ext uri="{FF2B5EF4-FFF2-40B4-BE49-F238E27FC236}">
                  <a16:creationId xmlns:a16="http://schemas.microsoft.com/office/drawing/2014/main" id="{57135A78-79C3-CB4B-8E8E-D9A274265F07}"/>
                </a:ext>
              </a:extLst>
            </p:cNvPr>
            <p:cNvSpPr/>
            <p:nvPr/>
          </p:nvSpPr>
          <p:spPr>
            <a:xfrm>
              <a:off x="3521369" y="4919856"/>
              <a:ext cx="593675" cy="1215832"/>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4113" h="1215612">
                  <a:moveTo>
                    <a:pt x="403236" y="1215612"/>
                  </a:moveTo>
                  <a:cubicBezTo>
                    <a:pt x="223947" y="663007"/>
                    <a:pt x="295574" y="908506"/>
                    <a:pt x="0" y="4757"/>
                  </a:cubicBezTo>
                  <a:cubicBezTo>
                    <a:pt x="166537" y="861"/>
                    <a:pt x="336246" y="3896"/>
                    <a:pt x="502783" y="0"/>
                  </a:cubicBezTo>
                  <a:cubicBezTo>
                    <a:pt x="555943" y="995541"/>
                    <a:pt x="557486" y="515061"/>
                    <a:pt x="594113" y="1179818"/>
                  </a:cubicBezTo>
                  <a:cubicBezTo>
                    <a:pt x="496428" y="1184123"/>
                    <a:pt x="599434" y="1214146"/>
                    <a:pt x="403236" y="1215612"/>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293" name="Group 17">
              <a:extLst>
                <a:ext uri="{FF2B5EF4-FFF2-40B4-BE49-F238E27FC236}">
                  <a16:creationId xmlns:a16="http://schemas.microsoft.com/office/drawing/2014/main" id="{3DCFE7AC-3DDA-544E-9FBA-E2013CB1F765}"/>
                </a:ext>
              </a:extLst>
            </p:cNvPr>
            <p:cNvGrpSpPr>
              <a:grpSpLocks/>
            </p:cNvGrpSpPr>
            <p:nvPr/>
          </p:nvGrpSpPr>
          <p:grpSpPr bwMode="auto">
            <a:xfrm>
              <a:off x="1757805" y="2331054"/>
              <a:ext cx="1079500" cy="2674334"/>
              <a:chOff x="1757805" y="2331054"/>
              <a:chExt cx="1079500" cy="2674334"/>
            </a:xfrm>
          </p:grpSpPr>
          <p:sp>
            <p:nvSpPr>
              <p:cNvPr id="380" name="Rectangle 379">
                <a:extLst>
                  <a:ext uri="{FF2B5EF4-FFF2-40B4-BE49-F238E27FC236}">
                    <a16:creationId xmlns:a16="http://schemas.microsoft.com/office/drawing/2014/main" id="{4A6C83BC-7EC5-0F45-B8BB-C3B547B3E007}"/>
                  </a:ext>
                </a:extLst>
              </p:cNvPr>
              <p:cNvSpPr/>
              <p:nvPr/>
            </p:nvSpPr>
            <p:spPr bwMode="auto">
              <a:xfrm rot="10800000">
                <a:off x="1789552" y="2580252"/>
                <a:ext cx="1027025" cy="1084090"/>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381" name="Group 104">
                <a:extLst>
                  <a:ext uri="{FF2B5EF4-FFF2-40B4-BE49-F238E27FC236}">
                    <a16:creationId xmlns:a16="http://schemas.microsoft.com/office/drawing/2014/main" id="{C49CCBB3-581C-F744-9C12-88066A544A1A}"/>
                  </a:ext>
                </a:extLst>
              </p:cNvPr>
              <p:cNvGrpSpPr>
                <a:grpSpLocks/>
              </p:cNvGrpSpPr>
              <p:nvPr/>
            </p:nvGrpSpPr>
            <p:grpSpPr bwMode="auto">
              <a:xfrm>
                <a:off x="1782739" y="4616206"/>
                <a:ext cx="1034710" cy="389182"/>
                <a:chOff x="4128636" y="3606589"/>
                <a:chExt cx="568145" cy="338667"/>
              </a:xfrm>
            </p:grpSpPr>
            <p:sp>
              <p:nvSpPr>
                <p:cNvPr id="395" name="Oval 394">
                  <a:extLst>
                    <a:ext uri="{FF2B5EF4-FFF2-40B4-BE49-F238E27FC236}">
                      <a16:creationId xmlns:a16="http://schemas.microsoft.com/office/drawing/2014/main" id="{1360C793-55DD-E448-BB09-2AF9F40ABA16}"/>
                    </a:ext>
                  </a:extLst>
                </p:cNvPr>
                <p:cNvSpPr/>
                <p:nvPr/>
              </p:nvSpPr>
              <p:spPr>
                <a:xfrm>
                  <a:off x="4128891" y="3720271"/>
                  <a:ext cx="565669" cy="22514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96" name="Rectangle 395">
                  <a:extLst>
                    <a:ext uri="{FF2B5EF4-FFF2-40B4-BE49-F238E27FC236}">
                      <a16:creationId xmlns:a16="http://schemas.microsoft.com/office/drawing/2014/main" id="{B5E5E126-5712-074A-827E-49B7AB6291A3}"/>
                    </a:ext>
                  </a:extLst>
                </p:cNvPr>
                <p:cNvSpPr/>
                <p:nvPr/>
              </p:nvSpPr>
              <p:spPr>
                <a:xfrm>
                  <a:off x="4128891" y="3720271"/>
                  <a:ext cx="565669" cy="111880"/>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97" name="Oval 396">
                  <a:extLst>
                    <a:ext uri="{FF2B5EF4-FFF2-40B4-BE49-F238E27FC236}">
                      <a16:creationId xmlns:a16="http://schemas.microsoft.com/office/drawing/2014/main" id="{90782D44-406D-1A44-B8FA-7DABB141B919}"/>
                    </a:ext>
                  </a:extLst>
                </p:cNvPr>
                <p:cNvSpPr/>
                <p:nvPr/>
              </p:nvSpPr>
              <p:spPr>
                <a:xfrm>
                  <a:off x="4128891" y="3607011"/>
                  <a:ext cx="565669" cy="225140"/>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98" name="Straight Connector 397">
                  <a:extLst>
                    <a:ext uri="{FF2B5EF4-FFF2-40B4-BE49-F238E27FC236}">
                      <a16:creationId xmlns:a16="http://schemas.microsoft.com/office/drawing/2014/main" id="{91CE1BD1-E198-874C-A63D-F01D330549A7}"/>
                    </a:ext>
                  </a:extLst>
                </p:cNvPr>
                <p:cNvCxnSpPr/>
                <p:nvPr/>
              </p:nvCxnSpPr>
              <p:spPr>
                <a:xfrm>
                  <a:off x="4694560" y="3720271"/>
                  <a:ext cx="0" cy="111880"/>
                </a:xfrm>
                <a:prstGeom prst="line">
                  <a:avLst/>
                </a:prstGeom>
                <a:noFill/>
                <a:ln w="6350" cap="flat" cmpd="sng" algn="ctr">
                  <a:solidFill>
                    <a:srgbClr val="000000"/>
                  </a:solidFill>
                  <a:prstDash val="solid"/>
                </a:ln>
                <a:effectLst/>
              </p:spPr>
            </p:cxnSp>
            <p:cxnSp>
              <p:nvCxnSpPr>
                <p:cNvPr id="399" name="Straight Connector 398">
                  <a:extLst>
                    <a:ext uri="{FF2B5EF4-FFF2-40B4-BE49-F238E27FC236}">
                      <a16:creationId xmlns:a16="http://schemas.microsoft.com/office/drawing/2014/main" id="{5C32A76A-C218-CD4F-A5EA-5F04BEBB7C8B}"/>
                    </a:ext>
                  </a:extLst>
                </p:cNvPr>
                <p:cNvCxnSpPr/>
                <p:nvPr/>
              </p:nvCxnSpPr>
              <p:spPr>
                <a:xfrm>
                  <a:off x="4128891" y="3720271"/>
                  <a:ext cx="0" cy="111880"/>
                </a:xfrm>
                <a:prstGeom prst="line">
                  <a:avLst/>
                </a:prstGeom>
                <a:noFill/>
                <a:ln w="6350" cap="flat" cmpd="sng" algn="ctr">
                  <a:solidFill>
                    <a:srgbClr val="000000"/>
                  </a:solidFill>
                  <a:prstDash val="solid"/>
                </a:ln>
                <a:effectLst/>
              </p:spPr>
            </p:cxnSp>
          </p:grpSp>
          <p:sp>
            <p:nvSpPr>
              <p:cNvPr id="382" name="Rectangle 381">
                <a:extLst>
                  <a:ext uri="{FF2B5EF4-FFF2-40B4-BE49-F238E27FC236}">
                    <a16:creationId xmlns:a16="http://schemas.microsoft.com/office/drawing/2014/main" id="{9568C327-A8B8-714A-9EC6-981C762ACAD5}"/>
                  </a:ext>
                </a:extLst>
              </p:cNvPr>
              <p:cNvSpPr/>
              <p:nvPr/>
            </p:nvSpPr>
            <p:spPr bwMode="auto">
              <a:xfrm>
                <a:off x="1802251" y="3602440"/>
                <a:ext cx="1027025" cy="1163452"/>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83" name="Straight Connector 382">
                <a:extLst>
                  <a:ext uri="{FF2B5EF4-FFF2-40B4-BE49-F238E27FC236}">
                    <a16:creationId xmlns:a16="http://schemas.microsoft.com/office/drawing/2014/main" id="{CE43604B-D39F-7044-94F2-CD4AD82F1987}"/>
                  </a:ext>
                </a:extLst>
              </p:cNvPr>
              <p:cNvCxnSpPr/>
              <p:nvPr/>
            </p:nvCxnSpPr>
            <p:spPr bwMode="auto">
              <a:xfrm>
                <a:off x="1781615" y="2805642"/>
                <a:ext cx="20636" cy="2020566"/>
              </a:xfrm>
              <a:prstGeom prst="line">
                <a:avLst/>
              </a:prstGeom>
              <a:noFill/>
              <a:ln w="3175" cap="flat" cmpd="sng" algn="ctr">
                <a:solidFill>
                  <a:srgbClr val="000000"/>
                </a:solidFill>
                <a:prstDash val="sysDash"/>
              </a:ln>
              <a:effectLst/>
            </p:spPr>
          </p:cxnSp>
          <p:cxnSp>
            <p:nvCxnSpPr>
              <p:cNvPr id="384" name="Straight Connector 383">
                <a:extLst>
                  <a:ext uri="{FF2B5EF4-FFF2-40B4-BE49-F238E27FC236}">
                    <a16:creationId xmlns:a16="http://schemas.microsoft.com/office/drawing/2014/main" id="{5C4C1EF2-5AB5-114F-AE30-53470A226E36}"/>
                  </a:ext>
                </a:extLst>
              </p:cNvPr>
              <p:cNvCxnSpPr/>
              <p:nvPr/>
            </p:nvCxnSpPr>
            <p:spPr bwMode="auto">
              <a:xfrm flipH="1">
                <a:off x="2818166" y="2805642"/>
                <a:ext cx="4762" cy="1976123"/>
              </a:xfrm>
              <a:prstGeom prst="line">
                <a:avLst/>
              </a:prstGeom>
              <a:noFill/>
              <a:ln w="3175" cap="flat" cmpd="sng" algn="ctr">
                <a:solidFill>
                  <a:srgbClr val="000000"/>
                </a:solidFill>
                <a:prstDash val="sysDash"/>
              </a:ln>
              <a:effectLst/>
            </p:spPr>
          </p:cxnSp>
          <p:grpSp>
            <p:nvGrpSpPr>
              <p:cNvPr id="385" name="Group 9">
                <a:extLst>
                  <a:ext uri="{FF2B5EF4-FFF2-40B4-BE49-F238E27FC236}">
                    <a16:creationId xmlns:a16="http://schemas.microsoft.com/office/drawing/2014/main" id="{052F022E-CD26-8744-AC3E-C859146E3805}"/>
                  </a:ext>
                </a:extLst>
              </p:cNvPr>
              <p:cNvGrpSpPr>
                <a:grpSpLocks/>
              </p:cNvGrpSpPr>
              <p:nvPr/>
            </p:nvGrpSpPr>
            <p:grpSpPr bwMode="auto">
              <a:xfrm>
                <a:off x="1757805" y="2331054"/>
                <a:ext cx="1079500" cy="430213"/>
                <a:chOff x="2183302" y="1574638"/>
                <a:chExt cx="1200154" cy="430181"/>
              </a:xfrm>
            </p:grpSpPr>
            <p:sp>
              <p:nvSpPr>
                <p:cNvPr id="386" name="Oval 385">
                  <a:extLst>
                    <a:ext uri="{FF2B5EF4-FFF2-40B4-BE49-F238E27FC236}">
                      <a16:creationId xmlns:a16="http://schemas.microsoft.com/office/drawing/2014/main" id="{80AE789D-EAFB-F44C-ACC8-D4E9E127F29B}"/>
                    </a:ext>
                  </a:extLst>
                </p:cNvPr>
                <p:cNvSpPr/>
                <p:nvPr/>
              </p:nvSpPr>
              <p:spPr bwMode="auto">
                <a:xfrm flipV="1">
                  <a:off x="2186832" y="1690499"/>
                  <a:ext cx="1194758" cy="314252"/>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87" name="Rectangle 386">
                  <a:extLst>
                    <a:ext uri="{FF2B5EF4-FFF2-40B4-BE49-F238E27FC236}">
                      <a16:creationId xmlns:a16="http://schemas.microsoft.com/office/drawing/2014/main" id="{5F200699-ED1E-0245-9D7A-C9227AC90EC0}"/>
                    </a:ext>
                  </a:extLst>
                </p:cNvPr>
                <p:cNvSpPr/>
                <p:nvPr/>
              </p:nvSpPr>
              <p:spPr bwMode="auto">
                <a:xfrm>
                  <a:off x="2183302" y="1734939"/>
                  <a:ext cx="1198287" cy="112686"/>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88" name="Oval 387">
                  <a:extLst>
                    <a:ext uri="{FF2B5EF4-FFF2-40B4-BE49-F238E27FC236}">
                      <a16:creationId xmlns:a16="http://schemas.microsoft.com/office/drawing/2014/main" id="{1653876D-5808-4845-8D45-41E30CCABC5A}"/>
                    </a:ext>
                  </a:extLst>
                </p:cNvPr>
                <p:cNvSpPr>
                  <a:spLocks noChangeArrowheads="1"/>
                </p:cNvSpPr>
                <p:nvPr/>
              </p:nvSpPr>
              <p:spPr bwMode="auto">
                <a:xfrm flipV="1">
                  <a:off x="2183302" y="1574638"/>
                  <a:ext cx="1196523" cy="314252"/>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89" name="Freeform 388">
                  <a:extLst>
                    <a:ext uri="{FF2B5EF4-FFF2-40B4-BE49-F238E27FC236}">
                      <a16:creationId xmlns:a16="http://schemas.microsoft.com/office/drawing/2014/main" id="{B63C1A57-A326-E44D-89A7-AE4E169A70AE}"/>
                    </a:ext>
                  </a:extLst>
                </p:cNvPr>
                <p:cNvSpPr/>
                <p:nvPr/>
              </p:nvSpPr>
              <p:spPr bwMode="auto">
                <a:xfrm>
                  <a:off x="2490374" y="1671453"/>
                  <a:ext cx="582379" cy="157125"/>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90" name="Freeform 389">
                  <a:extLst>
                    <a:ext uri="{FF2B5EF4-FFF2-40B4-BE49-F238E27FC236}">
                      <a16:creationId xmlns:a16="http://schemas.microsoft.com/office/drawing/2014/main" id="{C060360D-64F4-6C46-9C73-B1B076DAA15D}"/>
                    </a:ext>
                  </a:extLst>
                </p:cNvPr>
                <p:cNvSpPr>
                  <a:spLocks/>
                </p:cNvSpPr>
                <p:nvPr/>
              </p:nvSpPr>
              <p:spPr bwMode="auto">
                <a:xfrm>
                  <a:off x="2430372" y="1630188"/>
                  <a:ext cx="702384" cy="109512"/>
                </a:xfrm>
                <a:custGeom>
                  <a:avLst/>
                  <a:gdLst>
                    <a:gd name="T0" fmla="*/ 0 w 3723451"/>
                    <a:gd name="T1" fmla="*/ 26792 h 932950"/>
                    <a:gd name="T2" fmla="*/ 123590 w 3723451"/>
                    <a:gd name="T3" fmla="*/ 316 h 932950"/>
                    <a:gd name="T4" fmla="*/ 350070 w 3723451"/>
                    <a:gd name="T5" fmla="*/ 61105 h 932950"/>
                    <a:gd name="T6" fmla="*/ 566135 w 3723451"/>
                    <a:gd name="T7" fmla="*/ 0 h 932950"/>
                    <a:gd name="T8" fmla="*/ 702384 w 3723451"/>
                    <a:gd name="T9" fmla="*/ 24316 h 932950"/>
                    <a:gd name="T10" fmla="*/ 601015 w 3723451"/>
                    <a:gd name="T11" fmla="*/ 54216 h 932950"/>
                    <a:gd name="T12" fmla="*/ 568379 w 3723451"/>
                    <a:gd name="T13" fmla="*/ 46155 h 932950"/>
                    <a:gd name="T14" fmla="*/ 354049 w 3723451"/>
                    <a:gd name="T15" fmla="*/ 109512 h 932950"/>
                    <a:gd name="T16" fmla="*/ 134237 w 3723451"/>
                    <a:gd name="T17" fmla="*/ 48485 h 932950"/>
                    <a:gd name="T18" fmla="*/ 98698 w 3723451"/>
                    <a:gd name="T19" fmla="*/ 55072 h 932950"/>
                    <a:gd name="T20" fmla="*/ 0 w 3723451"/>
                    <a:gd name="T21" fmla="*/ 2679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Freeform 390">
                  <a:extLst>
                    <a:ext uri="{FF2B5EF4-FFF2-40B4-BE49-F238E27FC236}">
                      <a16:creationId xmlns:a16="http://schemas.microsoft.com/office/drawing/2014/main" id="{6762EEAF-2C47-B149-8689-0C95EC53C318}"/>
                    </a:ext>
                  </a:extLst>
                </p:cNvPr>
                <p:cNvSpPr>
                  <a:spLocks/>
                </p:cNvSpPr>
                <p:nvPr/>
              </p:nvSpPr>
              <p:spPr bwMode="auto">
                <a:xfrm>
                  <a:off x="2892745" y="1723828"/>
                  <a:ext cx="257658" cy="95228"/>
                </a:xfrm>
                <a:custGeom>
                  <a:avLst/>
                  <a:gdLst>
                    <a:gd name="T0" fmla="*/ 0 w 1366596"/>
                    <a:gd name="T1" fmla="*/ 0 h 809868"/>
                    <a:gd name="T2" fmla="*/ 257658 w 1366596"/>
                    <a:gd name="T3" fmla="*/ 73585 h 809868"/>
                    <a:gd name="T4" fmla="*/ 163097 w 1366596"/>
                    <a:gd name="T5" fmla="*/ 95228 h 809868"/>
                    <a:gd name="T6" fmla="*/ 867 w 1366596"/>
                    <a:gd name="T7" fmla="*/ 5031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2" name="Freeform 391">
                  <a:extLst>
                    <a:ext uri="{FF2B5EF4-FFF2-40B4-BE49-F238E27FC236}">
                      <a16:creationId xmlns:a16="http://schemas.microsoft.com/office/drawing/2014/main" id="{EEF29461-B5AA-2744-A3DA-2814904A2E2F}"/>
                    </a:ext>
                  </a:extLst>
                </p:cNvPr>
                <p:cNvSpPr>
                  <a:spLocks/>
                </p:cNvSpPr>
                <p:nvPr/>
              </p:nvSpPr>
              <p:spPr bwMode="auto">
                <a:xfrm>
                  <a:off x="2418018" y="1725416"/>
                  <a:ext cx="254129" cy="95228"/>
                </a:xfrm>
                <a:custGeom>
                  <a:avLst/>
                  <a:gdLst>
                    <a:gd name="T0" fmla="*/ 250660 w 1348191"/>
                    <a:gd name="T1" fmla="*/ 0 h 791462"/>
                    <a:gd name="T2" fmla="*/ 254129 w 1348191"/>
                    <a:gd name="T3" fmla="*/ 45953 h 791462"/>
                    <a:gd name="T4" fmla="*/ 91938 w 1348191"/>
                    <a:gd name="T5" fmla="*/ 95228 h 791462"/>
                    <a:gd name="T6" fmla="*/ 0 w 1348191"/>
                    <a:gd name="T7" fmla="*/ 73636 h 791462"/>
                    <a:gd name="T8" fmla="*/ 250660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93" name="Straight Connector 392">
                  <a:extLst>
                    <a:ext uri="{FF2B5EF4-FFF2-40B4-BE49-F238E27FC236}">
                      <a16:creationId xmlns:a16="http://schemas.microsoft.com/office/drawing/2014/main" id="{BE5A273A-2FEE-9545-BB88-87C7E505179F}"/>
                    </a:ext>
                  </a:extLst>
                </p:cNvPr>
                <p:cNvCxnSpPr>
                  <a:cxnSpLocks noChangeShapeType="1"/>
                  <a:endCxn id="388" idx="2"/>
                </p:cNvCxnSpPr>
                <p:nvPr/>
              </p:nvCxnSpPr>
              <p:spPr bwMode="auto">
                <a:xfrm flipH="1" flipV="1">
                  <a:off x="2183302" y="1731764"/>
                  <a:ext cx="3530" cy="12220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94" name="Straight Connector 393">
                  <a:extLst>
                    <a:ext uri="{FF2B5EF4-FFF2-40B4-BE49-F238E27FC236}">
                      <a16:creationId xmlns:a16="http://schemas.microsoft.com/office/drawing/2014/main" id="{3C46EAE7-509B-4E45-A6E7-9A33E4F0FC70}"/>
                    </a:ext>
                  </a:extLst>
                </p:cNvPr>
                <p:cNvCxnSpPr>
                  <a:cxnSpLocks noChangeShapeType="1"/>
                </p:cNvCxnSpPr>
                <p:nvPr/>
              </p:nvCxnSpPr>
              <p:spPr bwMode="auto">
                <a:xfrm flipH="1" flipV="1">
                  <a:off x="3379825" y="1728590"/>
                  <a:ext cx="3530" cy="12220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4" name="Group 18">
              <a:extLst>
                <a:ext uri="{FF2B5EF4-FFF2-40B4-BE49-F238E27FC236}">
                  <a16:creationId xmlns:a16="http://schemas.microsoft.com/office/drawing/2014/main" id="{482172DC-CB77-9547-9B55-AA80104E7E80}"/>
                </a:ext>
              </a:extLst>
            </p:cNvPr>
            <p:cNvGrpSpPr>
              <a:grpSpLocks/>
            </p:cNvGrpSpPr>
            <p:nvPr/>
          </p:nvGrpSpPr>
          <p:grpSpPr bwMode="auto">
            <a:xfrm>
              <a:off x="3500438" y="3174091"/>
              <a:ext cx="522287" cy="1831297"/>
              <a:chOff x="3500438" y="3174091"/>
              <a:chExt cx="522287" cy="1831297"/>
            </a:xfrm>
          </p:grpSpPr>
          <p:sp>
            <p:nvSpPr>
              <p:cNvPr id="359" name="Rectangle 358">
                <a:extLst>
                  <a:ext uri="{FF2B5EF4-FFF2-40B4-BE49-F238E27FC236}">
                    <a16:creationId xmlns:a16="http://schemas.microsoft.com/office/drawing/2014/main" id="{62075464-1A4E-BF45-A532-01A9C76E55CE}"/>
                  </a:ext>
                </a:extLst>
              </p:cNvPr>
              <p:cNvSpPr/>
              <p:nvPr/>
            </p:nvSpPr>
            <p:spPr bwMode="auto">
              <a:xfrm rot="10800000">
                <a:off x="3507320" y="3287221"/>
                <a:ext cx="498349" cy="306623"/>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60" name="Straight Connector 359">
                <a:extLst>
                  <a:ext uri="{FF2B5EF4-FFF2-40B4-BE49-F238E27FC236}">
                    <a16:creationId xmlns:a16="http://schemas.microsoft.com/office/drawing/2014/main" id="{E6476089-4E8D-9748-8A20-B65AB809DCB0}"/>
                  </a:ext>
                </a:extLst>
              </p:cNvPr>
              <p:cNvCxnSpPr/>
              <p:nvPr/>
            </p:nvCxnSpPr>
            <p:spPr bwMode="auto">
              <a:xfrm flipH="1">
                <a:off x="4019802" y="3321497"/>
                <a:ext cx="1588" cy="1536456"/>
              </a:xfrm>
              <a:prstGeom prst="line">
                <a:avLst/>
              </a:prstGeom>
              <a:noFill/>
              <a:ln w="3175" cap="flat" cmpd="sng" algn="ctr">
                <a:solidFill>
                  <a:srgbClr val="000000"/>
                </a:solidFill>
                <a:prstDash val="sysDash"/>
              </a:ln>
              <a:effectLst/>
            </p:spPr>
          </p:cxnSp>
          <p:pic>
            <p:nvPicPr>
              <p:cNvPr id="361" name="Picture 86" descr="router_top.png">
                <a:extLst>
                  <a:ext uri="{FF2B5EF4-FFF2-40B4-BE49-F238E27FC236}">
                    <a16:creationId xmlns:a16="http://schemas.microsoft.com/office/drawing/2014/main" id="{903307E4-A9C2-9644-824F-D336213F448B}"/>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500438" y="3194292"/>
                <a:ext cx="522287" cy="220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62" name="Group 82">
                <a:extLst>
                  <a:ext uri="{FF2B5EF4-FFF2-40B4-BE49-F238E27FC236}">
                    <a16:creationId xmlns:a16="http://schemas.microsoft.com/office/drawing/2014/main" id="{F71CE2FF-B936-C547-A3CE-97AE0CF5BB65}"/>
                  </a:ext>
                </a:extLst>
              </p:cNvPr>
              <p:cNvGrpSpPr>
                <a:grpSpLocks/>
              </p:cNvGrpSpPr>
              <p:nvPr/>
            </p:nvGrpSpPr>
            <p:grpSpPr bwMode="auto">
              <a:xfrm>
                <a:off x="3511442" y="4783543"/>
                <a:ext cx="507858" cy="221845"/>
                <a:chOff x="4128636" y="3606589"/>
                <a:chExt cx="568145" cy="338667"/>
              </a:xfrm>
            </p:grpSpPr>
            <p:sp>
              <p:nvSpPr>
                <p:cNvPr id="375" name="Oval 374">
                  <a:extLst>
                    <a:ext uri="{FF2B5EF4-FFF2-40B4-BE49-F238E27FC236}">
                      <a16:creationId xmlns:a16="http://schemas.microsoft.com/office/drawing/2014/main" id="{586404AE-C86C-2743-98EF-9CF4A95F4440}"/>
                    </a:ext>
                  </a:extLst>
                </p:cNvPr>
                <p:cNvSpPr/>
                <p:nvPr/>
              </p:nvSpPr>
              <p:spPr>
                <a:xfrm>
                  <a:off x="4129087" y="3720182"/>
                  <a:ext cx="568256" cy="225348"/>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76" name="Rectangle 375">
                  <a:extLst>
                    <a:ext uri="{FF2B5EF4-FFF2-40B4-BE49-F238E27FC236}">
                      <a16:creationId xmlns:a16="http://schemas.microsoft.com/office/drawing/2014/main" id="{5396A314-1026-4E4E-A149-99672789B306}"/>
                    </a:ext>
                  </a:extLst>
                </p:cNvPr>
                <p:cNvSpPr/>
                <p:nvPr/>
              </p:nvSpPr>
              <p:spPr>
                <a:xfrm>
                  <a:off x="4129087" y="3720182"/>
                  <a:ext cx="568256" cy="111462"/>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77" name="Oval 376">
                  <a:extLst>
                    <a:ext uri="{FF2B5EF4-FFF2-40B4-BE49-F238E27FC236}">
                      <a16:creationId xmlns:a16="http://schemas.microsoft.com/office/drawing/2014/main" id="{23054A25-C068-9244-9B31-DD0F45D202D9}"/>
                    </a:ext>
                  </a:extLst>
                </p:cNvPr>
                <p:cNvSpPr/>
                <p:nvPr/>
              </p:nvSpPr>
              <p:spPr>
                <a:xfrm>
                  <a:off x="4129087" y="3606297"/>
                  <a:ext cx="568256" cy="225346"/>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78" name="Straight Connector 377">
                  <a:extLst>
                    <a:ext uri="{FF2B5EF4-FFF2-40B4-BE49-F238E27FC236}">
                      <a16:creationId xmlns:a16="http://schemas.microsoft.com/office/drawing/2014/main" id="{CD4A2AA1-5618-3140-9C21-11DC36124DCC}"/>
                    </a:ext>
                  </a:extLst>
                </p:cNvPr>
                <p:cNvCxnSpPr/>
                <p:nvPr/>
              </p:nvCxnSpPr>
              <p:spPr>
                <a:xfrm>
                  <a:off x="4697343" y="3720182"/>
                  <a:ext cx="0" cy="111462"/>
                </a:xfrm>
                <a:prstGeom prst="line">
                  <a:avLst/>
                </a:prstGeom>
                <a:noFill/>
                <a:ln w="6350" cap="flat" cmpd="sng" algn="ctr">
                  <a:solidFill>
                    <a:srgbClr val="000000"/>
                  </a:solidFill>
                  <a:prstDash val="solid"/>
                </a:ln>
                <a:effectLst/>
              </p:spPr>
            </p:cxnSp>
            <p:cxnSp>
              <p:nvCxnSpPr>
                <p:cNvPr id="379" name="Straight Connector 378">
                  <a:extLst>
                    <a:ext uri="{FF2B5EF4-FFF2-40B4-BE49-F238E27FC236}">
                      <a16:creationId xmlns:a16="http://schemas.microsoft.com/office/drawing/2014/main" id="{C0356843-B7EB-A343-9F3C-424592CF11BD}"/>
                    </a:ext>
                  </a:extLst>
                </p:cNvPr>
                <p:cNvCxnSpPr/>
                <p:nvPr/>
              </p:nvCxnSpPr>
              <p:spPr>
                <a:xfrm>
                  <a:off x="4129087" y="3720182"/>
                  <a:ext cx="0" cy="111462"/>
                </a:xfrm>
                <a:prstGeom prst="line">
                  <a:avLst/>
                </a:prstGeom>
                <a:noFill/>
                <a:ln w="6350" cap="flat" cmpd="sng" algn="ctr">
                  <a:solidFill>
                    <a:srgbClr val="000000"/>
                  </a:solidFill>
                  <a:prstDash val="solid"/>
                </a:ln>
                <a:effectLst/>
              </p:spPr>
            </p:cxnSp>
          </p:grpSp>
          <p:sp>
            <p:nvSpPr>
              <p:cNvPr id="363" name="Rectangle 362">
                <a:extLst>
                  <a:ext uri="{FF2B5EF4-FFF2-40B4-BE49-F238E27FC236}">
                    <a16:creationId xmlns:a16="http://schemas.microsoft.com/office/drawing/2014/main" id="{AC6DBBE1-F8C8-7C49-A55E-1A360F9F0FF8}"/>
                  </a:ext>
                </a:extLst>
              </p:cNvPr>
              <p:cNvSpPr/>
              <p:nvPr/>
            </p:nvSpPr>
            <p:spPr bwMode="auto">
              <a:xfrm>
                <a:off x="3516608" y="3697675"/>
                <a:ext cx="498433" cy="1163452"/>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64" name="Straight Connector 363">
                <a:extLst>
                  <a:ext uri="{FF2B5EF4-FFF2-40B4-BE49-F238E27FC236}">
                    <a16:creationId xmlns:a16="http://schemas.microsoft.com/office/drawing/2014/main" id="{30264003-6422-A246-8128-339027C2EFE4}"/>
                  </a:ext>
                </a:extLst>
              </p:cNvPr>
              <p:cNvCxnSpPr>
                <a:stCxn id="368" idx="2"/>
              </p:cNvCxnSpPr>
              <p:nvPr/>
            </p:nvCxnSpPr>
            <p:spPr bwMode="auto">
              <a:xfrm flipH="1">
                <a:off x="3507083" y="3262769"/>
                <a:ext cx="4762" cy="1688832"/>
              </a:xfrm>
              <a:prstGeom prst="line">
                <a:avLst/>
              </a:prstGeom>
              <a:noFill/>
              <a:ln w="3175" cap="flat" cmpd="sng" algn="ctr">
                <a:solidFill>
                  <a:srgbClr val="000000"/>
                </a:solidFill>
                <a:prstDash val="sysDash"/>
              </a:ln>
              <a:effectLst/>
            </p:spPr>
          </p:cxnSp>
          <p:grpSp>
            <p:nvGrpSpPr>
              <p:cNvPr id="365" name="Group 377">
                <a:extLst>
                  <a:ext uri="{FF2B5EF4-FFF2-40B4-BE49-F238E27FC236}">
                    <a16:creationId xmlns:a16="http://schemas.microsoft.com/office/drawing/2014/main" id="{39ED4179-25C2-BD40-8CB0-2D2D19D3B89E}"/>
                  </a:ext>
                </a:extLst>
              </p:cNvPr>
              <p:cNvGrpSpPr>
                <a:grpSpLocks/>
              </p:cNvGrpSpPr>
              <p:nvPr/>
            </p:nvGrpSpPr>
            <p:grpSpPr bwMode="auto">
              <a:xfrm>
                <a:off x="3511057" y="3174091"/>
                <a:ext cx="504096" cy="242719"/>
                <a:chOff x="2183302" y="1574638"/>
                <a:chExt cx="1200154" cy="430218"/>
              </a:xfrm>
            </p:grpSpPr>
            <p:sp>
              <p:nvSpPr>
                <p:cNvPr id="366" name="Oval 365">
                  <a:extLst>
                    <a:ext uri="{FF2B5EF4-FFF2-40B4-BE49-F238E27FC236}">
                      <a16:creationId xmlns:a16="http://schemas.microsoft.com/office/drawing/2014/main" id="{8E546C63-6051-664A-A3B3-09898899A0F6}"/>
                    </a:ext>
                  </a:extLst>
                </p:cNvPr>
                <p:cNvSpPr/>
                <p:nvPr/>
              </p:nvSpPr>
              <p:spPr bwMode="auto">
                <a:xfrm flipV="1">
                  <a:off x="2188958" y="1689617"/>
                  <a:ext cx="1194231" cy="3150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67" name="Rectangle 366">
                  <a:extLst>
                    <a:ext uri="{FF2B5EF4-FFF2-40B4-BE49-F238E27FC236}">
                      <a16:creationId xmlns:a16="http://schemas.microsoft.com/office/drawing/2014/main" id="{F85D8891-4691-274F-8A4C-6EB421E1A629}"/>
                    </a:ext>
                  </a:extLst>
                </p:cNvPr>
                <p:cNvSpPr/>
                <p:nvPr/>
              </p:nvSpPr>
              <p:spPr bwMode="auto">
                <a:xfrm>
                  <a:off x="2185178" y="1734631"/>
                  <a:ext cx="1198011" cy="112535"/>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68" name="Oval 367">
                  <a:extLst>
                    <a:ext uri="{FF2B5EF4-FFF2-40B4-BE49-F238E27FC236}">
                      <a16:creationId xmlns:a16="http://schemas.microsoft.com/office/drawing/2014/main" id="{F6D6309A-F621-8F43-966A-42EE2F5341A2}"/>
                    </a:ext>
                  </a:extLst>
                </p:cNvPr>
                <p:cNvSpPr>
                  <a:spLocks noChangeArrowheads="1"/>
                </p:cNvSpPr>
                <p:nvPr/>
              </p:nvSpPr>
              <p:spPr bwMode="auto">
                <a:xfrm flipV="1">
                  <a:off x="2185178" y="1574269"/>
                  <a:ext cx="1194231" cy="315099"/>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69" name="Freeform 368">
                  <a:extLst>
                    <a:ext uri="{FF2B5EF4-FFF2-40B4-BE49-F238E27FC236}">
                      <a16:creationId xmlns:a16="http://schemas.microsoft.com/office/drawing/2014/main" id="{E0967AA3-A871-A446-BBBF-E652596BA5E0}"/>
                    </a:ext>
                  </a:extLst>
                </p:cNvPr>
                <p:cNvSpPr/>
                <p:nvPr/>
              </p:nvSpPr>
              <p:spPr bwMode="auto">
                <a:xfrm>
                  <a:off x="2491295" y="1669924"/>
                  <a:ext cx="581999" cy="15754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70" name="Freeform 369">
                  <a:extLst>
                    <a:ext uri="{FF2B5EF4-FFF2-40B4-BE49-F238E27FC236}">
                      <a16:creationId xmlns:a16="http://schemas.microsoft.com/office/drawing/2014/main" id="{928F9198-71DD-1048-BF0F-138BFE3045B5}"/>
                    </a:ext>
                  </a:extLst>
                </p:cNvPr>
                <p:cNvSpPr>
                  <a:spLocks/>
                </p:cNvSpPr>
                <p:nvPr/>
              </p:nvSpPr>
              <p:spPr bwMode="auto">
                <a:xfrm>
                  <a:off x="2430828" y="1630537"/>
                  <a:ext cx="702933" cy="109721"/>
                </a:xfrm>
                <a:custGeom>
                  <a:avLst/>
                  <a:gdLst>
                    <a:gd name="T0" fmla="*/ 0 w 3723451"/>
                    <a:gd name="T1" fmla="*/ 26843 h 932950"/>
                    <a:gd name="T2" fmla="*/ 123686 w 3723451"/>
                    <a:gd name="T3" fmla="*/ 316 h 932950"/>
                    <a:gd name="T4" fmla="*/ 350344 w 3723451"/>
                    <a:gd name="T5" fmla="*/ 61221 h 932950"/>
                    <a:gd name="T6" fmla="*/ 566578 w 3723451"/>
                    <a:gd name="T7" fmla="*/ 0 h 932950"/>
                    <a:gd name="T8" fmla="*/ 702933 w 3723451"/>
                    <a:gd name="T9" fmla="*/ 24362 h 932950"/>
                    <a:gd name="T10" fmla="*/ 601485 w 3723451"/>
                    <a:gd name="T11" fmla="*/ 54319 h 932950"/>
                    <a:gd name="T12" fmla="*/ 568823 w 3723451"/>
                    <a:gd name="T13" fmla="*/ 46243 h 932950"/>
                    <a:gd name="T14" fmla="*/ 354326 w 3723451"/>
                    <a:gd name="T15" fmla="*/ 109721 h 932950"/>
                    <a:gd name="T16" fmla="*/ 134342 w 3723451"/>
                    <a:gd name="T17" fmla="*/ 48578 h 932950"/>
                    <a:gd name="T18" fmla="*/ 98775 w 3723451"/>
                    <a:gd name="T19" fmla="*/ 55177 h 932950"/>
                    <a:gd name="T20" fmla="*/ 0 w 3723451"/>
                    <a:gd name="T21" fmla="*/ 26843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Freeform 370">
                  <a:extLst>
                    <a:ext uri="{FF2B5EF4-FFF2-40B4-BE49-F238E27FC236}">
                      <a16:creationId xmlns:a16="http://schemas.microsoft.com/office/drawing/2014/main" id="{1C72F53E-6D8A-1247-85AD-4F6DFA9BC40F}"/>
                    </a:ext>
                  </a:extLst>
                </p:cNvPr>
                <p:cNvSpPr>
                  <a:spLocks/>
                </p:cNvSpPr>
                <p:nvPr/>
              </p:nvSpPr>
              <p:spPr bwMode="auto">
                <a:xfrm>
                  <a:off x="2891892" y="1723378"/>
                  <a:ext cx="260764" cy="95655"/>
                </a:xfrm>
                <a:custGeom>
                  <a:avLst/>
                  <a:gdLst>
                    <a:gd name="T0" fmla="*/ 0 w 1366596"/>
                    <a:gd name="T1" fmla="*/ 0 h 809868"/>
                    <a:gd name="T2" fmla="*/ 260764 w 1366596"/>
                    <a:gd name="T3" fmla="*/ 73915 h 809868"/>
                    <a:gd name="T4" fmla="*/ 165063 w 1366596"/>
                    <a:gd name="T5" fmla="*/ 95655 h 809868"/>
                    <a:gd name="T6" fmla="*/ 878 w 1366596"/>
                    <a:gd name="T7" fmla="*/ 5054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2" name="Freeform 371">
                  <a:extLst>
                    <a:ext uri="{FF2B5EF4-FFF2-40B4-BE49-F238E27FC236}">
                      <a16:creationId xmlns:a16="http://schemas.microsoft.com/office/drawing/2014/main" id="{AC38375A-6308-3C42-8428-1BC8EF1E3EF6}"/>
                    </a:ext>
                  </a:extLst>
                </p:cNvPr>
                <p:cNvSpPr>
                  <a:spLocks/>
                </p:cNvSpPr>
                <p:nvPr/>
              </p:nvSpPr>
              <p:spPr bwMode="auto">
                <a:xfrm>
                  <a:off x="2419489" y="1726192"/>
                  <a:ext cx="253208" cy="92841"/>
                </a:xfrm>
                <a:custGeom>
                  <a:avLst/>
                  <a:gdLst>
                    <a:gd name="T0" fmla="*/ 249751 w 1348191"/>
                    <a:gd name="T1" fmla="*/ 0 h 791462"/>
                    <a:gd name="T2" fmla="*/ 253208 w 1348191"/>
                    <a:gd name="T3" fmla="*/ 44801 h 791462"/>
                    <a:gd name="T4" fmla="*/ 91604 w 1348191"/>
                    <a:gd name="T5" fmla="*/ 92841 h 791462"/>
                    <a:gd name="T6" fmla="*/ 0 w 1348191"/>
                    <a:gd name="T7" fmla="*/ 71790 h 791462"/>
                    <a:gd name="T8" fmla="*/ 249751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73" name="Straight Connector 372">
                  <a:extLst>
                    <a:ext uri="{FF2B5EF4-FFF2-40B4-BE49-F238E27FC236}">
                      <a16:creationId xmlns:a16="http://schemas.microsoft.com/office/drawing/2014/main" id="{2676B342-72B9-EC4E-BEB9-884A31061112}"/>
                    </a:ext>
                  </a:extLst>
                </p:cNvPr>
                <p:cNvCxnSpPr>
                  <a:cxnSpLocks noChangeShapeType="1"/>
                  <a:endCxn id="368" idx="2"/>
                </p:cNvCxnSpPr>
                <p:nvPr/>
              </p:nvCxnSpPr>
              <p:spPr bwMode="auto">
                <a:xfrm flipH="1" flipV="1">
                  <a:off x="2185178" y="1731819"/>
                  <a:ext cx="3780" cy="1209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74" name="Straight Connector 373">
                  <a:extLst>
                    <a:ext uri="{FF2B5EF4-FFF2-40B4-BE49-F238E27FC236}">
                      <a16:creationId xmlns:a16="http://schemas.microsoft.com/office/drawing/2014/main" id="{C9E5ACD2-0571-394B-B54A-E4FD99B680A6}"/>
                    </a:ext>
                  </a:extLst>
                </p:cNvPr>
                <p:cNvCxnSpPr>
                  <a:cxnSpLocks noChangeShapeType="1"/>
                </p:cNvCxnSpPr>
                <p:nvPr/>
              </p:nvCxnSpPr>
              <p:spPr bwMode="auto">
                <a:xfrm flipH="1" flipV="1">
                  <a:off x="3379409" y="1729005"/>
                  <a:ext cx="3780" cy="120976"/>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5" name="Group 19">
              <a:extLst>
                <a:ext uri="{FF2B5EF4-FFF2-40B4-BE49-F238E27FC236}">
                  <a16:creationId xmlns:a16="http://schemas.microsoft.com/office/drawing/2014/main" id="{3F4E53BA-5956-854C-B31F-6EC1D0D219D1}"/>
                </a:ext>
              </a:extLst>
            </p:cNvPr>
            <p:cNvGrpSpPr>
              <a:grpSpLocks/>
            </p:cNvGrpSpPr>
            <p:nvPr/>
          </p:nvGrpSpPr>
          <p:grpSpPr bwMode="auto">
            <a:xfrm>
              <a:off x="4299212" y="2486508"/>
              <a:ext cx="528376" cy="2517292"/>
              <a:chOff x="4299212" y="2486508"/>
              <a:chExt cx="528376" cy="2517292"/>
            </a:xfrm>
          </p:grpSpPr>
          <p:sp>
            <p:nvSpPr>
              <p:cNvPr id="339" name="Rectangle 338">
                <a:extLst>
                  <a:ext uri="{FF2B5EF4-FFF2-40B4-BE49-F238E27FC236}">
                    <a16:creationId xmlns:a16="http://schemas.microsoft.com/office/drawing/2014/main" id="{E47F6DBD-7B1F-E84E-80B1-B0007CEE2ECA}"/>
                  </a:ext>
                </a:extLst>
              </p:cNvPr>
              <p:cNvSpPr/>
              <p:nvPr/>
            </p:nvSpPr>
            <p:spPr bwMode="auto">
              <a:xfrm rot="10800000">
                <a:off x="4315358" y="2675960"/>
                <a:ext cx="498350" cy="91657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40" name="Straight Connector 339">
                <a:extLst>
                  <a:ext uri="{FF2B5EF4-FFF2-40B4-BE49-F238E27FC236}">
                    <a16:creationId xmlns:a16="http://schemas.microsoft.com/office/drawing/2014/main" id="{AD6BA39E-C72A-2B46-89AC-72BC6ECE8737}"/>
                  </a:ext>
                </a:extLst>
              </p:cNvPr>
              <p:cNvCxnSpPr/>
              <p:nvPr/>
            </p:nvCxnSpPr>
            <p:spPr bwMode="auto">
              <a:xfrm>
                <a:off x="4821424" y="2642154"/>
                <a:ext cx="6349" cy="2214211"/>
              </a:xfrm>
              <a:prstGeom prst="line">
                <a:avLst/>
              </a:prstGeom>
              <a:noFill/>
              <a:ln w="3175" cap="flat" cmpd="sng" algn="ctr">
                <a:solidFill>
                  <a:srgbClr val="000000"/>
                </a:solidFill>
                <a:prstDash val="sysDash"/>
              </a:ln>
              <a:effectLst/>
            </p:spPr>
          </p:cxnSp>
          <p:grpSp>
            <p:nvGrpSpPr>
              <p:cNvPr id="341" name="Group 442">
                <a:extLst>
                  <a:ext uri="{FF2B5EF4-FFF2-40B4-BE49-F238E27FC236}">
                    <a16:creationId xmlns:a16="http://schemas.microsoft.com/office/drawing/2014/main" id="{3A2CD557-2097-8643-A2CC-2FC42E115686}"/>
                  </a:ext>
                </a:extLst>
              </p:cNvPr>
              <p:cNvGrpSpPr>
                <a:grpSpLocks/>
              </p:cNvGrpSpPr>
              <p:nvPr/>
            </p:nvGrpSpPr>
            <p:grpSpPr bwMode="auto">
              <a:xfrm>
                <a:off x="4319479" y="4781999"/>
                <a:ext cx="507859" cy="221801"/>
                <a:chOff x="4128636" y="3606589"/>
                <a:chExt cx="568145" cy="338667"/>
              </a:xfrm>
            </p:grpSpPr>
            <p:sp>
              <p:nvSpPr>
                <p:cNvPr id="354" name="Oval 353">
                  <a:extLst>
                    <a:ext uri="{FF2B5EF4-FFF2-40B4-BE49-F238E27FC236}">
                      <a16:creationId xmlns:a16="http://schemas.microsoft.com/office/drawing/2014/main" id="{B01BCE74-1665-8347-ABE7-7ED7C4611208}"/>
                    </a:ext>
                  </a:extLst>
                </p:cNvPr>
                <p:cNvSpPr/>
                <p:nvPr/>
              </p:nvSpPr>
              <p:spPr>
                <a:xfrm>
                  <a:off x="4129012" y="3720139"/>
                  <a:ext cx="568256" cy="225391"/>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55" name="Rectangle 354">
                  <a:extLst>
                    <a:ext uri="{FF2B5EF4-FFF2-40B4-BE49-F238E27FC236}">
                      <a16:creationId xmlns:a16="http://schemas.microsoft.com/office/drawing/2014/main" id="{3E2DD078-496C-2B4E-9AB7-8E3ED7B0B010}"/>
                    </a:ext>
                  </a:extLst>
                </p:cNvPr>
                <p:cNvSpPr/>
                <p:nvPr/>
              </p:nvSpPr>
              <p:spPr>
                <a:xfrm>
                  <a:off x="4129012" y="3720139"/>
                  <a:ext cx="568256" cy="111484"/>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56" name="Oval 355">
                  <a:extLst>
                    <a:ext uri="{FF2B5EF4-FFF2-40B4-BE49-F238E27FC236}">
                      <a16:creationId xmlns:a16="http://schemas.microsoft.com/office/drawing/2014/main" id="{0589AD59-3F91-674B-AB1F-9687AE0A7155}"/>
                    </a:ext>
                  </a:extLst>
                </p:cNvPr>
                <p:cNvSpPr/>
                <p:nvPr/>
              </p:nvSpPr>
              <p:spPr>
                <a:xfrm>
                  <a:off x="4129012" y="3606230"/>
                  <a:ext cx="568256" cy="225392"/>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57" name="Straight Connector 356">
                  <a:extLst>
                    <a:ext uri="{FF2B5EF4-FFF2-40B4-BE49-F238E27FC236}">
                      <a16:creationId xmlns:a16="http://schemas.microsoft.com/office/drawing/2014/main" id="{D7DF9909-4629-2B41-A097-0EE5060D231F}"/>
                    </a:ext>
                  </a:extLst>
                </p:cNvPr>
                <p:cNvCxnSpPr/>
                <p:nvPr/>
              </p:nvCxnSpPr>
              <p:spPr>
                <a:xfrm>
                  <a:off x="4697268" y="3720139"/>
                  <a:ext cx="0" cy="111484"/>
                </a:xfrm>
                <a:prstGeom prst="line">
                  <a:avLst/>
                </a:prstGeom>
                <a:noFill/>
                <a:ln w="6350" cap="flat" cmpd="sng" algn="ctr">
                  <a:solidFill>
                    <a:srgbClr val="000000"/>
                  </a:solidFill>
                  <a:prstDash val="solid"/>
                </a:ln>
                <a:effectLst/>
              </p:spPr>
            </p:cxnSp>
            <p:cxnSp>
              <p:nvCxnSpPr>
                <p:cNvPr id="358" name="Straight Connector 357">
                  <a:extLst>
                    <a:ext uri="{FF2B5EF4-FFF2-40B4-BE49-F238E27FC236}">
                      <a16:creationId xmlns:a16="http://schemas.microsoft.com/office/drawing/2014/main" id="{E00A7AA3-4A7D-5A4A-923D-8190368DDD2A}"/>
                    </a:ext>
                  </a:extLst>
                </p:cNvPr>
                <p:cNvCxnSpPr/>
                <p:nvPr/>
              </p:nvCxnSpPr>
              <p:spPr>
                <a:xfrm>
                  <a:off x="4129012" y="3720139"/>
                  <a:ext cx="0" cy="111484"/>
                </a:xfrm>
                <a:prstGeom prst="line">
                  <a:avLst/>
                </a:prstGeom>
                <a:noFill/>
                <a:ln w="6350" cap="flat" cmpd="sng" algn="ctr">
                  <a:solidFill>
                    <a:srgbClr val="000000"/>
                  </a:solidFill>
                  <a:prstDash val="solid"/>
                </a:ln>
                <a:effectLst/>
              </p:spPr>
            </p:cxnSp>
          </p:grpSp>
          <p:sp>
            <p:nvSpPr>
              <p:cNvPr id="342" name="Rectangle 341">
                <a:extLst>
                  <a:ext uri="{FF2B5EF4-FFF2-40B4-BE49-F238E27FC236}">
                    <a16:creationId xmlns:a16="http://schemas.microsoft.com/office/drawing/2014/main" id="{BC350F5D-A217-434B-B0AD-B82598901D58}"/>
                  </a:ext>
                </a:extLst>
              </p:cNvPr>
              <p:cNvSpPr/>
              <p:nvPr/>
            </p:nvSpPr>
            <p:spPr bwMode="auto">
              <a:xfrm>
                <a:off x="4324577" y="3696087"/>
                <a:ext cx="498433" cy="1163453"/>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43" name="Straight Connector 342">
                <a:extLst>
                  <a:ext uri="{FF2B5EF4-FFF2-40B4-BE49-F238E27FC236}">
                    <a16:creationId xmlns:a16="http://schemas.microsoft.com/office/drawing/2014/main" id="{59C23D10-C5AD-324E-A998-0B2D8811551A}"/>
                  </a:ext>
                </a:extLst>
              </p:cNvPr>
              <p:cNvCxnSpPr>
                <a:stCxn id="345" idx="2"/>
              </p:cNvCxnSpPr>
              <p:nvPr/>
            </p:nvCxnSpPr>
            <p:spPr bwMode="auto">
              <a:xfrm>
                <a:off x="4300767" y="2640568"/>
                <a:ext cx="14286" cy="2309445"/>
              </a:xfrm>
              <a:prstGeom prst="line">
                <a:avLst/>
              </a:prstGeom>
              <a:noFill/>
              <a:ln w="3175" cap="flat" cmpd="sng" algn="ctr">
                <a:solidFill>
                  <a:srgbClr val="000000"/>
                </a:solidFill>
                <a:prstDash val="sysDash"/>
              </a:ln>
              <a:effectLst/>
            </p:spPr>
          </p:cxnSp>
          <p:grpSp>
            <p:nvGrpSpPr>
              <p:cNvPr id="344" name="Group 456">
                <a:extLst>
                  <a:ext uri="{FF2B5EF4-FFF2-40B4-BE49-F238E27FC236}">
                    <a16:creationId xmlns:a16="http://schemas.microsoft.com/office/drawing/2014/main" id="{3D4ED6A7-656E-564B-9724-777A0E00F8CF}"/>
                  </a:ext>
                </a:extLst>
              </p:cNvPr>
              <p:cNvGrpSpPr>
                <a:grpSpLocks/>
              </p:cNvGrpSpPr>
              <p:nvPr/>
            </p:nvGrpSpPr>
            <p:grpSpPr bwMode="auto">
              <a:xfrm>
                <a:off x="4299212" y="2486508"/>
                <a:ext cx="504825" cy="242888"/>
                <a:chOff x="2183302" y="1574638"/>
                <a:chExt cx="1200154" cy="430218"/>
              </a:xfrm>
            </p:grpSpPr>
            <p:sp>
              <p:nvSpPr>
                <p:cNvPr id="345" name="Oval 344">
                  <a:extLst>
                    <a:ext uri="{FF2B5EF4-FFF2-40B4-BE49-F238E27FC236}">
                      <a16:creationId xmlns:a16="http://schemas.microsoft.com/office/drawing/2014/main" id="{5CA9CA10-6CB9-8C4D-9798-DE3642585FBF}"/>
                    </a:ext>
                  </a:extLst>
                </p:cNvPr>
                <p:cNvSpPr/>
                <p:nvPr/>
              </p:nvSpPr>
              <p:spPr bwMode="auto">
                <a:xfrm flipV="1">
                  <a:off x="2186998" y="1690077"/>
                  <a:ext cx="1196279" cy="314880"/>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46" name="Rectangle 345">
                  <a:extLst>
                    <a:ext uri="{FF2B5EF4-FFF2-40B4-BE49-F238E27FC236}">
                      <a16:creationId xmlns:a16="http://schemas.microsoft.com/office/drawing/2014/main" id="{ED7DFE49-0AB2-5F4A-8804-D8EE2F5D8051}"/>
                    </a:ext>
                  </a:extLst>
                </p:cNvPr>
                <p:cNvSpPr/>
                <p:nvPr/>
              </p:nvSpPr>
              <p:spPr bwMode="auto">
                <a:xfrm>
                  <a:off x="2183224" y="1735060"/>
                  <a:ext cx="1200054" cy="112457"/>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47" name="Oval 346">
                  <a:extLst>
                    <a:ext uri="{FF2B5EF4-FFF2-40B4-BE49-F238E27FC236}">
                      <a16:creationId xmlns:a16="http://schemas.microsoft.com/office/drawing/2014/main" id="{D9CC071E-9384-A844-AEDF-4D3D5A3D016C}"/>
                    </a:ext>
                  </a:extLst>
                </p:cNvPr>
                <p:cNvSpPr>
                  <a:spLocks noChangeArrowheads="1"/>
                </p:cNvSpPr>
                <p:nvPr/>
              </p:nvSpPr>
              <p:spPr bwMode="auto">
                <a:xfrm flipV="1">
                  <a:off x="2183224" y="1574808"/>
                  <a:ext cx="1196282" cy="31488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48" name="Freeform 347">
                  <a:extLst>
                    <a:ext uri="{FF2B5EF4-FFF2-40B4-BE49-F238E27FC236}">
                      <a16:creationId xmlns:a16="http://schemas.microsoft.com/office/drawing/2014/main" id="{9221CFD6-F2B1-BC4A-8685-E97AB592CAEA}"/>
                    </a:ext>
                  </a:extLst>
                </p:cNvPr>
                <p:cNvSpPr/>
                <p:nvPr/>
              </p:nvSpPr>
              <p:spPr bwMode="auto">
                <a:xfrm>
                  <a:off x="2488899" y="1670396"/>
                  <a:ext cx="584931" cy="1574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49" name="Freeform 348">
                  <a:extLst>
                    <a:ext uri="{FF2B5EF4-FFF2-40B4-BE49-F238E27FC236}">
                      <a16:creationId xmlns:a16="http://schemas.microsoft.com/office/drawing/2014/main" id="{E1EB2301-9912-744E-B205-5948ED836C1B}"/>
                    </a:ext>
                  </a:extLst>
                </p:cNvPr>
                <p:cNvSpPr>
                  <a:spLocks/>
                </p:cNvSpPr>
                <p:nvPr/>
              </p:nvSpPr>
              <p:spPr bwMode="auto">
                <a:xfrm>
                  <a:off x="2428519" y="1631037"/>
                  <a:ext cx="705691" cy="109646"/>
                </a:xfrm>
                <a:custGeom>
                  <a:avLst/>
                  <a:gdLst>
                    <a:gd name="T0" fmla="*/ 0 w 3723451"/>
                    <a:gd name="T1" fmla="*/ 26825 h 932950"/>
                    <a:gd name="T2" fmla="*/ 124171 w 3723451"/>
                    <a:gd name="T3" fmla="*/ 316 h 932950"/>
                    <a:gd name="T4" fmla="*/ 351718 w 3723451"/>
                    <a:gd name="T5" fmla="*/ 61180 h 932950"/>
                    <a:gd name="T6" fmla="*/ 568801 w 3723451"/>
                    <a:gd name="T7" fmla="*/ 0 h 932950"/>
                    <a:gd name="T8" fmla="*/ 705691 w 3723451"/>
                    <a:gd name="T9" fmla="*/ 24345 h 932950"/>
                    <a:gd name="T10" fmla="*/ 603845 w 3723451"/>
                    <a:gd name="T11" fmla="*/ 54282 h 932950"/>
                    <a:gd name="T12" fmla="*/ 571055 w 3723451"/>
                    <a:gd name="T13" fmla="*/ 46211 h 932950"/>
                    <a:gd name="T14" fmla="*/ 355716 w 3723451"/>
                    <a:gd name="T15" fmla="*/ 109646 h 932950"/>
                    <a:gd name="T16" fmla="*/ 134869 w 3723451"/>
                    <a:gd name="T17" fmla="*/ 48545 h 932950"/>
                    <a:gd name="T18" fmla="*/ 99163 w 3723451"/>
                    <a:gd name="T19" fmla="*/ 55139 h 932950"/>
                    <a:gd name="T20" fmla="*/ 0 w 3723451"/>
                    <a:gd name="T21" fmla="*/ 2682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Freeform 349">
                  <a:extLst>
                    <a:ext uri="{FF2B5EF4-FFF2-40B4-BE49-F238E27FC236}">
                      <a16:creationId xmlns:a16="http://schemas.microsoft.com/office/drawing/2014/main" id="{274D27B5-7E68-5C4D-964B-A01609731F22}"/>
                    </a:ext>
                  </a:extLst>
                </p:cNvPr>
                <p:cNvSpPr>
                  <a:spLocks/>
                </p:cNvSpPr>
                <p:nvPr/>
              </p:nvSpPr>
              <p:spPr bwMode="auto">
                <a:xfrm>
                  <a:off x="2892690" y="1723814"/>
                  <a:ext cx="256615" cy="95588"/>
                </a:xfrm>
                <a:custGeom>
                  <a:avLst/>
                  <a:gdLst>
                    <a:gd name="T0" fmla="*/ 0 w 1366596"/>
                    <a:gd name="T1" fmla="*/ 0 h 809868"/>
                    <a:gd name="T2" fmla="*/ 256615 w 1366596"/>
                    <a:gd name="T3" fmla="*/ 73863 h 809868"/>
                    <a:gd name="T4" fmla="*/ 162436 w 1366596"/>
                    <a:gd name="T5" fmla="*/ 95588 h 809868"/>
                    <a:gd name="T6" fmla="*/ 864 w 1366596"/>
                    <a:gd name="T7" fmla="*/ 50510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1" name="Freeform 350">
                  <a:extLst>
                    <a:ext uri="{FF2B5EF4-FFF2-40B4-BE49-F238E27FC236}">
                      <a16:creationId xmlns:a16="http://schemas.microsoft.com/office/drawing/2014/main" id="{CCCB88EE-5244-8644-B451-9B5D239AEB91}"/>
                    </a:ext>
                  </a:extLst>
                </p:cNvPr>
                <p:cNvSpPr>
                  <a:spLocks/>
                </p:cNvSpPr>
                <p:nvPr/>
              </p:nvSpPr>
              <p:spPr bwMode="auto">
                <a:xfrm>
                  <a:off x="2417196" y="1726625"/>
                  <a:ext cx="252843" cy="92778"/>
                </a:xfrm>
                <a:custGeom>
                  <a:avLst/>
                  <a:gdLst>
                    <a:gd name="T0" fmla="*/ 249391 w 1348191"/>
                    <a:gd name="T1" fmla="*/ 0 h 791462"/>
                    <a:gd name="T2" fmla="*/ 252843 w 1348191"/>
                    <a:gd name="T3" fmla="*/ 44771 h 791462"/>
                    <a:gd name="T4" fmla="*/ 91472 w 1348191"/>
                    <a:gd name="T5" fmla="*/ 92778 h 791462"/>
                    <a:gd name="T6" fmla="*/ 0 w 1348191"/>
                    <a:gd name="T7" fmla="*/ 71741 h 791462"/>
                    <a:gd name="T8" fmla="*/ 249391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52" name="Straight Connector 351">
                  <a:extLst>
                    <a:ext uri="{FF2B5EF4-FFF2-40B4-BE49-F238E27FC236}">
                      <a16:creationId xmlns:a16="http://schemas.microsoft.com/office/drawing/2014/main" id="{4DFA4F03-E97A-1E4E-8C06-5FCF8ACB1D15}"/>
                    </a:ext>
                  </a:extLst>
                </p:cNvPr>
                <p:cNvCxnSpPr>
                  <a:cxnSpLocks noChangeShapeType="1"/>
                  <a:endCxn id="347" idx="2"/>
                </p:cNvCxnSpPr>
                <p:nvPr/>
              </p:nvCxnSpPr>
              <p:spPr bwMode="auto">
                <a:xfrm flipH="1" flipV="1">
                  <a:off x="2183224" y="1732248"/>
                  <a:ext cx="3775" cy="12089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53" name="Straight Connector 352">
                  <a:extLst>
                    <a:ext uri="{FF2B5EF4-FFF2-40B4-BE49-F238E27FC236}">
                      <a16:creationId xmlns:a16="http://schemas.microsoft.com/office/drawing/2014/main" id="{8A9EDB0B-D51F-9C4D-A606-035EEB4B8D26}"/>
                    </a:ext>
                  </a:extLst>
                </p:cNvPr>
                <p:cNvCxnSpPr>
                  <a:cxnSpLocks noChangeShapeType="1"/>
                </p:cNvCxnSpPr>
                <p:nvPr/>
              </p:nvCxnSpPr>
              <p:spPr bwMode="auto">
                <a:xfrm flipH="1" flipV="1">
                  <a:off x="3379505" y="1729437"/>
                  <a:ext cx="3773" cy="12089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6" name="Group 20">
              <a:extLst>
                <a:ext uri="{FF2B5EF4-FFF2-40B4-BE49-F238E27FC236}">
                  <a16:creationId xmlns:a16="http://schemas.microsoft.com/office/drawing/2014/main" id="{7B3927DE-D2D4-0549-B6FC-DB36E97AF650}"/>
                </a:ext>
              </a:extLst>
            </p:cNvPr>
            <p:cNvGrpSpPr>
              <a:grpSpLocks/>
            </p:cNvGrpSpPr>
            <p:nvPr/>
          </p:nvGrpSpPr>
          <p:grpSpPr bwMode="auto">
            <a:xfrm>
              <a:off x="5491163" y="3179295"/>
              <a:ext cx="522287" cy="1824505"/>
              <a:chOff x="5491163" y="3179295"/>
              <a:chExt cx="522287" cy="1824505"/>
            </a:xfrm>
          </p:grpSpPr>
          <p:sp>
            <p:nvSpPr>
              <p:cNvPr id="318" name="Rectangle 317">
                <a:extLst>
                  <a:ext uri="{FF2B5EF4-FFF2-40B4-BE49-F238E27FC236}">
                    <a16:creationId xmlns:a16="http://schemas.microsoft.com/office/drawing/2014/main" id="{94693F99-2D5B-7E44-B2D3-365FDA0CFBDB}"/>
                  </a:ext>
                </a:extLst>
              </p:cNvPr>
              <p:cNvSpPr/>
              <p:nvPr/>
            </p:nvSpPr>
            <p:spPr bwMode="auto">
              <a:xfrm rot="10800000">
                <a:off x="5498044" y="3266845"/>
                <a:ext cx="498349" cy="325689"/>
              </a:xfrm>
              <a:prstGeom prst="rect">
                <a:avLst/>
              </a:prstGeom>
              <a:gradFill rotWithShape="1">
                <a:gsLst>
                  <a:gs pos="1000">
                    <a:srgbClr val="3333CC">
                      <a:lumMod val="75000"/>
                      <a:alpha val="62000"/>
                    </a:srgbClr>
                  </a:gs>
                  <a:gs pos="5400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19" name="Straight Connector 318">
                <a:extLst>
                  <a:ext uri="{FF2B5EF4-FFF2-40B4-BE49-F238E27FC236}">
                    <a16:creationId xmlns:a16="http://schemas.microsoft.com/office/drawing/2014/main" id="{0BE62149-301B-CD40-877F-421A14409479}"/>
                  </a:ext>
                </a:extLst>
              </p:cNvPr>
              <p:cNvCxnSpPr>
                <a:stCxn id="327" idx="6"/>
              </p:cNvCxnSpPr>
              <p:nvPr/>
            </p:nvCxnSpPr>
            <p:spPr bwMode="auto">
              <a:xfrm>
                <a:off x="6004011" y="3267530"/>
                <a:ext cx="6349" cy="1582486"/>
              </a:xfrm>
              <a:prstGeom prst="line">
                <a:avLst/>
              </a:prstGeom>
              <a:noFill/>
              <a:ln w="3175" cap="flat" cmpd="sng" algn="ctr">
                <a:solidFill>
                  <a:srgbClr val="000000"/>
                </a:solidFill>
                <a:prstDash val="sysDash"/>
              </a:ln>
              <a:effectLst/>
            </p:spPr>
          </p:cxnSp>
          <p:pic>
            <p:nvPicPr>
              <p:cNvPr id="320" name="Picture 469" descr="router_top.png">
                <a:extLst>
                  <a:ext uri="{FF2B5EF4-FFF2-40B4-BE49-F238E27FC236}">
                    <a16:creationId xmlns:a16="http://schemas.microsoft.com/office/drawing/2014/main" id="{DD59AE55-8859-5841-B6AC-641E9B1FF769}"/>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491163" y="3206725"/>
                <a:ext cx="522287" cy="2204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1" name="Group 471">
                <a:extLst>
                  <a:ext uri="{FF2B5EF4-FFF2-40B4-BE49-F238E27FC236}">
                    <a16:creationId xmlns:a16="http://schemas.microsoft.com/office/drawing/2014/main" id="{387A8315-A9E2-CD41-9540-BE22EB264718}"/>
                  </a:ext>
                </a:extLst>
              </p:cNvPr>
              <p:cNvGrpSpPr>
                <a:grpSpLocks/>
              </p:cNvGrpSpPr>
              <p:nvPr/>
            </p:nvGrpSpPr>
            <p:grpSpPr bwMode="auto">
              <a:xfrm>
                <a:off x="5502167" y="4781999"/>
                <a:ext cx="507858" cy="221801"/>
                <a:chOff x="4128636" y="3606589"/>
                <a:chExt cx="568145" cy="338667"/>
              </a:xfrm>
            </p:grpSpPr>
            <p:sp>
              <p:nvSpPr>
                <p:cNvPr id="334" name="Oval 333">
                  <a:extLst>
                    <a:ext uri="{FF2B5EF4-FFF2-40B4-BE49-F238E27FC236}">
                      <a16:creationId xmlns:a16="http://schemas.microsoft.com/office/drawing/2014/main" id="{5439A4FE-DB6E-D74D-95B5-D1F4AE9642E7}"/>
                    </a:ext>
                  </a:extLst>
                </p:cNvPr>
                <p:cNvSpPr/>
                <p:nvPr/>
              </p:nvSpPr>
              <p:spPr>
                <a:xfrm>
                  <a:off x="4128900" y="3720139"/>
                  <a:ext cx="568256" cy="225391"/>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35" name="Rectangle 334">
                  <a:extLst>
                    <a:ext uri="{FF2B5EF4-FFF2-40B4-BE49-F238E27FC236}">
                      <a16:creationId xmlns:a16="http://schemas.microsoft.com/office/drawing/2014/main" id="{FA27B6FA-AB40-0D4B-BBE7-6000E55B03D1}"/>
                    </a:ext>
                  </a:extLst>
                </p:cNvPr>
                <p:cNvSpPr/>
                <p:nvPr/>
              </p:nvSpPr>
              <p:spPr>
                <a:xfrm>
                  <a:off x="4128900" y="3720139"/>
                  <a:ext cx="568256" cy="111484"/>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36" name="Oval 335">
                  <a:extLst>
                    <a:ext uri="{FF2B5EF4-FFF2-40B4-BE49-F238E27FC236}">
                      <a16:creationId xmlns:a16="http://schemas.microsoft.com/office/drawing/2014/main" id="{C6FD79C0-1B1A-AB4A-A3BD-6514A1F64FCB}"/>
                    </a:ext>
                  </a:extLst>
                </p:cNvPr>
                <p:cNvSpPr/>
                <p:nvPr/>
              </p:nvSpPr>
              <p:spPr>
                <a:xfrm>
                  <a:off x="4128900" y="3606230"/>
                  <a:ext cx="568256" cy="225392"/>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37" name="Straight Connector 336">
                  <a:extLst>
                    <a:ext uri="{FF2B5EF4-FFF2-40B4-BE49-F238E27FC236}">
                      <a16:creationId xmlns:a16="http://schemas.microsoft.com/office/drawing/2014/main" id="{C730D6A9-51D0-864D-9F88-3CA108609D03}"/>
                    </a:ext>
                  </a:extLst>
                </p:cNvPr>
                <p:cNvCxnSpPr/>
                <p:nvPr/>
              </p:nvCxnSpPr>
              <p:spPr>
                <a:xfrm>
                  <a:off x="4697156" y="3720139"/>
                  <a:ext cx="0" cy="111484"/>
                </a:xfrm>
                <a:prstGeom prst="line">
                  <a:avLst/>
                </a:prstGeom>
                <a:noFill/>
                <a:ln w="6350" cap="flat" cmpd="sng" algn="ctr">
                  <a:solidFill>
                    <a:srgbClr val="000000"/>
                  </a:solidFill>
                  <a:prstDash val="solid"/>
                </a:ln>
                <a:effectLst/>
              </p:spPr>
            </p:cxnSp>
            <p:cxnSp>
              <p:nvCxnSpPr>
                <p:cNvPr id="338" name="Straight Connector 337">
                  <a:extLst>
                    <a:ext uri="{FF2B5EF4-FFF2-40B4-BE49-F238E27FC236}">
                      <a16:creationId xmlns:a16="http://schemas.microsoft.com/office/drawing/2014/main" id="{41EA4558-0D04-634B-A8B0-CAB6FB1D2028}"/>
                    </a:ext>
                  </a:extLst>
                </p:cNvPr>
                <p:cNvCxnSpPr/>
                <p:nvPr/>
              </p:nvCxnSpPr>
              <p:spPr>
                <a:xfrm>
                  <a:off x="4128900" y="3720139"/>
                  <a:ext cx="0" cy="111484"/>
                </a:xfrm>
                <a:prstGeom prst="line">
                  <a:avLst/>
                </a:prstGeom>
                <a:noFill/>
                <a:ln w="6350" cap="flat" cmpd="sng" algn="ctr">
                  <a:solidFill>
                    <a:srgbClr val="000000"/>
                  </a:solidFill>
                  <a:prstDash val="solid"/>
                </a:ln>
                <a:effectLst/>
              </p:spPr>
            </p:cxnSp>
          </p:grpSp>
          <p:sp>
            <p:nvSpPr>
              <p:cNvPr id="322" name="Rectangle 321">
                <a:extLst>
                  <a:ext uri="{FF2B5EF4-FFF2-40B4-BE49-F238E27FC236}">
                    <a16:creationId xmlns:a16="http://schemas.microsoft.com/office/drawing/2014/main" id="{3670DAE7-C167-BA4B-9FB3-842EEBB6E0BC}"/>
                  </a:ext>
                </a:extLst>
              </p:cNvPr>
              <p:cNvSpPr/>
              <p:nvPr/>
            </p:nvSpPr>
            <p:spPr bwMode="auto">
              <a:xfrm>
                <a:off x="5507166" y="3694500"/>
                <a:ext cx="498433" cy="1165040"/>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23" name="Straight Connector 322">
                <a:extLst>
                  <a:ext uri="{FF2B5EF4-FFF2-40B4-BE49-F238E27FC236}">
                    <a16:creationId xmlns:a16="http://schemas.microsoft.com/office/drawing/2014/main" id="{FDAD1200-F8CD-4C4C-B862-839CDCE380A4}"/>
                  </a:ext>
                </a:extLst>
              </p:cNvPr>
              <p:cNvCxnSpPr>
                <a:stCxn id="320" idx="1"/>
              </p:cNvCxnSpPr>
              <p:nvPr/>
            </p:nvCxnSpPr>
            <p:spPr bwMode="auto">
              <a:xfrm>
                <a:off x="5491292" y="3316735"/>
                <a:ext cx="6349" cy="1633277"/>
              </a:xfrm>
              <a:prstGeom prst="line">
                <a:avLst/>
              </a:prstGeom>
              <a:noFill/>
              <a:ln w="3175" cap="flat" cmpd="sng" algn="ctr">
                <a:solidFill>
                  <a:srgbClr val="000000"/>
                </a:solidFill>
                <a:prstDash val="sysDash"/>
              </a:ln>
              <a:effectLst/>
            </p:spPr>
          </p:cxnSp>
          <p:grpSp>
            <p:nvGrpSpPr>
              <p:cNvPr id="324" name="Group 485">
                <a:extLst>
                  <a:ext uri="{FF2B5EF4-FFF2-40B4-BE49-F238E27FC236}">
                    <a16:creationId xmlns:a16="http://schemas.microsoft.com/office/drawing/2014/main" id="{A6200FD6-2FAC-504D-AC15-41C2E0E5FE4E}"/>
                  </a:ext>
                </a:extLst>
              </p:cNvPr>
              <p:cNvGrpSpPr>
                <a:grpSpLocks/>
              </p:cNvGrpSpPr>
              <p:nvPr/>
            </p:nvGrpSpPr>
            <p:grpSpPr bwMode="auto">
              <a:xfrm>
                <a:off x="5500688" y="3179295"/>
                <a:ext cx="504825" cy="242888"/>
                <a:chOff x="2183302" y="1574638"/>
                <a:chExt cx="1200154" cy="430218"/>
              </a:xfrm>
            </p:grpSpPr>
            <p:sp>
              <p:nvSpPr>
                <p:cNvPr id="325" name="Oval 324">
                  <a:extLst>
                    <a:ext uri="{FF2B5EF4-FFF2-40B4-BE49-F238E27FC236}">
                      <a16:creationId xmlns:a16="http://schemas.microsoft.com/office/drawing/2014/main" id="{ECDA45FA-C7C9-1D42-AD17-0A94B356D9C2}"/>
                    </a:ext>
                  </a:extLst>
                </p:cNvPr>
                <p:cNvSpPr/>
                <p:nvPr/>
              </p:nvSpPr>
              <p:spPr bwMode="auto">
                <a:xfrm flipV="1">
                  <a:off x="2187379" y="1688754"/>
                  <a:ext cx="1196279" cy="314880"/>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26" name="Rectangle 325">
                  <a:extLst>
                    <a:ext uri="{FF2B5EF4-FFF2-40B4-BE49-F238E27FC236}">
                      <a16:creationId xmlns:a16="http://schemas.microsoft.com/office/drawing/2014/main" id="{66DEE6E1-40E6-CC4A-9BD2-12B0FC5617F6}"/>
                    </a:ext>
                  </a:extLst>
                </p:cNvPr>
                <p:cNvSpPr/>
                <p:nvPr/>
              </p:nvSpPr>
              <p:spPr bwMode="auto">
                <a:xfrm>
                  <a:off x="2183606" y="1733737"/>
                  <a:ext cx="1200052" cy="112457"/>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27" name="Oval 326">
                  <a:extLst>
                    <a:ext uri="{FF2B5EF4-FFF2-40B4-BE49-F238E27FC236}">
                      <a16:creationId xmlns:a16="http://schemas.microsoft.com/office/drawing/2014/main" id="{3B2579C2-CFB4-C243-A571-87CC47767059}"/>
                    </a:ext>
                  </a:extLst>
                </p:cNvPr>
                <p:cNvSpPr>
                  <a:spLocks noChangeArrowheads="1"/>
                </p:cNvSpPr>
                <p:nvPr/>
              </p:nvSpPr>
              <p:spPr bwMode="auto">
                <a:xfrm flipV="1">
                  <a:off x="2183606" y="1573485"/>
                  <a:ext cx="1196277" cy="31488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28" name="Freeform 327">
                  <a:extLst>
                    <a:ext uri="{FF2B5EF4-FFF2-40B4-BE49-F238E27FC236}">
                      <a16:creationId xmlns:a16="http://schemas.microsoft.com/office/drawing/2014/main" id="{8C20CAF5-F7F2-8C4F-BF4C-8061B2C174B5}"/>
                    </a:ext>
                  </a:extLst>
                </p:cNvPr>
                <p:cNvSpPr/>
                <p:nvPr/>
              </p:nvSpPr>
              <p:spPr bwMode="auto">
                <a:xfrm>
                  <a:off x="2489279" y="1669074"/>
                  <a:ext cx="584932" cy="1574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29" name="Freeform 328">
                  <a:extLst>
                    <a:ext uri="{FF2B5EF4-FFF2-40B4-BE49-F238E27FC236}">
                      <a16:creationId xmlns:a16="http://schemas.microsoft.com/office/drawing/2014/main" id="{751DAB4D-7078-0843-8893-ECF4AEBB832A}"/>
                    </a:ext>
                  </a:extLst>
                </p:cNvPr>
                <p:cNvSpPr>
                  <a:spLocks/>
                </p:cNvSpPr>
                <p:nvPr/>
              </p:nvSpPr>
              <p:spPr bwMode="auto">
                <a:xfrm>
                  <a:off x="2428899" y="1629714"/>
                  <a:ext cx="705692" cy="109646"/>
                </a:xfrm>
                <a:custGeom>
                  <a:avLst/>
                  <a:gdLst>
                    <a:gd name="T0" fmla="*/ 0 w 3723451"/>
                    <a:gd name="T1" fmla="*/ 26825 h 932950"/>
                    <a:gd name="T2" fmla="*/ 124172 w 3723451"/>
                    <a:gd name="T3" fmla="*/ 316 h 932950"/>
                    <a:gd name="T4" fmla="*/ 351719 w 3723451"/>
                    <a:gd name="T5" fmla="*/ 61180 h 932950"/>
                    <a:gd name="T6" fmla="*/ 568801 w 3723451"/>
                    <a:gd name="T7" fmla="*/ 0 h 932950"/>
                    <a:gd name="T8" fmla="*/ 705692 w 3723451"/>
                    <a:gd name="T9" fmla="*/ 24345 h 932950"/>
                    <a:gd name="T10" fmla="*/ 603846 w 3723451"/>
                    <a:gd name="T11" fmla="*/ 54282 h 932950"/>
                    <a:gd name="T12" fmla="*/ 571056 w 3723451"/>
                    <a:gd name="T13" fmla="*/ 46211 h 932950"/>
                    <a:gd name="T14" fmla="*/ 355717 w 3723451"/>
                    <a:gd name="T15" fmla="*/ 109646 h 932950"/>
                    <a:gd name="T16" fmla="*/ 134869 w 3723451"/>
                    <a:gd name="T17" fmla="*/ 48545 h 932950"/>
                    <a:gd name="T18" fmla="*/ 99163 w 3723451"/>
                    <a:gd name="T19" fmla="*/ 55139 h 932950"/>
                    <a:gd name="T20" fmla="*/ 0 w 3723451"/>
                    <a:gd name="T21" fmla="*/ 2682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Freeform 329">
                  <a:extLst>
                    <a:ext uri="{FF2B5EF4-FFF2-40B4-BE49-F238E27FC236}">
                      <a16:creationId xmlns:a16="http://schemas.microsoft.com/office/drawing/2014/main" id="{49F08601-D11A-7246-97C4-4796E28716C2}"/>
                    </a:ext>
                  </a:extLst>
                </p:cNvPr>
                <p:cNvSpPr>
                  <a:spLocks/>
                </p:cNvSpPr>
                <p:nvPr/>
              </p:nvSpPr>
              <p:spPr bwMode="auto">
                <a:xfrm>
                  <a:off x="2893071" y="1722492"/>
                  <a:ext cx="256615" cy="95588"/>
                </a:xfrm>
                <a:custGeom>
                  <a:avLst/>
                  <a:gdLst>
                    <a:gd name="T0" fmla="*/ 0 w 1366596"/>
                    <a:gd name="T1" fmla="*/ 0 h 809868"/>
                    <a:gd name="T2" fmla="*/ 256615 w 1366596"/>
                    <a:gd name="T3" fmla="*/ 73863 h 809868"/>
                    <a:gd name="T4" fmla="*/ 162436 w 1366596"/>
                    <a:gd name="T5" fmla="*/ 95588 h 809868"/>
                    <a:gd name="T6" fmla="*/ 864 w 1366596"/>
                    <a:gd name="T7" fmla="*/ 50510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Freeform 330">
                  <a:extLst>
                    <a:ext uri="{FF2B5EF4-FFF2-40B4-BE49-F238E27FC236}">
                      <a16:creationId xmlns:a16="http://schemas.microsoft.com/office/drawing/2014/main" id="{0F35FC16-0782-6242-8A31-B2C90A57D832}"/>
                    </a:ext>
                  </a:extLst>
                </p:cNvPr>
                <p:cNvSpPr>
                  <a:spLocks/>
                </p:cNvSpPr>
                <p:nvPr/>
              </p:nvSpPr>
              <p:spPr bwMode="auto">
                <a:xfrm>
                  <a:off x="2417579" y="1725302"/>
                  <a:ext cx="252840" cy="92778"/>
                </a:xfrm>
                <a:custGeom>
                  <a:avLst/>
                  <a:gdLst>
                    <a:gd name="T0" fmla="*/ 249388 w 1348191"/>
                    <a:gd name="T1" fmla="*/ 0 h 791462"/>
                    <a:gd name="T2" fmla="*/ 252840 w 1348191"/>
                    <a:gd name="T3" fmla="*/ 44771 h 791462"/>
                    <a:gd name="T4" fmla="*/ 91471 w 1348191"/>
                    <a:gd name="T5" fmla="*/ 92778 h 791462"/>
                    <a:gd name="T6" fmla="*/ 0 w 1348191"/>
                    <a:gd name="T7" fmla="*/ 71741 h 791462"/>
                    <a:gd name="T8" fmla="*/ 249388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32" name="Straight Connector 331">
                  <a:extLst>
                    <a:ext uri="{FF2B5EF4-FFF2-40B4-BE49-F238E27FC236}">
                      <a16:creationId xmlns:a16="http://schemas.microsoft.com/office/drawing/2014/main" id="{28B38805-D14D-6F4E-9C2D-85288858DC4A}"/>
                    </a:ext>
                  </a:extLst>
                </p:cNvPr>
                <p:cNvCxnSpPr>
                  <a:cxnSpLocks noChangeShapeType="1"/>
                  <a:endCxn id="327" idx="2"/>
                </p:cNvCxnSpPr>
                <p:nvPr/>
              </p:nvCxnSpPr>
              <p:spPr bwMode="auto">
                <a:xfrm flipH="1" flipV="1">
                  <a:off x="2183606" y="1730925"/>
                  <a:ext cx="3773" cy="12089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33" name="Straight Connector 332">
                  <a:extLst>
                    <a:ext uri="{FF2B5EF4-FFF2-40B4-BE49-F238E27FC236}">
                      <a16:creationId xmlns:a16="http://schemas.microsoft.com/office/drawing/2014/main" id="{839A4B18-24F7-8748-BABF-156684EACDA2}"/>
                    </a:ext>
                  </a:extLst>
                </p:cNvPr>
                <p:cNvCxnSpPr>
                  <a:cxnSpLocks noChangeShapeType="1"/>
                </p:cNvCxnSpPr>
                <p:nvPr/>
              </p:nvCxnSpPr>
              <p:spPr bwMode="auto">
                <a:xfrm flipH="1" flipV="1">
                  <a:off x="3379883" y="1728114"/>
                  <a:ext cx="3775" cy="12089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7" name="Group 21">
              <a:extLst>
                <a:ext uri="{FF2B5EF4-FFF2-40B4-BE49-F238E27FC236}">
                  <a16:creationId xmlns:a16="http://schemas.microsoft.com/office/drawing/2014/main" id="{9CDA8888-DE9C-FA48-880D-EF852C6370C1}"/>
                </a:ext>
              </a:extLst>
            </p:cNvPr>
            <p:cNvGrpSpPr>
              <a:grpSpLocks/>
            </p:cNvGrpSpPr>
            <p:nvPr/>
          </p:nvGrpSpPr>
          <p:grpSpPr bwMode="auto">
            <a:xfrm>
              <a:off x="6472366" y="2647932"/>
              <a:ext cx="522159" cy="2354282"/>
              <a:chOff x="6472366" y="2647932"/>
              <a:chExt cx="522159" cy="2354282"/>
            </a:xfrm>
          </p:grpSpPr>
          <p:sp>
            <p:nvSpPr>
              <p:cNvPr id="298" name="Rectangle 297">
                <a:extLst>
                  <a:ext uri="{FF2B5EF4-FFF2-40B4-BE49-F238E27FC236}">
                    <a16:creationId xmlns:a16="http://schemas.microsoft.com/office/drawing/2014/main" id="{995D8FCE-884F-0F40-A676-D4D29F8E694C}"/>
                  </a:ext>
                </a:extLst>
              </p:cNvPr>
              <p:cNvSpPr/>
              <p:nvPr/>
            </p:nvSpPr>
            <p:spPr bwMode="auto">
              <a:xfrm rot="10800000">
                <a:off x="6482296" y="2777838"/>
                <a:ext cx="498349" cy="72203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299" name="Straight Connector 298">
                <a:extLst>
                  <a:ext uri="{FF2B5EF4-FFF2-40B4-BE49-F238E27FC236}">
                    <a16:creationId xmlns:a16="http://schemas.microsoft.com/office/drawing/2014/main" id="{316D5606-0146-DC48-97E2-18F369EDE031}"/>
                  </a:ext>
                </a:extLst>
              </p:cNvPr>
              <p:cNvCxnSpPr/>
              <p:nvPr/>
            </p:nvCxnSpPr>
            <p:spPr bwMode="auto">
              <a:xfrm>
                <a:off x="6994528" y="2846910"/>
                <a:ext cx="0" cy="1998345"/>
              </a:xfrm>
              <a:prstGeom prst="line">
                <a:avLst/>
              </a:prstGeom>
              <a:noFill/>
              <a:ln w="3175" cap="flat" cmpd="sng" algn="ctr">
                <a:solidFill>
                  <a:srgbClr val="000000"/>
                </a:solidFill>
                <a:prstDash val="sysDash"/>
              </a:ln>
              <a:effectLst/>
            </p:spPr>
          </p:cxnSp>
          <p:grpSp>
            <p:nvGrpSpPr>
              <p:cNvPr id="300" name="Group 500">
                <a:extLst>
                  <a:ext uri="{FF2B5EF4-FFF2-40B4-BE49-F238E27FC236}">
                    <a16:creationId xmlns:a16="http://schemas.microsoft.com/office/drawing/2014/main" id="{AA425C1A-E91E-6E4A-A356-24012E642772}"/>
                  </a:ext>
                </a:extLst>
              </p:cNvPr>
              <p:cNvGrpSpPr>
                <a:grpSpLocks/>
              </p:cNvGrpSpPr>
              <p:nvPr/>
            </p:nvGrpSpPr>
            <p:grpSpPr bwMode="auto">
              <a:xfrm>
                <a:off x="6486417" y="4766099"/>
                <a:ext cx="507858" cy="236115"/>
                <a:chOff x="4128636" y="3606589"/>
                <a:chExt cx="568145" cy="338667"/>
              </a:xfrm>
            </p:grpSpPr>
            <p:sp>
              <p:nvSpPr>
                <p:cNvPr id="313" name="Oval 312">
                  <a:extLst>
                    <a:ext uri="{FF2B5EF4-FFF2-40B4-BE49-F238E27FC236}">
                      <a16:creationId xmlns:a16="http://schemas.microsoft.com/office/drawing/2014/main" id="{16CAB2BE-001A-5849-8EFC-BF1C74D20DA6}"/>
                    </a:ext>
                  </a:extLst>
                </p:cNvPr>
                <p:cNvSpPr/>
                <p:nvPr/>
              </p:nvSpPr>
              <p:spPr>
                <a:xfrm>
                  <a:off x="4128808" y="3720125"/>
                  <a:ext cx="568256" cy="225387"/>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14" name="Rectangle 313">
                  <a:extLst>
                    <a:ext uri="{FF2B5EF4-FFF2-40B4-BE49-F238E27FC236}">
                      <a16:creationId xmlns:a16="http://schemas.microsoft.com/office/drawing/2014/main" id="{ED3C727A-F086-5345-9D90-47A10FCD45F2}"/>
                    </a:ext>
                  </a:extLst>
                </p:cNvPr>
                <p:cNvSpPr/>
                <p:nvPr/>
              </p:nvSpPr>
              <p:spPr>
                <a:xfrm>
                  <a:off x="4128808" y="3720125"/>
                  <a:ext cx="568256" cy="111556"/>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15" name="Oval 314">
                  <a:extLst>
                    <a:ext uri="{FF2B5EF4-FFF2-40B4-BE49-F238E27FC236}">
                      <a16:creationId xmlns:a16="http://schemas.microsoft.com/office/drawing/2014/main" id="{49C1B443-F565-5F4C-B75C-09F669AC3DE7}"/>
                    </a:ext>
                  </a:extLst>
                </p:cNvPr>
                <p:cNvSpPr/>
                <p:nvPr/>
              </p:nvSpPr>
              <p:spPr>
                <a:xfrm>
                  <a:off x="4128808" y="3606294"/>
                  <a:ext cx="568256" cy="225387"/>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16" name="Straight Connector 315">
                  <a:extLst>
                    <a:ext uri="{FF2B5EF4-FFF2-40B4-BE49-F238E27FC236}">
                      <a16:creationId xmlns:a16="http://schemas.microsoft.com/office/drawing/2014/main" id="{FBA53D70-9A4D-7E4E-AC09-D42784DF8272}"/>
                    </a:ext>
                  </a:extLst>
                </p:cNvPr>
                <p:cNvCxnSpPr/>
                <p:nvPr/>
              </p:nvCxnSpPr>
              <p:spPr>
                <a:xfrm>
                  <a:off x="4697064" y="3720125"/>
                  <a:ext cx="0" cy="111556"/>
                </a:xfrm>
                <a:prstGeom prst="line">
                  <a:avLst/>
                </a:prstGeom>
                <a:noFill/>
                <a:ln w="6350" cap="flat" cmpd="sng" algn="ctr">
                  <a:solidFill>
                    <a:srgbClr val="000000"/>
                  </a:solidFill>
                  <a:prstDash val="solid"/>
                </a:ln>
                <a:effectLst/>
              </p:spPr>
            </p:cxnSp>
            <p:cxnSp>
              <p:nvCxnSpPr>
                <p:cNvPr id="317" name="Straight Connector 316">
                  <a:extLst>
                    <a:ext uri="{FF2B5EF4-FFF2-40B4-BE49-F238E27FC236}">
                      <a16:creationId xmlns:a16="http://schemas.microsoft.com/office/drawing/2014/main" id="{A5C3BEC2-90B0-8B41-88A4-351B428CAFB4}"/>
                    </a:ext>
                  </a:extLst>
                </p:cNvPr>
                <p:cNvCxnSpPr/>
                <p:nvPr/>
              </p:nvCxnSpPr>
              <p:spPr>
                <a:xfrm>
                  <a:off x="4128808" y="3720125"/>
                  <a:ext cx="0" cy="111556"/>
                </a:xfrm>
                <a:prstGeom prst="line">
                  <a:avLst/>
                </a:prstGeom>
                <a:noFill/>
                <a:ln w="6350" cap="flat" cmpd="sng" algn="ctr">
                  <a:solidFill>
                    <a:srgbClr val="000000"/>
                  </a:solidFill>
                  <a:prstDash val="solid"/>
                </a:ln>
                <a:effectLst/>
              </p:spPr>
            </p:cxnSp>
          </p:grpSp>
          <p:sp>
            <p:nvSpPr>
              <p:cNvPr id="301" name="Rectangle 300">
                <a:extLst>
                  <a:ext uri="{FF2B5EF4-FFF2-40B4-BE49-F238E27FC236}">
                    <a16:creationId xmlns:a16="http://schemas.microsoft.com/office/drawing/2014/main" id="{2309F1E7-7D26-E941-9221-C8DF0612EE28}"/>
                  </a:ext>
                </a:extLst>
              </p:cNvPr>
              <p:cNvSpPr/>
              <p:nvPr/>
            </p:nvSpPr>
            <p:spPr bwMode="auto">
              <a:xfrm>
                <a:off x="6491333" y="3610376"/>
                <a:ext cx="498433" cy="1238053"/>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02" name="Straight Connector 301">
                <a:extLst>
                  <a:ext uri="{FF2B5EF4-FFF2-40B4-BE49-F238E27FC236}">
                    <a16:creationId xmlns:a16="http://schemas.microsoft.com/office/drawing/2014/main" id="{9C251E47-5FE5-B64D-8E6E-2491993604B5}"/>
                  </a:ext>
                </a:extLst>
              </p:cNvPr>
              <p:cNvCxnSpPr/>
              <p:nvPr/>
            </p:nvCxnSpPr>
            <p:spPr bwMode="auto">
              <a:xfrm>
                <a:off x="6472285" y="2818340"/>
                <a:ext cx="9524" cy="2126912"/>
              </a:xfrm>
              <a:prstGeom prst="line">
                <a:avLst/>
              </a:prstGeom>
              <a:noFill/>
              <a:ln w="3175" cap="flat" cmpd="sng" algn="ctr">
                <a:solidFill>
                  <a:srgbClr val="000000"/>
                </a:solidFill>
                <a:prstDash val="sysDash"/>
              </a:ln>
              <a:effectLst/>
            </p:spPr>
          </p:cxnSp>
          <p:grpSp>
            <p:nvGrpSpPr>
              <p:cNvPr id="303" name="Group 514">
                <a:extLst>
                  <a:ext uri="{FF2B5EF4-FFF2-40B4-BE49-F238E27FC236}">
                    <a16:creationId xmlns:a16="http://schemas.microsoft.com/office/drawing/2014/main" id="{9B7D3C6F-466A-3143-9B8E-F60B2AAFD7B5}"/>
                  </a:ext>
                </a:extLst>
              </p:cNvPr>
              <p:cNvGrpSpPr>
                <a:grpSpLocks/>
              </p:cNvGrpSpPr>
              <p:nvPr/>
            </p:nvGrpSpPr>
            <p:grpSpPr bwMode="auto">
              <a:xfrm>
                <a:off x="6478146" y="2647932"/>
                <a:ext cx="504825" cy="242887"/>
                <a:chOff x="2183302" y="1574638"/>
                <a:chExt cx="1200154" cy="430218"/>
              </a:xfrm>
            </p:grpSpPr>
            <p:sp>
              <p:nvSpPr>
                <p:cNvPr id="304" name="Oval 303">
                  <a:extLst>
                    <a:ext uri="{FF2B5EF4-FFF2-40B4-BE49-F238E27FC236}">
                      <a16:creationId xmlns:a16="http://schemas.microsoft.com/office/drawing/2014/main" id="{12A307F7-5B73-2445-A2F4-C0FA1266E373}"/>
                    </a:ext>
                  </a:extLst>
                </p:cNvPr>
                <p:cNvSpPr/>
                <p:nvPr/>
              </p:nvSpPr>
              <p:spPr bwMode="auto">
                <a:xfrm flipV="1">
                  <a:off x="2188237" y="1690921"/>
                  <a:ext cx="1196279" cy="314881"/>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05" name="Rectangle 304">
                  <a:extLst>
                    <a:ext uri="{FF2B5EF4-FFF2-40B4-BE49-F238E27FC236}">
                      <a16:creationId xmlns:a16="http://schemas.microsoft.com/office/drawing/2014/main" id="{33E19D46-3715-614C-AAF4-022904355894}"/>
                    </a:ext>
                  </a:extLst>
                </p:cNvPr>
                <p:cNvSpPr/>
                <p:nvPr/>
              </p:nvSpPr>
              <p:spPr bwMode="auto">
                <a:xfrm>
                  <a:off x="2184464" y="1735904"/>
                  <a:ext cx="1200052" cy="112457"/>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06" name="Oval 305">
                  <a:extLst>
                    <a:ext uri="{FF2B5EF4-FFF2-40B4-BE49-F238E27FC236}">
                      <a16:creationId xmlns:a16="http://schemas.microsoft.com/office/drawing/2014/main" id="{E55709E7-7775-884D-A34A-45191B84AF9C}"/>
                    </a:ext>
                  </a:extLst>
                </p:cNvPr>
                <p:cNvSpPr>
                  <a:spLocks noChangeArrowheads="1"/>
                </p:cNvSpPr>
                <p:nvPr/>
              </p:nvSpPr>
              <p:spPr bwMode="auto">
                <a:xfrm flipV="1">
                  <a:off x="2184464" y="1575651"/>
                  <a:ext cx="1196277" cy="314881"/>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07" name="Freeform 306">
                  <a:extLst>
                    <a:ext uri="{FF2B5EF4-FFF2-40B4-BE49-F238E27FC236}">
                      <a16:creationId xmlns:a16="http://schemas.microsoft.com/office/drawing/2014/main" id="{53C2A2DA-53F1-794E-A987-B42C0AC0022C}"/>
                    </a:ext>
                  </a:extLst>
                </p:cNvPr>
                <p:cNvSpPr/>
                <p:nvPr/>
              </p:nvSpPr>
              <p:spPr bwMode="auto">
                <a:xfrm>
                  <a:off x="2490137" y="1671240"/>
                  <a:ext cx="584932" cy="1574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08" name="Freeform 307">
                  <a:extLst>
                    <a:ext uri="{FF2B5EF4-FFF2-40B4-BE49-F238E27FC236}">
                      <a16:creationId xmlns:a16="http://schemas.microsoft.com/office/drawing/2014/main" id="{9EECC5D2-5F03-5B4A-A066-DEC9954D666C}"/>
                    </a:ext>
                  </a:extLst>
                </p:cNvPr>
                <p:cNvSpPr>
                  <a:spLocks/>
                </p:cNvSpPr>
                <p:nvPr/>
              </p:nvSpPr>
              <p:spPr bwMode="auto">
                <a:xfrm>
                  <a:off x="2429757" y="1631880"/>
                  <a:ext cx="705692" cy="109647"/>
                </a:xfrm>
                <a:custGeom>
                  <a:avLst/>
                  <a:gdLst>
                    <a:gd name="T0" fmla="*/ 0 w 3723451"/>
                    <a:gd name="T1" fmla="*/ 26825 h 932950"/>
                    <a:gd name="T2" fmla="*/ 124172 w 3723451"/>
                    <a:gd name="T3" fmla="*/ 316 h 932950"/>
                    <a:gd name="T4" fmla="*/ 351719 w 3723451"/>
                    <a:gd name="T5" fmla="*/ 61180 h 932950"/>
                    <a:gd name="T6" fmla="*/ 568801 w 3723451"/>
                    <a:gd name="T7" fmla="*/ 0 h 932950"/>
                    <a:gd name="T8" fmla="*/ 705692 w 3723451"/>
                    <a:gd name="T9" fmla="*/ 24346 h 932950"/>
                    <a:gd name="T10" fmla="*/ 603846 w 3723451"/>
                    <a:gd name="T11" fmla="*/ 54283 h 932950"/>
                    <a:gd name="T12" fmla="*/ 571056 w 3723451"/>
                    <a:gd name="T13" fmla="*/ 46212 h 932950"/>
                    <a:gd name="T14" fmla="*/ 355717 w 3723451"/>
                    <a:gd name="T15" fmla="*/ 109647 h 932950"/>
                    <a:gd name="T16" fmla="*/ 134869 w 3723451"/>
                    <a:gd name="T17" fmla="*/ 48545 h 932950"/>
                    <a:gd name="T18" fmla="*/ 99163 w 3723451"/>
                    <a:gd name="T19" fmla="*/ 55140 h 932950"/>
                    <a:gd name="T20" fmla="*/ 0 w 3723451"/>
                    <a:gd name="T21" fmla="*/ 2682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Freeform 308">
                  <a:extLst>
                    <a:ext uri="{FF2B5EF4-FFF2-40B4-BE49-F238E27FC236}">
                      <a16:creationId xmlns:a16="http://schemas.microsoft.com/office/drawing/2014/main" id="{8388544E-A2CB-0640-A29C-1662E6885FE0}"/>
                    </a:ext>
                  </a:extLst>
                </p:cNvPr>
                <p:cNvSpPr>
                  <a:spLocks/>
                </p:cNvSpPr>
                <p:nvPr/>
              </p:nvSpPr>
              <p:spPr bwMode="auto">
                <a:xfrm>
                  <a:off x="2893929" y="1724658"/>
                  <a:ext cx="256615" cy="95589"/>
                </a:xfrm>
                <a:custGeom>
                  <a:avLst/>
                  <a:gdLst>
                    <a:gd name="T0" fmla="*/ 0 w 1366596"/>
                    <a:gd name="T1" fmla="*/ 0 h 809868"/>
                    <a:gd name="T2" fmla="*/ 256615 w 1366596"/>
                    <a:gd name="T3" fmla="*/ 73864 h 809868"/>
                    <a:gd name="T4" fmla="*/ 162436 w 1366596"/>
                    <a:gd name="T5" fmla="*/ 95589 h 809868"/>
                    <a:gd name="T6" fmla="*/ 864 w 1366596"/>
                    <a:gd name="T7" fmla="*/ 50510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Freeform 309">
                  <a:extLst>
                    <a:ext uri="{FF2B5EF4-FFF2-40B4-BE49-F238E27FC236}">
                      <a16:creationId xmlns:a16="http://schemas.microsoft.com/office/drawing/2014/main" id="{0DDF3C4E-5F2E-864E-88A4-D785A5D6EEF6}"/>
                    </a:ext>
                  </a:extLst>
                </p:cNvPr>
                <p:cNvSpPr>
                  <a:spLocks/>
                </p:cNvSpPr>
                <p:nvPr/>
              </p:nvSpPr>
              <p:spPr bwMode="auto">
                <a:xfrm>
                  <a:off x="2418437" y="1727469"/>
                  <a:ext cx="252840" cy="92778"/>
                </a:xfrm>
                <a:custGeom>
                  <a:avLst/>
                  <a:gdLst>
                    <a:gd name="T0" fmla="*/ 249388 w 1348191"/>
                    <a:gd name="T1" fmla="*/ 0 h 791462"/>
                    <a:gd name="T2" fmla="*/ 252840 w 1348191"/>
                    <a:gd name="T3" fmla="*/ 44771 h 791462"/>
                    <a:gd name="T4" fmla="*/ 91471 w 1348191"/>
                    <a:gd name="T5" fmla="*/ 92778 h 791462"/>
                    <a:gd name="T6" fmla="*/ 0 w 1348191"/>
                    <a:gd name="T7" fmla="*/ 71741 h 791462"/>
                    <a:gd name="T8" fmla="*/ 249388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11" name="Straight Connector 310">
                  <a:extLst>
                    <a:ext uri="{FF2B5EF4-FFF2-40B4-BE49-F238E27FC236}">
                      <a16:creationId xmlns:a16="http://schemas.microsoft.com/office/drawing/2014/main" id="{5A28B5B0-5BAC-8C46-B4B8-9BCB18DCD1DD}"/>
                    </a:ext>
                  </a:extLst>
                </p:cNvPr>
                <p:cNvCxnSpPr>
                  <a:cxnSpLocks noChangeShapeType="1"/>
                  <a:endCxn id="306" idx="2"/>
                </p:cNvCxnSpPr>
                <p:nvPr/>
              </p:nvCxnSpPr>
              <p:spPr bwMode="auto">
                <a:xfrm flipH="1" flipV="1">
                  <a:off x="2184464" y="1733091"/>
                  <a:ext cx="3773" cy="1208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12" name="Straight Connector 311">
                  <a:extLst>
                    <a:ext uri="{FF2B5EF4-FFF2-40B4-BE49-F238E27FC236}">
                      <a16:creationId xmlns:a16="http://schemas.microsoft.com/office/drawing/2014/main" id="{3A010796-660C-4C4D-865E-8D108EDA01B6}"/>
                    </a:ext>
                  </a:extLst>
                </p:cNvPr>
                <p:cNvCxnSpPr>
                  <a:cxnSpLocks noChangeShapeType="1"/>
                </p:cNvCxnSpPr>
                <p:nvPr/>
              </p:nvCxnSpPr>
              <p:spPr bwMode="auto">
                <a:xfrm flipH="1" flipV="1">
                  <a:off x="3380741" y="1730281"/>
                  <a:ext cx="3775" cy="120891"/>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grpSp>
        <p:nvGrpSpPr>
          <p:cNvPr id="400" name="Group 399">
            <a:extLst>
              <a:ext uri="{FF2B5EF4-FFF2-40B4-BE49-F238E27FC236}">
                <a16:creationId xmlns:a16="http://schemas.microsoft.com/office/drawing/2014/main" id="{094E25C2-45E6-0C43-ADA4-684E51DC703A}"/>
              </a:ext>
            </a:extLst>
          </p:cNvPr>
          <p:cNvGrpSpPr>
            <a:grpSpLocks/>
          </p:cNvGrpSpPr>
          <p:nvPr/>
        </p:nvGrpSpPr>
        <p:grpSpPr bwMode="auto">
          <a:xfrm>
            <a:off x="3419060" y="2725807"/>
            <a:ext cx="5111750" cy="879475"/>
            <a:chOff x="1866825" y="707349"/>
            <a:chExt cx="5112820" cy="879389"/>
          </a:xfrm>
        </p:grpSpPr>
        <p:sp>
          <p:nvSpPr>
            <p:cNvPr id="401" name="Oval 400">
              <a:extLst>
                <a:ext uri="{FF2B5EF4-FFF2-40B4-BE49-F238E27FC236}">
                  <a16:creationId xmlns:a16="http://schemas.microsoft.com/office/drawing/2014/main" id="{C759FDA4-4088-0A4C-9E92-BD72D7D52B56}"/>
                </a:ext>
              </a:extLst>
            </p:cNvPr>
            <p:cNvSpPr/>
            <p:nvPr/>
          </p:nvSpPr>
          <p:spPr>
            <a:xfrm>
              <a:off x="1866825" y="785129"/>
              <a:ext cx="954288" cy="492077"/>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02" name="TextBox 233">
              <a:extLst>
                <a:ext uri="{FF2B5EF4-FFF2-40B4-BE49-F238E27FC236}">
                  <a16:creationId xmlns:a16="http://schemas.microsoft.com/office/drawing/2014/main" id="{91B4E7D9-6C4B-6C4B-86F5-8BB66F936B0C}"/>
                </a:ext>
              </a:extLst>
            </p:cNvPr>
            <p:cNvSpPr txBox="1">
              <a:spLocks noChangeArrowheads="1"/>
            </p:cNvSpPr>
            <p:nvPr/>
          </p:nvSpPr>
          <p:spPr bwMode="auto">
            <a:xfrm>
              <a:off x="1891781" y="783191"/>
              <a:ext cx="910613" cy="476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Routing</a:t>
              </a:r>
            </a:p>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Algorithm</a:t>
              </a:r>
            </a:p>
          </p:txBody>
        </p:sp>
        <p:cxnSp>
          <p:nvCxnSpPr>
            <p:cNvPr id="403" name="Straight Arrow Connector 402">
              <a:extLst>
                <a:ext uri="{FF2B5EF4-FFF2-40B4-BE49-F238E27FC236}">
                  <a16:creationId xmlns:a16="http://schemas.microsoft.com/office/drawing/2014/main" id="{86DA61DF-3320-724E-9861-CF654B1F47AF}"/>
                </a:ext>
              </a:extLst>
            </p:cNvPr>
            <p:cNvCxnSpPr/>
            <p:nvPr/>
          </p:nvCxnSpPr>
          <p:spPr>
            <a:xfrm flipV="1">
              <a:off x="2833815" y="807352"/>
              <a:ext cx="1517968" cy="214291"/>
            </a:xfrm>
            <a:prstGeom prst="straightConnector1">
              <a:avLst/>
            </a:prstGeom>
            <a:noFill/>
            <a:ln w="25400" cap="flat" cmpd="sng" algn="ctr">
              <a:solidFill>
                <a:srgbClr val="CC0000"/>
              </a:solidFill>
              <a:prstDash val="solid"/>
              <a:headEnd type="triangle"/>
              <a:tailEnd type="triangle"/>
            </a:ln>
            <a:effectLst/>
          </p:spPr>
        </p:cxnSp>
        <p:cxnSp>
          <p:nvCxnSpPr>
            <p:cNvPr id="404" name="Straight Arrow Connector 403">
              <a:extLst>
                <a:ext uri="{FF2B5EF4-FFF2-40B4-BE49-F238E27FC236}">
                  <a16:creationId xmlns:a16="http://schemas.microsoft.com/office/drawing/2014/main" id="{FA99C173-8DEF-3940-BC9B-72CA3FA99281}"/>
                </a:ext>
              </a:extLst>
            </p:cNvPr>
            <p:cNvCxnSpPr/>
            <p:nvPr/>
          </p:nvCxnSpPr>
          <p:spPr>
            <a:xfrm>
              <a:off x="2751248" y="1201014"/>
              <a:ext cx="797092" cy="279373"/>
            </a:xfrm>
            <a:prstGeom prst="straightConnector1">
              <a:avLst/>
            </a:prstGeom>
            <a:noFill/>
            <a:ln w="25400" cap="flat" cmpd="sng" algn="ctr">
              <a:solidFill>
                <a:srgbClr val="CC0000"/>
              </a:solidFill>
              <a:prstDash val="solid"/>
              <a:headEnd type="triangle"/>
              <a:tailEnd type="triangle"/>
            </a:ln>
            <a:effectLst/>
          </p:spPr>
        </p:cxnSp>
        <p:cxnSp>
          <p:nvCxnSpPr>
            <p:cNvPr id="405" name="Straight Arrow Connector 404">
              <a:extLst>
                <a:ext uri="{FF2B5EF4-FFF2-40B4-BE49-F238E27FC236}">
                  <a16:creationId xmlns:a16="http://schemas.microsoft.com/office/drawing/2014/main" id="{57AAE988-13E3-6642-B8CC-252C9113ABCC}"/>
                </a:ext>
              </a:extLst>
            </p:cNvPr>
            <p:cNvCxnSpPr/>
            <p:nvPr/>
          </p:nvCxnSpPr>
          <p:spPr>
            <a:xfrm>
              <a:off x="4685228" y="894656"/>
              <a:ext cx="892362" cy="509538"/>
            </a:xfrm>
            <a:prstGeom prst="straightConnector1">
              <a:avLst/>
            </a:prstGeom>
            <a:noFill/>
            <a:ln w="25400" cap="flat" cmpd="sng" algn="ctr">
              <a:solidFill>
                <a:srgbClr val="CC0000"/>
              </a:solidFill>
              <a:prstDash val="solid"/>
              <a:headEnd type="triangle"/>
              <a:tailEnd type="triangle"/>
            </a:ln>
            <a:effectLst/>
          </p:spPr>
        </p:cxnSp>
        <p:cxnSp>
          <p:nvCxnSpPr>
            <p:cNvPr id="406" name="Straight Arrow Connector 405">
              <a:extLst>
                <a:ext uri="{FF2B5EF4-FFF2-40B4-BE49-F238E27FC236}">
                  <a16:creationId xmlns:a16="http://schemas.microsoft.com/office/drawing/2014/main" id="{286126FC-663F-E140-85FF-EA643857EAAB}"/>
                </a:ext>
              </a:extLst>
            </p:cNvPr>
            <p:cNvCxnSpPr/>
            <p:nvPr/>
          </p:nvCxnSpPr>
          <p:spPr>
            <a:xfrm>
              <a:off x="4801139" y="801003"/>
              <a:ext cx="1695805" cy="130162"/>
            </a:xfrm>
            <a:prstGeom prst="straightConnector1">
              <a:avLst/>
            </a:prstGeom>
            <a:noFill/>
            <a:ln w="25400" cap="flat" cmpd="sng" algn="ctr">
              <a:solidFill>
                <a:srgbClr val="CC0000"/>
              </a:solidFill>
              <a:prstDash val="solid"/>
              <a:headEnd type="triangle"/>
              <a:tailEnd type="triangle"/>
            </a:ln>
            <a:effectLst/>
          </p:spPr>
        </p:cxnSp>
        <p:sp>
          <p:nvSpPr>
            <p:cNvPr id="407" name="Oval 406">
              <a:extLst>
                <a:ext uri="{FF2B5EF4-FFF2-40B4-BE49-F238E27FC236}">
                  <a16:creationId xmlns:a16="http://schemas.microsoft.com/office/drawing/2014/main" id="{4DA7DE45-D335-D548-B5FE-488518B7B2B7}"/>
                </a:ext>
              </a:extLst>
            </p:cNvPr>
            <p:cNvSpPr/>
            <p:nvPr/>
          </p:nvSpPr>
          <p:spPr>
            <a:xfrm>
              <a:off x="6558870" y="894656"/>
              <a:ext cx="420775" cy="180957"/>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08" name="Oval 407">
              <a:extLst>
                <a:ext uri="{FF2B5EF4-FFF2-40B4-BE49-F238E27FC236}">
                  <a16:creationId xmlns:a16="http://schemas.microsoft.com/office/drawing/2014/main" id="{E0F6C35C-914C-3B41-9CC4-D8179FFB699E}"/>
                </a:ext>
              </a:extLst>
            </p:cNvPr>
            <p:cNvSpPr/>
            <p:nvPr/>
          </p:nvSpPr>
          <p:spPr>
            <a:xfrm>
              <a:off x="5572826" y="1404194"/>
              <a:ext cx="420776" cy="182544"/>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09" name="Oval 408">
              <a:extLst>
                <a:ext uri="{FF2B5EF4-FFF2-40B4-BE49-F238E27FC236}">
                  <a16:creationId xmlns:a16="http://schemas.microsoft.com/office/drawing/2014/main" id="{F2328B0F-766B-A544-ACA3-A1877D849A35}"/>
                </a:ext>
              </a:extLst>
            </p:cNvPr>
            <p:cNvSpPr/>
            <p:nvPr/>
          </p:nvSpPr>
          <p:spPr>
            <a:xfrm>
              <a:off x="4367661" y="707349"/>
              <a:ext cx="420775" cy="182545"/>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10" name="Oval 409">
              <a:extLst>
                <a:ext uri="{FF2B5EF4-FFF2-40B4-BE49-F238E27FC236}">
                  <a16:creationId xmlns:a16="http://schemas.microsoft.com/office/drawing/2014/main" id="{4E049E95-C6A9-FE4D-937B-C134ECB1D9AB}"/>
                </a:ext>
              </a:extLst>
            </p:cNvPr>
            <p:cNvSpPr/>
            <p:nvPr/>
          </p:nvSpPr>
          <p:spPr>
            <a:xfrm>
              <a:off x="3572157" y="1402606"/>
              <a:ext cx="420776" cy="180957"/>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11" name="Straight Arrow Connector 410">
              <a:extLst>
                <a:ext uri="{FF2B5EF4-FFF2-40B4-BE49-F238E27FC236}">
                  <a16:creationId xmlns:a16="http://schemas.microsoft.com/office/drawing/2014/main" id="{C5FBB1F6-0839-A343-AE4E-8487D7B4403B}"/>
                </a:ext>
              </a:extLst>
            </p:cNvPr>
            <p:cNvCxnSpPr/>
            <p:nvPr/>
          </p:nvCxnSpPr>
          <p:spPr>
            <a:xfrm>
              <a:off x="2821113" y="1105773"/>
              <a:ext cx="2739010" cy="339692"/>
            </a:xfrm>
            <a:prstGeom prst="straightConnector1">
              <a:avLst/>
            </a:prstGeom>
            <a:noFill/>
            <a:ln w="25400" cap="flat" cmpd="sng" algn="ctr">
              <a:solidFill>
                <a:srgbClr val="CC0000"/>
              </a:solidFill>
              <a:prstDash val="solid"/>
              <a:headEnd type="triangle"/>
              <a:tailEnd type="triangle"/>
            </a:ln>
            <a:effectLst/>
          </p:spPr>
        </p:cxnSp>
        <p:cxnSp>
          <p:nvCxnSpPr>
            <p:cNvPr id="412" name="Straight Arrow Connector 411">
              <a:extLst>
                <a:ext uri="{FF2B5EF4-FFF2-40B4-BE49-F238E27FC236}">
                  <a16:creationId xmlns:a16="http://schemas.microsoft.com/office/drawing/2014/main" id="{01507C1D-D7CC-314D-9BC2-599E67963164}"/>
                </a:ext>
              </a:extLst>
            </p:cNvPr>
            <p:cNvCxnSpPr>
              <a:endCxn id="407" idx="2"/>
            </p:cNvCxnSpPr>
            <p:nvPr/>
          </p:nvCxnSpPr>
          <p:spPr>
            <a:xfrm flipV="1">
              <a:off x="3997696" y="985135"/>
              <a:ext cx="2561174" cy="469854"/>
            </a:xfrm>
            <a:prstGeom prst="straightConnector1">
              <a:avLst/>
            </a:prstGeom>
            <a:noFill/>
            <a:ln w="25400" cap="flat" cmpd="sng" algn="ctr">
              <a:solidFill>
                <a:srgbClr val="CC0000"/>
              </a:solidFill>
              <a:prstDash val="solid"/>
              <a:headEnd type="triangle"/>
              <a:tailEnd type="triangle"/>
            </a:ln>
            <a:effectLst/>
          </p:spPr>
        </p:cxnSp>
        <p:cxnSp>
          <p:nvCxnSpPr>
            <p:cNvPr id="413" name="Straight Arrow Connector 412">
              <a:extLst>
                <a:ext uri="{FF2B5EF4-FFF2-40B4-BE49-F238E27FC236}">
                  <a16:creationId xmlns:a16="http://schemas.microsoft.com/office/drawing/2014/main" id="{0D0AA51C-C88C-DA40-BB5F-C90D75401B35}"/>
                </a:ext>
              </a:extLst>
            </p:cNvPr>
            <p:cNvCxnSpPr/>
            <p:nvPr/>
          </p:nvCxnSpPr>
          <p:spPr>
            <a:xfrm flipV="1">
              <a:off x="3991345" y="1508959"/>
              <a:ext cx="1581481" cy="0"/>
            </a:xfrm>
            <a:prstGeom prst="straightConnector1">
              <a:avLst/>
            </a:prstGeom>
            <a:noFill/>
            <a:ln w="25400" cap="flat" cmpd="sng" algn="ctr">
              <a:solidFill>
                <a:srgbClr val="CC0000"/>
              </a:solidFill>
              <a:prstDash val="solid"/>
              <a:headEnd type="triangle"/>
              <a:tailEnd type="triangle"/>
            </a:ln>
            <a:effectLst/>
          </p:spPr>
        </p:cxnSp>
        <p:cxnSp>
          <p:nvCxnSpPr>
            <p:cNvPr id="414" name="Straight Arrow Connector 413">
              <a:extLst>
                <a:ext uri="{FF2B5EF4-FFF2-40B4-BE49-F238E27FC236}">
                  <a16:creationId xmlns:a16="http://schemas.microsoft.com/office/drawing/2014/main" id="{B8B513D7-9162-0648-BC71-8BEBCC27917A}"/>
                </a:ext>
              </a:extLst>
            </p:cNvPr>
            <p:cNvCxnSpPr/>
            <p:nvPr/>
          </p:nvCxnSpPr>
          <p:spPr>
            <a:xfrm flipV="1">
              <a:off x="5996777" y="1083550"/>
              <a:ext cx="751044" cy="396836"/>
            </a:xfrm>
            <a:prstGeom prst="straightConnector1">
              <a:avLst/>
            </a:prstGeom>
            <a:noFill/>
            <a:ln w="25400" cap="flat" cmpd="sng" algn="ctr">
              <a:solidFill>
                <a:srgbClr val="CC0000"/>
              </a:solidFill>
              <a:prstDash val="solid"/>
              <a:headEnd type="triangle"/>
              <a:tailEnd type="triangle"/>
            </a:ln>
            <a:effectLst/>
          </p:spPr>
        </p:cxnSp>
      </p:grpSp>
      <p:grpSp>
        <p:nvGrpSpPr>
          <p:cNvPr id="415" name="Group 414">
            <a:extLst>
              <a:ext uri="{FF2B5EF4-FFF2-40B4-BE49-F238E27FC236}">
                <a16:creationId xmlns:a16="http://schemas.microsoft.com/office/drawing/2014/main" id="{C4AAA334-C4B2-DD48-A566-2EA2C1AA11DF}"/>
              </a:ext>
            </a:extLst>
          </p:cNvPr>
          <p:cNvGrpSpPr>
            <a:grpSpLocks/>
          </p:cNvGrpSpPr>
          <p:nvPr/>
        </p:nvGrpSpPr>
        <p:grpSpPr bwMode="auto">
          <a:xfrm>
            <a:off x="3147598" y="3114745"/>
            <a:ext cx="6375400" cy="1047750"/>
            <a:chOff x="1557338" y="3074988"/>
            <a:chExt cx="6375400" cy="1047750"/>
          </a:xfrm>
        </p:grpSpPr>
        <p:sp>
          <p:nvSpPr>
            <p:cNvPr id="416" name="TextBox 232">
              <a:extLst>
                <a:ext uri="{FF2B5EF4-FFF2-40B4-BE49-F238E27FC236}">
                  <a16:creationId xmlns:a16="http://schemas.microsoft.com/office/drawing/2014/main" id="{97D7EB84-BAC0-D448-A55F-A56C30BB6A4D}"/>
                </a:ext>
              </a:extLst>
            </p:cNvPr>
            <p:cNvSpPr txBox="1">
              <a:spLocks noChangeArrowheads="1"/>
            </p:cNvSpPr>
            <p:nvPr/>
          </p:nvSpPr>
          <p:spPr bwMode="auto">
            <a:xfrm>
              <a:off x="7292975" y="3651250"/>
              <a:ext cx="595313" cy="471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sp>
          <p:nvSpPr>
            <p:cNvPr id="417" name="TextBox 233">
              <a:extLst>
                <a:ext uri="{FF2B5EF4-FFF2-40B4-BE49-F238E27FC236}">
                  <a16:creationId xmlns:a16="http://schemas.microsoft.com/office/drawing/2014/main" id="{24A4F1C7-4BF4-EB42-A291-47BAC2502CDB}"/>
                </a:ext>
              </a:extLst>
            </p:cNvPr>
            <p:cNvSpPr txBox="1">
              <a:spLocks noChangeArrowheads="1"/>
            </p:cNvSpPr>
            <p:nvPr/>
          </p:nvSpPr>
          <p:spPr bwMode="auto">
            <a:xfrm>
              <a:off x="7224713" y="3074988"/>
              <a:ext cx="708025"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control</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cxnSp>
          <p:nvCxnSpPr>
            <p:cNvPr id="418" name="Straight Connector 417">
              <a:extLst>
                <a:ext uri="{FF2B5EF4-FFF2-40B4-BE49-F238E27FC236}">
                  <a16:creationId xmlns:a16="http://schemas.microsoft.com/office/drawing/2014/main" id="{61FEE5A3-FA87-164D-B072-015586DE3B9B}"/>
                </a:ext>
              </a:extLst>
            </p:cNvPr>
            <p:cNvCxnSpPr/>
            <p:nvPr/>
          </p:nvCxnSpPr>
          <p:spPr>
            <a:xfrm>
              <a:off x="1557338" y="3613150"/>
              <a:ext cx="6207125" cy="0"/>
            </a:xfrm>
            <a:prstGeom prst="line">
              <a:avLst/>
            </a:prstGeom>
            <a:noFill/>
            <a:ln w="25400" cap="flat" cmpd="sng" algn="ctr">
              <a:solidFill>
                <a:srgbClr val="000000"/>
              </a:solidFill>
              <a:prstDash val="dash"/>
            </a:ln>
            <a:effectLst/>
          </p:spPr>
        </p:cxnSp>
      </p:grpSp>
      <p:grpSp>
        <p:nvGrpSpPr>
          <p:cNvPr id="419" name="Group 418">
            <a:extLst>
              <a:ext uri="{FF2B5EF4-FFF2-40B4-BE49-F238E27FC236}">
                <a16:creationId xmlns:a16="http://schemas.microsoft.com/office/drawing/2014/main" id="{DB2133B7-0204-944D-9F85-D90FA61B1AAF}"/>
              </a:ext>
            </a:extLst>
          </p:cNvPr>
          <p:cNvGrpSpPr>
            <a:grpSpLocks/>
          </p:cNvGrpSpPr>
          <p:nvPr/>
        </p:nvGrpSpPr>
        <p:grpSpPr bwMode="auto">
          <a:xfrm>
            <a:off x="3419060" y="3741807"/>
            <a:ext cx="5126038" cy="1120775"/>
            <a:chOff x="-4746102" y="4471477"/>
            <a:chExt cx="5126173" cy="1120753"/>
          </a:xfrm>
        </p:grpSpPr>
        <p:pic>
          <p:nvPicPr>
            <p:cNvPr id="420" name="Picture 10" descr="fig42_table.pdf">
              <a:extLst>
                <a:ext uri="{FF2B5EF4-FFF2-40B4-BE49-F238E27FC236}">
                  <a16:creationId xmlns:a16="http://schemas.microsoft.com/office/drawing/2014/main" id="{B9B148BF-D420-D548-A8E4-2E44EE43547A}"/>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4746102" y="4471477"/>
              <a:ext cx="966463" cy="966962"/>
            </a:xfrm>
            <a:prstGeom prst="rect">
              <a:avLst/>
            </a:prstGeom>
            <a:noFill/>
            <a:ln w="9525">
              <a:solidFill>
                <a:srgbClr val="CC0000"/>
              </a:solidFill>
              <a:miter lim="800000"/>
              <a:headEnd/>
              <a:tailEnd/>
            </a:ln>
            <a:extLst>
              <a:ext uri="{909E8E84-426E-40DD-AFC4-6F175D3DCCD1}">
                <a14:hiddenFill xmlns:a14="http://schemas.microsoft.com/office/drawing/2010/main">
                  <a:solidFill>
                    <a:srgbClr val="FFFFFF"/>
                  </a:solidFill>
                </a14:hiddenFill>
              </a:ext>
            </a:extLst>
          </p:spPr>
        </p:pic>
        <p:grpSp>
          <p:nvGrpSpPr>
            <p:cNvPr id="421" name="Group 25">
              <a:extLst>
                <a:ext uri="{FF2B5EF4-FFF2-40B4-BE49-F238E27FC236}">
                  <a16:creationId xmlns:a16="http://schemas.microsoft.com/office/drawing/2014/main" id="{6DCB3611-5B47-554A-AF9F-B20E8866BE38}"/>
                </a:ext>
              </a:extLst>
            </p:cNvPr>
            <p:cNvGrpSpPr>
              <a:grpSpLocks/>
            </p:cNvGrpSpPr>
            <p:nvPr/>
          </p:nvGrpSpPr>
          <p:grpSpPr bwMode="auto">
            <a:xfrm>
              <a:off x="-3025264" y="5228984"/>
              <a:ext cx="3405335" cy="363246"/>
              <a:chOff x="-3025264" y="5228984"/>
              <a:chExt cx="3405335" cy="363246"/>
            </a:xfrm>
          </p:grpSpPr>
          <p:grpSp>
            <p:nvGrpSpPr>
              <p:cNvPr id="422" name="Group 241">
                <a:extLst>
                  <a:ext uri="{FF2B5EF4-FFF2-40B4-BE49-F238E27FC236}">
                    <a16:creationId xmlns:a16="http://schemas.microsoft.com/office/drawing/2014/main" id="{18B65E09-A0C2-A34F-9844-081D03E2EEEF}"/>
                  </a:ext>
                </a:extLst>
              </p:cNvPr>
              <p:cNvGrpSpPr>
                <a:grpSpLocks/>
              </p:cNvGrpSpPr>
              <p:nvPr/>
            </p:nvGrpSpPr>
            <p:grpSpPr bwMode="auto">
              <a:xfrm>
                <a:off x="-3025264" y="5262858"/>
                <a:ext cx="430360" cy="329372"/>
                <a:chOff x="2931664" y="3912603"/>
                <a:chExt cx="430450" cy="329314"/>
              </a:xfrm>
            </p:grpSpPr>
            <p:sp>
              <p:nvSpPr>
                <p:cNvPr id="438" name="Rectangle 437">
                  <a:extLst>
                    <a:ext uri="{FF2B5EF4-FFF2-40B4-BE49-F238E27FC236}">
                      <a16:creationId xmlns:a16="http://schemas.microsoft.com/office/drawing/2014/main" id="{510D7726-2281-144B-B722-F9A0F8992620}"/>
                    </a:ext>
                  </a:extLst>
                </p:cNvPr>
                <p:cNvSpPr/>
                <p:nvPr/>
              </p:nvSpPr>
              <p:spPr>
                <a:xfrm>
                  <a:off x="2936485" y="3908607"/>
                  <a:ext cx="425550" cy="333310"/>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39" name="Straight Connector 438">
                  <a:extLst>
                    <a:ext uri="{FF2B5EF4-FFF2-40B4-BE49-F238E27FC236}">
                      <a16:creationId xmlns:a16="http://schemas.microsoft.com/office/drawing/2014/main" id="{B663A8A6-A483-9C45-9694-3F60B5B96577}"/>
                    </a:ext>
                  </a:extLst>
                </p:cNvPr>
                <p:cNvCxnSpPr/>
                <p:nvPr/>
              </p:nvCxnSpPr>
              <p:spPr>
                <a:xfrm>
                  <a:off x="2931721" y="4003838"/>
                  <a:ext cx="425550" cy="0"/>
                </a:xfrm>
                <a:prstGeom prst="line">
                  <a:avLst/>
                </a:prstGeom>
                <a:noFill/>
                <a:ln w="3175" cap="flat" cmpd="sng" algn="ctr">
                  <a:solidFill>
                    <a:srgbClr val="000000"/>
                  </a:solidFill>
                  <a:prstDash val="solid"/>
                </a:ln>
                <a:effectLst/>
              </p:spPr>
            </p:cxnSp>
            <p:cxnSp>
              <p:nvCxnSpPr>
                <p:cNvPr id="440" name="Straight Connector 439">
                  <a:extLst>
                    <a:ext uri="{FF2B5EF4-FFF2-40B4-BE49-F238E27FC236}">
                      <a16:creationId xmlns:a16="http://schemas.microsoft.com/office/drawing/2014/main" id="{50FC0E77-85DF-A44F-A7EA-DB2E7EDC7F79}"/>
                    </a:ext>
                  </a:extLst>
                </p:cNvPr>
                <p:cNvCxnSpPr/>
                <p:nvPr/>
              </p:nvCxnSpPr>
              <p:spPr>
                <a:xfrm>
                  <a:off x="2931721" y="4067326"/>
                  <a:ext cx="425550" cy="0"/>
                </a:xfrm>
                <a:prstGeom prst="line">
                  <a:avLst/>
                </a:prstGeom>
                <a:noFill/>
                <a:ln w="3175" cap="flat" cmpd="sng" algn="ctr">
                  <a:solidFill>
                    <a:srgbClr val="000000"/>
                  </a:solidFill>
                  <a:prstDash val="solid"/>
                </a:ln>
                <a:effectLst/>
              </p:spPr>
            </p:cxnSp>
            <p:cxnSp>
              <p:nvCxnSpPr>
                <p:cNvPr id="441" name="Straight Connector 440">
                  <a:extLst>
                    <a:ext uri="{FF2B5EF4-FFF2-40B4-BE49-F238E27FC236}">
                      <a16:creationId xmlns:a16="http://schemas.microsoft.com/office/drawing/2014/main" id="{6DCCCE94-F2A7-3D41-B0D1-67C30138A31B}"/>
                    </a:ext>
                  </a:extLst>
                </p:cNvPr>
                <p:cNvCxnSpPr>
                  <a:stCxn id="438" idx="2"/>
                </p:cNvCxnSpPr>
                <p:nvPr/>
              </p:nvCxnSpPr>
              <p:spPr>
                <a:xfrm flipH="1" flipV="1">
                  <a:off x="3147672" y="4003838"/>
                  <a:ext cx="1588" cy="238079"/>
                </a:xfrm>
                <a:prstGeom prst="line">
                  <a:avLst/>
                </a:prstGeom>
                <a:noFill/>
                <a:ln w="3175" cap="flat" cmpd="sng" algn="ctr">
                  <a:solidFill>
                    <a:srgbClr val="000000"/>
                  </a:solidFill>
                  <a:prstDash val="solid"/>
                </a:ln>
                <a:effectLst/>
              </p:spPr>
            </p:cxnSp>
          </p:grpSp>
          <p:grpSp>
            <p:nvGrpSpPr>
              <p:cNvPr id="423" name="Group 444">
                <a:extLst>
                  <a:ext uri="{FF2B5EF4-FFF2-40B4-BE49-F238E27FC236}">
                    <a16:creationId xmlns:a16="http://schemas.microsoft.com/office/drawing/2014/main" id="{80000B7B-1868-0545-96E2-2F3AE96E33EA}"/>
                  </a:ext>
                </a:extLst>
              </p:cNvPr>
              <p:cNvGrpSpPr>
                <a:grpSpLocks/>
              </p:cNvGrpSpPr>
              <p:nvPr/>
            </p:nvGrpSpPr>
            <p:grpSpPr bwMode="auto">
              <a:xfrm>
                <a:off x="-2217227" y="5261364"/>
                <a:ext cx="430361" cy="329307"/>
                <a:chOff x="2931664" y="3912603"/>
                <a:chExt cx="430450" cy="329314"/>
              </a:xfrm>
            </p:grpSpPr>
            <p:sp>
              <p:nvSpPr>
                <p:cNvPr id="434" name="Rectangle 433">
                  <a:extLst>
                    <a:ext uri="{FF2B5EF4-FFF2-40B4-BE49-F238E27FC236}">
                      <a16:creationId xmlns:a16="http://schemas.microsoft.com/office/drawing/2014/main" id="{152E459E-7CA1-E445-B3BA-7DCA2E4A2C56}"/>
                    </a:ext>
                  </a:extLst>
                </p:cNvPr>
                <p:cNvSpPr/>
                <p:nvPr/>
              </p:nvSpPr>
              <p:spPr>
                <a:xfrm>
                  <a:off x="2936506" y="3908513"/>
                  <a:ext cx="425549" cy="33337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35" name="Straight Connector 434">
                  <a:extLst>
                    <a:ext uri="{FF2B5EF4-FFF2-40B4-BE49-F238E27FC236}">
                      <a16:creationId xmlns:a16="http://schemas.microsoft.com/office/drawing/2014/main" id="{89A2E2E8-DA8D-6D49-B2DC-12FC2FC6D3C4}"/>
                    </a:ext>
                  </a:extLst>
                </p:cNvPr>
                <p:cNvCxnSpPr/>
                <p:nvPr/>
              </p:nvCxnSpPr>
              <p:spPr>
                <a:xfrm>
                  <a:off x="2931743" y="4003763"/>
                  <a:ext cx="425549" cy="0"/>
                </a:xfrm>
                <a:prstGeom prst="line">
                  <a:avLst/>
                </a:prstGeom>
                <a:noFill/>
                <a:ln w="3175" cap="flat" cmpd="sng" algn="ctr">
                  <a:solidFill>
                    <a:srgbClr val="000000"/>
                  </a:solidFill>
                  <a:prstDash val="solid"/>
                </a:ln>
                <a:effectLst/>
              </p:spPr>
            </p:cxnSp>
            <p:cxnSp>
              <p:nvCxnSpPr>
                <p:cNvPr id="436" name="Straight Connector 435">
                  <a:extLst>
                    <a:ext uri="{FF2B5EF4-FFF2-40B4-BE49-F238E27FC236}">
                      <a16:creationId xmlns:a16="http://schemas.microsoft.com/office/drawing/2014/main" id="{D4FBE92F-02C8-4244-A63E-618F5A912844}"/>
                    </a:ext>
                  </a:extLst>
                </p:cNvPr>
                <p:cNvCxnSpPr/>
                <p:nvPr/>
              </p:nvCxnSpPr>
              <p:spPr>
                <a:xfrm>
                  <a:off x="2931743" y="4067263"/>
                  <a:ext cx="425549" cy="0"/>
                </a:xfrm>
                <a:prstGeom prst="line">
                  <a:avLst/>
                </a:prstGeom>
                <a:noFill/>
                <a:ln w="3175" cap="flat" cmpd="sng" algn="ctr">
                  <a:solidFill>
                    <a:srgbClr val="000000"/>
                  </a:solidFill>
                  <a:prstDash val="solid"/>
                </a:ln>
                <a:effectLst/>
              </p:spPr>
            </p:cxnSp>
            <p:cxnSp>
              <p:nvCxnSpPr>
                <p:cNvPr id="437" name="Straight Connector 436">
                  <a:extLst>
                    <a:ext uri="{FF2B5EF4-FFF2-40B4-BE49-F238E27FC236}">
                      <a16:creationId xmlns:a16="http://schemas.microsoft.com/office/drawing/2014/main" id="{760EDE61-1AAF-D848-91CB-39C5F318690E}"/>
                    </a:ext>
                  </a:extLst>
                </p:cNvPr>
                <p:cNvCxnSpPr>
                  <a:stCxn id="434" idx="2"/>
                </p:cNvCxnSpPr>
                <p:nvPr/>
              </p:nvCxnSpPr>
              <p:spPr>
                <a:xfrm flipH="1" flipV="1">
                  <a:off x="3147693" y="4003763"/>
                  <a:ext cx="1587" cy="238126"/>
                </a:xfrm>
                <a:prstGeom prst="line">
                  <a:avLst/>
                </a:prstGeom>
                <a:noFill/>
                <a:ln w="3175" cap="flat" cmpd="sng" algn="ctr">
                  <a:solidFill>
                    <a:srgbClr val="000000"/>
                  </a:solidFill>
                  <a:prstDash val="solid"/>
                </a:ln>
                <a:effectLst/>
              </p:spPr>
            </p:cxnSp>
          </p:grpSp>
          <p:grpSp>
            <p:nvGrpSpPr>
              <p:cNvPr id="424" name="Group 473">
                <a:extLst>
                  <a:ext uri="{FF2B5EF4-FFF2-40B4-BE49-F238E27FC236}">
                    <a16:creationId xmlns:a16="http://schemas.microsoft.com/office/drawing/2014/main" id="{80D1C087-9836-C245-B670-1284428A4A6A}"/>
                  </a:ext>
                </a:extLst>
              </p:cNvPr>
              <p:cNvGrpSpPr>
                <a:grpSpLocks/>
              </p:cNvGrpSpPr>
              <p:nvPr/>
            </p:nvGrpSpPr>
            <p:grpSpPr bwMode="auto">
              <a:xfrm>
                <a:off x="-1034539" y="5261364"/>
                <a:ext cx="430360" cy="329307"/>
                <a:chOff x="2931664" y="3912603"/>
                <a:chExt cx="430450" cy="329314"/>
              </a:xfrm>
            </p:grpSpPr>
            <p:sp>
              <p:nvSpPr>
                <p:cNvPr id="430" name="Rectangle 429">
                  <a:extLst>
                    <a:ext uri="{FF2B5EF4-FFF2-40B4-BE49-F238E27FC236}">
                      <a16:creationId xmlns:a16="http://schemas.microsoft.com/office/drawing/2014/main" id="{C9A7D412-65DC-9649-A008-5ED26335CCA7}"/>
                    </a:ext>
                  </a:extLst>
                </p:cNvPr>
                <p:cNvSpPr/>
                <p:nvPr/>
              </p:nvSpPr>
              <p:spPr>
                <a:xfrm>
                  <a:off x="2936538" y="3908513"/>
                  <a:ext cx="425550" cy="33337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31" name="Straight Connector 430">
                  <a:extLst>
                    <a:ext uri="{FF2B5EF4-FFF2-40B4-BE49-F238E27FC236}">
                      <a16:creationId xmlns:a16="http://schemas.microsoft.com/office/drawing/2014/main" id="{2F282FB7-7000-B945-8F5A-E39A5A12E34F}"/>
                    </a:ext>
                  </a:extLst>
                </p:cNvPr>
                <p:cNvCxnSpPr/>
                <p:nvPr/>
              </p:nvCxnSpPr>
              <p:spPr>
                <a:xfrm>
                  <a:off x="2931774" y="4003763"/>
                  <a:ext cx="425550" cy="0"/>
                </a:xfrm>
                <a:prstGeom prst="line">
                  <a:avLst/>
                </a:prstGeom>
                <a:noFill/>
                <a:ln w="3175" cap="flat" cmpd="sng" algn="ctr">
                  <a:solidFill>
                    <a:srgbClr val="000000"/>
                  </a:solidFill>
                  <a:prstDash val="solid"/>
                </a:ln>
                <a:effectLst/>
              </p:spPr>
            </p:cxnSp>
            <p:cxnSp>
              <p:nvCxnSpPr>
                <p:cNvPr id="432" name="Straight Connector 431">
                  <a:extLst>
                    <a:ext uri="{FF2B5EF4-FFF2-40B4-BE49-F238E27FC236}">
                      <a16:creationId xmlns:a16="http://schemas.microsoft.com/office/drawing/2014/main" id="{6613E38A-F502-9F4F-9071-21665BB1F3DD}"/>
                    </a:ext>
                  </a:extLst>
                </p:cNvPr>
                <p:cNvCxnSpPr/>
                <p:nvPr/>
              </p:nvCxnSpPr>
              <p:spPr>
                <a:xfrm>
                  <a:off x="2931774" y="4067263"/>
                  <a:ext cx="425550" cy="0"/>
                </a:xfrm>
                <a:prstGeom prst="line">
                  <a:avLst/>
                </a:prstGeom>
                <a:noFill/>
                <a:ln w="3175" cap="flat" cmpd="sng" algn="ctr">
                  <a:solidFill>
                    <a:srgbClr val="000000"/>
                  </a:solidFill>
                  <a:prstDash val="solid"/>
                </a:ln>
                <a:effectLst/>
              </p:spPr>
            </p:cxnSp>
            <p:cxnSp>
              <p:nvCxnSpPr>
                <p:cNvPr id="433" name="Straight Connector 432">
                  <a:extLst>
                    <a:ext uri="{FF2B5EF4-FFF2-40B4-BE49-F238E27FC236}">
                      <a16:creationId xmlns:a16="http://schemas.microsoft.com/office/drawing/2014/main" id="{29B42128-C51A-6040-824E-C554F8EE3D12}"/>
                    </a:ext>
                  </a:extLst>
                </p:cNvPr>
                <p:cNvCxnSpPr>
                  <a:stCxn id="430" idx="2"/>
                </p:cNvCxnSpPr>
                <p:nvPr/>
              </p:nvCxnSpPr>
              <p:spPr>
                <a:xfrm flipH="1" flipV="1">
                  <a:off x="3147725" y="4003763"/>
                  <a:ext cx="1588" cy="238126"/>
                </a:xfrm>
                <a:prstGeom prst="line">
                  <a:avLst/>
                </a:prstGeom>
                <a:noFill/>
                <a:ln w="3175" cap="flat" cmpd="sng" algn="ctr">
                  <a:solidFill>
                    <a:srgbClr val="000000"/>
                  </a:solidFill>
                  <a:prstDash val="solid"/>
                </a:ln>
                <a:effectLst/>
              </p:spPr>
            </p:cxnSp>
          </p:grpSp>
          <p:grpSp>
            <p:nvGrpSpPr>
              <p:cNvPr id="425" name="Group 502">
                <a:extLst>
                  <a:ext uri="{FF2B5EF4-FFF2-40B4-BE49-F238E27FC236}">
                    <a16:creationId xmlns:a16="http://schemas.microsoft.com/office/drawing/2014/main" id="{C30D5DDC-A13E-034A-A1BA-1E146390EA7D}"/>
                  </a:ext>
                </a:extLst>
              </p:cNvPr>
              <p:cNvGrpSpPr>
                <a:grpSpLocks/>
              </p:cNvGrpSpPr>
              <p:nvPr/>
            </p:nvGrpSpPr>
            <p:grpSpPr bwMode="auto">
              <a:xfrm>
                <a:off x="-50289" y="5228984"/>
                <a:ext cx="430360" cy="350559"/>
                <a:chOff x="2931664" y="3912603"/>
                <a:chExt cx="430450" cy="329314"/>
              </a:xfrm>
            </p:grpSpPr>
            <p:sp>
              <p:nvSpPr>
                <p:cNvPr id="426" name="Rectangle 425">
                  <a:extLst>
                    <a:ext uri="{FF2B5EF4-FFF2-40B4-BE49-F238E27FC236}">
                      <a16:creationId xmlns:a16="http://schemas.microsoft.com/office/drawing/2014/main" id="{63A91007-6182-8647-9879-8292A71EAFEF}"/>
                    </a:ext>
                  </a:extLst>
                </p:cNvPr>
                <p:cNvSpPr/>
                <p:nvPr/>
              </p:nvSpPr>
              <p:spPr>
                <a:xfrm>
                  <a:off x="2936564" y="3912336"/>
                  <a:ext cx="425550" cy="32956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27" name="Straight Connector 426">
                  <a:extLst>
                    <a:ext uri="{FF2B5EF4-FFF2-40B4-BE49-F238E27FC236}">
                      <a16:creationId xmlns:a16="http://schemas.microsoft.com/office/drawing/2014/main" id="{0674F85B-15F4-F446-AD9E-DD534F9C342D}"/>
                    </a:ext>
                  </a:extLst>
                </p:cNvPr>
                <p:cNvCxnSpPr/>
                <p:nvPr/>
              </p:nvCxnSpPr>
              <p:spPr>
                <a:xfrm>
                  <a:off x="2931800" y="4003303"/>
                  <a:ext cx="425550" cy="0"/>
                </a:xfrm>
                <a:prstGeom prst="line">
                  <a:avLst/>
                </a:prstGeom>
                <a:noFill/>
                <a:ln w="3175" cap="flat" cmpd="sng" algn="ctr">
                  <a:solidFill>
                    <a:srgbClr val="000000"/>
                  </a:solidFill>
                  <a:prstDash val="solid"/>
                </a:ln>
                <a:effectLst/>
              </p:spPr>
            </p:cxnSp>
            <p:cxnSp>
              <p:nvCxnSpPr>
                <p:cNvPr id="428" name="Straight Connector 427">
                  <a:extLst>
                    <a:ext uri="{FF2B5EF4-FFF2-40B4-BE49-F238E27FC236}">
                      <a16:creationId xmlns:a16="http://schemas.microsoft.com/office/drawing/2014/main" id="{60409E77-E63A-824F-A704-D7AE94C9BA5F}"/>
                    </a:ext>
                  </a:extLst>
                </p:cNvPr>
                <p:cNvCxnSpPr/>
                <p:nvPr/>
              </p:nvCxnSpPr>
              <p:spPr>
                <a:xfrm>
                  <a:off x="2931800" y="4067428"/>
                  <a:ext cx="425550" cy="0"/>
                </a:xfrm>
                <a:prstGeom prst="line">
                  <a:avLst/>
                </a:prstGeom>
                <a:noFill/>
                <a:ln w="3175" cap="flat" cmpd="sng" algn="ctr">
                  <a:solidFill>
                    <a:srgbClr val="000000"/>
                  </a:solidFill>
                  <a:prstDash val="solid"/>
                </a:ln>
                <a:effectLst/>
              </p:spPr>
            </p:cxnSp>
            <p:cxnSp>
              <p:nvCxnSpPr>
                <p:cNvPr id="429" name="Straight Connector 428">
                  <a:extLst>
                    <a:ext uri="{FF2B5EF4-FFF2-40B4-BE49-F238E27FC236}">
                      <a16:creationId xmlns:a16="http://schemas.microsoft.com/office/drawing/2014/main" id="{76DF7BD3-201B-AE4F-909F-AB196C0CDB0D}"/>
                    </a:ext>
                  </a:extLst>
                </p:cNvPr>
                <p:cNvCxnSpPr>
                  <a:stCxn id="426" idx="2"/>
                </p:cNvCxnSpPr>
                <p:nvPr/>
              </p:nvCxnSpPr>
              <p:spPr>
                <a:xfrm flipH="1" flipV="1">
                  <a:off x="3147751" y="4003303"/>
                  <a:ext cx="1588" cy="238602"/>
                </a:xfrm>
                <a:prstGeom prst="line">
                  <a:avLst/>
                </a:prstGeom>
                <a:noFill/>
                <a:ln w="3175" cap="flat" cmpd="sng" algn="ctr">
                  <a:solidFill>
                    <a:srgbClr val="000000"/>
                  </a:solidFill>
                  <a:prstDash val="solid"/>
                </a:ln>
                <a:effectLst/>
              </p:spPr>
            </p:cxnSp>
          </p:grpSp>
        </p:grpSp>
      </p:grpSp>
      <p:grpSp>
        <p:nvGrpSpPr>
          <p:cNvPr id="442" name="Group 441">
            <a:extLst>
              <a:ext uri="{FF2B5EF4-FFF2-40B4-BE49-F238E27FC236}">
                <a16:creationId xmlns:a16="http://schemas.microsoft.com/office/drawing/2014/main" id="{DC317182-2E9B-354F-9E6B-904AD53D9670}"/>
              </a:ext>
            </a:extLst>
          </p:cNvPr>
          <p:cNvGrpSpPr>
            <a:grpSpLocks/>
          </p:cNvGrpSpPr>
          <p:nvPr/>
        </p:nvGrpSpPr>
        <p:grpSpPr bwMode="auto">
          <a:xfrm>
            <a:off x="3873085" y="2922657"/>
            <a:ext cx="4437063" cy="1577975"/>
            <a:chOff x="-4267279" y="3655204"/>
            <a:chExt cx="4437063" cy="1578510"/>
          </a:xfrm>
        </p:grpSpPr>
        <p:cxnSp>
          <p:nvCxnSpPr>
            <p:cNvPr id="443" name="Straight Arrow Connector 442">
              <a:extLst>
                <a:ext uri="{FF2B5EF4-FFF2-40B4-BE49-F238E27FC236}">
                  <a16:creationId xmlns:a16="http://schemas.microsoft.com/office/drawing/2014/main" id="{AEBEBCEA-9DEC-FC46-95E5-83FE63BD526A}"/>
                </a:ext>
              </a:extLst>
            </p:cNvPr>
            <p:cNvCxnSpPr/>
            <p:nvPr/>
          </p:nvCxnSpPr>
          <p:spPr bwMode="auto">
            <a:xfrm>
              <a:off x="-4267279" y="4047450"/>
              <a:ext cx="0" cy="422418"/>
            </a:xfrm>
            <a:prstGeom prst="straightConnector1">
              <a:avLst/>
            </a:prstGeom>
            <a:noFill/>
            <a:ln w="12700" cap="flat" cmpd="sng" algn="ctr">
              <a:solidFill>
                <a:srgbClr val="CC0000"/>
              </a:solidFill>
              <a:prstDash val="solid"/>
              <a:tailEnd type="triangle"/>
            </a:ln>
            <a:effectLst/>
          </p:spPr>
        </p:cxnSp>
        <p:cxnSp>
          <p:nvCxnSpPr>
            <p:cNvPr id="444" name="Straight Arrow Connector 443">
              <a:extLst>
                <a:ext uri="{FF2B5EF4-FFF2-40B4-BE49-F238E27FC236}">
                  <a16:creationId xmlns:a16="http://schemas.microsoft.com/office/drawing/2014/main" id="{8ADE9CEC-EEA0-A54D-AC1A-85CC293083F6}"/>
                </a:ext>
              </a:extLst>
            </p:cNvPr>
            <p:cNvCxnSpPr>
              <a:cxnSpLocks noChangeShapeType="1"/>
            </p:cNvCxnSpPr>
            <p:nvPr/>
          </p:nvCxnSpPr>
          <p:spPr bwMode="auto">
            <a:xfrm flipH="1">
              <a:off x="-2808366" y="4361882"/>
              <a:ext cx="0" cy="87183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445" name="Straight Arrow Connector 444">
              <a:extLst>
                <a:ext uri="{FF2B5EF4-FFF2-40B4-BE49-F238E27FC236}">
                  <a16:creationId xmlns:a16="http://schemas.microsoft.com/office/drawing/2014/main" id="{6391DEC8-23F8-A847-ACF3-AD06E6E59A69}"/>
                </a:ext>
              </a:extLst>
            </p:cNvPr>
            <p:cNvCxnSpPr>
              <a:cxnSpLocks noChangeShapeType="1"/>
            </p:cNvCxnSpPr>
            <p:nvPr/>
          </p:nvCxnSpPr>
          <p:spPr bwMode="auto">
            <a:xfrm>
              <a:off x="-2006679" y="3655204"/>
              <a:ext cx="6350" cy="157692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446" name="Straight Arrow Connector 445">
              <a:extLst>
                <a:ext uri="{FF2B5EF4-FFF2-40B4-BE49-F238E27FC236}">
                  <a16:creationId xmlns:a16="http://schemas.microsoft.com/office/drawing/2014/main" id="{C40B4987-DD61-E544-9ED1-243F1836BF7B}"/>
                </a:ext>
              </a:extLst>
            </p:cNvPr>
            <p:cNvCxnSpPr>
              <a:cxnSpLocks noChangeShapeType="1"/>
            </p:cNvCxnSpPr>
            <p:nvPr/>
          </p:nvCxnSpPr>
          <p:spPr bwMode="auto">
            <a:xfrm>
              <a:off x="-823991" y="4326945"/>
              <a:ext cx="6350" cy="90518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447" name="Straight Arrow Connector 446">
              <a:extLst>
                <a:ext uri="{FF2B5EF4-FFF2-40B4-BE49-F238E27FC236}">
                  <a16:creationId xmlns:a16="http://schemas.microsoft.com/office/drawing/2014/main" id="{B6FD6F72-9B1A-9E49-BC03-FF4EB3F432F8}"/>
                </a:ext>
              </a:extLst>
            </p:cNvPr>
            <p:cNvCxnSpPr>
              <a:cxnSpLocks noChangeShapeType="1"/>
            </p:cNvCxnSpPr>
            <p:nvPr/>
          </p:nvCxnSpPr>
          <p:spPr bwMode="auto">
            <a:xfrm flipH="1">
              <a:off x="166609" y="3798127"/>
              <a:ext cx="3175" cy="139906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grpSp>
      <p:cxnSp>
        <p:nvCxnSpPr>
          <p:cNvPr id="448" name="Straight Connector 447">
            <a:extLst>
              <a:ext uri="{FF2B5EF4-FFF2-40B4-BE49-F238E27FC236}">
                <a16:creationId xmlns:a16="http://schemas.microsoft.com/office/drawing/2014/main" id="{EBF459C0-AF75-AC4B-82FD-7B57E1803EDC}"/>
              </a:ext>
            </a:extLst>
          </p:cNvPr>
          <p:cNvCxnSpPr/>
          <p:nvPr/>
        </p:nvCxnSpPr>
        <p:spPr>
          <a:xfrm flipH="1">
            <a:off x="2872960" y="5842070"/>
            <a:ext cx="1508125" cy="1587"/>
          </a:xfrm>
          <a:prstGeom prst="line">
            <a:avLst/>
          </a:prstGeom>
          <a:noFill/>
          <a:ln w="9525" cap="flat" cmpd="sng" algn="ctr">
            <a:solidFill>
              <a:srgbClr val="000000"/>
            </a:solidFill>
            <a:prstDash val="solid"/>
          </a:ln>
          <a:effectLst/>
        </p:spPr>
      </p:cxnSp>
      <p:sp>
        <p:nvSpPr>
          <p:cNvPr id="449" name="TextBox 265">
            <a:extLst>
              <a:ext uri="{FF2B5EF4-FFF2-40B4-BE49-F238E27FC236}">
                <a16:creationId xmlns:a16="http://schemas.microsoft.com/office/drawing/2014/main" id="{8D6CC213-50D8-D143-AB2E-8A70AD0BD3DA}"/>
              </a:ext>
            </a:extLst>
          </p:cNvPr>
          <p:cNvSpPr txBox="1">
            <a:spLocks noChangeArrowheads="1"/>
          </p:cNvSpPr>
          <p:nvPr/>
        </p:nvSpPr>
        <p:spPr bwMode="auto">
          <a:xfrm>
            <a:off x="4789073" y="5513457"/>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450" name="TextBox 281">
            <a:extLst>
              <a:ext uri="{FF2B5EF4-FFF2-40B4-BE49-F238E27FC236}">
                <a16:creationId xmlns:a16="http://schemas.microsoft.com/office/drawing/2014/main" id="{FD871173-63C8-004A-B893-95B0B94D0C38}"/>
              </a:ext>
            </a:extLst>
          </p:cNvPr>
          <p:cNvSpPr txBox="1">
            <a:spLocks noChangeArrowheads="1"/>
          </p:cNvSpPr>
          <p:nvPr/>
        </p:nvSpPr>
        <p:spPr bwMode="auto">
          <a:xfrm>
            <a:off x="4963698" y="5800795"/>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grpSp>
        <p:nvGrpSpPr>
          <p:cNvPr id="451" name="Group 5">
            <a:extLst>
              <a:ext uri="{FF2B5EF4-FFF2-40B4-BE49-F238E27FC236}">
                <a16:creationId xmlns:a16="http://schemas.microsoft.com/office/drawing/2014/main" id="{57C14B28-467E-9240-8CC3-03FBD986B649}"/>
              </a:ext>
            </a:extLst>
          </p:cNvPr>
          <p:cNvGrpSpPr>
            <a:grpSpLocks/>
          </p:cNvGrpSpPr>
          <p:nvPr/>
        </p:nvGrpSpPr>
        <p:grpSpPr bwMode="auto">
          <a:xfrm>
            <a:off x="2528473" y="5276920"/>
            <a:ext cx="1616075" cy="487362"/>
            <a:chOff x="-4079003" y="2717403"/>
            <a:chExt cx="1616718" cy="488475"/>
          </a:xfrm>
        </p:grpSpPr>
        <p:sp>
          <p:nvSpPr>
            <p:cNvPr id="453" name="Rectangle 98">
              <a:extLst>
                <a:ext uri="{FF2B5EF4-FFF2-40B4-BE49-F238E27FC236}">
                  <a16:creationId xmlns:a16="http://schemas.microsoft.com/office/drawing/2014/main" id="{693A8054-41EF-F147-A07F-2F6F499255AB}"/>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4" name="Line 99">
              <a:extLst>
                <a:ext uri="{FF2B5EF4-FFF2-40B4-BE49-F238E27FC236}">
                  <a16:creationId xmlns:a16="http://schemas.microsoft.com/office/drawing/2014/main" id="{F72989E1-2AE2-724E-BB5A-C3EDBBB6AF66}"/>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5" name="Rectangle 104">
              <a:extLst>
                <a:ext uri="{FF2B5EF4-FFF2-40B4-BE49-F238E27FC236}">
                  <a16:creationId xmlns:a16="http://schemas.microsoft.com/office/drawing/2014/main" id="{5AC95A09-8057-7147-9F57-6EFF2A5E5336}"/>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6" name="Text Box 105">
              <a:extLst>
                <a:ext uri="{FF2B5EF4-FFF2-40B4-BE49-F238E27FC236}">
                  <a16:creationId xmlns:a16="http://schemas.microsoft.com/office/drawing/2014/main" id="{47FDF11B-1F9E-D148-996F-69ECC9F11F21}"/>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457" name="Line 119">
              <a:extLst>
                <a:ext uri="{FF2B5EF4-FFF2-40B4-BE49-F238E27FC236}">
                  <a16:creationId xmlns:a16="http://schemas.microsoft.com/office/drawing/2014/main" id="{CD73CAA3-C367-7049-8128-3C09B270BBE7}"/>
                </a:ext>
              </a:extLst>
            </p:cNvPr>
            <p:cNvSpPr>
              <a:spLocks noChangeShapeType="1"/>
            </p:cNvSpPr>
            <p:nvPr/>
          </p:nvSpPr>
          <p:spPr bwMode="auto">
            <a:xfrm>
              <a:off x="-3621642" y="2717403"/>
              <a:ext cx="405953" cy="3006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58" name="Freeform 120">
            <a:extLst>
              <a:ext uri="{FF2B5EF4-FFF2-40B4-BE49-F238E27FC236}">
                <a16:creationId xmlns:a16="http://schemas.microsoft.com/office/drawing/2014/main" id="{9B17F469-9813-DD46-ADCC-A6A37DCBE4CD}"/>
              </a:ext>
            </a:extLst>
          </p:cNvPr>
          <p:cNvSpPr>
            <a:spLocks/>
          </p:cNvSpPr>
          <p:nvPr/>
        </p:nvSpPr>
        <p:spPr bwMode="auto">
          <a:xfrm>
            <a:off x="4084223" y="5708720"/>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59" name="Group 357">
            <a:extLst>
              <a:ext uri="{FF2B5EF4-FFF2-40B4-BE49-F238E27FC236}">
                <a16:creationId xmlns:a16="http://schemas.microsoft.com/office/drawing/2014/main" id="{F5E5FC5C-1765-2446-9583-0A67B919000D}"/>
              </a:ext>
            </a:extLst>
          </p:cNvPr>
          <p:cNvGrpSpPr>
            <a:grpSpLocks/>
          </p:cNvGrpSpPr>
          <p:nvPr/>
        </p:nvGrpSpPr>
        <p:grpSpPr bwMode="auto">
          <a:xfrm>
            <a:off x="4304885" y="5699195"/>
            <a:ext cx="565150" cy="293687"/>
            <a:chOff x="1871277" y="1576300"/>
            <a:chExt cx="1128371" cy="437861"/>
          </a:xfrm>
        </p:grpSpPr>
        <p:sp>
          <p:nvSpPr>
            <p:cNvPr id="460" name="Oval 459">
              <a:extLst>
                <a:ext uri="{FF2B5EF4-FFF2-40B4-BE49-F238E27FC236}">
                  <a16:creationId xmlns:a16="http://schemas.microsoft.com/office/drawing/2014/main" id="{BE27647C-3DCE-C848-8559-90456AA1A4C1}"/>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461" name="Rectangle 460">
              <a:extLst>
                <a:ext uri="{FF2B5EF4-FFF2-40B4-BE49-F238E27FC236}">
                  <a16:creationId xmlns:a16="http://schemas.microsoft.com/office/drawing/2014/main" id="{59B28033-FF2E-0D49-AE8B-150A3DAC870E}"/>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62" name="Oval 461">
              <a:extLst>
                <a:ext uri="{FF2B5EF4-FFF2-40B4-BE49-F238E27FC236}">
                  <a16:creationId xmlns:a16="http://schemas.microsoft.com/office/drawing/2014/main" id="{90E87BE2-8DD5-F949-9609-CEE42558EC64}"/>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463" name="Freeform 462">
              <a:extLst>
                <a:ext uri="{FF2B5EF4-FFF2-40B4-BE49-F238E27FC236}">
                  <a16:creationId xmlns:a16="http://schemas.microsoft.com/office/drawing/2014/main" id="{E67E4AB2-89E6-9547-93D2-34CED5D46ECE}"/>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64" name="Freeform 463">
              <a:extLst>
                <a:ext uri="{FF2B5EF4-FFF2-40B4-BE49-F238E27FC236}">
                  <a16:creationId xmlns:a16="http://schemas.microsoft.com/office/drawing/2014/main" id="{E0013E89-2E09-C94F-888A-0764BFC4C3DF}"/>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5" name="Freeform 464">
              <a:extLst>
                <a:ext uri="{FF2B5EF4-FFF2-40B4-BE49-F238E27FC236}">
                  <a16:creationId xmlns:a16="http://schemas.microsoft.com/office/drawing/2014/main" id="{D4D31051-3F76-8D4A-A94B-F0DCA0AFF250}"/>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6" name="Freeform 465">
              <a:extLst>
                <a:ext uri="{FF2B5EF4-FFF2-40B4-BE49-F238E27FC236}">
                  <a16:creationId xmlns:a16="http://schemas.microsoft.com/office/drawing/2014/main" id="{DFC93EA6-DE5D-3E40-831C-1084B477EA4E}"/>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467" name="Straight Connector 466">
              <a:extLst>
                <a:ext uri="{FF2B5EF4-FFF2-40B4-BE49-F238E27FC236}">
                  <a16:creationId xmlns:a16="http://schemas.microsoft.com/office/drawing/2014/main" id="{4C149BB2-DFC7-984A-98E9-3C4AA2DDC501}"/>
                </a:ext>
              </a:extLst>
            </p:cNvPr>
            <p:cNvCxnSpPr>
              <a:cxnSpLocks noChangeShapeType="1"/>
              <a:endCxn id="462"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468" name="Straight Connector 467">
              <a:extLst>
                <a:ext uri="{FF2B5EF4-FFF2-40B4-BE49-F238E27FC236}">
                  <a16:creationId xmlns:a16="http://schemas.microsoft.com/office/drawing/2014/main" id="{7AD8C9C3-3ED3-FC4C-9678-8E0AF3B54004}"/>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469" name="TextBox 6">
            <a:extLst>
              <a:ext uri="{FF2B5EF4-FFF2-40B4-BE49-F238E27FC236}">
                <a16:creationId xmlns:a16="http://schemas.microsoft.com/office/drawing/2014/main" id="{EED866B1-9598-C54F-A0E0-D641030E1752}"/>
              </a:ext>
            </a:extLst>
          </p:cNvPr>
          <p:cNvSpPr txBox="1">
            <a:spLocks noChangeArrowheads="1"/>
          </p:cNvSpPr>
          <p:nvPr/>
        </p:nvSpPr>
        <p:spPr bwMode="auto">
          <a:xfrm>
            <a:off x="1787110" y="4943545"/>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0" name="TextBox 282">
            <a:extLst>
              <a:ext uri="{FF2B5EF4-FFF2-40B4-BE49-F238E27FC236}">
                <a16:creationId xmlns:a16="http://schemas.microsoft.com/office/drawing/2014/main" id="{CE2B3699-263C-CA42-8354-6E8A61868F04}"/>
              </a:ext>
            </a:extLst>
          </p:cNvPr>
          <p:cNvSpPr txBox="1">
            <a:spLocks noChangeArrowheads="1"/>
          </p:cNvSpPr>
          <p:nvPr/>
        </p:nvSpPr>
        <p:spPr bwMode="auto">
          <a:xfrm>
            <a:off x="4658898" y="5902395"/>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sp>
        <p:nvSpPr>
          <p:cNvPr id="236" name="Slide Number Placeholder 4">
            <a:extLst>
              <a:ext uri="{FF2B5EF4-FFF2-40B4-BE49-F238E27FC236}">
                <a16:creationId xmlns:a16="http://schemas.microsoft.com/office/drawing/2014/main" id="{ED6517D9-F18B-5447-8ABE-90D9847B304D}"/>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Network Layer: 4-</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2475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287"/>
                                        </p:tgtEl>
                                        <p:attrNameLst>
                                          <p:attrName>style.visibility</p:attrName>
                                        </p:attrNameLst>
                                      </p:cBhvr>
                                      <p:to>
                                        <p:strVal val="visible"/>
                                      </p:to>
                                    </p:set>
                                    <p:animEffect transition="in" filter="wipe(down)">
                                      <p:cBhvr>
                                        <p:cTn id="7" dur="1000"/>
                                        <p:tgtEl>
                                          <p:spTgt spid="28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19"/>
                                        </p:tgtEl>
                                        <p:attrNameLst>
                                          <p:attrName>style.visibility</p:attrName>
                                        </p:attrNameLst>
                                      </p:cBhvr>
                                      <p:to>
                                        <p:strVal val="visible"/>
                                      </p:to>
                                    </p:set>
                                    <p:animEffect transition="in" filter="dissolve">
                                      <p:cBhvr>
                                        <p:cTn id="12" dur="500"/>
                                        <p:tgtEl>
                                          <p:spTgt spid="41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400"/>
                                        </p:tgtEl>
                                        <p:attrNameLst>
                                          <p:attrName>style.visibility</p:attrName>
                                        </p:attrNameLst>
                                      </p:cBhvr>
                                      <p:to>
                                        <p:strVal val="visible"/>
                                      </p:to>
                                    </p:set>
                                    <p:animEffect transition="in" filter="dissolve">
                                      <p:cBhvr>
                                        <p:cTn id="17" dur="500"/>
                                        <p:tgtEl>
                                          <p:spTgt spid="400"/>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442"/>
                                        </p:tgtEl>
                                        <p:attrNameLst>
                                          <p:attrName>style.visibility</p:attrName>
                                        </p:attrNameLst>
                                      </p:cBhvr>
                                      <p:to>
                                        <p:strVal val="visible"/>
                                      </p:to>
                                    </p:set>
                                    <p:animEffect transition="in" filter="wipe(up)">
                                      <p:cBhvr>
                                        <p:cTn id="22" dur="500"/>
                                        <p:tgtEl>
                                          <p:spTgt spid="442"/>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415"/>
                                        </p:tgtEl>
                                        <p:attrNameLst>
                                          <p:attrName>style.visibility</p:attrName>
                                        </p:attrNameLst>
                                      </p:cBhvr>
                                      <p:to>
                                        <p:strVal val="visible"/>
                                      </p:to>
                                    </p:set>
                                    <p:animEffect transition="in" filter="dissolve">
                                      <p:cBhvr>
                                        <p:cTn id="27" dur="500"/>
                                        <p:tgtEl>
                                          <p:spTgt spid="4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417576" y="261255"/>
            <a:ext cx="11213592" cy="894622"/>
          </a:xfrm>
        </p:spPr>
        <p:txBody>
          <a:bodyPr>
            <a:normAutofit fontScale="90000"/>
          </a:bodyPr>
          <a:lstStyle/>
          <a:p>
            <a:r>
              <a:rPr lang="en-US" sz="4800" dirty="0"/>
              <a:t>Software-Defined Networking (SDN) control plane</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292609" y="1064529"/>
            <a:ext cx="1131073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Remote controller computes, installs forwarding tables in routers</a:t>
            </a:r>
          </a:p>
        </p:txBody>
      </p:sp>
      <p:grpSp>
        <p:nvGrpSpPr>
          <p:cNvPr id="817" name="Group 816">
            <a:extLst>
              <a:ext uri="{FF2B5EF4-FFF2-40B4-BE49-F238E27FC236}">
                <a16:creationId xmlns:a16="http://schemas.microsoft.com/office/drawing/2014/main" id="{0035B262-335A-2042-8F0A-4D25C5CCAA4C}"/>
              </a:ext>
            </a:extLst>
          </p:cNvPr>
          <p:cNvGrpSpPr>
            <a:grpSpLocks/>
          </p:cNvGrpSpPr>
          <p:nvPr/>
        </p:nvGrpSpPr>
        <p:grpSpPr bwMode="auto">
          <a:xfrm>
            <a:off x="3203430" y="1967880"/>
            <a:ext cx="6027738" cy="1439862"/>
            <a:chOff x="1492879" y="2061336"/>
            <a:chExt cx="6027737" cy="1440135"/>
          </a:xfrm>
        </p:grpSpPr>
        <p:sp>
          <p:nvSpPr>
            <p:cNvPr id="818" name="Rectangle 817">
              <a:extLst>
                <a:ext uri="{FF2B5EF4-FFF2-40B4-BE49-F238E27FC236}">
                  <a16:creationId xmlns:a16="http://schemas.microsoft.com/office/drawing/2014/main" id="{2911F90D-6E6D-8D44-A029-2BB47782B47E}"/>
                </a:ext>
              </a:extLst>
            </p:cNvPr>
            <p:cNvSpPr/>
            <p:nvPr/>
          </p:nvSpPr>
          <p:spPr bwMode="auto">
            <a:xfrm>
              <a:off x="1929442" y="2064512"/>
              <a:ext cx="5043486" cy="1017780"/>
            </a:xfrm>
            <a:prstGeom prst="rect">
              <a:avLst/>
            </a:prstGeom>
            <a:solidFill>
              <a:srgbClr val="2D2DB9">
                <a:lumMod val="20000"/>
                <a:lumOff val="80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819" name="Freeform 818">
              <a:extLst>
                <a:ext uri="{FF2B5EF4-FFF2-40B4-BE49-F238E27FC236}">
                  <a16:creationId xmlns:a16="http://schemas.microsoft.com/office/drawing/2014/main" id="{24B8DF14-13D1-7B4D-AA8E-6D4B866768A6}"/>
                </a:ext>
              </a:extLst>
            </p:cNvPr>
            <p:cNvSpPr/>
            <p:nvPr/>
          </p:nvSpPr>
          <p:spPr bwMode="auto">
            <a:xfrm>
              <a:off x="1740529" y="2067687"/>
              <a:ext cx="198438" cy="1386150"/>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855" h="1385496">
                  <a:moveTo>
                    <a:pt x="0" y="745656"/>
                  </a:moveTo>
                  <a:lnTo>
                    <a:pt x="193920" y="0"/>
                  </a:lnTo>
                  <a:cubicBezTo>
                    <a:pt x="195898" y="342623"/>
                    <a:pt x="197877" y="685246"/>
                    <a:pt x="199855" y="1027869"/>
                  </a:cubicBezTo>
                  <a:lnTo>
                    <a:pt x="4471" y="1385496"/>
                  </a:lnTo>
                  <a:cubicBezTo>
                    <a:pt x="2981" y="1172216"/>
                    <a:pt x="1490" y="958936"/>
                    <a:pt x="0" y="745656"/>
                  </a:cubicBezTo>
                  <a:close/>
                </a:path>
              </a:pathLst>
            </a:custGeom>
            <a:gradFill rotWithShape="1">
              <a:gsLst>
                <a:gs pos="0">
                  <a:srgbClr val="FFFFFF">
                    <a:lumMod val="95000"/>
                  </a:srgbClr>
                </a:gs>
                <a:gs pos="100000">
                  <a:srgbClr val="2D2DB9">
                    <a:lumMod val="20000"/>
                    <a:lumOff val="80000"/>
                  </a:srgbClr>
                </a:gs>
              </a:gsLst>
              <a:lin ang="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820" name="Freeform 819">
              <a:extLst>
                <a:ext uri="{FF2B5EF4-FFF2-40B4-BE49-F238E27FC236}">
                  <a16:creationId xmlns:a16="http://schemas.microsoft.com/office/drawing/2014/main" id="{B3477997-2171-D144-8F62-1363F13885FD}"/>
                </a:ext>
              </a:extLst>
            </p:cNvPr>
            <p:cNvSpPr/>
            <p:nvPr/>
          </p:nvSpPr>
          <p:spPr bwMode="auto">
            <a:xfrm flipH="1">
              <a:off x="6969753" y="2061336"/>
              <a:ext cx="219075" cy="1370272"/>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 name="connsiteX0" fmla="*/ 0 w 219519"/>
                <a:gd name="connsiteY0" fmla="*/ 730359 h 1370199"/>
                <a:gd name="connsiteX1" fmla="*/ 219401 w 219519"/>
                <a:gd name="connsiteY1" fmla="*/ 0 h 1370199"/>
                <a:gd name="connsiteX2" fmla="*/ 199855 w 219519"/>
                <a:gd name="connsiteY2" fmla="*/ 1012572 h 1370199"/>
                <a:gd name="connsiteX3" fmla="*/ 4471 w 219519"/>
                <a:gd name="connsiteY3" fmla="*/ 1370199 h 1370199"/>
                <a:gd name="connsiteX4" fmla="*/ 0 w 219519"/>
                <a:gd name="connsiteY4" fmla="*/ 730359 h 1370199"/>
                <a:gd name="connsiteX0" fmla="*/ 0 w 219602"/>
                <a:gd name="connsiteY0" fmla="*/ 730359 h 1370199"/>
                <a:gd name="connsiteX1" fmla="*/ 219401 w 219602"/>
                <a:gd name="connsiteY1" fmla="*/ 0 h 1370199"/>
                <a:gd name="connsiteX2" fmla="*/ 210047 w 219602"/>
                <a:gd name="connsiteY2" fmla="*/ 1007473 h 1370199"/>
                <a:gd name="connsiteX3" fmla="*/ 4471 w 219602"/>
                <a:gd name="connsiteY3" fmla="*/ 1370199 h 1370199"/>
                <a:gd name="connsiteX4" fmla="*/ 0 w 219602"/>
                <a:gd name="connsiteY4" fmla="*/ 730359 h 1370199"/>
                <a:gd name="connsiteX0" fmla="*/ 0 w 220239"/>
                <a:gd name="connsiteY0" fmla="*/ 730359 h 1370199"/>
                <a:gd name="connsiteX1" fmla="*/ 219401 w 220239"/>
                <a:gd name="connsiteY1" fmla="*/ 0 h 1370199"/>
                <a:gd name="connsiteX2" fmla="*/ 220239 w 220239"/>
                <a:gd name="connsiteY2" fmla="*/ 1007473 h 1370199"/>
                <a:gd name="connsiteX3" fmla="*/ 4471 w 220239"/>
                <a:gd name="connsiteY3" fmla="*/ 1370199 h 1370199"/>
                <a:gd name="connsiteX4" fmla="*/ 0 w 220239"/>
                <a:gd name="connsiteY4" fmla="*/ 730359 h 1370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239" h="1370199">
                  <a:moveTo>
                    <a:pt x="0" y="730359"/>
                  </a:moveTo>
                  <a:cubicBezTo>
                    <a:pt x="64640" y="481807"/>
                    <a:pt x="154761" y="248552"/>
                    <a:pt x="219401" y="0"/>
                  </a:cubicBezTo>
                  <a:cubicBezTo>
                    <a:pt x="221379" y="342623"/>
                    <a:pt x="218261" y="664850"/>
                    <a:pt x="220239" y="1007473"/>
                  </a:cubicBezTo>
                  <a:lnTo>
                    <a:pt x="4471" y="1370199"/>
                  </a:lnTo>
                  <a:cubicBezTo>
                    <a:pt x="2981" y="1156919"/>
                    <a:pt x="1490" y="943639"/>
                    <a:pt x="0" y="730359"/>
                  </a:cubicBezTo>
                  <a:close/>
                </a:path>
              </a:pathLst>
            </a:custGeom>
            <a:gradFill rotWithShape="1">
              <a:gsLst>
                <a:gs pos="0">
                  <a:srgbClr val="2D2DB9">
                    <a:lumMod val="20000"/>
                    <a:lumOff val="80000"/>
                  </a:srgbClr>
                </a:gs>
                <a:gs pos="100000">
                  <a:srgbClr val="FFFFFF"/>
                </a:gs>
              </a:gsLst>
              <a:lin ang="108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821" name="Group 950">
              <a:extLst>
                <a:ext uri="{FF2B5EF4-FFF2-40B4-BE49-F238E27FC236}">
                  <a16:creationId xmlns:a16="http://schemas.microsoft.com/office/drawing/2014/main" id="{DB6AE1A4-24E9-664C-A51D-C17F6021B3EC}"/>
                </a:ext>
              </a:extLst>
            </p:cNvPr>
            <p:cNvGrpSpPr>
              <a:grpSpLocks/>
            </p:cNvGrpSpPr>
            <p:nvPr/>
          </p:nvGrpSpPr>
          <p:grpSpPr bwMode="auto">
            <a:xfrm>
              <a:off x="1492879" y="2820676"/>
              <a:ext cx="338137" cy="653816"/>
              <a:chOff x="4140" y="429"/>
              <a:chExt cx="1425" cy="2396"/>
            </a:xfrm>
          </p:grpSpPr>
          <p:sp>
            <p:nvSpPr>
              <p:cNvPr id="855" name="Freeform 951">
                <a:extLst>
                  <a:ext uri="{FF2B5EF4-FFF2-40B4-BE49-F238E27FC236}">
                    <a16:creationId xmlns:a16="http://schemas.microsoft.com/office/drawing/2014/main" id="{BFB37BD8-4427-2A47-AE85-B992137B4E8C}"/>
                  </a:ext>
                </a:extLst>
              </p:cNvPr>
              <p:cNvSpPr>
                <a:spLocks/>
              </p:cNvSpPr>
              <p:nvPr/>
            </p:nvSpPr>
            <p:spPr bwMode="auto">
              <a:xfrm>
                <a:off x="5268" y="433"/>
                <a:ext cx="283" cy="2286"/>
              </a:xfrm>
              <a:custGeom>
                <a:avLst/>
                <a:gdLst>
                  <a:gd name="T0" fmla="*/ 2 w 354"/>
                  <a:gd name="T1" fmla="*/ 0 h 2742"/>
                  <a:gd name="T2" fmla="*/ 8 w 354"/>
                  <a:gd name="T3" fmla="*/ 16 h 2742"/>
                  <a:gd name="T4" fmla="*/ 8 w 354"/>
                  <a:gd name="T5" fmla="*/ 119 h 2742"/>
                  <a:gd name="T6" fmla="*/ 0 w 354"/>
                  <a:gd name="T7" fmla="*/ 124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6" name="Rectangle 952">
                <a:extLst>
                  <a:ext uri="{FF2B5EF4-FFF2-40B4-BE49-F238E27FC236}">
                    <a16:creationId xmlns:a16="http://schemas.microsoft.com/office/drawing/2014/main" id="{D33ED3AE-893B-0641-B3D0-6332B98270D9}"/>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7" name="Freeform 953">
                <a:extLst>
                  <a:ext uri="{FF2B5EF4-FFF2-40B4-BE49-F238E27FC236}">
                    <a16:creationId xmlns:a16="http://schemas.microsoft.com/office/drawing/2014/main" id="{7F8B5734-537E-2D40-ABC5-1153CA76F023}"/>
                  </a:ext>
                </a:extLst>
              </p:cNvPr>
              <p:cNvSpPr>
                <a:spLocks/>
              </p:cNvSpPr>
              <p:nvPr/>
            </p:nvSpPr>
            <p:spPr bwMode="auto">
              <a:xfrm>
                <a:off x="5321" y="570"/>
                <a:ext cx="169" cy="2115"/>
              </a:xfrm>
              <a:custGeom>
                <a:avLst/>
                <a:gdLst>
                  <a:gd name="T0" fmla="*/ 2 w 211"/>
                  <a:gd name="T1" fmla="*/ 0 h 2537"/>
                  <a:gd name="T2" fmla="*/ 5 w 211"/>
                  <a:gd name="T3" fmla="*/ 11 h 2537"/>
                  <a:gd name="T4" fmla="*/ 2 w 211"/>
                  <a:gd name="T5" fmla="*/ 11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8" name="Freeform 954">
                <a:extLst>
                  <a:ext uri="{FF2B5EF4-FFF2-40B4-BE49-F238E27FC236}">
                    <a16:creationId xmlns:a16="http://schemas.microsoft.com/office/drawing/2014/main" id="{A27CC3E2-8472-FE49-B22C-8BAD36D3F1D7}"/>
                  </a:ext>
                </a:extLst>
              </p:cNvPr>
              <p:cNvSpPr>
                <a:spLocks/>
              </p:cNvSpPr>
              <p:nvPr/>
            </p:nvSpPr>
            <p:spPr bwMode="auto">
              <a:xfrm>
                <a:off x="5284" y="1640"/>
                <a:ext cx="263" cy="189"/>
              </a:xfrm>
              <a:custGeom>
                <a:avLst/>
                <a:gdLst>
                  <a:gd name="T0" fmla="*/ 2 w 328"/>
                  <a:gd name="T1" fmla="*/ 0 h 226"/>
                  <a:gd name="T2" fmla="*/ 7 w 328"/>
                  <a:gd name="T3" fmla="*/ 7 h 226"/>
                  <a:gd name="T4" fmla="*/ 7 w 328"/>
                  <a:gd name="T5" fmla="*/ 11 h 226"/>
                  <a:gd name="T6" fmla="*/ 0 w 328"/>
                  <a:gd name="T7" fmla="*/ 5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9" name="Rectangle 955">
                <a:extLst>
                  <a:ext uri="{FF2B5EF4-FFF2-40B4-BE49-F238E27FC236}">
                    <a16:creationId xmlns:a16="http://schemas.microsoft.com/office/drawing/2014/main" id="{11CD015D-401B-EC42-A713-37F4F580649A}"/>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0" name="Group 956">
                <a:extLst>
                  <a:ext uri="{FF2B5EF4-FFF2-40B4-BE49-F238E27FC236}">
                    <a16:creationId xmlns:a16="http://schemas.microsoft.com/office/drawing/2014/main" id="{A208DF6A-EF9F-044D-8302-1B9476D1841A}"/>
                  </a:ext>
                </a:extLst>
              </p:cNvPr>
              <p:cNvGrpSpPr>
                <a:grpSpLocks/>
              </p:cNvGrpSpPr>
              <p:nvPr/>
            </p:nvGrpSpPr>
            <p:grpSpPr bwMode="auto">
              <a:xfrm>
                <a:off x="4749" y="668"/>
                <a:ext cx="581" cy="145"/>
                <a:chOff x="614" y="2568"/>
                <a:chExt cx="725" cy="139"/>
              </a:xfrm>
            </p:grpSpPr>
            <p:sp>
              <p:nvSpPr>
                <p:cNvPr id="885" name="AutoShape 957">
                  <a:extLst>
                    <a:ext uri="{FF2B5EF4-FFF2-40B4-BE49-F238E27FC236}">
                      <a16:creationId xmlns:a16="http://schemas.microsoft.com/office/drawing/2014/main" id="{FCC50AD6-31B9-FD4A-9D12-E293AC79E312}"/>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6" name="AutoShape 958">
                  <a:extLst>
                    <a:ext uri="{FF2B5EF4-FFF2-40B4-BE49-F238E27FC236}">
                      <a16:creationId xmlns:a16="http://schemas.microsoft.com/office/drawing/2014/main" id="{9515A907-A38B-AC46-9351-9821F9262FDC}"/>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1" name="Rectangle 959">
                <a:extLst>
                  <a:ext uri="{FF2B5EF4-FFF2-40B4-BE49-F238E27FC236}">
                    <a16:creationId xmlns:a16="http://schemas.microsoft.com/office/drawing/2014/main" id="{DA74175D-E323-954D-B321-A525406F9D7F}"/>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2" name="Group 960">
                <a:extLst>
                  <a:ext uri="{FF2B5EF4-FFF2-40B4-BE49-F238E27FC236}">
                    <a16:creationId xmlns:a16="http://schemas.microsoft.com/office/drawing/2014/main" id="{28DE356C-C6F7-BA40-87C6-C5B5BE6C2BFE}"/>
                  </a:ext>
                </a:extLst>
              </p:cNvPr>
              <p:cNvGrpSpPr>
                <a:grpSpLocks/>
              </p:cNvGrpSpPr>
              <p:nvPr/>
            </p:nvGrpSpPr>
            <p:grpSpPr bwMode="auto">
              <a:xfrm>
                <a:off x="4747" y="994"/>
                <a:ext cx="581" cy="134"/>
                <a:chOff x="614" y="2568"/>
                <a:chExt cx="725" cy="139"/>
              </a:xfrm>
            </p:grpSpPr>
            <p:sp>
              <p:nvSpPr>
                <p:cNvPr id="883" name="AutoShape 961">
                  <a:extLst>
                    <a:ext uri="{FF2B5EF4-FFF2-40B4-BE49-F238E27FC236}">
                      <a16:creationId xmlns:a16="http://schemas.microsoft.com/office/drawing/2014/main" id="{9643844A-45E6-7443-A468-4BC3D1762A71}"/>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4" name="AutoShape 962">
                  <a:extLst>
                    <a:ext uri="{FF2B5EF4-FFF2-40B4-BE49-F238E27FC236}">
                      <a16:creationId xmlns:a16="http://schemas.microsoft.com/office/drawing/2014/main" id="{60C84F35-0A59-8349-91F6-D5FECFED742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3" name="Rectangle 963">
                <a:extLst>
                  <a:ext uri="{FF2B5EF4-FFF2-40B4-BE49-F238E27FC236}">
                    <a16:creationId xmlns:a16="http://schemas.microsoft.com/office/drawing/2014/main" id="{92014399-9751-FC4F-9035-A395245BCD44}"/>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4" name="Rectangle 964">
                <a:extLst>
                  <a:ext uri="{FF2B5EF4-FFF2-40B4-BE49-F238E27FC236}">
                    <a16:creationId xmlns:a16="http://schemas.microsoft.com/office/drawing/2014/main" id="{9B818A3E-FD1D-F04D-8158-62E78EE4B0DC}"/>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5" name="Group 965">
                <a:extLst>
                  <a:ext uri="{FF2B5EF4-FFF2-40B4-BE49-F238E27FC236}">
                    <a16:creationId xmlns:a16="http://schemas.microsoft.com/office/drawing/2014/main" id="{4CE95AA0-C88F-3D48-98E7-F3E038739D8B}"/>
                  </a:ext>
                </a:extLst>
              </p:cNvPr>
              <p:cNvGrpSpPr>
                <a:grpSpLocks/>
              </p:cNvGrpSpPr>
              <p:nvPr/>
            </p:nvGrpSpPr>
            <p:grpSpPr bwMode="auto">
              <a:xfrm>
                <a:off x="4735" y="1627"/>
                <a:ext cx="582" cy="151"/>
                <a:chOff x="614" y="2568"/>
                <a:chExt cx="725" cy="139"/>
              </a:xfrm>
            </p:grpSpPr>
            <p:sp>
              <p:nvSpPr>
                <p:cNvPr id="881" name="AutoShape 966">
                  <a:extLst>
                    <a:ext uri="{FF2B5EF4-FFF2-40B4-BE49-F238E27FC236}">
                      <a16:creationId xmlns:a16="http://schemas.microsoft.com/office/drawing/2014/main" id="{5B978760-D630-664D-941B-E0517C2034E6}"/>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2" name="AutoShape 967">
                  <a:extLst>
                    <a:ext uri="{FF2B5EF4-FFF2-40B4-BE49-F238E27FC236}">
                      <a16:creationId xmlns:a16="http://schemas.microsoft.com/office/drawing/2014/main" id="{66581CC6-E163-4349-98BB-7B8F11B58428}"/>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6" name="Freeform 968">
                <a:extLst>
                  <a:ext uri="{FF2B5EF4-FFF2-40B4-BE49-F238E27FC236}">
                    <a16:creationId xmlns:a16="http://schemas.microsoft.com/office/drawing/2014/main" id="{0C578B43-7341-984A-8E2E-758C1FE627B0}"/>
                  </a:ext>
                </a:extLst>
              </p:cNvPr>
              <p:cNvSpPr>
                <a:spLocks/>
              </p:cNvSpPr>
              <p:nvPr/>
            </p:nvSpPr>
            <p:spPr bwMode="auto">
              <a:xfrm>
                <a:off x="5288" y="1354"/>
                <a:ext cx="263" cy="188"/>
              </a:xfrm>
              <a:custGeom>
                <a:avLst/>
                <a:gdLst>
                  <a:gd name="T0" fmla="*/ 2 w 328"/>
                  <a:gd name="T1" fmla="*/ 0 h 226"/>
                  <a:gd name="T2" fmla="*/ 7 w 328"/>
                  <a:gd name="T3" fmla="*/ 6 h 226"/>
                  <a:gd name="T4" fmla="*/ 7 w 328"/>
                  <a:gd name="T5" fmla="*/ 10 h 226"/>
                  <a:gd name="T6" fmla="*/ 0 w 328"/>
                  <a:gd name="T7" fmla="*/ 4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7" name="Group 969">
                <a:extLst>
                  <a:ext uri="{FF2B5EF4-FFF2-40B4-BE49-F238E27FC236}">
                    <a16:creationId xmlns:a16="http://schemas.microsoft.com/office/drawing/2014/main" id="{00F4A952-5D56-894B-BE04-57FD8D9A8FC1}"/>
                  </a:ext>
                </a:extLst>
              </p:cNvPr>
              <p:cNvGrpSpPr>
                <a:grpSpLocks/>
              </p:cNvGrpSpPr>
              <p:nvPr/>
            </p:nvGrpSpPr>
            <p:grpSpPr bwMode="auto">
              <a:xfrm>
                <a:off x="4739" y="1327"/>
                <a:ext cx="582" cy="139"/>
                <a:chOff x="614" y="2568"/>
                <a:chExt cx="725" cy="139"/>
              </a:xfrm>
            </p:grpSpPr>
            <p:sp>
              <p:nvSpPr>
                <p:cNvPr id="879" name="AutoShape 970">
                  <a:extLst>
                    <a:ext uri="{FF2B5EF4-FFF2-40B4-BE49-F238E27FC236}">
                      <a16:creationId xmlns:a16="http://schemas.microsoft.com/office/drawing/2014/main" id="{C6D2E1F8-9BE6-1340-A97F-25C96F4EA328}"/>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0" name="AutoShape 971">
                  <a:extLst>
                    <a:ext uri="{FF2B5EF4-FFF2-40B4-BE49-F238E27FC236}">
                      <a16:creationId xmlns:a16="http://schemas.microsoft.com/office/drawing/2014/main" id="{076B7F4B-58FD-394A-A7D1-825421A0DDC3}"/>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8" name="Rectangle 972">
                <a:extLst>
                  <a:ext uri="{FF2B5EF4-FFF2-40B4-BE49-F238E27FC236}">
                    <a16:creationId xmlns:a16="http://schemas.microsoft.com/office/drawing/2014/main" id="{9CF6079F-A485-B34F-BAE1-E461B27BC01A}"/>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9" name="Freeform 973">
                <a:extLst>
                  <a:ext uri="{FF2B5EF4-FFF2-40B4-BE49-F238E27FC236}">
                    <a16:creationId xmlns:a16="http://schemas.microsoft.com/office/drawing/2014/main" id="{4D22F667-50F0-554D-A2A3-06E318F9206C}"/>
                  </a:ext>
                </a:extLst>
              </p:cNvPr>
              <p:cNvSpPr>
                <a:spLocks/>
              </p:cNvSpPr>
              <p:nvPr/>
            </p:nvSpPr>
            <p:spPr bwMode="auto">
              <a:xfrm>
                <a:off x="5312" y="1007"/>
                <a:ext cx="237" cy="213"/>
              </a:xfrm>
              <a:custGeom>
                <a:avLst/>
                <a:gdLst>
                  <a:gd name="T0" fmla="*/ 2 w 296"/>
                  <a:gd name="T1" fmla="*/ 0 h 256"/>
                  <a:gd name="T2" fmla="*/ 7 w 296"/>
                  <a:gd name="T3" fmla="*/ 6 h 256"/>
                  <a:gd name="T4" fmla="*/ 7 w 296"/>
                  <a:gd name="T5" fmla="*/ 11 h 256"/>
                  <a:gd name="T6" fmla="*/ 0 w 296"/>
                  <a:gd name="T7" fmla="*/ 4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0" name="Freeform 974">
                <a:extLst>
                  <a:ext uri="{FF2B5EF4-FFF2-40B4-BE49-F238E27FC236}">
                    <a16:creationId xmlns:a16="http://schemas.microsoft.com/office/drawing/2014/main" id="{FEA6AA77-7341-EC44-9A1C-8FF6D3429B9A}"/>
                  </a:ext>
                </a:extLst>
              </p:cNvPr>
              <p:cNvSpPr>
                <a:spLocks/>
              </p:cNvSpPr>
              <p:nvPr/>
            </p:nvSpPr>
            <p:spPr bwMode="auto">
              <a:xfrm>
                <a:off x="5315" y="680"/>
                <a:ext cx="244" cy="240"/>
              </a:xfrm>
              <a:custGeom>
                <a:avLst/>
                <a:gdLst>
                  <a:gd name="T0" fmla="*/ 0 w 304"/>
                  <a:gd name="T1" fmla="*/ 0 h 288"/>
                  <a:gd name="T2" fmla="*/ 7 w 304"/>
                  <a:gd name="T3" fmla="*/ 8 h 288"/>
                  <a:gd name="T4" fmla="*/ 6 w 304"/>
                  <a:gd name="T5" fmla="*/ 13 h 288"/>
                  <a:gd name="T6" fmla="*/ 2 w 304"/>
                  <a:gd name="T7" fmla="*/ 6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1" name="Oval 975">
                <a:extLst>
                  <a:ext uri="{FF2B5EF4-FFF2-40B4-BE49-F238E27FC236}">
                    <a16:creationId xmlns:a16="http://schemas.microsoft.com/office/drawing/2014/main" id="{A02843C6-28FA-9945-9CEB-7717E68BC3D2}"/>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2" name="Freeform 976">
                <a:extLst>
                  <a:ext uri="{FF2B5EF4-FFF2-40B4-BE49-F238E27FC236}">
                    <a16:creationId xmlns:a16="http://schemas.microsoft.com/office/drawing/2014/main" id="{B41467ED-71ED-774D-B5B1-0E498264B3FE}"/>
                  </a:ext>
                </a:extLst>
              </p:cNvPr>
              <p:cNvSpPr>
                <a:spLocks/>
              </p:cNvSpPr>
              <p:nvPr/>
            </p:nvSpPr>
            <p:spPr bwMode="auto">
              <a:xfrm>
                <a:off x="5302" y="2614"/>
                <a:ext cx="245" cy="200"/>
              </a:xfrm>
              <a:custGeom>
                <a:avLst/>
                <a:gdLst>
                  <a:gd name="T0" fmla="*/ 0 w 306"/>
                  <a:gd name="T1" fmla="*/ 6 h 240"/>
                  <a:gd name="T2" fmla="*/ 2 w 306"/>
                  <a:gd name="T3" fmla="*/ 11 h 240"/>
                  <a:gd name="T4" fmla="*/ 7 w 306"/>
                  <a:gd name="T5" fmla="*/ 6 h 240"/>
                  <a:gd name="T6" fmla="*/ 7 w 306"/>
                  <a:gd name="T7" fmla="*/ 0 h 240"/>
                  <a:gd name="T8" fmla="*/ 0 w 306"/>
                  <a:gd name="T9" fmla="*/ 6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3" name="AutoShape 977">
                <a:extLst>
                  <a:ext uri="{FF2B5EF4-FFF2-40B4-BE49-F238E27FC236}">
                    <a16:creationId xmlns:a16="http://schemas.microsoft.com/office/drawing/2014/main" id="{9B5749F0-C743-D247-9288-DD5C4B670C67}"/>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4" name="AutoShape 978">
                <a:extLst>
                  <a:ext uri="{FF2B5EF4-FFF2-40B4-BE49-F238E27FC236}">
                    <a16:creationId xmlns:a16="http://schemas.microsoft.com/office/drawing/2014/main" id="{990B835A-E601-8B4A-913C-86C2C6F75DF1}"/>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5" name="Oval 979">
                <a:extLst>
                  <a:ext uri="{FF2B5EF4-FFF2-40B4-BE49-F238E27FC236}">
                    <a16:creationId xmlns:a16="http://schemas.microsoft.com/office/drawing/2014/main" id="{54D6634C-D1A9-6142-9854-19C444BA4C3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6" name="Oval 980">
                <a:extLst>
                  <a:ext uri="{FF2B5EF4-FFF2-40B4-BE49-F238E27FC236}">
                    <a16:creationId xmlns:a16="http://schemas.microsoft.com/office/drawing/2014/main" id="{4B663C71-DBAC-684F-AC10-C3062136DE50}"/>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877" name="Oval 981">
                <a:extLst>
                  <a:ext uri="{FF2B5EF4-FFF2-40B4-BE49-F238E27FC236}">
                    <a16:creationId xmlns:a16="http://schemas.microsoft.com/office/drawing/2014/main" id="{89DA651A-7990-3046-B6A9-BDF3A76B185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8" name="Rectangle 982">
                <a:extLst>
                  <a:ext uri="{FF2B5EF4-FFF2-40B4-BE49-F238E27FC236}">
                    <a16:creationId xmlns:a16="http://schemas.microsoft.com/office/drawing/2014/main" id="{97BCC976-FD19-5C44-A0F3-970A14677F1F}"/>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22" name="Group 950">
              <a:extLst>
                <a:ext uri="{FF2B5EF4-FFF2-40B4-BE49-F238E27FC236}">
                  <a16:creationId xmlns:a16="http://schemas.microsoft.com/office/drawing/2014/main" id="{408FB985-1A5F-F147-891F-C6EE203F1727}"/>
                </a:ext>
              </a:extLst>
            </p:cNvPr>
            <p:cNvGrpSpPr>
              <a:grpSpLocks/>
            </p:cNvGrpSpPr>
            <p:nvPr/>
          </p:nvGrpSpPr>
          <p:grpSpPr bwMode="auto">
            <a:xfrm>
              <a:off x="7182479" y="2847655"/>
              <a:ext cx="338137" cy="653816"/>
              <a:chOff x="4140" y="429"/>
              <a:chExt cx="1425" cy="2396"/>
            </a:xfrm>
          </p:grpSpPr>
          <p:sp>
            <p:nvSpPr>
              <p:cNvPr id="823" name="Freeform 951">
                <a:extLst>
                  <a:ext uri="{FF2B5EF4-FFF2-40B4-BE49-F238E27FC236}">
                    <a16:creationId xmlns:a16="http://schemas.microsoft.com/office/drawing/2014/main" id="{E5433180-28F2-BE4A-AA7C-A7B21A6324C8}"/>
                  </a:ext>
                </a:extLst>
              </p:cNvPr>
              <p:cNvSpPr>
                <a:spLocks/>
              </p:cNvSpPr>
              <p:nvPr/>
            </p:nvSpPr>
            <p:spPr bwMode="auto">
              <a:xfrm>
                <a:off x="5268" y="433"/>
                <a:ext cx="283" cy="2286"/>
              </a:xfrm>
              <a:custGeom>
                <a:avLst/>
                <a:gdLst>
                  <a:gd name="T0" fmla="*/ 2 w 354"/>
                  <a:gd name="T1" fmla="*/ 0 h 2742"/>
                  <a:gd name="T2" fmla="*/ 8 w 354"/>
                  <a:gd name="T3" fmla="*/ 16 h 2742"/>
                  <a:gd name="T4" fmla="*/ 8 w 354"/>
                  <a:gd name="T5" fmla="*/ 119 h 2742"/>
                  <a:gd name="T6" fmla="*/ 0 w 354"/>
                  <a:gd name="T7" fmla="*/ 124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4" name="Rectangle 952">
                <a:extLst>
                  <a:ext uri="{FF2B5EF4-FFF2-40B4-BE49-F238E27FC236}">
                    <a16:creationId xmlns:a16="http://schemas.microsoft.com/office/drawing/2014/main" id="{8C5BD778-66FD-3945-B836-91E6ED4A0B3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5" name="Freeform 953">
                <a:extLst>
                  <a:ext uri="{FF2B5EF4-FFF2-40B4-BE49-F238E27FC236}">
                    <a16:creationId xmlns:a16="http://schemas.microsoft.com/office/drawing/2014/main" id="{2A91ACBD-8D41-DD4C-A2B1-048B348B9E49}"/>
                  </a:ext>
                </a:extLst>
              </p:cNvPr>
              <p:cNvSpPr>
                <a:spLocks/>
              </p:cNvSpPr>
              <p:nvPr/>
            </p:nvSpPr>
            <p:spPr bwMode="auto">
              <a:xfrm>
                <a:off x="5321" y="570"/>
                <a:ext cx="169" cy="2115"/>
              </a:xfrm>
              <a:custGeom>
                <a:avLst/>
                <a:gdLst>
                  <a:gd name="T0" fmla="*/ 2 w 211"/>
                  <a:gd name="T1" fmla="*/ 0 h 2537"/>
                  <a:gd name="T2" fmla="*/ 5 w 211"/>
                  <a:gd name="T3" fmla="*/ 11 h 2537"/>
                  <a:gd name="T4" fmla="*/ 2 w 211"/>
                  <a:gd name="T5" fmla="*/ 11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6" name="Freeform 954">
                <a:extLst>
                  <a:ext uri="{FF2B5EF4-FFF2-40B4-BE49-F238E27FC236}">
                    <a16:creationId xmlns:a16="http://schemas.microsoft.com/office/drawing/2014/main" id="{FD9AFB84-DB6D-6046-8467-AD372F41387B}"/>
                  </a:ext>
                </a:extLst>
              </p:cNvPr>
              <p:cNvSpPr>
                <a:spLocks/>
              </p:cNvSpPr>
              <p:nvPr/>
            </p:nvSpPr>
            <p:spPr bwMode="auto">
              <a:xfrm>
                <a:off x="5284" y="1640"/>
                <a:ext cx="263" cy="189"/>
              </a:xfrm>
              <a:custGeom>
                <a:avLst/>
                <a:gdLst>
                  <a:gd name="T0" fmla="*/ 2 w 328"/>
                  <a:gd name="T1" fmla="*/ 0 h 226"/>
                  <a:gd name="T2" fmla="*/ 7 w 328"/>
                  <a:gd name="T3" fmla="*/ 7 h 226"/>
                  <a:gd name="T4" fmla="*/ 7 w 328"/>
                  <a:gd name="T5" fmla="*/ 11 h 226"/>
                  <a:gd name="T6" fmla="*/ 0 w 328"/>
                  <a:gd name="T7" fmla="*/ 5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7" name="Rectangle 955">
                <a:extLst>
                  <a:ext uri="{FF2B5EF4-FFF2-40B4-BE49-F238E27FC236}">
                    <a16:creationId xmlns:a16="http://schemas.microsoft.com/office/drawing/2014/main" id="{77DBE4BA-8D67-5B43-8297-B9D264FE9BE2}"/>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28" name="Group 956">
                <a:extLst>
                  <a:ext uri="{FF2B5EF4-FFF2-40B4-BE49-F238E27FC236}">
                    <a16:creationId xmlns:a16="http://schemas.microsoft.com/office/drawing/2014/main" id="{F3DA3736-9C54-FD40-9182-376547A2AE83}"/>
                  </a:ext>
                </a:extLst>
              </p:cNvPr>
              <p:cNvGrpSpPr>
                <a:grpSpLocks/>
              </p:cNvGrpSpPr>
              <p:nvPr/>
            </p:nvGrpSpPr>
            <p:grpSpPr bwMode="auto">
              <a:xfrm>
                <a:off x="4749" y="668"/>
                <a:ext cx="581" cy="145"/>
                <a:chOff x="614" y="2568"/>
                <a:chExt cx="725" cy="139"/>
              </a:xfrm>
            </p:grpSpPr>
            <p:sp>
              <p:nvSpPr>
                <p:cNvPr id="853" name="AutoShape 957">
                  <a:extLst>
                    <a:ext uri="{FF2B5EF4-FFF2-40B4-BE49-F238E27FC236}">
                      <a16:creationId xmlns:a16="http://schemas.microsoft.com/office/drawing/2014/main" id="{AF6DA2C1-3BA8-9F42-8082-1828FAC4EDA9}"/>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4" name="AutoShape 958">
                  <a:extLst>
                    <a:ext uri="{FF2B5EF4-FFF2-40B4-BE49-F238E27FC236}">
                      <a16:creationId xmlns:a16="http://schemas.microsoft.com/office/drawing/2014/main" id="{7E65A1C9-4BD5-C648-BDA4-FE7A4B1268D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29" name="Rectangle 959">
                <a:extLst>
                  <a:ext uri="{FF2B5EF4-FFF2-40B4-BE49-F238E27FC236}">
                    <a16:creationId xmlns:a16="http://schemas.microsoft.com/office/drawing/2014/main" id="{EC0E4CD1-FF46-4441-8D14-832711884C57}"/>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0" name="Group 960">
                <a:extLst>
                  <a:ext uri="{FF2B5EF4-FFF2-40B4-BE49-F238E27FC236}">
                    <a16:creationId xmlns:a16="http://schemas.microsoft.com/office/drawing/2014/main" id="{E64F3582-6063-6041-8631-63DD7426A470}"/>
                  </a:ext>
                </a:extLst>
              </p:cNvPr>
              <p:cNvGrpSpPr>
                <a:grpSpLocks/>
              </p:cNvGrpSpPr>
              <p:nvPr/>
            </p:nvGrpSpPr>
            <p:grpSpPr bwMode="auto">
              <a:xfrm>
                <a:off x="4747" y="994"/>
                <a:ext cx="581" cy="134"/>
                <a:chOff x="614" y="2568"/>
                <a:chExt cx="725" cy="139"/>
              </a:xfrm>
            </p:grpSpPr>
            <p:sp>
              <p:nvSpPr>
                <p:cNvPr id="851" name="AutoShape 961">
                  <a:extLst>
                    <a:ext uri="{FF2B5EF4-FFF2-40B4-BE49-F238E27FC236}">
                      <a16:creationId xmlns:a16="http://schemas.microsoft.com/office/drawing/2014/main" id="{C34EAECD-E1EF-8646-9F61-922B7F0EA0BF}"/>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2" name="AutoShape 962">
                  <a:extLst>
                    <a:ext uri="{FF2B5EF4-FFF2-40B4-BE49-F238E27FC236}">
                      <a16:creationId xmlns:a16="http://schemas.microsoft.com/office/drawing/2014/main" id="{9D855FB6-3F8B-4F48-BB63-40E93ACB20A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31" name="Rectangle 963">
                <a:extLst>
                  <a:ext uri="{FF2B5EF4-FFF2-40B4-BE49-F238E27FC236}">
                    <a16:creationId xmlns:a16="http://schemas.microsoft.com/office/drawing/2014/main" id="{F062D5F9-755C-724B-955A-7A2BDC06D583}"/>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2" name="Rectangle 964">
                <a:extLst>
                  <a:ext uri="{FF2B5EF4-FFF2-40B4-BE49-F238E27FC236}">
                    <a16:creationId xmlns:a16="http://schemas.microsoft.com/office/drawing/2014/main" id="{177A8ED0-5EFF-1249-9487-CD3CEB431A85}"/>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3" name="Group 965">
                <a:extLst>
                  <a:ext uri="{FF2B5EF4-FFF2-40B4-BE49-F238E27FC236}">
                    <a16:creationId xmlns:a16="http://schemas.microsoft.com/office/drawing/2014/main" id="{A1DF88D1-CA38-D94A-B614-BF080EB38912}"/>
                  </a:ext>
                </a:extLst>
              </p:cNvPr>
              <p:cNvGrpSpPr>
                <a:grpSpLocks/>
              </p:cNvGrpSpPr>
              <p:nvPr/>
            </p:nvGrpSpPr>
            <p:grpSpPr bwMode="auto">
              <a:xfrm>
                <a:off x="4735" y="1627"/>
                <a:ext cx="582" cy="151"/>
                <a:chOff x="614" y="2568"/>
                <a:chExt cx="725" cy="139"/>
              </a:xfrm>
            </p:grpSpPr>
            <p:sp>
              <p:nvSpPr>
                <p:cNvPr id="849" name="AutoShape 966">
                  <a:extLst>
                    <a:ext uri="{FF2B5EF4-FFF2-40B4-BE49-F238E27FC236}">
                      <a16:creationId xmlns:a16="http://schemas.microsoft.com/office/drawing/2014/main" id="{F38F11ED-A8CE-5249-99B7-BC200E46CAC5}"/>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0" name="AutoShape 967">
                  <a:extLst>
                    <a:ext uri="{FF2B5EF4-FFF2-40B4-BE49-F238E27FC236}">
                      <a16:creationId xmlns:a16="http://schemas.microsoft.com/office/drawing/2014/main" id="{BE8854EE-7F90-844A-B45E-E7DD53A00DD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34" name="Freeform 968">
                <a:extLst>
                  <a:ext uri="{FF2B5EF4-FFF2-40B4-BE49-F238E27FC236}">
                    <a16:creationId xmlns:a16="http://schemas.microsoft.com/office/drawing/2014/main" id="{C685DB2D-2CAC-9042-82A0-DF8A8A5C76FB}"/>
                  </a:ext>
                </a:extLst>
              </p:cNvPr>
              <p:cNvSpPr>
                <a:spLocks/>
              </p:cNvSpPr>
              <p:nvPr/>
            </p:nvSpPr>
            <p:spPr bwMode="auto">
              <a:xfrm>
                <a:off x="5288" y="1354"/>
                <a:ext cx="263" cy="188"/>
              </a:xfrm>
              <a:custGeom>
                <a:avLst/>
                <a:gdLst>
                  <a:gd name="T0" fmla="*/ 2 w 328"/>
                  <a:gd name="T1" fmla="*/ 0 h 226"/>
                  <a:gd name="T2" fmla="*/ 7 w 328"/>
                  <a:gd name="T3" fmla="*/ 6 h 226"/>
                  <a:gd name="T4" fmla="*/ 7 w 328"/>
                  <a:gd name="T5" fmla="*/ 10 h 226"/>
                  <a:gd name="T6" fmla="*/ 0 w 328"/>
                  <a:gd name="T7" fmla="*/ 4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5" name="Group 969">
                <a:extLst>
                  <a:ext uri="{FF2B5EF4-FFF2-40B4-BE49-F238E27FC236}">
                    <a16:creationId xmlns:a16="http://schemas.microsoft.com/office/drawing/2014/main" id="{17E8E7C0-53DA-9845-A7EC-5C2E647C9876}"/>
                  </a:ext>
                </a:extLst>
              </p:cNvPr>
              <p:cNvGrpSpPr>
                <a:grpSpLocks/>
              </p:cNvGrpSpPr>
              <p:nvPr/>
            </p:nvGrpSpPr>
            <p:grpSpPr bwMode="auto">
              <a:xfrm>
                <a:off x="4739" y="1327"/>
                <a:ext cx="582" cy="139"/>
                <a:chOff x="614" y="2568"/>
                <a:chExt cx="725" cy="139"/>
              </a:xfrm>
            </p:grpSpPr>
            <p:sp>
              <p:nvSpPr>
                <p:cNvPr id="847" name="AutoShape 970">
                  <a:extLst>
                    <a:ext uri="{FF2B5EF4-FFF2-40B4-BE49-F238E27FC236}">
                      <a16:creationId xmlns:a16="http://schemas.microsoft.com/office/drawing/2014/main" id="{B5CA9A5E-F11C-004B-9937-AD191292AEAD}"/>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8" name="AutoShape 971">
                  <a:extLst>
                    <a:ext uri="{FF2B5EF4-FFF2-40B4-BE49-F238E27FC236}">
                      <a16:creationId xmlns:a16="http://schemas.microsoft.com/office/drawing/2014/main" id="{96386543-71E7-1D42-9624-7949180883C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36" name="Rectangle 972">
                <a:extLst>
                  <a:ext uri="{FF2B5EF4-FFF2-40B4-BE49-F238E27FC236}">
                    <a16:creationId xmlns:a16="http://schemas.microsoft.com/office/drawing/2014/main" id="{C1AF9949-5911-9240-A6AD-91975A73F019}"/>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7" name="Freeform 973">
                <a:extLst>
                  <a:ext uri="{FF2B5EF4-FFF2-40B4-BE49-F238E27FC236}">
                    <a16:creationId xmlns:a16="http://schemas.microsoft.com/office/drawing/2014/main" id="{27BBB8ED-9D76-4E4F-BF4D-5A7FF5643591}"/>
                  </a:ext>
                </a:extLst>
              </p:cNvPr>
              <p:cNvSpPr>
                <a:spLocks/>
              </p:cNvSpPr>
              <p:nvPr/>
            </p:nvSpPr>
            <p:spPr bwMode="auto">
              <a:xfrm>
                <a:off x="5312" y="1007"/>
                <a:ext cx="237" cy="213"/>
              </a:xfrm>
              <a:custGeom>
                <a:avLst/>
                <a:gdLst>
                  <a:gd name="T0" fmla="*/ 2 w 296"/>
                  <a:gd name="T1" fmla="*/ 0 h 256"/>
                  <a:gd name="T2" fmla="*/ 7 w 296"/>
                  <a:gd name="T3" fmla="*/ 6 h 256"/>
                  <a:gd name="T4" fmla="*/ 7 w 296"/>
                  <a:gd name="T5" fmla="*/ 11 h 256"/>
                  <a:gd name="T6" fmla="*/ 0 w 296"/>
                  <a:gd name="T7" fmla="*/ 4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8" name="Freeform 974">
                <a:extLst>
                  <a:ext uri="{FF2B5EF4-FFF2-40B4-BE49-F238E27FC236}">
                    <a16:creationId xmlns:a16="http://schemas.microsoft.com/office/drawing/2014/main" id="{02E9A54F-05AA-404E-91E8-11085F7EBD45}"/>
                  </a:ext>
                </a:extLst>
              </p:cNvPr>
              <p:cNvSpPr>
                <a:spLocks/>
              </p:cNvSpPr>
              <p:nvPr/>
            </p:nvSpPr>
            <p:spPr bwMode="auto">
              <a:xfrm>
                <a:off x="5315" y="680"/>
                <a:ext cx="244" cy="240"/>
              </a:xfrm>
              <a:custGeom>
                <a:avLst/>
                <a:gdLst>
                  <a:gd name="T0" fmla="*/ 0 w 304"/>
                  <a:gd name="T1" fmla="*/ 0 h 288"/>
                  <a:gd name="T2" fmla="*/ 7 w 304"/>
                  <a:gd name="T3" fmla="*/ 8 h 288"/>
                  <a:gd name="T4" fmla="*/ 6 w 304"/>
                  <a:gd name="T5" fmla="*/ 13 h 288"/>
                  <a:gd name="T6" fmla="*/ 2 w 304"/>
                  <a:gd name="T7" fmla="*/ 6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9" name="Oval 975">
                <a:extLst>
                  <a:ext uri="{FF2B5EF4-FFF2-40B4-BE49-F238E27FC236}">
                    <a16:creationId xmlns:a16="http://schemas.microsoft.com/office/drawing/2014/main" id="{9AC3BA29-CFE0-7A41-866E-F884B95B87E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0" name="Freeform 976">
                <a:extLst>
                  <a:ext uri="{FF2B5EF4-FFF2-40B4-BE49-F238E27FC236}">
                    <a16:creationId xmlns:a16="http://schemas.microsoft.com/office/drawing/2014/main" id="{E7FFF245-8A0A-2749-A793-25B6F30E9636}"/>
                  </a:ext>
                </a:extLst>
              </p:cNvPr>
              <p:cNvSpPr>
                <a:spLocks/>
              </p:cNvSpPr>
              <p:nvPr/>
            </p:nvSpPr>
            <p:spPr bwMode="auto">
              <a:xfrm>
                <a:off x="5302" y="2614"/>
                <a:ext cx="245" cy="200"/>
              </a:xfrm>
              <a:custGeom>
                <a:avLst/>
                <a:gdLst>
                  <a:gd name="T0" fmla="*/ 0 w 306"/>
                  <a:gd name="T1" fmla="*/ 6 h 240"/>
                  <a:gd name="T2" fmla="*/ 2 w 306"/>
                  <a:gd name="T3" fmla="*/ 11 h 240"/>
                  <a:gd name="T4" fmla="*/ 7 w 306"/>
                  <a:gd name="T5" fmla="*/ 6 h 240"/>
                  <a:gd name="T6" fmla="*/ 7 w 306"/>
                  <a:gd name="T7" fmla="*/ 0 h 240"/>
                  <a:gd name="T8" fmla="*/ 0 w 306"/>
                  <a:gd name="T9" fmla="*/ 6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1" name="AutoShape 977">
                <a:extLst>
                  <a:ext uri="{FF2B5EF4-FFF2-40B4-BE49-F238E27FC236}">
                    <a16:creationId xmlns:a16="http://schemas.microsoft.com/office/drawing/2014/main" id="{774C1F7E-EF61-9041-A67B-B2D38BDB148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2" name="AutoShape 978">
                <a:extLst>
                  <a:ext uri="{FF2B5EF4-FFF2-40B4-BE49-F238E27FC236}">
                    <a16:creationId xmlns:a16="http://schemas.microsoft.com/office/drawing/2014/main" id="{8321AD11-FD38-2140-803F-0861F460D9A8}"/>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3" name="Oval 979">
                <a:extLst>
                  <a:ext uri="{FF2B5EF4-FFF2-40B4-BE49-F238E27FC236}">
                    <a16:creationId xmlns:a16="http://schemas.microsoft.com/office/drawing/2014/main" id="{3B03DD16-3989-194B-BD6E-9FAE3F6CDAA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4" name="Oval 980">
                <a:extLst>
                  <a:ext uri="{FF2B5EF4-FFF2-40B4-BE49-F238E27FC236}">
                    <a16:creationId xmlns:a16="http://schemas.microsoft.com/office/drawing/2014/main" id="{FB43C4D6-3355-2049-A335-F477077CE12E}"/>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845" name="Oval 981">
                <a:extLst>
                  <a:ext uri="{FF2B5EF4-FFF2-40B4-BE49-F238E27FC236}">
                    <a16:creationId xmlns:a16="http://schemas.microsoft.com/office/drawing/2014/main" id="{8045FE53-47F3-754E-922B-AF14C036060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6" name="Rectangle 982">
                <a:extLst>
                  <a:ext uri="{FF2B5EF4-FFF2-40B4-BE49-F238E27FC236}">
                    <a16:creationId xmlns:a16="http://schemas.microsoft.com/office/drawing/2014/main" id="{970F4A74-CE34-AE4C-A565-ABAC41470B99}"/>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887" name="Freeform 2">
            <a:extLst>
              <a:ext uri="{FF2B5EF4-FFF2-40B4-BE49-F238E27FC236}">
                <a16:creationId xmlns:a16="http://schemas.microsoft.com/office/drawing/2014/main" id="{73B896A4-C009-EC47-9EB3-507C0C7CCB88}"/>
              </a:ext>
            </a:extLst>
          </p:cNvPr>
          <p:cNvSpPr>
            <a:spLocks/>
          </p:cNvSpPr>
          <p:nvPr/>
        </p:nvSpPr>
        <p:spPr bwMode="auto">
          <a:xfrm>
            <a:off x="4341668" y="5696917"/>
            <a:ext cx="4027487" cy="939800"/>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88" name="Straight Connector 887">
            <a:extLst>
              <a:ext uri="{FF2B5EF4-FFF2-40B4-BE49-F238E27FC236}">
                <a16:creationId xmlns:a16="http://schemas.microsoft.com/office/drawing/2014/main" id="{BFDE916B-AF97-DB4F-88E3-3211F74E07F5}"/>
              </a:ext>
            </a:extLst>
          </p:cNvPr>
          <p:cNvCxnSpPr/>
          <p:nvPr/>
        </p:nvCxnSpPr>
        <p:spPr>
          <a:xfrm flipV="1">
            <a:off x="5011593" y="5847730"/>
            <a:ext cx="1316037" cy="131762"/>
          </a:xfrm>
          <a:prstGeom prst="line">
            <a:avLst/>
          </a:prstGeom>
          <a:noFill/>
          <a:ln w="12700" cap="flat" cmpd="sng" algn="ctr">
            <a:solidFill>
              <a:srgbClr val="000000"/>
            </a:solidFill>
            <a:prstDash val="solid"/>
          </a:ln>
          <a:effectLst/>
        </p:spPr>
      </p:cxnSp>
      <p:cxnSp>
        <p:nvCxnSpPr>
          <p:cNvPr id="889" name="Straight Connector 888">
            <a:extLst>
              <a:ext uri="{FF2B5EF4-FFF2-40B4-BE49-F238E27FC236}">
                <a16:creationId xmlns:a16="http://schemas.microsoft.com/office/drawing/2014/main" id="{11A6A20F-5B1F-E34C-A889-7D7216BC52A6}"/>
              </a:ext>
            </a:extLst>
          </p:cNvPr>
          <p:cNvCxnSpPr/>
          <p:nvPr/>
        </p:nvCxnSpPr>
        <p:spPr>
          <a:xfrm>
            <a:off x="4900468" y="6035055"/>
            <a:ext cx="2259012" cy="298450"/>
          </a:xfrm>
          <a:prstGeom prst="line">
            <a:avLst/>
          </a:prstGeom>
          <a:noFill/>
          <a:ln w="12700" cap="flat" cmpd="sng" algn="ctr">
            <a:solidFill>
              <a:srgbClr val="000000"/>
            </a:solidFill>
            <a:prstDash val="solid"/>
          </a:ln>
          <a:effectLst/>
        </p:spPr>
      </p:cxnSp>
      <p:cxnSp>
        <p:nvCxnSpPr>
          <p:cNvPr id="890" name="Straight Connector 889">
            <a:extLst>
              <a:ext uri="{FF2B5EF4-FFF2-40B4-BE49-F238E27FC236}">
                <a16:creationId xmlns:a16="http://schemas.microsoft.com/office/drawing/2014/main" id="{EC3A188E-9403-584D-9DE4-BD063B6A9984}"/>
              </a:ext>
            </a:extLst>
          </p:cNvPr>
          <p:cNvCxnSpPr/>
          <p:nvPr/>
        </p:nvCxnSpPr>
        <p:spPr>
          <a:xfrm>
            <a:off x="4913168" y="6139830"/>
            <a:ext cx="714375" cy="276225"/>
          </a:xfrm>
          <a:prstGeom prst="line">
            <a:avLst/>
          </a:prstGeom>
          <a:noFill/>
          <a:ln w="12700" cap="flat" cmpd="sng" algn="ctr">
            <a:solidFill>
              <a:srgbClr val="000000"/>
            </a:solidFill>
            <a:prstDash val="solid"/>
          </a:ln>
          <a:effectLst/>
        </p:spPr>
      </p:cxnSp>
      <p:cxnSp>
        <p:nvCxnSpPr>
          <p:cNvPr id="891" name="Straight Connector 890">
            <a:extLst>
              <a:ext uri="{FF2B5EF4-FFF2-40B4-BE49-F238E27FC236}">
                <a16:creationId xmlns:a16="http://schemas.microsoft.com/office/drawing/2014/main" id="{CA8EFEA7-A8AA-F945-BA1D-4ACB721622E5}"/>
              </a:ext>
            </a:extLst>
          </p:cNvPr>
          <p:cNvCxnSpPr/>
          <p:nvPr/>
        </p:nvCxnSpPr>
        <p:spPr>
          <a:xfrm flipV="1">
            <a:off x="5930755" y="6333505"/>
            <a:ext cx="1247775" cy="82550"/>
          </a:xfrm>
          <a:prstGeom prst="line">
            <a:avLst/>
          </a:prstGeom>
          <a:noFill/>
          <a:ln w="12700" cap="flat" cmpd="sng" algn="ctr">
            <a:solidFill>
              <a:srgbClr val="000000"/>
            </a:solidFill>
            <a:prstDash val="solid"/>
          </a:ln>
          <a:effectLst/>
        </p:spPr>
      </p:cxnSp>
      <p:cxnSp>
        <p:nvCxnSpPr>
          <p:cNvPr id="892" name="Straight Connector 891">
            <a:extLst>
              <a:ext uri="{FF2B5EF4-FFF2-40B4-BE49-F238E27FC236}">
                <a16:creationId xmlns:a16="http://schemas.microsoft.com/office/drawing/2014/main" id="{B2D0340F-062D-4B43-ADB5-74954D542D1B}"/>
              </a:ext>
            </a:extLst>
          </p:cNvPr>
          <p:cNvCxnSpPr/>
          <p:nvPr/>
        </p:nvCxnSpPr>
        <p:spPr>
          <a:xfrm>
            <a:off x="6591155" y="5881067"/>
            <a:ext cx="1057275" cy="123825"/>
          </a:xfrm>
          <a:prstGeom prst="line">
            <a:avLst/>
          </a:prstGeom>
          <a:noFill/>
          <a:ln w="12700" cap="flat" cmpd="sng" algn="ctr">
            <a:solidFill>
              <a:srgbClr val="000000"/>
            </a:solidFill>
            <a:prstDash val="solid"/>
          </a:ln>
          <a:effectLst/>
        </p:spPr>
      </p:cxnSp>
      <p:cxnSp>
        <p:nvCxnSpPr>
          <p:cNvPr id="893" name="Straight Connector 892">
            <a:extLst>
              <a:ext uri="{FF2B5EF4-FFF2-40B4-BE49-F238E27FC236}">
                <a16:creationId xmlns:a16="http://schemas.microsoft.com/office/drawing/2014/main" id="{694966F7-E79E-AC42-A981-710223649ACC}"/>
              </a:ext>
            </a:extLst>
          </p:cNvPr>
          <p:cNvCxnSpPr/>
          <p:nvPr/>
        </p:nvCxnSpPr>
        <p:spPr>
          <a:xfrm flipV="1">
            <a:off x="5875193" y="6035055"/>
            <a:ext cx="1790700" cy="298450"/>
          </a:xfrm>
          <a:prstGeom prst="line">
            <a:avLst/>
          </a:prstGeom>
          <a:noFill/>
          <a:ln w="12700" cap="flat" cmpd="sng" algn="ctr">
            <a:solidFill>
              <a:srgbClr val="000000"/>
            </a:solidFill>
            <a:prstDash val="solid"/>
          </a:ln>
          <a:effectLst/>
        </p:spPr>
      </p:cxnSp>
      <p:cxnSp>
        <p:nvCxnSpPr>
          <p:cNvPr id="894" name="Straight Connector 893">
            <a:extLst>
              <a:ext uri="{FF2B5EF4-FFF2-40B4-BE49-F238E27FC236}">
                <a16:creationId xmlns:a16="http://schemas.microsoft.com/office/drawing/2014/main" id="{E084439A-562F-9047-916D-8BFA8D983C78}"/>
              </a:ext>
            </a:extLst>
          </p:cNvPr>
          <p:cNvCxnSpPr/>
          <p:nvPr/>
        </p:nvCxnSpPr>
        <p:spPr>
          <a:xfrm flipV="1">
            <a:off x="7202343" y="6063630"/>
            <a:ext cx="588962" cy="269875"/>
          </a:xfrm>
          <a:prstGeom prst="line">
            <a:avLst/>
          </a:prstGeom>
          <a:noFill/>
          <a:ln w="12700" cap="flat" cmpd="sng" algn="ctr">
            <a:solidFill>
              <a:srgbClr val="000000"/>
            </a:solidFill>
            <a:prstDash val="solid"/>
          </a:ln>
          <a:effectLst/>
        </p:spPr>
      </p:cxnSp>
      <p:cxnSp>
        <p:nvCxnSpPr>
          <p:cNvPr id="895" name="Straight Connector 894">
            <a:extLst>
              <a:ext uri="{FF2B5EF4-FFF2-40B4-BE49-F238E27FC236}">
                <a16:creationId xmlns:a16="http://schemas.microsoft.com/office/drawing/2014/main" id="{B834EF84-01CE-DB43-AA3A-31C4F6601F10}"/>
              </a:ext>
            </a:extLst>
          </p:cNvPr>
          <p:cNvCxnSpPr/>
          <p:nvPr/>
        </p:nvCxnSpPr>
        <p:spPr>
          <a:xfrm>
            <a:off x="6345093" y="5847730"/>
            <a:ext cx="814387" cy="401637"/>
          </a:xfrm>
          <a:prstGeom prst="line">
            <a:avLst/>
          </a:prstGeom>
          <a:noFill/>
          <a:ln w="12700" cap="flat" cmpd="sng" algn="ctr">
            <a:solidFill>
              <a:srgbClr val="000000"/>
            </a:solidFill>
            <a:prstDash val="solid"/>
          </a:ln>
          <a:effectLst/>
        </p:spPr>
      </p:cxnSp>
      <p:grpSp>
        <p:nvGrpSpPr>
          <p:cNvPr id="896" name="Group 895">
            <a:extLst>
              <a:ext uri="{FF2B5EF4-FFF2-40B4-BE49-F238E27FC236}">
                <a16:creationId xmlns:a16="http://schemas.microsoft.com/office/drawing/2014/main" id="{711F93EB-336F-294F-9B30-EC65C9DC0F9C}"/>
              </a:ext>
            </a:extLst>
          </p:cNvPr>
          <p:cNvGrpSpPr>
            <a:grpSpLocks/>
          </p:cNvGrpSpPr>
          <p:nvPr/>
        </p:nvGrpSpPr>
        <p:grpSpPr bwMode="auto">
          <a:xfrm>
            <a:off x="3274868" y="2950542"/>
            <a:ext cx="6978650" cy="1096963"/>
            <a:chOff x="1526216" y="3003498"/>
            <a:chExt cx="6978041" cy="1096962"/>
          </a:xfrm>
        </p:grpSpPr>
        <p:sp>
          <p:nvSpPr>
            <p:cNvPr id="897" name="TextBox 399">
              <a:extLst>
                <a:ext uri="{FF2B5EF4-FFF2-40B4-BE49-F238E27FC236}">
                  <a16:creationId xmlns:a16="http://schemas.microsoft.com/office/drawing/2014/main" id="{02C371D3-2C1E-5244-9747-22984982BA7B}"/>
                </a:ext>
              </a:extLst>
            </p:cNvPr>
            <p:cNvSpPr txBox="1">
              <a:spLocks noChangeArrowheads="1"/>
            </p:cNvSpPr>
            <p:nvPr/>
          </p:nvSpPr>
          <p:spPr bwMode="auto">
            <a:xfrm>
              <a:off x="7714291" y="3628973"/>
              <a:ext cx="595313"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sp>
          <p:nvSpPr>
            <p:cNvPr id="898" name="TextBox 400">
              <a:extLst>
                <a:ext uri="{FF2B5EF4-FFF2-40B4-BE49-F238E27FC236}">
                  <a16:creationId xmlns:a16="http://schemas.microsoft.com/office/drawing/2014/main" id="{E9FCEA42-739D-C647-B0B2-29DF6799176C}"/>
                </a:ext>
              </a:extLst>
            </p:cNvPr>
            <p:cNvSpPr txBox="1">
              <a:spLocks noChangeArrowheads="1"/>
            </p:cNvSpPr>
            <p:nvPr/>
          </p:nvSpPr>
          <p:spPr bwMode="auto">
            <a:xfrm>
              <a:off x="7728579" y="3003498"/>
              <a:ext cx="709612"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control</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cxnSp>
          <p:nvCxnSpPr>
            <p:cNvPr id="899" name="Straight Connector 898">
              <a:extLst>
                <a:ext uri="{FF2B5EF4-FFF2-40B4-BE49-F238E27FC236}">
                  <a16:creationId xmlns:a16="http://schemas.microsoft.com/office/drawing/2014/main" id="{B4D02647-EB69-3549-8B8C-C214B4362D0C}"/>
                </a:ext>
              </a:extLst>
            </p:cNvPr>
            <p:cNvCxnSpPr/>
            <p:nvPr/>
          </p:nvCxnSpPr>
          <p:spPr bwMode="auto">
            <a:xfrm flipV="1">
              <a:off x="1526216" y="3579760"/>
              <a:ext cx="6978041" cy="11112"/>
            </a:xfrm>
            <a:prstGeom prst="line">
              <a:avLst/>
            </a:prstGeom>
            <a:noFill/>
            <a:ln w="25400" cap="flat" cmpd="sng" algn="ctr">
              <a:solidFill>
                <a:srgbClr val="000000"/>
              </a:solidFill>
              <a:prstDash val="dash"/>
            </a:ln>
            <a:effectLst/>
          </p:spPr>
        </p:cxnSp>
      </p:grpSp>
      <p:grpSp>
        <p:nvGrpSpPr>
          <p:cNvPr id="900" name="Group 899">
            <a:extLst>
              <a:ext uri="{FF2B5EF4-FFF2-40B4-BE49-F238E27FC236}">
                <a16:creationId xmlns:a16="http://schemas.microsoft.com/office/drawing/2014/main" id="{D1C980A1-7A81-E64E-86E7-AE4ADB468ED3}"/>
              </a:ext>
            </a:extLst>
          </p:cNvPr>
          <p:cNvGrpSpPr>
            <a:grpSpLocks/>
          </p:cNvGrpSpPr>
          <p:nvPr/>
        </p:nvGrpSpPr>
        <p:grpSpPr bwMode="auto">
          <a:xfrm>
            <a:off x="4186093" y="2682255"/>
            <a:ext cx="4295775" cy="320675"/>
            <a:chOff x="2433511" y="2792111"/>
            <a:chExt cx="4296530" cy="320561"/>
          </a:xfrm>
        </p:grpSpPr>
        <p:grpSp>
          <p:nvGrpSpPr>
            <p:cNvPr id="901" name="Group 401">
              <a:extLst>
                <a:ext uri="{FF2B5EF4-FFF2-40B4-BE49-F238E27FC236}">
                  <a16:creationId xmlns:a16="http://schemas.microsoft.com/office/drawing/2014/main" id="{0C7ACA51-7903-9B4D-A9BA-79FE11C0D1D4}"/>
                </a:ext>
              </a:extLst>
            </p:cNvPr>
            <p:cNvGrpSpPr>
              <a:grpSpLocks/>
            </p:cNvGrpSpPr>
            <p:nvPr/>
          </p:nvGrpSpPr>
          <p:grpSpPr bwMode="auto">
            <a:xfrm>
              <a:off x="2433511" y="2794083"/>
              <a:ext cx="349250" cy="317387"/>
              <a:chOff x="2931664" y="3912603"/>
              <a:chExt cx="430450" cy="329314"/>
            </a:xfrm>
          </p:grpSpPr>
          <p:sp>
            <p:nvSpPr>
              <p:cNvPr id="922" name="Rectangle 921">
                <a:extLst>
                  <a:ext uri="{FF2B5EF4-FFF2-40B4-BE49-F238E27FC236}">
                    <a16:creationId xmlns:a16="http://schemas.microsoft.com/office/drawing/2014/main" id="{4D33FA09-AAF7-044A-A5A8-F3F23C68AF3C}"/>
                  </a:ext>
                </a:extLst>
              </p:cNvPr>
              <p:cNvSpPr/>
              <p:nvPr/>
            </p:nvSpPr>
            <p:spPr>
              <a:xfrm>
                <a:off x="2937534" y="3912203"/>
                <a:ext cx="424655"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23" name="Straight Connector 922">
                <a:extLst>
                  <a:ext uri="{FF2B5EF4-FFF2-40B4-BE49-F238E27FC236}">
                    <a16:creationId xmlns:a16="http://schemas.microsoft.com/office/drawing/2014/main" id="{C201AD05-8A56-4949-B304-A2A9AB5DD587}"/>
                  </a:ext>
                </a:extLst>
              </p:cNvPr>
              <p:cNvCxnSpPr/>
              <p:nvPr/>
            </p:nvCxnSpPr>
            <p:spPr>
              <a:xfrm>
                <a:off x="2931664" y="4004411"/>
                <a:ext cx="424654" cy="0"/>
              </a:xfrm>
              <a:prstGeom prst="line">
                <a:avLst/>
              </a:prstGeom>
              <a:noFill/>
              <a:ln w="3175" cap="flat" cmpd="sng" algn="ctr">
                <a:solidFill>
                  <a:srgbClr val="CC0000"/>
                </a:solidFill>
                <a:prstDash val="solid"/>
              </a:ln>
              <a:effectLst/>
            </p:spPr>
          </p:cxnSp>
          <p:cxnSp>
            <p:nvCxnSpPr>
              <p:cNvPr id="924" name="Straight Connector 923">
                <a:extLst>
                  <a:ext uri="{FF2B5EF4-FFF2-40B4-BE49-F238E27FC236}">
                    <a16:creationId xmlns:a16="http://schemas.microsoft.com/office/drawing/2014/main" id="{ED7C9AD7-08A8-D942-BF3A-F53E94AF4B95}"/>
                  </a:ext>
                </a:extLst>
              </p:cNvPr>
              <p:cNvCxnSpPr/>
              <p:nvPr/>
            </p:nvCxnSpPr>
            <p:spPr>
              <a:xfrm>
                <a:off x="2931664" y="4066980"/>
                <a:ext cx="424654" cy="0"/>
              </a:xfrm>
              <a:prstGeom prst="line">
                <a:avLst/>
              </a:prstGeom>
              <a:noFill/>
              <a:ln w="3175" cap="flat" cmpd="sng" algn="ctr">
                <a:solidFill>
                  <a:srgbClr val="CC0000"/>
                </a:solidFill>
                <a:prstDash val="solid"/>
              </a:ln>
              <a:effectLst/>
            </p:spPr>
          </p:cxnSp>
          <p:cxnSp>
            <p:nvCxnSpPr>
              <p:cNvPr id="925" name="Straight Connector 924">
                <a:extLst>
                  <a:ext uri="{FF2B5EF4-FFF2-40B4-BE49-F238E27FC236}">
                    <a16:creationId xmlns:a16="http://schemas.microsoft.com/office/drawing/2014/main" id="{143A10B8-06CC-D647-AEF7-2670CD772003}"/>
                  </a:ext>
                </a:extLst>
              </p:cNvPr>
              <p:cNvCxnSpPr>
                <a:stCxn id="922" idx="2"/>
              </p:cNvCxnSpPr>
              <p:nvPr/>
            </p:nvCxnSpPr>
            <p:spPr>
              <a:xfrm flipH="1" flipV="1">
                <a:off x="3148883" y="4004411"/>
                <a:ext cx="0" cy="237106"/>
              </a:xfrm>
              <a:prstGeom prst="line">
                <a:avLst/>
              </a:prstGeom>
              <a:noFill/>
              <a:ln w="3175" cap="flat" cmpd="sng" algn="ctr">
                <a:solidFill>
                  <a:srgbClr val="CC0000"/>
                </a:solidFill>
                <a:prstDash val="solid"/>
              </a:ln>
              <a:effectLst/>
            </p:spPr>
          </p:cxnSp>
        </p:grpSp>
        <p:grpSp>
          <p:nvGrpSpPr>
            <p:cNvPr id="902" name="Group 406">
              <a:extLst>
                <a:ext uri="{FF2B5EF4-FFF2-40B4-BE49-F238E27FC236}">
                  <a16:creationId xmlns:a16="http://schemas.microsoft.com/office/drawing/2014/main" id="{508A07A5-EEA9-904C-A972-4C4DADB52684}"/>
                </a:ext>
              </a:extLst>
            </p:cNvPr>
            <p:cNvGrpSpPr>
              <a:grpSpLocks/>
            </p:cNvGrpSpPr>
            <p:nvPr/>
          </p:nvGrpSpPr>
          <p:grpSpPr bwMode="auto">
            <a:xfrm>
              <a:off x="3348666" y="2792111"/>
              <a:ext cx="350838" cy="317387"/>
              <a:chOff x="2931664" y="3912603"/>
              <a:chExt cx="430450" cy="329314"/>
            </a:xfrm>
          </p:grpSpPr>
          <p:sp>
            <p:nvSpPr>
              <p:cNvPr id="918" name="Rectangle 917">
                <a:extLst>
                  <a:ext uri="{FF2B5EF4-FFF2-40B4-BE49-F238E27FC236}">
                    <a16:creationId xmlns:a16="http://schemas.microsoft.com/office/drawing/2014/main" id="{3F286581-2453-1F47-8CC7-5657614015DB}"/>
                  </a:ext>
                </a:extLst>
              </p:cNvPr>
              <p:cNvSpPr/>
              <p:nvPr/>
            </p:nvSpPr>
            <p:spPr>
              <a:xfrm>
                <a:off x="2936779" y="3912603"/>
                <a:ext cx="424681"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19" name="Straight Connector 918">
                <a:extLst>
                  <a:ext uri="{FF2B5EF4-FFF2-40B4-BE49-F238E27FC236}">
                    <a16:creationId xmlns:a16="http://schemas.microsoft.com/office/drawing/2014/main" id="{30F55D65-689B-184E-A7EE-17D45743B000}"/>
                  </a:ext>
                </a:extLst>
              </p:cNvPr>
              <p:cNvCxnSpPr/>
              <p:nvPr/>
            </p:nvCxnSpPr>
            <p:spPr>
              <a:xfrm>
                <a:off x="2930935" y="4004811"/>
                <a:ext cx="424681" cy="0"/>
              </a:xfrm>
              <a:prstGeom prst="line">
                <a:avLst/>
              </a:prstGeom>
              <a:noFill/>
              <a:ln w="3175" cap="flat" cmpd="sng" algn="ctr">
                <a:solidFill>
                  <a:srgbClr val="CC0000"/>
                </a:solidFill>
                <a:prstDash val="solid"/>
              </a:ln>
              <a:effectLst/>
            </p:spPr>
          </p:cxnSp>
          <p:cxnSp>
            <p:nvCxnSpPr>
              <p:cNvPr id="920" name="Straight Connector 919">
                <a:extLst>
                  <a:ext uri="{FF2B5EF4-FFF2-40B4-BE49-F238E27FC236}">
                    <a16:creationId xmlns:a16="http://schemas.microsoft.com/office/drawing/2014/main" id="{076ADE22-2AEF-5040-9FA3-121B2C370E3A}"/>
                  </a:ext>
                </a:extLst>
              </p:cNvPr>
              <p:cNvCxnSpPr/>
              <p:nvPr/>
            </p:nvCxnSpPr>
            <p:spPr>
              <a:xfrm>
                <a:off x="2930935" y="4067381"/>
                <a:ext cx="424681" cy="0"/>
              </a:xfrm>
              <a:prstGeom prst="line">
                <a:avLst/>
              </a:prstGeom>
              <a:noFill/>
              <a:ln w="3175" cap="flat" cmpd="sng" algn="ctr">
                <a:solidFill>
                  <a:srgbClr val="CC0000"/>
                </a:solidFill>
                <a:prstDash val="solid"/>
              </a:ln>
              <a:effectLst/>
            </p:spPr>
          </p:cxnSp>
          <p:cxnSp>
            <p:nvCxnSpPr>
              <p:cNvPr id="921" name="Straight Connector 920">
                <a:extLst>
                  <a:ext uri="{FF2B5EF4-FFF2-40B4-BE49-F238E27FC236}">
                    <a16:creationId xmlns:a16="http://schemas.microsoft.com/office/drawing/2014/main" id="{F2B6C973-6DE4-2349-9A6A-64B1F7541845}"/>
                  </a:ext>
                </a:extLst>
              </p:cNvPr>
              <p:cNvCxnSpPr>
                <a:stCxn id="918" idx="2"/>
              </p:cNvCxnSpPr>
              <p:nvPr/>
            </p:nvCxnSpPr>
            <p:spPr>
              <a:xfrm flipH="1" flipV="1">
                <a:off x="3147171" y="4004811"/>
                <a:ext cx="1949" cy="237106"/>
              </a:xfrm>
              <a:prstGeom prst="line">
                <a:avLst/>
              </a:prstGeom>
              <a:noFill/>
              <a:ln w="3175" cap="flat" cmpd="sng" algn="ctr">
                <a:solidFill>
                  <a:srgbClr val="CC0000"/>
                </a:solidFill>
                <a:prstDash val="solid"/>
              </a:ln>
              <a:effectLst/>
            </p:spPr>
          </p:cxnSp>
        </p:grpSp>
        <p:grpSp>
          <p:nvGrpSpPr>
            <p:cNvPr id="903" name="Group 411">
              <a:extLst>
                <a:ext uri="{FF2B5EF4-FFF2-40B4-BE49-F238E27FC236}">
                  <a16:creationId xmlns:a16="http://schemas.microsoft.com/office/drawing/2014/main" id="{AB449866-D0BC-6B4F-801B-0FA210DD8325}"/>
                </a:ext>
              </a:extLst>
            </p:cNvPr>
            <p:cNvGrpSpPr>
              <a:grpSpLocks/>
            </p:cNvGrpSpPr>
            <p:nvPr/>
          </p:nvGrpSpPr>
          <p:grpSpPr bwMode="auto">
            <a:xfrm>
              <a:off x="4182104" y="2792111"/>
              <a:ext cx="350837" cy="317387"/>
              <a:chOff x="2931664" y="3912603"/>
              <a:chExt cx="430450" cy="329314"/>
            </a:xfrm>
          </p:grpSpPr>
          <p:sp>
            <p:nvSpPr>
              <p:cNvPr id="914" name="Rectangle 913">
                <a:extLst>
                  <a:ext uri="{FF2B5EF4-FFF2-40B4-BE49-F238E27FC236}">
                    <a16:creationId xmlns:a16="http://schemas.microsoft.com/office/drawing/2014/main" id="{4E4F9BC1-F5BE-B344-A249-E838C680C739}"/>
                  </a:ext>
                </a:extLst>
              </p:cNvPr>
              <p:cNvSpPr/>
              <p:nvPr/>
            </p:nvSpPr>
            <p:spPr>
              <a:xfrm>
                <a:off x="2936958" y="3912603"/>
                <a:ext cx="424682"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15" name="Straight Connector 914">
                <a:extLst>
                  <a:ext uri="{FF2B5EF4-FFF2-40B4-BE49-F238E27FC236}">
                    <a16:creationId xmlns:a16="http://schemas.microsoft.com/office/drawing/2014/main" id="{DB20F410-274B-C043-A0B4-75FDB2F514FF}"/>
                  </a:ext>
                </a:extLst>
              </p:cNvPr>
              <p:cNvCxnSpPr/>
              <p:nvPr/>
            </p:nvCxnSpPr>
            <p:spPr>
              <a:xfrm>
                <a:off x="2931113" y="4004811"/>
                <a:ext cx="424682" cy="0"/>
              </a:xfrm>
              <a:prstGeom prst="line">
                <a:avLst/>
              </a:prstGeom>
              <a:noFill/>
              <a:ln w="3175" cap="flat" cmpd="sng" algn="ctr">
                <a:solidFill>
                  <a:srgbClr val="CC0000"/>
                </a:solidFill>
                <a:prstDash val="solid"/>
              </a:ln>
              <a:effectLst/>
            </p:spPr>
          </p:cxnSp>
          <p:cxnSp>
            <p:nvCxnSpPr>
              <p:cNvPr id="916" name="Straight Connector 915">
                <a:extLst>
                  <a:ext uri="{FF2B5EF4-FFF2-40B4-BE49-F238E27FC236}">
                    <a16:creationId xmlns:a16="http://schemas.microsoft.com/office/drawing/2014/main" id="{7E028785-0101-4B45-BBD3-8308680B4792}"/>
                  </a:ext>
                </a:extLst>
              </p:cNvPr>
              <p:cNvCxnSpPr/>
              <p:nvPr/>
            </p:nvCxnSpPr>
            <p:spPr>
              <a:xfrm>
                <a:off x="2931113" y="4067381"/>
                <a:ext cx="424682" cy="0"/>
              </a:xfrm>
              <a:prstGeom prst="line">
                <a:avLst/>
              </a:prstGeom>
              <a:noFill/>
              <a:ln w="3175" cap="flat" cmpd="sng" algn="ctr">
                <a:solidFill>
                  <a:srgbClr val="CC0000"/>
                </a:solidFill>
                <a:prstDash val="solid"/>
              </a:ln>
              <a:effectLst/>
            </p:spPr>
          </p:cxnSp>
          <p:cxnSp>
            <p:nvCxnSpPr>
              <p:cNvPr id="917" name="Straight Connector 916">
                <a:extLst>
                  <a:ext uri="{FF2B5EF4-FFF2-40B4-BE49-F238E27FC236}">
                    <a16:creationId xmlns:a16="http://schemas.microsoft.com/office/drawing/2014/main" id="{A47B9AA0-7155-B643-A937-D99E939A959D}"/>
                  </a:ext>
                </a:extLst>
              </p:cNvPr>
              <p:cNvCxnSpPr>
                <a:stCxn id="914" idx="2"/>
              </p:cNvCxnSpPr>
              <p:nvPr/>
            </p:nvCxnSpPr>
            <p:spPr>
              <a:xfrm flipH="1" flipV="1">
                <a:off x="3147351" y="4004811"/>
                <a:ext cx="1947" cy="237106"/>
              </a:xfrm>
              <a:prstGeom prst="line">
                <a:avLst/>
              </a:prstGeom>
              <a:noFill/>
              <a:ln w="3175" cap="flat" cmpd="sng" algn="ctr">
                <a:solidFill>
                  <a:srgbClr val="CC0000"/>
                </a:solidFill>
                <a:prstDash val="solid"/>
              </a:ln>
              <a:effectLst/>
            </p:spPr>
          </p:cxnSp>
        </p:grpSp>
        <p:grpSp>
          <p:nvGrpSpPr>
            <p:cNvPr id="904" name="Group 416">
              <a:extLst>
                <a:ext uri="{FF2B5EF4-FFF2-40B4-BE49-F238E27FC236}">
                  <a16:creationId xmlns:a16="http://schemas.microsoft.com/office/drawing/2014/main" id="{6CFC219B-7363-534F-BBB9-2940C18F6DDC}"/>
                </a:ext>
              </a:extLst>
            </p:cNvPr>
            <p:cNvGrpSpPr>
              <a:grpSpLocks/>
            </p:cNvGrpSpPr>
            <p:nvPr/>
          </p:nvGrpSpPr>
          <p:grpSpPr bwMode="auto">
            <a:xfrm>
              <a:off x="5374316" y="2795285"/>
              <a:ext cx="349250" cy="317387"/>
              <a:chOff x="2931664" y="3912603"/>
              <a:chExt cx="430450" cy="329314"/>
            </a:xfrm>
          </p:grpSpPr>
          <p:sp>
            <p:nvSpPr>
              <p:cNvPr id="910" name="Rectangle 909">
                <a:extLst>
                  <a:ext uri="{FF2B5EF4-FFF2-40B4-BE49-F238E27FC236}">
                    <a16:creationId xmlns:a16="http://schemas.microsoft.com/office/drawing/2014/main" id="{A90F17FE-7DC7-C744-AC85-74012E165AB3}"/>
                  </a:ext>
                </a:extLst>
              </p:cNvPr>
              <p:cNvSpPr/>
              <p:nvPr/>
            </p:nvSpPr>
            <p:spPr>
              <a:xfrm>
                <a:off x="2937241" y="3912603"/>
                <a:ext cx="424655"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11" name="Straight Connector 910">
                <a:extLst>
                  <a:ext uri="{FF2B5EF4-FFF2-40B4-BE49-F238E27FC236}">
                    <a16:creationId xmlns:a16="http://schemas.microsoft.com/office/drawing/2014/main" id="{493DE14E-A2F1-A249-AD60-B96754D395E1}"/>
                  </a:ext>
                </a:extLst>
              </p:cNvPr>
              <p:cNvCxnSpPr/>
              <p:nvPr/>
            </p:nvCxnSpPr>
            <p:spPr>
              <a:xfrm>
                <a:off x="2931371" y="4004811"/>
                <a:ext cx="424654" cy="0"/>
              </a:xfrm>
              <a:prstGeom prst="line">
                <a:avLst/>
              </a:prstGeom>
              <a:noFill/>
              <a:ln w="3175" cap="flat" cmpd="sng" algn="ctr">
                <a:solidFill>
                  <a:srgbClr val="CC0000"/>
                </a:solidFill>
                <a:prstDash val="solid"/>
              </a:ln>
              <a:effectLst/>
            </p:spPr>
          </p:cxnSp>
          <p:cxnSp>
            <p:nvCxnSpPr>
              <p:cNvPr id="912" name="Straight Connector 911">
                <a:extLst>
                  <a:ext uri="{FF2B5EF4-FFF2-40B4-BE49-F238E27FC236}">
                    <a16:creationId xmlns:a16="http://schemas.microsoft.com/office/drawing/2014/main" id="{8DFE02DA-2A86-4844-B164-F4DC02A4123A}"/>
                  </a:ext>
                </a:extLst>
              </p:cNvPr>
              <p:cNvCxnSpPr/>
              <p:nvPr/>
            </p:nvCxnSpPr>
            <p:spPr>
              <a:xfrm>
                <a:off x="2931371" y="4067381"/>
                <a:ext cx="424654" cy="0"/>
              </a:xfrm>
              <a:prstGeom prst="line">
                <a:avLst/>
              </a:prstGeom>
              <a:noFill/>
              <a:ln w="3175" cap="flat" cmpd="sng" algn="ctr">
                <a:solidFill>
                  <a:srgbClr val="CC0000"/>
                </a:solidFill>
                <a:prstDash val="solid"/>
              </a:ln>
              <a:effectLst/>
            </p:spPr>
          </p:cxnSp>
          <p:cxnSp>
            <p:nvCxnSpPr>
              <p:cNvPr id="913" name="Straight Connector 912">
                <a:extLst>
                  <a:ext uri="{FF2B5EF4-FFF2-40B4-BE49-F238E27FC236}">
                    <a16:creationId xmlns:a16="http://schemas.microsoft.com/office/drawing/2014/main" id="{C4AA7EE7-5C2E-8D48-989F-F7194666A353}"/>
                  </a:ext>
                </a:extLst>
              </p:cNvPr>
              <p:cNvCxnSpPr>
                <a:stCxn id="910" idx="2"/>
              </p:cNvCxnSpPr>
              <p:nvPr/>
            </p:nvCxnSpPr>
            <p:spPr>
              <a:xfrm flipH="1" flipV="1">
                <a:off x="3148590" y="4004811"/>
                <a:ext cx="0" cy="237106"/>
              </a:xfrm>
              <a:prstGeom prst="line">
                <a:avLst/>
              </a:prstGeom>
              <a:noFill/>
              <a:ln w="3175" cap="flat" cmpd="sng" algn="ctr">
                <a:solidFill>
                  <a:srgbClr val="CC0000"/>
                </a:solidFill>
                <a:prstDash val="solid"/>
              </a:ln>
              <a:effectLst/>
            </p:spPr>
          </p:cxnSp>
        </p:grpSp>
        <p:grpSp>
          <p:nvGrpSpPr>
            <p:cNvPr id="905" name="Group 421">
              <a:extLst>
                <a:ext uri="{FF2B5EF4-FFF2-40B4-BE49-F238E27FC236}">
                  <a16:creationId xmlns:a16="http://schemas.microsoft.com/office/drawing/2014/main" id="{1FA36B18-95B0-CB4E-95BE-59E9718161E7}"/>
                </a:ext>
              </a:extLst>
            </p:cNvPr>
            <p:cNvGrpSpPr>
              <a:grpSpLocks/>
            </p:cNvGrpSpPr>
            <p:nvPr/>
          </p:nvGrpSpPr>
          <p:grpSpPr bwMode="auto">
            <a:xfrm>
              <a:off x="6379204" y="2792111"/>
              <a:ext cx="350837" cy="317387"/>
              <a:chOff x="2931664" y="3912603"/>
              <a:chExt cx="430450" cy="329314"/>
            </a:xfrm>
          </p:grpSpPr>
          <p:sp>
            <p:nvSpPr>
              <p:cNvPr id="906" name="Rectangle 905">
                <a:extLst>
                  <a:ext uri="{FF2B5EF4-FFF2-40B4-BE49-F238E27FC236}">
                    <a16:creationId xmlns:a16="http://schemas.microsoft.com/office/drawing/2014/main" id="{EE684161-8E76-E041-95F6-E692F09DB739}"/>
                  </a:ext>
                </a:extLst>
              </p:cNvPr>
              <p:cNvSpPr/>
              <p:nvPr/>
            </p:nvSpPr>
            <p:spPr>
              <a:xfrm>
                <a:off x="2937432" y="3912603"/>
                <a:ext cx="424682"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07" name="Straight Connector 906">
                <a:extLst>
                  <a:ext uri="{FF2B5EF4-FFF2-40B4-BE49-F238E27FC236}">
                    <a16:creationId xmlns:a16="http://schemas.microsoft.com/office/drawing/2014/main" id="{7927B3EE-2CC2-B44C-94F1-B69CA0A815A2}"/>
                  </a:ext>
                </a:extLst>
              </p:cNvPr>
              <p:cNvCxnSpPr/>
              <p:nvPr/>
            </p:nvCxnSpPr>
            <p:spPr>
              <a:xfrm>
                <a:off x="2931587" y="4004811"/>
                <a:ext cx="424682" cy="0"/>
              </a:xfrm>
              <a:prstGeom prst="line">
                <a:avLst/>
              </a:prstGeom>
              <a:noFill/>
              <a:ln w="3175" cap="flat" cmpd="sng" algn="ctr">
                <a:solidFill>
                  <a:srgbClr val="CC0000"/>
                </a:solidFill>
                <a:prstDash val="solid"/>
              </a:ln>
              <a:effectLst/>
            </p:spPr>
          </p:cxnSp>
          <p:cxnSp>
            <p:nvCxnSpPr>
              <p:cNvPr id="908" name="Straight Connector 907">
                <a:extLst>
                  <a:ext uri="{FF2B5EF4-FFF2-40B4-BE49-F238E27FC236}">
                    <a16:creationId xmlns:a16="http://schemas.microsoft.com/office/drawing/2014/main" id="{89B6595F-CFF0-3B40-B47C-ADB86E974281}"/>
                  </a:ext>
                </a:extLst>
              </p:cNvPr>
              <p:cNvCxnSpPr/>
              <p:nvPr/>
            </p:nvCxnSpPr>
            <p:spPr>
              <a:xfrm>
                <a:off x="2931587" y="4067381"/>
                <a:ext cx="424682" cy="0"/>
              </a:xfrm>
              <a:prstGeom prst="line">
                <a:avLst/>
              </a:prstGeom>
              <a:noFill/>
              <a:ln w="3175" cap="flat" cmpd="sng" algn="ctr">
                <a:solidFill>
                  <a:srgbClr val="CC0000"/>
                </a:solidFill>
                <a:prstDash val="solid"/>
              </a:ln>
              <a:effectLst/>
            </p:spPr>
          </p:cxnSp>
          <p:cxnSp>
            <p:nvCxnSpPr>
              <p:cNvPr id="909" name="Straight Connector 908">
                <a:extLst>
                  <a:ext uri="{FF2B5EF4-FFF2-40B4-BE49-F238E27FC236}">
                    <a16:creationId xmlns:a16="http://schemas.microsoft.com/office/drawing/2014/main" id="{C551D2B6-035F-CE4D-A43A-5FFB5AFCEED5}"/>
                  </a:ext>
                </a:extLst>
              </p:cNvPr>
              <p:cNvCxnSpPr>
                <a:stCxn id="906" idx="2"/>
              </p:cNvCxnSpPr>
              <p:nvPr/>
            </p:nvCxnSpPr>
            <p:spPr>
              <a:xfrm flipH="1" flipV="1">
                <a:off x="3147825" y="4004811"/>
                <a:ext cx="1947" cy="237106"/>
              </a:xfrm>
              <a:prstGeom prst="line">
                <a:avLst/>
              </a:prstGeom>
              <a:noFill/>
              <a:ln w="3175" cap="flat" cmpd="sng" algn="ctr">
                <a:solidFill>
                  <a:srgbClr val="CC0000"/>
                </a:solidFill>
                <a:prstDash val="solid"/>
              </a:ln>
              <a:effectLst/>
            </p:spPr>
          </p:cxnSp>
        </p:grpSp>
      </p:grpSp>
      <p:grpSp>
        <p:nvGrpSpPr>
          <p:cNvPr id="926" name="Group 925">
            <a:extLst>
              <a:ext uri="{FF2B5EF4-FFF2-40B4-BE49-F238E27FC236}">
                <a16:creationId xmlns:a16="http://schemas.microsoft.com/office/drawing/2014/main" id="{A988FEAF-222E-2C4B-8C38-8B6C17D4D63D}"/>
              </a:ext>
            </a:extLst>
          </p:cNvPr>
          <p:cNvGrpSpPr>
            <a:grpSpLocks/>
          </p:cNvGrpSpPr>
          <p:nvPr/>
        </p:nvGrpSpPr>
        <p:grpSpPr bwMode="auto">
          <a:xfrm>
            <a:off x="3605068" y="3656980"/>
            <a:ext cx="5211762" cy="2740025"/>
            <a:chOff x="1856416" y="3709935"/>
            <a:chExt cx="5211763" cy="2739614"/>
          </a:xfrm>
        </p:grpSpPr>
        <p:sp>
          <p:nvSpPr>
            <p:cNvPr id="927" name="Freeform 926">
              <a:extLst>
                <a:ext uri="{FF2B5EF4-FFF2-40B4-BE49-F238E27FC236}">
                  <a16:creationId xmlns:a16="http://schemas.microsoft.com/office/drawing/2014/main" id="{875BCAC4-B573-D54B-BF32-094096F89D98}"/>
                </a:ext>
              </a:extLst>
            </p:cNvPr>
            <p:cNvSpPr/>
            <p:nvPr/>
          </p:nvSpPr>
          <p:spPr>
            <a:xfrm>
              <a:off x="1877053" y="5330529"/>
              <a:ext cx="1281113" cy="758711"/>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99" h="759828">
                  <a:moveTo>
                    <a:pt x="965179" y="759828"/>
                  </a:moveTo>
                  <a:cubicBezTo>
                    <a:pt x="301565" y="231725"/>
                    <a:pt x="628999" y="498939"/>
                    <a:pt x="0" y="0"/>
                  </a:cubicBezTo>
                  <a:lnTo>
                    <a:pt x="999231" y="13701"/>
                  </a:lnTo>
                  <a:cubicBezTo>
                    <a:pt x="1112985" y="379881"/>
                    <a:pt x="1055867" y="236107"/>
                    <a:pt x="1280499" y="723135"/>
                  </a:cubicBezTo>
                  <a:cubicBezTo>
                    <a:pt x="1186079" y="728668"/>
                    <a:pt x="1127207" y="701414"/>
                    <a:pt x="965179" y="759828"/>
                  </a:cubicBezTo>
                  <a:close/>
                </a:path>
              </a:pathLst>
            </a:custGeom>
            <a:gradFill rotWithShape="1">
              <a:gsLst>
                <a:gs pos="0">
                  <a:srgbClr val="FFFFFF">
                    <a:lumMod val="9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28" name="Freeform 927">
              <a:extLst>
                <a:ext uri="{FF2B5EF4-FFF2-40B4-BE49-F238E27FC236}">
                  <a16:creationId xmlns:a16="http://schemas.microsoft.com/office/drawing/2014/main" id="{0D857BEA-FC6F-1449-A5C0-C21CC8BC5CED}"/>
                </a:ext>
              </a:extLst>
            </p:cNvPr>
            <p:cNvSpPr/>
            <p:nvPr/>
          </p:nvSpPr>
          <p:spPr>
            <a:xfrm>
              <a:off x="6202992" y="5428939"/>
              <a:ext cx="865187" cy="553955"/>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1011379"/>
                <a:gd name="connsiteY0" fmla="*/ 605727 h 758185"/>
                <a:gd name="connsiteX1" fmla="*/ 490915 w 1011379"/>
                <a:gd name="connsiteY1" fmla="*/ 13939 h 758185"/>
                <a:gd name="connsiteX2" fmla="*/ 1011379 w 1011379"/>
                <a:gd name="connsiteY2" fmla="*/ 563 h 758185"/>
                <a:gd name="connsiteX3" fmla="*/ 268780 w 1011379"/>
                <a:gd name="connsiteY3" fmla="*/ 758185 h 758185"/>
                <a:gd name="connsiteX4" fmla="*/ 0 w 1011379"/>
                <a:gd name="connsiteY4" fmla="*/ 605727 h 758185"/>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05727"/>
                <a:gd name="connsiteX1" fmla="*/ 490915 w 1011379"/>
                <a:gd name="connsiteY1" fmla="*/ 13939 h 605727"/>
                <a:gd name="connsiteX2" fmla="*/ 1011379 w 1011379"/>
                <a:gd name="connsiteY2" fmla="*/ 563 h 605727"/>
                <a:gd name="connsiteX3" fmla="*/ 318823 w 1011379"/>
                <a:gd name="connsiteY3" fmla="*/ 553361 h 605727"/>
                <a:gd name="connsiteX4" fmla="*/ 0 w 1011379"/>
                <a:gd name="connsiteY4" fmla="*/ 605727 h 605727"/>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251" h="553361">
                  <a:moveTo>
                    <a:pt x="0" y="540783"/>
                  </a:moveTo>
                  <a:cubicBezTo>
                    <a:pt x="274887" y="134762"/>
                    <a:pt x="159176" y="337938"/>
                    <a:pt x="345787" y="13939"/>
                  </a:cubicBezTo>
                  <a:cubicBezTo>
                    <a:pt x="520528" y="18247"/>
                    <a:pt x="691510" y="-3745"/>
                    <a:pt x="866251" y="563"/>
                  </a:cubicBezTo>
                  <a:cubicBezTo>
                    <a:pt x="252709" y="502795"/>
                    <a:pt x="640047" y="209256"/>
                    <a:pt x="173695" y="553361"/>
                  </a:cubicBezTo>
                  <a:cubicBezTo>
                    <a:pt x="39410" y="524725"/>
                    <a:pt x="196198" y="539317"/>
                    <a:pt x="0" y="540783"/>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29" name="Freeform 928">
              <a:extLst>
                <a:ext uri="{FF2B5EF4-FFF2-40B4-BE49-F238E27FC236}">
                  <a16:creationId xmlns:a16="http://schemas.microsoft.com/office/drawing/2014/main" id="{218DF382-E11C-A94A-ABF5-F93EB0534196}"/>
                </a:ext>
              </a:extLst>
            </p:cNvPr>
            <p:cNvSpPr/>
            <p:nvPr/>
          </p:nvSpPr>
          <p:spPr>
            <a:xfrm>
              <a:off x="5377492" y="5449574"/>
              <a:ext cx="676275" cy="896802"/>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675040"/>
                <a:gd name="connsiteY0" fmla="*/ 894029 h 896577"/>
                <a:gd name="connsiteX1" fmla="*/ 15664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896577"/>
                <a:gd name="connsiteX1" fmla="*/ 18662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040" h="896577">
                  <a:moveTo>
                    <a:pt x="0" y="894029"/>
                  </a:moveTo>
                  <a:cubicBezTo>
                    <a:pt x="95638" y="409857"/>
                    <a:pt x="76811" y="618448"/>
                    <a:pt x="186623" y="1724"/>
                  </a:cubicBezTo>
                  <a:cubicBezTo>
                    <a:pt x="431451" y="14348"/>
                    <a:pt x="449377" y="35256"/>
                    <a:pt x="675040" y="0"/>
                  </a:cubicBezTo>
                  <a:cubicBezTo>
                    <a:pt x="276172" y="749497"/>
                    <a:pt x="462801" y="344746"/>
                    <a:pt x="179079" y="886531"/>
                  </a:cubicBezTo>
                  <a:cubicBezTo>
                    <a:pt x="44794" y="857895"/>
                    <a:pt x="92525" y="908114"/>
                    <a:pt x="0" y="894029"/>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30" name="Freeform 929">
              <a:extLst>
                <a:ext uri="{FF2B5EF4-FFF2-40B4-BE49-F238E27FC236}">
                  <a16:creationId xmlns:a16="http://schemas.microsoft.com/office/drawing/2014/main" id="{BD4E8E8A-5281-2546-8825-0786245B15DA}"/>
                </a:ext>
              </a:extLst>
            </p:cNvPr>
            <p:cNvSpPr/>
            <p:nvPr/>
          </p:nvSpPr>
          <p:spPr>
            <a:xfrm>
              <a:off x="4340853" y="5470208"/>
              <a:ext cx="514350" cy="40157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7341"/>
                <a:gd name="connsiteX1" fmla="*/ 0 w 514180"/>
                <a:gd name="connsiteY1" fmla="*/ 0 h 577341"/>
                <a:gd name="connsiteX2" fmla="*/ 514180 w 514180"/>
                <a:gd name="connsiteY2" fmla="*/ 10891 h 577341"/>
                <a:gd name="connsiteX3" fmla="*/ 404259 w 514180"/>
                <a:gd name="connsiteY3" fmla="*/ 386400 h 577341"/>
                <a:gd name="connsiteX4" fmla="*/ 135770 w 514180"/>
                <a:gd name="connsiteY4" fmla="*/ 577341 h 577341"/>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02193 h 402193"/>
                <a:gd name="connsiteX1" fmla="*/ 0 w 514180"/>
                <a:gd name="connsiteY1" fmla="*/ 0 h 402193"/>
                <a:gd name="connsiteX2" fmla="*/ 514180 w 514180"/>
                <a:gd name="connsiteY2" fmla="*/ 10891 h 402193"/>
                <a:gd name="connsiteX3" fmla="*/ 404259 w 514180"/>
                <a:gd name="connsiteY3" fmla="*/ 386400 h 402193"/>
                <a:gd name="connsiteX4" fmla="*/ 100781 w 514180"/>
                <a:gd name="connsiteY4" fmla="*/ 402193 h 402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402193">
                  <a:moveTo>
                    <a:pt x="100781" y="402193"/>
                  </a:moveTo>
                  <a:cubicBezTo>
                    <a:pt x="60584" y="194221"/>
                    <a:pt x="96631" y="442038"/>
                    <a:pt x="0" y="0"/>
                  </a:cubicBezTo>
                  <a:lnTo>
                    <a:pt x="514180" y="10891"/>
                  </a:lnTo>
                  <a:cubicBezTo>
                    <a:pt x="417353" y="348331"/>
                    <a:pt x="491637" y="89943"/>
                    <a:pt x="404259" y="386400"/>
                  </a:cubicBezTo>
                  <a:cubicBezTo>
                    <a:pt x="357814" y="390704"/>
                    <a:pt x="168880" y="400727"/>
                    <a:pt x="100781" y="402193"/>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31" name="Freeform 930">
              <a:extLst>
                <a:ext uri="{FF2B5EF4-FFF2-40B4-BE49-F238E27FC236}">
                  <a16:creationId xmlns:a16="http://schemas.microsoft.com/office/drawing/2014/main" id="{E78920D8-D684-1642-B41B-2CC538B9202E}"/>
                </a:ext>
              </a:extLst>
            </p:cNvPr>
            <p:cNvSpPr/>
            <p:nvPr/>
          </p:nvSpPr>
          <p:spPr>
            <a:xfrm>
              <a:off x="3561391" y="5433701"/>
              <a:ext cx="573087" cy="101584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 name="connsiteX0" fmla="*/ 403236 w 574100"/>
                <a:gd name="connsiteY0" fmla="*/ 1215612 h 1215612"/>
                <a:gd name="connsiteX1" fmla="*/ 0 w 574100"/>
                <a:gd name="connsiteY1" fmla="*/ 4757 h 1215612"/>
                <a:gd name="connsiteX2" fmla="*/ 502783 w 574100"/>
                <a:gd name="connsiteY2" fmla="*/ 0 h 1215612"/>
                <a:gd name="connsiteX3" fmla="*/ 574100 w 574100"/>
                <a:gd name="connsiteY3" fmla="*/ 1014877 h 1215612"/>
                <a:gd name="connsiteX4" fmla="*/ 403236 w 574100"/>
                <a:gd name="connsiteY4" fmla="*/ 1215612 h 1215612"/>
                <a:gd name="connsiteX0" fmla="*/ 333190 w 574100"/>
                <a:gd name="connsiteY0" fmla="*/ 985695 h 1015244"/>
                <a:gd name="connsiteX1" fmla="*/ 0 w 574100"/>
                <a:gd name="connsiteY1" fmla="*/ 4757 h 1015244"/>
                <a:gd name="connsiteX2" fmla="*/ 502783 w 574100"/>
                <a:gd name="connsiteY2" fmla="*/ 0 h 1015244"/>
                <a:gd name="connsiteX3" fmla="*/ 574100 w 574100"/>
                <a:gd name="connsiteY3" fmla="*/ 1014877 h 1015244"/>
                <a:gd name="connsiteX4" fmla="*/ 333190 w 574100"/>
                <a:gd name="connsiteY4" fmla="*/ 985695 h 10152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100" h="1015244">
                  <a:moveTo>
                    <a:pt x="333190" y="985695"/>
                  </a:moveTo>
                  <a:cubicBezTo>
                    <a:pt x="153901" y="433090"/>
                    <a:pt x="295574" y="908506"/>
                    <a:pt x="0" y="4757"/>
                  </a:cubicBezTo>
                  <a:cubicBezTo>
                    <a:pt x="166537" y="861"/>
                    <a:pt x="336246" y="3896"/>
                    <a:pt x="502783" y="0"/>
                  </a:cubicBezTo>
                  <a:cubicBezTo>
                    <a:pt x="555943" y="995541"/>
                    <a:pt x="537473" y="350120"/>
                    <a:pt x="574100" y="1014877"/>
                  </a:cubicBezTo>
                  <a:cubicBezTo>
                    <a:pt x="476415" y="1019182"/>
                    <a:pt x="529388" y="984229"/>
                    <a:pt x="333190" y="985695"/>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932" name="Group 28">
              <a:extLst>
                <a:ext uri="{FF2B5EF4-FFF2-40B4-BE49-F238E27FC236}">
                  <a16:creationId xmlns:a16="http://schemas.microsoft.com/office/drawing/2014/main" id="{088ACE2A-7A5D-4F42-921C-CF157C288095}"/>
                </a:ext>
              </a:extLst>
            </p:cNvPr>
            <p:cNvGrpSpPr>
              <a:grpSpLocks/>
            </p:cNvGrpSpPr>
            <p:nvPr/>
          </p:nvGrpSpPr>
          <p:grpSpPr bwMode="auto">
            <a:xfrm>
              <a:off x="1856416" y="3709935"/>
              <a:ext cx="1049338" cy="1739900"/>
              <a:chOff x="1856416" y="3709935"/>
              <a:chExt cx="1049338" cy="1739900"/>
            </a:xfrm>
          </p:grpSpPr>
          <p:sp>
            <p:nvSpPr>
              <p:cNvPr id="1017" name="Rectangle 1016">
                <a:extLst>
                  <a:ext uri="{FF2B5EF4-FFF2-40B4-BE49-F238E27FC236}">
                    <a16:creationId xmlns:a16="http://schemas.microsoft.com/office/drawing/2014/main" id="{F031C840-E404-B943-9DD7-6487F36B8BC7}"/>
                  </a:ext>
                </a:extLst>
              </p:cNvPr>
              <p:cNvSpPr/>
              <p:nvPr/>
            </p:nvSpPr>
            <p:spPr bwMode="auto">
              <a:xfrm rot="10800000">
                <a:off x="1867528" y="3957548"/>
                <a:ext cx="1027113" cy="61109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1018" name="Group 498">
                <a:extLst>
                  <a:ext uri="{FF2B5EF4-FFF2-40B4-BE49-F238E27FC236}">
                    <a16:creationId xmlns:a16="http://schemas.microsoft.com/office/drawing/2014/main" id="{11E4B476-A94C-6141-A48C-F22AAD7C573A}"/>
                  </a:ext>
                </a:extLst>
              </p:cNvPr>
              <p:cNvGrpSpPr>
                <a:grpSpLocks/>
              </p:cNvGrpSpPr>
              <p:nvPr/>
            </p:nvGrpSpPr>
            <p:grpSpPr bwMode="auto">
              <a:xfrm>
                <a:off x="1858805" y="5088863"/>
                <a:ext cx="1035373" cy="360972"/>
                <a:chOff x="4128636" y="3606589"/>
                <a:chExt cx="568145" cy="338667"/>
              </a:xfrm>
            </p:grpSpPr>
            <p:sp>
              <p:nvSpPr>
                <p:cNvPr id="1032" name="Oval 1031">
                  <a:extLst>
                    <a:ext uri="{FF2B5EF4-FFF2-40B4-BE49-F238E27FC236}">
                      <a16:creationId xmlns:a16="http://schemas.microsoft.com/office/drawing/2014/main" id="{6285E922-4389-6747-873A-ED742F93B7B8}"/>
                    </a:ext>
                  </a:extLst>
                </p:cNvPr>
                <p:cNvSpPr/>
                <p:nvPr/>
              </p:nvSpPr>
              <p:spPr>
                <a:xfrm>
                  <a:off x="4129067" y="3720144"/>
                  <a:ext cx="567968" cy="224867"/>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33" name="Rectangle 1032">
                  <a:extLst>
                    <a:ext uri="{FF2B5EF4-FFF2-40B4-BE49-F238E27FC236}">
                      <a16:creationId xmlns:a16="http://schemas.microsoft.com/office/drawing/2014/main" id="{681399F7-9F7D-8247-A86B-B0C42C17B7BD}"/>
                    </a:ext>
                  </a:extLst>
                </p:cNvPr>
                <p:cNvSpPr/>
                <p:nvPr/>
              </p:nvSpPr>
              <p:spPr>
                <a:xfrm>
                  <a:off x="4129067" y="3720144"/>
                  <a:ext cx="567968" cy="111689"/>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34" name="Oval 1033">
                  <a:extLst>
                    <a:ext uri="{FF2B5EF4-FFF2-40B4-BE49-F238E27FC236}">
                      <a16:creationId xmlns:a16="http://schemas.microsoft.com/office/drawing/2014/main" id="{22EC9AA8-544A-8B4A-88A6-2074F49F53D4}"/>
                    </a:ext>
                  </a:extLst>
                </p:cNvPr>
                <p:cNvSpPr/>
                <p:nvPr/>
              </p:nvSpPr>
              <p:spPr>
                <a:xfrm>
                  <a:off x="4129067" y="3606966"/>
                  <a:ext cx="567968" cy="224867"/>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35" name="Straight Connector 1034">
                  <a:extLst>
                    <a:ext uri="{FF2B5EF4-FFF2-40B4-BE49-F238E27FC236}">
                      <a16:creationId xmlns:a16="http://schemas.microsoft.com/office/drawing/2014/main" id="{C98CC5A1-6137-AD47-8DAD-1CE3995E4F4E}"/>
                    </a:ext>
                  </a:extLst>
                </p:cNvPr>
                <p:cNvCxnSpPr/>
                <p:nvPr/>
              </p:nvCxnSpPr>
              <p:spPr>
                <a:xfrm>
                  <a:off x="4697035" y="3720144"/>
                  <a:ext cx="0" cy="111689"/>
                </a:xfrm>
                <a:prstGeom prst="line">
                  <a:avLst/>
                </a:prstGeom>
                <a:noFill/>
                <a:ln w="6350" cap="flat" cmpd="sng" algn="ctr">
                  <a:solidFill>
                    <a:srgbClr val="000000"/>
                  </a:solidFill>
                  <a:prstDash val="solid"/>
                </a:ln>
                <a:effectLst/>
              </p:spPr>
            </p:cxnSp>
            <p:cxnSp>
              <p:nvCxnSpPr>
                <p:cNvPr id="1036" name="Straight Connector 1035">
                  <a:extLst>
                    <a:ext uri="{FF2B5EF4-FFF2-40B4-BE49-F238E27FC236}">
                      <a16:creationId xmlns:a16="http://schemas.microsoft.com/office/drawing/2014/main" id="{D6DBD6DE-4277-6E43-8F0F-101EA88CC186}"/>
                    </a:ext>
                  </a:extLst>
                </p:cNvPr>
                <p:cNvCxnSpPr/>
                <p:nvPr/>
              </p:nvCxnSpPr>
              <p:spPr>
                <a:xfrm>
                  <a:off x="4129067" y="3720144"/>
                  <a:ext cx="0" cy="111689"/>
                </a:xfrm>
                <a:prstGeom prst="line">
                  <a:avLst/>
                </a:prstGeom>
                <a:noFill/>
                <a:ln w="6350" cap="flat" cmpd="sng" algn="ctr">
                  <a:solidFill>
                    <a:srgbClr val="000000"/>
                  </a:solidFill>
                  <a:prstDash val="solid"/>
                </a:ln>
                <a:effectLst/>
              </p:spPr>
            </p:cxnSp>
          </p:grpSp>
          <p:sp>
            <p:nvSpPr>
              <p:cNvPr id="1019" name="Rectangle 1018">
                <a:extLst>
                  <a:ext uri="{FF2B5EF4-FFF2-40B4-BE49-F238E27FC236}">
                    <a16:creationId xmlns:a16="http://schemas.microsoft.com/office/drawing/2014/main" id="{511198B5-F79E-C74D-B56E-01ADB1EAA4C1}"/>
                  </a:ext>
                </a:extLst>
              </p:cNvPr>
              <p:cNvSpPr/>
              <p:nvPr/>
            </p:nvSpPr>
            <p:spPr bwMode="auto">
              <a:xfrm>
                <a:off x="1877053" y="4705148"/>
                <a:ext cx="1028700" cy="522210"/>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20" name="Straight Connector 1019">
                <a:extLst>
                  <a:ext uri="{FF2B5EF4-FFF2-40B4-BE49-F238E27FC236}">
                    <a16:creationId xmlns:a16="http://schemas.microsoft.com/office/drawing/2014/main" id="{D3ADC60A-D45A-1346-84AC-B4714AE1CB27}"/>
                  </a:ext>
                </a:extLst>
              </p:cNvPr>
              <p:cNvCxnSpPr/>
              <p:nvPr/>
            </p:nvCxnSpPr>
            <p:spPr bwMode="auto">
              <a:xfrm>
                <a:off x="1861178" y="3981356"/>
                <a:ext cx="17463" cy="1301555"/>
              </a:xfrm>
              <a:prstGeom prst="line">
                <a:avLst/>
              </a:prstGeom>
              <a:noFill/>
              <a:ln w="3175" cap="flat" cmpd="sng" algn="ctr">
                <a:solidFill>
                  <a:srgbClr val="000000"/>
                </a:solidFill>
                <a:prstDash val="sysDash"/>
              </a:ln>
              <a:effectLst/>
            </p:spPr>
          </p:cxnSp>
          <p:cxnSp>
            <p:nvCxnSpPr>
              <p:cNvPr id="1021" name="Straight Connector 1020">
                <a:extLst>
                  <a:ext uri="{FF2B5EF4-FFF2-40B4-BE49-F238E27FC236}">
                    <a16:creationId xmlns:a16="http://schemas.microsoft.com/office/drawing/2014/main" id="{8C732665-0AF3-514A-8491-058D584AA66C}"/>
                  </a:ext>
                </a:extLst>
              </p:cNvPr>
              <p:cNvCxnSpPr/>
              <p:nvPr/>
            </p:nvCxnSpPr>
            <p:spPr bwMode="auto">
              <a:xfrm flipH="1">
                <a:off x="2894641" y="3971833"/>
                <a:ext cx="6350" cy="1269810"/>
              </a:xfrm>
              <a:prstGeom prst="line">
                <a:avLst/>
              </a:prstGeom>
              <a:noFill/>
              <a:ln w="3175" cap="flat" cmpd="sng" algn="ctr">
                <a:solidFill>
                  <a:srgbClr val="000000"/>
                </a:solidFill>
                <a:prstDash val="sysDash"/>
              </a:ln>
              <a:effectLst/>
            </p:spPr>
          </p:cxnSp>
          <p:grpSp>
            <p:nvGrpSpPr>
              <p:cNvPr id="1022" name="Group 504">
                <a:extLst>
                  <a:ext uri="{FF2B5EF4-FFF2-40B4-BE49-F238E27FC236}">
                    <a16:creationId xmlns:a16="http://schemas.microsoft.com/office/drawing/2014/main" id="{87E38306-3DC6-B044-991D-BEE6F6FD2E77}"/>
                  </a:ext>
                </a:extLst>
              </p:cNvPr>
              <p:cNvGrpSpPr>
                <a:grpSpLocks/>
              </p:cNvGrpSpPr>
              <p:nvPr/>
            </p:nvGrpSpPr>
            <p:grpSpPr bwMode="auto">
              <a:xfrm>
                <a:off x="1856416" y="3709935"/>
                <a:ext cx="1044712" cy="399063"/>
                <a:chOff x="2183302" y="1574638"/>
                <a:chExt cx="1200154" cy="430218"/>
              </a:xfrm>
            </p:grpSpPr>
            <p:sp>
              <p:nvSpPr>
                <p:cNvPr id="1023" name="Oval 1022">
                  <a:extLst>
                    <a:ext uri="{FF2B5EF4-FFF2-40B4-BE49-F238E27FC236}">
                      <a16:creationId xmlns:a16="http://schemas.microsoft.com/office/drawing/2014/main" id="{55E5FA1C-CAB4-8341-8DAA-EDAE9CFD84E2}"/>
                    </a:ext>
                  </a:extLst>
                </p:cNvPr>
                <p:cNvSpPr/>
                <p:nvPr/>
              </p:nvSpPr>
              <p:spPr bwMode="auto">
                <a:xfrm flipV="1">
                  <a:off x="2185125" y="1689286"/>
                  <a:ext cx="1196349" cy="314857"/>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24" name="Rectangle 1023">
                  <a:extLst>
                    <a:ext uri="{FF2B5EF4-FFF2-40B4-BE49-F238E27FC236}">
                      <a16:creationId xmlns:a16="http://schemas.microsoft.com/office/drawing/2014/main" id="{44108165-9E65-5F4A-BAAB-C6ACE38D3C65}"/>
                    </a:ext>
                  </a:extLst>
                </p:cNvPr>
                <p:cNvSpPr/>
                <p:nvPr/>
              </p:nvSpPr>
              <p:spPr bwMode="auto">
                <a:xfrm>
                  <a:off x="2183302" y="1735489"/>
                  <a:ext cx="1198172" cy="112938"/>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25" name="Oval 1024">
                  <a:extLst>
                    <a:ext uri="{FF2B5EF4-FFF2-40B4-BE49-F238E27FC236}">
                      <a16:creationId xmlns:a16="http://schemas.microsoft.com/office/drawing/2014/main" id="{5220D9A0-FC71-C848-AA4B-AC3EAD73DB6B}"/>
                    </a:ext>
                  </a:extLst>
                </p:cNvPr>
                <p:cNvSpPr>
                  <a:spLocks noChangeArrowheads="1"/>
                </p:cNvSpPr>
                <p:nvPr/>
              </p:nvSpPr>
              <p:spPr bwMode="auto">
                <a:xfrm flipV="1">
                  <a:off x="2183302" y="1574638"/>
                  <a:ext cx="1196349" cy="3148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26" name="Freeform 1025">
                  <a:extLst>
                    <a:ext uri="{FF2B5EF4-FFF2-40B4-BE49-F238E27FC236}">
                      <a16:creationId xmlns:a16="http://schemas.microsoft.com/office/drawing/2014/main" id="{0E8501FC-8102-1648-8958-E425AC1A0FB8}"/>
                    </a:ext>
                  </a:extLst>
                </p:cNvPr>
                <p:cNvSpPr/>
                <p:nvPr/>
              </p:nvSpPr>
              <p:spPr bwMode="auto">
                <a:xfrm>
                  <a:off x="2489684" y="1670464"/>
                  <a:ext cx="581761" cy="15742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27" name="Freeform 1026">
                  <a:extLst>
                    <a:ext uri="{FF2B5EF4-FFF2-40B4-BE49-F238E27FC236}">
                      <a16:creationId xmlns:a16="http://schemas.microsoft.com/office/drawing/2014/main" id="{AF49A14A-FE33-EB4B-ADEA-BA7B348615CA}"/>
                    </a:ext>
                  </a:extLst>
                </p:cNvPr>
                <p:cNvSpPr>
                  <a:spLocks/>
                </p:cNvSpPr>
                <p:nvPr/>
              </p:nvSpPr>
              <p:spPr bwMode="auto">
                <a:xfrm>
                  <a:off x="2429501" y="1629396"/>
                  <a:ext cx="703949" cy="111226"/>
                </a:xfrm>
                <a:custGeom>
                  <a:avLst/>
                  <a:gdLst>
                    <a:gd name="T0" fmla="*/ 0 w 3723451"/>
                    <a:gd name="T1" fmla="*/ 27211 h 932950"/>
                    <a:gd name="T2" fmla="*/ 123865 w 3723451"/>
                    <a:gd name="T3" fmla="*/ 321 h 932950"/>
                    <a:gd name="T4" fmla="*/ 350850 w 3723451"/>
                    <a:gd name="T5" fmla="*/ 62061 h 932950"/>
                    <a:gd name="T6" fmla="*/ 567397 w 3723451"/>
                    <a:gd name="T7" fmla="*/ 0 h 932950"/>
                    <a:gd name="T8" fmla="*/ 703949 w 3723451"/>
                    <a:gd name="T9" fmla="*/ 24696 h 932950"/>
                    <a:gd name="T10" fmla="*/ 602354 w 3723451"/>
                    <a:gd name="T11" fmla="*/ 55064 h 932950"/>
                    <a:gd name="T12" fmla="*/ 569645 w 3723451"/>
                    <a:gd name="T13" fmla="*/ 46877 h 932950"/>
                    <a:gd name="T14" fmla="*/ 354838 w 3723451"/>
                    <a:gd name="T15" fmla="*/ 111226 h 932950"/>
                    <a:gd name="T16" fmla="*/ 134536 w 3723451"/>
                    <a:gd name="T17" fmla="*/ 49244 h 932950"/>
                    <a:gd name="T18" fmla="*/ 98918 w 3723451"/>
                    <a:gd name="T19" fmla="*/ 55934 h 932950"/>
                    <a:gd name="T20" fmla="*/ 0 w 3723451"/>
                    <a:gd name="T21" fmla="*/ 27211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8" name="Freeform 1027">
                  <a:extLst>
                    <a:ext uri="{FF2B5EF4-FFF2-40B4-BE49-F238E27FC236}">
                      <a16:creationId xmlns:a16="http://schemas.microsoft.com/office/drawing/2014/main" id="{FEBE179E-02E9-C64E-89FC-F45503783F7D}"/>
                    </a:ext>
                  </a:extLst>
                </p:cNvPr>
                <p:cNvSpPr>
                  <a:spLocks/>
                </p:cNvSpPr>
                <p:nvPr/>
              </p:nvSpPr>
              <p:spPr bwMode="auto">
                <a:xfrm>
                  <a:off x="2892722" y="1723510"/>
                  <a:ext cx="257143" cy="95826"/>
                </a:xfrm>
                <a:custGeom>
                  <a:avLst/>
                  <a:gdLst>
                    <a:gd name="T0" fmla="*/ 0 w 1366596"/>
                    <a:gd name="T1" fmla="*/ 0 h 809868"/>
                    <a:gd name="T2" fmla="*/ 257143 w 1366596"/>
                    <a:gd name="T3" fmla="*/ 74047 h 809868"/>
                    <a:gd name="T4" fmla="*/ 162771 w 1366596"/>
                    <a:gd name="T5" fmla="*/ 95826 h 809868"/>
                    <a:gd name="T6" fmla="*/ 866 w 1366596"/>
                    <a:gd name="T7" fmla="*/ 5063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9" name="Freeform 1028">
                  <a:extLst>
                    <a:ext uri="{FF2B5EF4-FFF2-40B4-BE49-F238E27FC236}">
                      <a16:creationId xmlns:a16="http://schemas.microsoft.com/office/drawing/2014/main" id="{56DF1AAD-D538-1C44-A286-465AD81A046E}"/>
                    </a:ext>
                  </a:extLst>
                </p:cNvPr>
                <p:cNvSpPr>
                  <a:spLocks/>
                </p:cNvSpPr>
                <p:nvPr/>
              </p:nvSpPr>
              <p:spPr bwMode="auto">
                <a:xfrm>
                  <a:off x="2416736" y="1725222"/>
                  <a:ext cx="255318" cy="94114"/>
                </a:xfrm>
                <a:custGeom>
                  <a:avLst/>
                  <a:gdLst>
                    <a:gd name="T0" fmla="*/ 251832 w 1348191"/>
                    <a:gd name="T1" fmla="*/ 0 h 791462"/>
                    <a:gd name="T2" fmla="*/ 255318 w 1348191"/>
                    <a:gd name="T3" fmla="*/ 45415 h 791462"/>
                    <a:gd name="T4" fmla="*/ 92368 w 1348191"/>
                    <a:gd name="T5" fmla="*/ 94114 h 791462"/>
                    <a:gd name="T6" fmla="*/ 0 w 1348191"/>
                    <a:gd name="T7" fmla="*/ 72774 h 791462"/>
                    <a:gd name="T8" fmla="*/ 25183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30" name="Straight Connector 1029">
                  <a:extLst>
                    <a:ext uri="{FF2B5EF4-FFF2-40B4-BE49-F238E27FC236}">
                      <a16:creationId xmlns:a16="http://schemas.microsoft.com/office/drawing/2014/main" id="{60701F8E-3F5A-734C-A498-AA55BCD5CFE1}"/>
                    </a:ext>
                  </a:extLst>
                </p:cNvPr>
                <p:cNvCxnSpPr>
                  <a:cxnSpLocks noChangeShapeType="1"/>
                  <a:endCxn id="1025" idx="2"/>
                </p:cNvCxnSpPr>
                <p:nvPr/>
              </p:nvCxnSpPr>
              <p:spPr bwMode="auto">
                <a:xfrm flipH="1" flipV="1">
                  <a:off x="2183302" y="1732067"/>
                  <a:ext cx="1823"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31" name="Straight Connector 1030">
                  <a:extLst>
                    <a:ext uri="{FF2B5EF4-FFF2-40B4-BE49-F238E27FC236}">
                      <a16:creationId xmlns:a16="http://schemas.microsoft.com/office/drawing/2014/main" id="{299ED768-B7C5-C447-A0CA-015C1D4D47F2}"/>
                    </a:ext>
                  </a:extLst>
                </p:cNvPr>
                <p:cNvCxnSpPr>
                  <a:cxnSpLocks noChangeShapeType="1"/>
                </p:cNvCxnSpPr>
                <p:nvPr/>
              </p:nvCxnSpPr>
              <p:spPr bwMode="auto">
                <a:xfrm flipH="1" flipV="1">
                  <a:off x="3381474" y="1728644"/>
                  <a:ext cx="1824"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3" name="Group 29">
              <a:extLst>
                <a:ext uri="{FF2B5EF4-FFF2-40B4-BE49-F238E27FC236}">
                  <a16:creationId xmlns:a16="http://schemas.microsoft.com/office/drawing/2014/main" id="{BE1E7CEF-FBEC-2040-A3E0-0EBB60746AF9}"/>
                </a:ext>
              </a:extLst>
            </p:cNvPr>
            <p:cNvGrpSpPr>
              <a:grpSpLocks/>
            </p:cNvGrpSpPr>
            <p:nvPr/>
          </p:nvGrpSpPr>
          <p:grpSpPr bwMode="auto">
            <a:xfrm>
              <a:off x="3566154" y="3862335"/>
              <a:ext cx="514350" cy="1670050"/>
              <a:chOff x="3566154" y="3862335"/>
              <a:chExt cx="514350" cy="1670050"/>
            </a:xfrm>
          </p:grpSpPr>
          <p:sp>
            <p:nvSpPr>
              <p:cNvPr id="997" name="Rectangle 996">
                <a:extLst>
                  <a:ext uri="{FF2B5EF4-FFF2-40B4-BE49-F238E27FC236}">
                    <a16:creationId xmlns:a16="http://schemas.microsoft.com/office/drawing/2014/main" id="{7F242236-8B77-9144-8038-81B9BCAB1509}"/>
                  </a:ext>
                </a:extLst>
              </p:cNvPr>
              <p:cNvSpPr/>
              <p:nvPr/>
            </p:nvSpPr>
            <p:spPr bwMode="auto">
              <a:xfrm rot="10800000">
                <a:off x="3569201" y="3946092"/>
                <a:ext cx="498084" cy="62864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98" name="Straight Connector 997">
                <a:extLst>
                  <a:ext uri="{FF2B5EF4-FFF2-40B4-BE49-F238E27FC236}">
                    <a16:creationId xmlns:a16="http://schemas.microsoft.com/office/drawing/2014/main" id="{855E433C-9E28-D243-A7F8-5DC166631717}"/>
                  </a:ext>
                </a:extLst>
              </p:cNvPr>
              <p:cNvCxnSpPr/>
              <p:nvPr/>
            </p:nvCxnSpPr>
            <p:spPr bwMode="auto">
              <a:xfrm flipH="1">
                <a:off x="4078916" y="4019450"/>
                <a:ext cx="1587" cy="1365045"/>
              </a:xfrm>
              <a:prstGeom prst="line">
                <a:avLst/>
              </a:prstGeom>
              <a:noFill/>
              <a:ln w="3175" cap="flat" cmpd="sng" algn="ctr">
                <a:solidFill>
                  <a:srgbClr val="000000"/>
                </a:solidFill>
                <a:prstDash val="sysDash"/>
              </a:ln>
              <a:effectLst/>
            </p:spPr>
          </p:cxnSp>
          <p:grpSp>
            <p:nvGrpSpPr>
              <p:cNvPr id="999" name="Group 552">
                <a:extLst>
                  <a:ext uri="{FF2B5EF4-FFF2-40B4-BE49-F238E27FC236}">
                    <a16:creationId xmlns:a16="http://schemas.microsoft.com/office/drawing/2014/main" id="{2095E3B0-B1DF-9747-A4B6-739AFCB17CA7}"/>
                  </a:ext>
                </a:extLst>
              </p:cNvPr>
              <p:cNvGrpSpPr>
                <a:grpSpLocks/>
              </p:cNvGrpSpPr>
              <p:nvPr/>
            </p:nvGrpSpPr>
            <p:grpSpPr bwMode="auto">
              <a:xfrm>
                <a:off x="3571302" y="5310688"/>
                <a:ext cx="507588" cy="221697"/>
                <a:chOff x="4128636" y="3606589"/>
                <a:chExt cx="568145" cy="338667"/>
              </a:xfrm>
            </p:grpSpPr>
            <p:sp>
              <p:nvSpPr>
                <p:cNvPr id="1012" name="Oval 1011">
                  <a:extLst>
                    <a:ext uri="{FF2B5EF4-FFF2-40B4-BE49-F238E27FC236}">
                      <a16:creationId xmlns:a16="http://schemas.microsoft.com/office/drawing/2014/main" id="{77BE98D0-B8F8-0542-81BA-550DCDDBED58}"/>
                    </a:ext>
                  </a:extLst>
                </p:cNvPr>
                <p:cNvSpPr/>
                <p:nvPr/>
              </p:nvSpPr>
              <p:spPr>
                <a:xfrm>
                  <a:off x="4128204" y="3719337"/>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13" name="Rectangle 1012">
                  <a:extLst>
                    <a:ext uri="{FF2B5EF4-FFF2-40B4-BE49-F238E27FC236}">
                      <a16:creationId xmlns:a16="http://schemas.microsoft.com/office/drawing/2014/main" id="{FF81DF11-B403-0242-9BBF-4028E5002511}"/>
                    </a:ext>
                  </a:extLst>
                </p:cNvPr>
                <p:cNvSpPr/>
                <p:nvPr/>
              </p:nvSpPr>
              <p:spPr>
                <a:xfrm>
                  <a:off x="4128204" y="3719337"/>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14" name="Oval 1013">
                  <a:extLst>
                    <a:ext uri="{FF2B5EF4-FFF2-40B4-BE49-F238E27FC236}">
                      <a16:creationId xmlns:a16="http://schemas.microsoft.com/office/drawing/2014/main" id="{DA7CD07E-7BFA-EA40-A63C-19BD545F9FBB}"/>
                    </a:ext>
                  </a:extLst>
                </p:cNvPr>
                <p:cNvSpPr/>
                <p:nvPr/>
              </p:nvSpPr>
              <p:spPr>
                <a:xfrm>
                  <a:off x="4128204" y="3600527"/>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15" name="Straight Connector 1014">
                  <a:extLst>
                    <a:ext uri="{FF2B5EF4-FFF2-40B4-BE49-F238E27FC236}">
                      <a16:creationId xmlns:a16="http://schemas.microsoft.com/office/drawing/2014/main" id="{B2F8B11B-A555-1F4E-A7E6-540E16F7A0A8}"/>
                    </a:ext>
                  </a:extLst>
                </p:cNvPr>
                <p:cNvCxnSpPr/>
                <p:nvPr/>
              </p:nvCxnSpPr>
              <p:spPr>
                <a:xfrm>
                  <a:off x="4696810" y="3719337"/>
                  <a:ext cx="0" cy="111537"/>
                </a:xfrm>
                <a:prstGeom prst="line">
                  <a:avLst/>
                </a:prstGeom>
                <a:noFill/>
                <a:ln w="6350" cap="flat" cmpd="sng" algn="ctr">
                  <a:solidFill>
                    <a:srgbClr val="000000"/>
                  </a:solidFill>
                  <a:prstDash val="solid"/>
                </a:ln>
                <a:effectLst/>
              </p:spPr>
            </p:cxnSp>
            <p:cxnSp>
              <p:nvCxnSpPr>
                <p:cNvPr id="1016" name="Straight Connector 1015">
                  <a:extLst>
                    <a:ext uri="{FF2B5EF4-FFF2-40B4-BE49-F238E27FC236}">
                      <a16:creationId xmlns:a16="http://schemas.microsoft.com/office/drawing/2014/main" id="{DC5D2573-EDE8-D044-BD08-61DD678EC15B}"/>
                    </a:ext>
                  </a:extLst>
                </p:cNvPr>
                <p:cNvCxnSpPr/>
                <p:nvPr/>
              </p:nvCxnSpPr>
              <p:spPr>
                <a:xfrm>
                  <a:off x="4128204" y="3719337"/>
                  <a:ext cx="0" cy="111537"/>
                </a:xfrm>
                <a:prstGeom prst="line">
                  <a:avLst/>
                </a:prstGeom>
                <a:noFill/>
                <a:ln w="6350" cap="flat" cmpd="sng" algn="ctr">
                  <a:solidFill>
                    <a:srgbClr val="000000"/>
                  </a:solidFill>
                  <a:prstDash val="solid"/>
                </a:ln>
                <a:effectLst/>
              </p:spPr>
            </p:cxnSp>
          </p:grpSp>
          <p:sp>
            <p:nvSpPr>
              <p:cNvPr id="1000" name="Rectangle 999">
                <a:extLst>
                  <a:ext uri="{FF2B5EF4-FFF2-40B4-BE49-F238E27FC236}">
                    <a16:creationId xmlns:a16="http://schemas.microsoft.com/office/drawing/2014/main" id="{1CD2ADDF-DE6E-274D-9173-D493921DFE9F}"/>
                  </a:ext>
                </a:extLst>
              </p:cNvPr>
              <p:cNvSpPr/>
              <p:nvPr/>
            </p:nvSpPr>
            <p:spPr bwMode="auto">
              <a:xfrm>
                <a:off x="3572503" y="4574992"/>
                <a:ext cx="496888"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01" name="Straight Connector 1000">
                <a:extLst>
                  <a:ext uri="{FF2B5EF4-FFF2-40B4-BE49-F238E27FC236}">
                    <a16:creationId xmlns:a16="http://schemas.microsoft.com/office/drawing/2014/main" id="{3926DE25-E9FB-D540-98B7-27C7DBB56A43}"/>
                  </a:ext>
                </a:extLst>
              </p:cNvPr>
              <p:cNvCxnSpPr/>
              <p:nvPr/>
            </p:nvCxnSpPr>
            <p:spPr bwMode="auto">
              <a:xfrm flipH="1">
                <a:off x="3566153" y="4027387"/>
                <a:ext cx="3175" cy="1450757"/>
              </a:xfrm>
              <a:prstGeom prst="line">
                <a:avLst/>
              </a:prstGeom>
              <a:noFill/>
              <a:ln w="3175" cap="flat" cmpd="sng" algn="ctr">
                <a:solidFill>
                  <a:srgbClr val="000000"/>
                </a:solidFill>
                <a:prstDash val="sysDash"/>
              </a:ln>
              <a:effectLst/>
            </p:spPr>
          </p:cxnSp>
          <p:grpSp>
            <p:nvGrpSpPr>
              <p:cNvPr id="1002" name="Group 538">
                <a:extLst>
                  <a:ext uri="{FF2B5EF4-FFF2-40B4-BE49-F238E27FC236}">
                    <a16:creationId xmlns:a16="http://schemas.microsoft.com/office/drawing/2014/main" id="{FA32E138-3569-9943-8F38-8BFBBEE94E0D}"/>
                  </a:ext>
                </a:extLst>
              </p:cNvPr>
              <p:cNvGrpSpPr>
                <a:grpSpLocks/>
              </p:cNvGrpSpPr>
              <p:nvPr/>
            </p:nvGrpSpPr>
            <p:grpSpPr bwMode="auto">
              <a:xfrm>
                <a:off x="3568667" y="3862335"/>
                <a:ext cx="503828" cy="248249"/>
                <a:chOff x="2183302" y="1564542"/>
                <a:chExt cx="1200154" cy="440314"/>
              </a:xfrm>
            </p:grpSpPr>
            <p:sp>
              <p:nvSpPr>
                <p:cNvPr id="1003" name="Oval 1002">
                  <a:extLst>
                    <a:ext uri="{FF2B5EF4-FFF2-40B4-BE49-F238E27FC236}">
                      <a16:creationId xmlns:a16="http://schemas.microsoft.com/office/drawing/2014/main" id="{172BF76E-3582-364D-ACA4-688518FFF091}"/>
                    </a:ext>
                  </a:extLst>
                </p:cNvPr>
                <p:cNvSpPr/>
                <p:nvPr/>
              </p:nvSpPr>
              <p:spPr bwMode="auto">
                <a:xfrm flipV="1">
                  <a:off x="2188659" y="1691189"/>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04" name="Rectangle 1003">
                  <a:extLst>
                    <a:ext uri="{FF2B5EF4-FFF2-40B4-BE49-F238E27FC236}">
                      <a16:creationId xmlns:a16="http://schemas.microsoft.com/office/drawing/2014/main" id="{3A78A2F4-E393-6E42-BE3F-0FCA6714AEB4}"/>
                    </a:ext>
                  </a:extLst>
                </p:cNvPr>
                <p:cNvSpPr/>
                <p:nvPr/>
              </p:nvSpPr>
              <p:spPr bwMode="auto">
                <a:xfrm>
                  <a:off x="2184877" y="1736233"/>
                  <a:ext cx="1198749"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05" name="Oval 1004">
                  <a:extLst>
                    <a:ext uri="{FF2B5EF4-FFF2-40B4-BE49-F238E27FC236}">
                      <a16:creationId xmlns:a16="http://schemas.microsoft.com/office/drawing/2014/main" id="{940143FD-143D-914C-BE2C-37F2F665D24A}"/>
                    </a:ext>
                  </a:extLst>
                </p:cNvPr>
                <p:cNvSpPr>
                  <a:spLocks noChangeArrowheads="1"/>
                </p:cNvSpPr>
                <p:nvPr/>
              </p:nvSpPr>
              <p:spPr bwMode="auto">
                <a:xfrm flipV="1">
                  <a:off x="2184877" y="1564501"/>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06" name="Freeform 1005">
                  <a:extLst>
                    <a:ext uri="{FF2B5EF4-FFF2-40B4-BE49-F238E27FC236}">
                      <a16:creationId xmlns:a16="http://schemas.microsoft.com/office/drawing/2014/main" id="{E3E8B10C-6B82-EC4C-A959-82D1FA770D43}"/>
                    </a:ext>
                  </a:extLst>
                </p:cNvPr>
                <p:cNvSpPr/>
                <p:nvPr/>
              </p:nvSpPr>
              <p:spPr bwMode="auto">
                <a:xfrm>
                  <a:off x="2491182" y="1671482"/>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07" name="Freeform 1006">
                  <a:extLst>
                    <a:ext uri="{FF2B5EF4-FFF2-40B4-BE49-F238E27FC236}">
                      <a16:creationId xmlns:a16="http://schemas.microsoft.com/office/drawing/2014/main" id="{0B23900C-40C2-5447-A8A5-DB9E4C1FBD25}"/>
                    </a:ext>
                  </a:extLst>
                </p:cNvPr>
                <p:cNvSpPr>
                  <a:spLocks/>
                </p:cNvSpPr>
                <p:nvPr/>
              </p:nvSpPr>
              <p:spPr bwMode="auto">
                <a:xfrm>
                  <a:off x="2430678" y="1629252"/>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8" name="Freeform 1007">
                  <a:extLst>
                    <a:ext uri="{FF2B5EF4-FFF2-40B4-BE49-F238E27FC236}">
                      <a16:creationId xmlns:a16="http://schemas.microsoft.com/office/drawing/2014/main" id="{8EDB510B-0DD2-AE4F-82C5-7A7D8DC924A6}"/>
                    </a:ext>
                  </a:extLst>
                </p:cNvPr>
                <p:cNvSpPr>
                  <a:spLocks/>
                </p:cNvSpPr>
                <p:nvPr/>
              </p:nvSpPr>
              <p:spPr bwMode="auto">
                <a:xfrm>
                  <a:off x="2892025" y="1722158"/>
                  <a:ext cx="260925" cy="95720"/>
                </a:xfrm>
                <a:custGeom>
                  <a:avLst/>
                  <a:gdLst>
                    <a:gd name="T0" fmla="*/ 0 w 1366596"/>
                    <a:gd name="T1" fmla="*/ 0 h 809868"/>
                    <a:gd name="T2" fmla="*/ 260925 w 1366596"/>
                    <a:gd name="T3" fmla="*/ 73965 h 809868"/>
                    <a:gd name="T4" fmla="*/ 165165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9" name="Freeform 1008">
                  <a:extLst>
                    <a:ext uri="{FF2B5EF4-FFF2-40B4-BE49-F238E27FC236}">
                      <a16:creationId xmlns:a16="http://schemas.microsoft.com/office/drawing/2014/main" id="{8DBE17FA-57C2-EB4B-A9B7-514F4336E298}"/>
                    </a:ext>
                  </a:extLst>
                </p:cNvPr>
                <p:cNvSpPr>
                  <a:spLocks/>
                </p:cNvSpPr>
                <p:nvPr/>
              </p:nvSpPr>
              <p:spPr bwMode="auto">
                <a:xfrm>
                  <a:off x="2419332" y="1724972"/>
                  <a:ext cx="253364" cy="95720"/>
                </a:xfrm>
                <a:custGeom>
                  <a:avLst/>
                  <a:gdLst>
                    <a:gd name="T0" fmla="*/ 249905 w 1348191"/>
                    <a:gd name="T1" fmla="*/ 0 h 791462"/>
                    <a:gd name="T2" fmla="*/ 253364 w 1348191"/>
                    <a:gd name="T3" fmla="*/ 46190 h 791462"/>
                    <a:gd name="T4" fmla="*/ 91661 w 1348191"/>
                    <a:gd name="T5" fmla="*/ 95720 h 791462"/>
                    <a:gd name="T6" fmla="*/ 0 w 1348191"/>
                    <a:gd name="T7" fmla="*/ 74016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10" name="Straight Connector 1009">
                  <a:extLst>
                    <a:ext uri="{FF2B5EF4-FFF2-40B4-BE49-F238E27FC236}">
                      <a16:creationId xmlns:a16="http://schemas.microsoft.com/office/drawing/2014/main" id="{6D72BFF1-097B-E940-AAD0-E8A2E1D2A096}"/>
                    </a:ext>
                  </a:extLst>
                </p:cNvPr>
                <p:cNvCxnSpPr>
                  <a:cxnSpLocks noChangeShapeType="1"/>
                  <a:endCxn id="1005" idx="2"/>
                </p:cNvCxnSpPr>
                <p:nvPr/>
              </p:nvCxnSpPr>
              <p:spPr bwMode="auto">
                <a:xfrm flipH="1" flipV="1">
                  <a:off x="2184877" y="172215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11" name="Straight Connector 1010">
                  <a:extLst>
                    <a:ext uri="{FF2B5EF4-FFF2-40B4-BE49-F238E27FC236}">
                      <a16:creationId xmlns:a16="http://schemas.microsoft.com/office/drawing/2014/main" id="{088863E0-982B-8A4D-853F-851CE3F1F144}"/>
                    </a:ext>
                  </a:extLst>
                </p:cNvPr>
                <p:cNvCxnSpPr>
                  <a:cxnSpLocks noChangeShapeType="1"/>
                </p:cNvCxnSpPr>
                <p:nvPr/>
              </p:nvCxnSpPr>
              <p:spPr bwMode="auto">
                <a:xfrm flipH="1" flipV="1">
                  <a:off x="3379842" y="172778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4" name="Group 30">
              <a:extLst>
                <a:ext uri="{FF2B5EF4-FFF2-40B4-BE49-F238E27FC236}">
                  <a16:creationId xmlns:a16="http://schemas.microsoft.com/office/drawing/2014/main" id="{B108AACE-03DC-254D-AC34-727FF075B859}"/>
                </a:ext>
              </a:extLst>
            </p:cNvPr>
            <p:cNvGrpSpPr>
              <a:grpSpLocks/>
            </p:cNvGrpSpPr>
            <p:nvPr/>
          </p:nvGrpSpPr>
          <p:grpSpPr bwMode="auto">
            <a:xfrm>
              <a:off x="4348791" y="3867098"/>
              <a:ext cx="514350" cy="1670050"/>
              <a:chOff x="4348791" y="3867098"/>
              <a:chExt cx="514350" cy="1670050"/>
            </a:xfrm>
          </p:grpSpPr>
          <p:sp>
            <p:nvSpPr>
              <p:cNvPr id="977" name="Rectangle 976">
                <a:extLst>
                  <a:ext uri="{FF2B5EF4-FFF2-40B4-BE49-F238E27FC236}">
                    <a16:creationId xmlns:a16="http://schemas.microsoft.com/office/drawing/2014/main" id="{B0F9C3E9-A467-3F42-B81A-4399A9B977B8}"/>
                  </a:ext>
                </a:extLst>
              </p:cNvPr>
              <p:cNvSpPr/>
              <p:nvPr/>
            </p:nvSpPr>
            <p:spPr bwMode="auto">
              <a:xfrm rot="10800000">
                <a:off x="4351838" y="3950855"/>
                <a:ext cx="498084" cy="62864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78" name="Straight Connector 977">
                <a:extLst>
                  <a:ext uri="{FF2B5EF4-FFF2-40B4-BE49-F238E27FC236}">
                    <a16:creationId xmlns:a16="http://schemas.microsoft.com/office/drawing/2014/main" id="{20B4E373-A127-2049-BBD2-5D8AFBDD7F00}"/>
                  </a:ext>
                </a:extLst>
              </p:cNvPr>
              <p:cNvCxnSpPr/>
              <p:nvPr/>
            </p:nvCxnSpPr>
            <p:spPr bwMode="auto">
              <a:xfrm flipH="1">
                <a:off x="4861553" y="4024212"/>
                <a:ext cx="1588" cy="1365045"/>
              </a:xfrm>
              <a:prstGeom prst="line">
                <a:avLst/>
              </a:prstGeom>
              <a:noFill/>
              <a:ln w="3175" cap="flat" cmpd="sng" algn="ctr">
                <a:solidFill>
                  <a:srgbClr val="000000"/>
                </a:solidFill>
                <a:prstDash val="sysDash"/>
              </a:ln>
              <a:effectLst/>
            </p:spPr>
          </p:cxnSp>
          <p:grpSp>
            <p:nvGrpSpPr>
              <p:cNvPr id="979" name="Group 580">
                <a:extLst>
                  <a:ext uri="{FF2B5EF4-FFF2-40B4-BE49-F238E27FC236}">
                    <a16:creationId xmlns:a16="http://schemas.microsoft.com/office/drawing/2014/main" id="{3A9D8F64-E0EA-B742-94C4-1BEB4135EA82}"/>
                  </a:ext>
                </a:extLst>
              </p:cNvPr>
              <p:cNvGrpSpPr>
                <a:grpSpLocks/>
              </p:cNvGrpSpPr>
              <p:nvPr/>
            </p:nvGrpSpPr>
            <p:grpSpPr bwMode="auto">
              <a:xfrm>
                <a:off x="4353939" y="5315451"/>
                <a:ext cx="507588" cy="221697"/>
                <a:chOff x="4128636" y="3606589"/>
                <a:chExt cx="568145" cy="338667"/>
              </a:xfrm>
            </p:grpSpPr>
            <p:sp>
              <p:nvSpPr>
                <p:cNvPr id="992" name="Oval 991">
                  <a:extLst>
                    <a:ext uri="{FF2B5EF4-FFF2-40B4-BE49-F238E27FC236}">
                      <a16:creationId xmlns:a16="http://schemas.microsoft.com/office/drawing/2014/main" id="{74425C53-433E-6F47-8B0C-9F4C8E916E2E}"/>
                    </a:ext>
                  </a:extLst>
                </p:cNvPr>
                <p:cNvSpPr/>
                <p:nvPr/>
              </p:nvSpPr>
              <p:spPr>
                <a:xfrm>
                  <a:off x="4128204" y="3719336"/>
                  <a:ext cx="568606" cy="225498"/>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93" name="Rectangle 992">
                  <a:extLst>
                    <a:ext uri="{FF2B5EF4-FFF2-40B4-BE49-F238E27FC236}">
                      <a16:creationId xmlns:a16="http://schemas.microsoft.com/office/drawing/2014/main" id="{A0400564-35E9-0947-9C64-641EDF9EEAFA}"/>
                    </a:ext>
                  </a:extLst>
                </p:cNvPr>
                <p:cNvSpPr/>
                <p:nvPr/>
              </p:nvSpPr>
              <p:spPr>
                <a:xfrm>
                  <a:off x="4128204" y="3719336"/>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94" name="Oval 993">
                  <a:extLst>
                    <a:ext uri="{FF2B5EF4-FFF2-40B4-BE49-F238E27FC236}">
                      <a16:creationId xmlns:a16="http://schemas.microsoft.com/office/drawing/2014/main" id="{56DE4CA9-0BD6-4744-AD30-73684267516E}"/>
                    </a:ext>
                  </a:extLst>
                </p:cNvPr>
                <p:cNvSpPr/>
                <p:nvPr/>
              </p:nvSpPr>
              <p:spPr>
                <a:xfrm>
                  <a:off x="4128204" y="3600524"/>
                  <a:ext cx="568606" cy="230349"/>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95" name="Straight Connector 994">
                  <a:extLst>
                    <a:ext uri="{FF2B5EF4-FFF2-40B4-BE49-F238E27FC236}">
                      <a16:creationId xmlns:a16="http://schemas.microsoft.com/office/drawing/2014/main" id="{0A9628A0-82B0-154A-AC0C-91A2584C6F9D}"/>
                    </a:ext>
                  </a:extLst>
                </p:cNvPr>
                <p:cNvCxnSpPr/>
                <p:nvPr/>
              </p:nvCxnSpPr>
              <p:spPr>
                <a:xfrm>
                  <a:off x="4696810" y="3719336"/>
                  <a:ext cx="0" cy="111537"/>
                </a:xfrm>
                <a:prstGeom prst="line">
                  <a:avLst/>
                </a:prstGeom>
                <a:noFill/>
                <a:ln w="6350" cap="flat" cmpd="sng" algn="ctr">
                  <a:solidFill>
                    <a:srgbClr val="000000"/>
                  </a:solidFill>
                  <a:prstDash val="solid"/>
                </a:ln>
                <a:effectLst/>
              </p:spPr>
            </p:cxnSp>
            <p:cxnSp>
              <p:nvCxnSpPr>
                <p:cNvPr id="996" name="Straight Connector 995">
                  <a:extLst>
                    <a:ext uri="{FF2B5EF4-FFF2-40B4-BE49-F238E27FC236}">
                      <a16:creationId xmlns:a16="http://schemas.microsoft.com/office/drawing/2014/main" id="{88F83DD9-96B0-3640-BF70-6737E76C9760}"/>
                    </a:ext>
                  </a:extLst>
                </p:cNvPr>
                <p:cNvCxnSpPr/>
                <p:nvPr/>
              </p:nvCxnSpPr>
              <p:spPr>
                <a:xfrm>
                  <a:off x="4128204" y="3719336"/>
                  <a:ext cx="0" cy="111537"/>
                </a:xfrm>
                <a:prstGeom prst="line">
                  <a:avLst/>
                </a:prstGeom>
                <a:noFill/>
                <a:ln w="6350" cap="flat" cmpd="sng" algn="ctr">
                  <a:solidFill>
                    <a:srgbClr val="000000"/>
                  </a:solidFill>
                  <a:prstDash val="solid"/>
                </a:ln>
                <a:effectLst/>
              </p:spPr>
            </p:cxnSp>
          </p:grpSp>
          <p:sp>
            <p:nvSpPr>
              <p:cNvPr id="980" name="Rectangle 979">
                <a:extLst>
                  <a:ext uri="{FF2B5EF4-FFF2-40B4-BE49-F238E27FC236}">
                    <a16:creationId xmlns:a16="http://schemas.microsoft.com/office/drawing/2014/main" id="{F00ED881-B944-FC48-9E88-0D81D2145925}"/>
                  </a:ext>
                </a:extLst>
              </p:cNvPr>
              <p:cNvSpPr/>
              <p:nvPr/>
            </p:nvSpPr>
            <p:spPr bwMode="auto">
              <a:xfrm>
                <a:off x="4355141" y="4579754"/>
                <a:ext cx="496887"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81" name="Straight Connector 980">
                <a:extLst>
                  <a:ext uri="{FF2B5EF4-FFF2-40B4-BE49-F238E27FC236}">
                    <a16:creationId xmlns:a16="http://schemas.microsoft.com/office/drawing/2014/main" id="{7CCAB184-9AE2-7B4C-80D2-9640964D0371}"/>
                  </a:ext>
                </a:extLst>
              </p:cNvPr>
              <p:cNvCxnSpPr/>
              <p:nvPr/>
            </p:nvCxnSpPr>
            <p:spPr bwMode="auto">
              <a:xfrm flipH="1">
                <a:off x="4348791" y="4032148"/>
                <a:ext cx="3175" cy="1450757"/>
              </a:xfrm>
              <a:prstGeom prst="line">
                <a:avLst/>
              </a:prstGeom>
              <a:noFill/>
              <a:ln w="3175" cap="flat" cmpd="sng" algn="ctr">
                <a:solidFill>
                  <a:srgbClr val="000000"/>
                </a:solidFill>
                <a:prstDash val="sysDash"/>
              </a:ln>
              <a:effectLst/>
            </p:spPr>
          </p:cxnSp>
          <p:grpSp>
            <p:nvGrpSpPr>
              <p:cNvPr id="982" name="Group 568">
                <a:extLst>
                  <a:ext uri="{FF2B5EF4-FFF2-40B4-BE49-F238E27FC236}">
                    <a16:creationId xmlns:a16="http://schemas.microsoft.com/office/drawing/2014/main" id="{2939B129-2D0A-934E-82CE-DFAE38C58EB2}"/>
                  </a:ext>
                </a:extLst>
              </p:cNvPr>
              <p:cNvGrpSpPr>
                <a:grpSpLocks/>
              </p:cNvGrpSpPr>
              <p:nvPr/>
            </p:nvGrpSpPr>
            <p:grpSpPr bwMode="auto">
              <a:xfrm>
                <a:off x="4351304" y="3867098"/>
                <a:ext cx="503828" cy="248249"/>
                <a:chOff x="2183302" y="1564542"/>
                <a:chExt cx="1200154" cy="440314"/>
              </a:xfrm>
            </p:grpSpPr>
            <p:sp>
              <p:nvSpPr>
                <p:cNvPr id="983" name="Oval 982">
                  <a:extLst>
                    <a:ext uri="{FF2B5EF4-FFF2-40B4-BE49-F238E27FC236}">
                      <a16:creationId xmlns:a16="http://schemas.microsoft.com/office/drawing/2014/main" id="{6A8F745B-1D4E-4F4F-BEFA-6144E5BDE2F6}"/>
                    </a:ext>
                  </a:extLst>
                </p:cNvPr>
                <p:cNvSpPr/>
                <p:nvPr/>
              </p:nvSpPr>
              <p:spPr bwMode="auto">
                <a:xfrm flipV="1">
                  <a:off x="2188659" y="1691187"/>
                  <a:ext cx="1194966" cy="312497"/>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84" name="Rectangle 983">
                  <a:extLst>
                    <a:ext uri="{FF2B5EF4-FFF2-40B4-BE49-F238E27FC236}">
                      <a16:creationId xmlns:a16="http://schemas.microsoft.com/office/drawing/2014/main" id="{9C90A1F3-B2A8-9548-8E8B-D7BD57307905}"/>
                    </a:ext>
                  </a:extLst>
                </p:cNvPr>
                <p:cNvSpPr/>
                <p:nvPr/>
              </p:nvSpPr>
              <p:spPr bwMode="auto">
                <a:xfrm>
                  <a:off x="2184879" y="1736232"/>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85" name="Oval 984">
                  <a:extLst>
                    <a:ext uri="{FF2B5EF4-FFF2-40B4-BE49-F238E27FC236}">
                      <a16:creationId xmlns:a16="http://schemas.microsoft.com/office/drawing/2014/main" id="{629F401F-84D1-3A47-827D-8D943652DA3A}"/>
                    </a:ext>
                  </a:extLst>
                </p:cNvPr>
                <p:cNvSpPr>
                  <a:spLocks noChangeArrowheads="1"/>
                </p:cNvSpPr>
                <p:nvPr/>
              </p:nvSpPr>
              <p:spPr bwMode="auto">
                <a:xfrm flipV="1">
                  <a:off x="2184879" y="1564498"/>
                  <a:ext cx="1194966" cy="312499"/>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86" name="Freeform 985">
                  <a:extLst>
                    <a:ext uri="{FF2B5EF4-FFF2-40B4-BE49-F238E27FC236}">
                      <a16:creationId xmlns:a16="http://schemas.microsoft.com/office/drawing/2014/main" id="{FF593AC5-08BE-8844-905E-205731B1D7EF}"/>
                    </a:ext>
                  </a:extLst>
                </p:cNvPr>
                <p:cNvSpPr/>
                <p:nvPr/>
              </p:nvSpPr>
              <p:spPr bwMode="auto">
                <a:xfrm>
                  <a:off x="2491182" y="1671479"/>
                  <a:ext cx="582357" cy="15484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87" name="Freeform 986">
                  <a:extLst>
                    <a:ext uri="{FF2B5EF4-FFF2-40B4-BE49-F238E27FC236}">
                      <a16:creationId xmlns:a16="http://schemas.microsoft.com/office/drawing/2014/main" id="{F0D77977-1A67-AA45-AB94-A8428B061207}"/>
                    </a:ext>
                  </a:extLst>
                </p:cNvPr>
                <p:cNvSpPr>
                  <a:spLocks/>
                </p:cNvSpPr>
                <p:nvPr/>
              </p:nvSpPr>
              <p:spPr bwMode="auto">
                <a:xfrm>
                  <a:off x="2430678" y="1629250"/>
                  <a:ext cx="703366" cy="109796"/>
                </a:xfrm>
                <a:custGeom>
                  <a:avLst/>
                  <a:gdLst>
                    <a:gd name="T0" fmla="*/ 0 w 3723451"/>
                    <a:gd name="T1" fmla="*/ 26862 h 932950"/>
                    <a:gd name="T2" fmla="*/ 123762 w 3723451"/>
                    <a:gd name="T3" fmla="*/ 317 h 932950"/>
                    <a:gd name="T4" fmla="*/ 350560 w 3723451"/>
                    <a:gd name="T5" fmla="*/ 61263 h 932950"/>
                    <a:gd name="T6" fmla="*/ 566927 w 3723451"/>
                    <a:gd name="T7" fmla="*/ 0 h 932950"/>
                    <a:gd name="T8" fmla="*/ 703366 w 3723451"/>
                    <a:gd name="T9" fmla="*/ 24379 h 932950"/>
                    <a:gd name="T10" fmla="*/ 601856 w 3723451"/>
                    <a:gd name="T11" fmla="*/ 54357 h 932950"/>
                    <a:gd name="T12" fmla="*/ 569173 w 3723451"/>
                    <a:gd name="T13" fmla="*/ 46274 h 932950"/>
                    <a:gd name="T14" fmla="*/ 354544 w 3723451"/>
                    <a:gd name="T15" fmla="*/ 109796 h 932950"/>
                    <a:gd name="T16" fmla="*/ 134425 w 3723451"/>
                    <a:gd name="T17" fmla="*/ 48611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8" name="Freeform 987">
                  <a:extLst>
                    <a:ext uri="{FF2B5EF4-FFF2-40B4-BE49-F238E27FC236}">
                      <a16:creationId xmlns:a16="http://schemas.microsoft.com/office/drawing/2014/main" id="{4A24255A-B649-9D44-AB80-CACD0B0D1B34}"/>
                    </a:ext>
                  </a:extLst>
                </p:cNvPr>
                <p:cNvSpPr>
                  <a:spLocks/>
                </p:cNvSpPr>
                <p:nvPr/>
              </p:nvSpPr>
              <p:spPr bwMode="auto">
                <a:xfrm>
                  <a:off x="2892025" y="1722154"/>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9" name="Freeform 988">
                  <a:extLst>
                    <a:ext uri="{FF2B5EF4-FFF2-40B4-BE49-F238E27FC236}">
                      <a16:creationId xmlns:a16="http://schemas.microsoft.com/office/drawing/2014/main" id="{21311582-6B5F-4441-B6D0-5D1DEBA1CB85}"/>
                    </a:ext>
                  </a:extLst>
                </p:cNvPr>
                <p:cNvSpPr>
                  <a:spLocks/>
                </p:cNvSpPr>
                <p:nvPr/>
              </p:nvSpPr>
              <p:spPr bwMode="auto">
                <a:xfrm>
                  <a:off x="2419334" y="1724970"/>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90" name="Straight Connector 989">
                  <a:extLst>
                    <a:ext uri="{FF2B5EF4-FFF2-40B4-BE49-F238E27FC236}">
                      <a16:creationId xmlns:a16="http://schemas.microsoft.com/office/drawing/2014/main" id="{C0FC5468-8C4C-AB42-AC33-6B20FED82305}"/>
                    </a:ext>
                  </a:extLst>
                </p:cNvPr>
                <p:cNvCxnSpPr>
                  <a:cxnSpLocks noChangeShapeType="1"/>
                  <a:endCxn id="985" idx="2"/>
                </p:cNvCxnSpPr>
                <p:nvPr/>
              </p:nvCxnSpPr>
              <p:spPr bwMode="auto">
                <a:xfrm flipH="1" flipV="1">
                  <a:off x="2184879" y="1722154"/>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91" name="Straight Connector 990">
                  <a:extLst>
                    <a:ext uri="{FF2B5EF4-FFF2-40B4-BE49-F238E27FC236}">
                      <a16:creationId xmlns:a16="http://schemas.microsoft.com/office/drawing/2014/main" id="{0641688B-D837-D241-8726-C138E7CF2444}"/>
                    </a:ext>
                  </a:extLst>
                </p:cNvPr>
                <p:cNvCxnSpPr>
                  <a:cxnSpLocks noChangeShapeType="1"/>
                </p:cNvCxnSpPr>
                <p:nvPr/>
              </p:nvCxnSpPr>
              <p:spPr bwMode="auto">
                <a:xfrm flipH="1" flipV="1">
                  <a:off x="3379845" y="1727785"/>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5" name="Group 48257">
              <a:extLst>
                <a:ext uri="{FF2B5EF4-FFF2-40B4-BE49-F238E27FC236}">
                  <a16:creationId xmlns:a16="http://schemas.microsoft.com/office/drawing/2014/main" id="{DFD8AD38-F69C-AE4E-A7C6-58BC92264C2E}"/>
                </a:ext>
              </a:extLst>
            </p:cNvPr>
            <p:cNvGrpSpPr>
              <a:grpSpLocks/>
            </p:cNvGrpSpPr>
            <p:nvPr/>
          </p:nvGrpSpPr>
          <p:grpSpPr bwMode="auto">
            <a:xfrm>
              <a:off x="5552116" y="3849635"/>
              <a:ext cx="514350" cy="1670050"/>
              <a:chOff x="5552116" y="3849635"/>
              <a:chExt cx="514350" cy="1670050"/>
            </a:xfrm>
          </p:grpSpPr>
          <p:sp>
            <p:nvSpPr>
              <p:cNvPr id="957" name="Rectangle 956">
                <a:extLst>
                  <a:ext uri="{FF2B5EF4-FFF2-40B4-BE49-F238E27FC236}">
                    <a16:creationId xmlns:a16="http://schemas.microsoft.com/office/drawing/2014/main" id="{B13372F6-7422-A24B-A223-1174A9270D3C}"/>
                  </a:ext>
                </a:extLst>
              </p:cNvPr>
              <p:cNvSpPr/>
              <p:nvPr/>
            </p:nvSpPr>
            <p:spPr bwMode="auto">
              <a:xfrm rot="10800000">
                <a:off x="5555163" y="3933392"/>
                <a:ext cx="498084" cy="62864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58" name="Straight Connector 957">
                <a:extLst>
                  <a:ext uri="{FF2B5EF4-FFF2-40B4-BE49-F238E27FC236}">
                    <a16:creationId xmlns:a16="http://schemas.microsoft.com/office/drawing/2014/main" id="{E33D11D1-8D4D-F14F-B9FC-6D2FB093890B}"/>
                  </a:ext>
                </a:extLst>
              </p:cNvPr>
              <p:cNvCxnSpPr/>
              <p:nvPr/>
            </p:nvCxnSpPr>
            <p:spPr bwMode="auto">
              <a:xfrm flipH="1">
                <a:off x="6064879" y="4006752"/>
                <a:ext cx="1588" cy="1365045"/>
              </a:xfrm>
              <a:prstGeom prst="line">
                <a:avLst/>
              </a:prstGeom>
              <a:noFill/>
              <a:ln w="3175" cap="flat" cmpd="sng" algn="ctr">
                <a:solidFill>
                  <a:srgbClr val="000000"/>
                </a:solidFill>
                <a:prstDash val="sysDash"/>
              </a:ln>
              <a:effectLst/>
            </p:spPr>
          </p:cxnSp>
          <p:grpSp>
            <p:nvGrpSpPr>
              <p:cNvPr id="959" name="Group 607">
                <a:extLst>
                  <a:ext uri="{FF2B5EF4-FFF2-40B4-BE49-F238E27FC236}">
                    <a16:creationId xmlns:a16="http://schemas.microsoft.com/office/drawing/2014/main" id="{12AC3864-6986-E84A-85C7-6895574A8804}"/>
                  </a:ext>
                </a:extLst>
              </p:cNvPr>
              <p:cNvGrpSpPr>
                <a:grpSpLocks/>
              </p:cNvGrpSpPr>
              <p:nvPr/>
            </p:nvGrpSpPr>
            <p:grpSpPr bwMode="auto">
              <a:xfrm>
                <a:off x="5557264" y="5297988"/>
                <a:ext cx="507588" cy="221697"/>
                <a:chOff x="4128636" y="3606589"/>
                <a:chExt cx="568145" cy="338667"/>
              </a:xfrm>
            </p:grpSpPr>
            <p:sp>
              <p:nvSpPr>
                <p:cNvPr id="972" name="Oval 971">
                  <a:extLst>
                    <a:ext uri="{FF2B5EF4-FFF2-40B4-BE49-F238E27FC236}">
                      <a16:creationId xmlns:a16="http://schemas.microsoft.com/office/drawing/2014/main" id="{1C323077-6C9C-1746-A411-C1B91269146D}"/>
                    </a:ext>
                  </a:extLst>
                </p:cNvPr>
                <p:cNvSpPr/>
                <p:nvPr/>
              </p:nvSpPr>
              <p:spPr>
                <a:xfrm>
                  <a:off x="4128205" y="3719341"/>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73" name="Rectangle 972">
                  <a:extLst>
                    <a:ext uri="{FF2B5EF4-FFF2-40B4-BE49-F238E27FC236}">
                      <a16:creationId xmlns:a16="http://schemas.microsoft.com/office/drawing/2014/main" id="{EE440552-5BF2-324D-8F4B-CBBAD5E25F28}"/>
                    </a:ext>
                  </a:extLst>
                </p:cNvPr>
                <p:cNvSpPr/>
                <p:nvPr/>
              </p:nvSpPr>
              <p:spPr>
                <a:xfrm>
                  <a:off x="4128205" y="3719341"/>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74" name="Oval 973">
                  <a:extLst>
                    <a:ext uri="{FF2B5EF4-FFF2-40B4-BE49-F238E27FC236}">
                      <a16:creationId xmlns:a16="http://schemas.microsoft.com/office/drawing/2014/main" id="{352AAEDD-5767-E14C-A897-289B1F7E9906}"/>
                    </a:ext>
                  </a:extLst>
                </p:cNvPr>
                <p:cNvSpPr/>
                <p:nvPr/>
              </p:nvSpPr>
              <p:spPr>
                <a:xfrm>
                  <a:off x="4128205" y="3600530"/>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75" name="Straight Connector 974">
                  <a:extLst>
                    <a:ext uri="{FF2B5EF4-FFF2-40B4-BE49-F238E27FC236}">
                      <a16:creationId xmlns:a16="http://schemas.microsoft.com/office/drawing/2014/main" id="{703AA525-DABB-0145-AB73-1F4B2D918977}"/>
                    </a:ext>
                  </a:extLst>
                </p:cNvPr>
                <p:cNvCxnSpPr/>
                <p:nvPr/>
              </p:nvCxnSpPr>
              <p:spPr>
                <a:xfrm>
                  <a:off x="4696811" y="3719341"/>
                  <a:ext cx="0" cy="111537"/>
                </a:xfrm>
                <a:prstGeom prst="line">
                  <a:avLst/>
                </a:prstGeom>
                <a:noFill/>
                <a:ln w="6350" cap="flat" cmpd="sng" algn="ctr">
                  <a:solidFill>
                    <a:srgbClr val="000000"/>
                  </a:solidFill>
                  <a:prstDash val="solid"/>
                </a:ln>
                <a:effectLst/>
              </p:spPr>
            </p:cxnSp>
            <p:cxnSp>
              <p:nvCxnSpPr>
                <p:cNvPr id="976" name="Straight Connector 975">
                  <a:extLst>
                    <a:ext uri="{FF2B5EF4-FFF2-40B4-BE49-F238E27FC236}">
                      <a16:creationId xmlns:a16="http://schemas.microsoft.com/office/drawing/2014/main" id="{4325B995-3B4C-0C4D-A71A-517823605523}"/>
                    </a:ext>
                  </a:extLst>
                </p:cNvPr>
                <p:cNvCxnSpPr/>
                <p:nvPr/>
              </p:nvCxnSpPr>
              <p:spPr>
                <a:xfrm>
                  <a:off x="4128205" y="3719341"/>
                  <a:ext cx="0" cy="111537"/>
                </a:xfrm>
                <a:prstGeom prst="line">
                  <a:avLst/>
                </a:prstGeom>
                <a:noFill/>
                <a:ln w="6350" cap="flat" cmpd="sng" algn="ctr">
                  <a:solidFill>
                    <a:srgbClr val="000000"/>
                  </a:solidFill>
                  <a:prstDash val="solid"/>
                </a:ln>
                <a:effectLst/>
              </p:spPr>
            </p:cxnSp>
          </p:grpSp>
          <p:sp>
            <p:nvSpPr>
              <p:cNvPr id="960" name="Rectangle 959">
                <a:extLst>
                  <a:ext uri="{FF2B5EF4-FFF2-40B4-BE49-F238E27FC236}">
                    <a16:creationId xmlns:a16="http://schemas.microsoft.com/office/drawing/2014/main" id="{67DB7B11-56CE-334A-ADC8-5DC41B2B2B31}"/>
                  </a:ext>
                </a:extLst>
              </p:cNvPr>
              <p:cNvSpPr/>
              <p:nvPr/>
            </p:nvSpPr>
            <p:spPr bwMode="auto">
              <a:xfrm>
                <a:off x="5558467" y="4562294"/>
                <a:ext cx="496887"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61" name="Straight Connector 960">
                <a:extLst>
                  <a:ext uri="{FF2B5EF4-FFF2-40B4-BE49-F238E27FC236}">
                    <a16:creationId xmlns:a16="http://schemas.microsoft.com/office/drawing/2014/main" id="{A04F27FE-A553-BA4D-8784-D3F9D239406C}"/>
                  </a:ext>
                </a:extLst>
              </p:cNvPr>
              <p:cNvCxnSpPr/>
              <p:nvPr/>
            </p:nvCxnSpPr>
            <p:spPr bwMode="auto">
              <a:xfrm flipH="1">
                <a:off x="5552117" y="4014689"/>
                <a:ext cx="3175" cy="1450757"/>
              </a:xfrm>
              <a:prstGeom prst="line">
                <a:avLst/>
              </a:prstGeom>
              <a:noFill/>
              <a:ln w="3175" cap="flat" cmpd="sng" algn="ctr">
                <a:solidFill>
                  <a:srgbClr val="000000"/>
                </a:solidFill>
                <a:prstDash val="sysDash"/>
              </a:ln>
              <a:effectLst/>
            </p:spPr>
          </p:cxnSp>
          <p:grpSp>
            <p:nvGrpSpPr>
              <p:cNvPr id="962" name="Group 595">
                <a:extLst>
                  <a:ext uri="{FF2B5EF4-FFF2-40B4-BE49-F238E27FC236}">
                    <a16:creationId xmlns:a16="http://schemas.microsoft.com/office/drawing/2014/main" id="{7A9DFB75-AD21-E042-816D-12C833D0B14E}"/>
                  </a:ext>
                </a:extLst>
              </p:cNvPr>
              <p:cNvGrpSpPr>
                <a:grpSpLocks/>
              </p:cNvGrpSpPr>
              <p:nvPr/>
            </p:nvGrpSpPr>
            <p:grpSpPr bwMode="auto">
              <a:xfrm>
                <a:off x="5554629" y="3849635"/>
                <a:ext cx="503828" cy="248249"/>
                <a:chOff x="2183302" y="1564542"/>
                <a:chExt cx="1200154" cy="440314"/>
              </a:xfrm>
            </p:grpSpPr>
            <p:sp>
              <p:nvSpPr>
                <p:cNvPr id="963" name="Oval 962">
                  <a:extLst>
                    <a:ext uri="{FF2B5EF4-FFF2-40B4-BE49-F238E27FC236}">
                      <a16:creationId xmlns:a16="http://schemas.microsoft.com/office/drawing/2014/main" id="{EBC1A268-4FE6-7C48-A7EB-5B88F961348E}"/>
                    </a:ext>
                  </a:extLst>
                </p:cNvPr>
                <p:cNvSpPr/>
                <p:nvPr/>
              </p:nvSpPr>
              <p:spPr bwMode="auto">
                <a:xfrm flipV="1">
                  <a:off x="2188662" y="1691192"/>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64" name="Rectangle 963">
                  <a:extLst>
                    <a:ext uri="{FF2B5EF4-FFF2-40B4-BE49-F238E27FC236}">
                      <a16:creationId xmlns:a16="http://schemas.microsoft.com/office/drawing/2014/main" id="{7E5BFB83-4F66-5340-A6C8-AE2EA6969B5D}"/>
                    </a:ext>
                  </a:extLst>
                </p:cNvPr>
                <p:cNvSpPr/>
                <p:nvPr/>
              </p:nvSpPr>
              <p:spPr bwMode="auto">
                <a:xfrm>
                  <a:off x="2184881" y="1736237"/>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65" name="Oval 964">
                  <a:extLst>
                    <a:ext uri="{FF2B5EF4-FFF2-40B4-BE49-F238E27FC236}">
                      <a16:creationId xmlns:a16="http://schemas.microsoft.com/office/drawing/2014/main" id="{835B3555-2BFA-4345-AEDE-3AFF012D165A}"/>
                    </a:ext>
                  </a:extLst>
                </p:cNvPr>
                <p:cNvSpPr>
                  <a:spLocks noChangeArrowheads="1"/>
                </p:cNvSpPr>
                <p:nvPr/>
              </p:nvSpPr>
              <p:spPr bwMode="auto">
                <a:xfrm flipV="1">
                  <a:off x="2184881" y="1564505"/>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66" name="Freeform 965">
                  <a:extLst>
                    <a:ext uri="{FF2B5EF4-FFF2-40B4-BE49-F238E27FC236}">
                      <a16:creationId xmlns:a16="http://schemas.microsoft.com/office/drawing/2014/main" id="{9C54B396-F12D-CD4B-97BD-8CD97DC9CB69}"/>
                    </a:ext>
                  </a:extLst>
                </p:cNvPr>
                <p:cNvSpPr/>
                <p:nvPr/>
              </p:nvSpPr>
              <p:spPr bwMode="auto">
                <a:xfrm>
                  <a:off x="2491185" y="1671486"/>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67" name="Freeform 966">
                  <a:extLst>
                    <a:ext uri="{FF2B5EF4-FFF2-40B4-BE49-F238E27FC236}">
                      <a16:creationId xmlns:a16="http://schemas.microsoft.com/office/drawing/2014/main" id="{74A5A762-7F2A-7146-9F8E-38B680D0FAE5}"/>
                    </a:ext>
                  </a:extLst>
                </p:cNvPr>
                <p:cNvSpPr>
                  <a:spLocks/>
                </p:cNvSpPr>
                <p:nvPr/>
              </p:nvSpPr>
              <p:spPr bwMode="auto">
                <a:xfrm>
                  <a:off x="2430680" y="1629256"/>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8" name="Freeform 967">
                  <a:extLst>
                    <a:ext uri="{FF2B5EF4-FFF2-40B4-BE49-F238E27FC236}">
                      <a16:creationId xmlns:a16="http://schemas.microsoft.com/office/drawing/2014/main" id="{2A01FA01-3AF8-6C49-B347-15EC8DD1FCDF}"/>
                    </a:ext>
                  </a:extLst>
                </p:cNvPr>
                <p:cNvSpPr>
                  <a:spLocks/>
                </p:cNvSpPr>
                <p:nvPr/>
              </p:nvSpPr>
              <p:spPr bwMode="auto">
                <a:xfrm>
                  <a:off x="2892028" y="1722161"/>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9" name="Freeform 968">
                  <a:extLst>
                    <a:ext uri="{FF2B5EF4-FFF2-40B4-BE49-F238E27FC236}">
                      <a16:creationId xmlns:a16="http://schemas.microsoft.com/office/drawing/2014/main" id="{45B074FE-A579-4E44-9C72-7EC6937937B6}"/>
                    </a:ext>
                  </a:extLst>
                </p:cNvPr>
                <p:cNvSpPr>
                  <a:spLocks/>
                </p:cNvSpPr>
                <p:nvPr/>
              </p:nvSpPr>
              <p:spPr bwMode="auto">
                <a:xfrm>
                  <a:off x="2419337" y="1724976"/>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70" name="Straight Connector 969">
                  <a:extLst>
                    <a:ext uri="{FF2B5EF4-FFF2-40B4-BE49-F238E27FC236}">
                      <a16:creationId xmlns:a16="http://schemas.microsoft.com/office/drawing/2014/main" id="{D7BA177F-687A-5349-B8D9-E812C7AD3962}"/>
                    </a:ext>
                  </a:extLst>
                </p:cNvPr>
                <p:cNvCxnSpPr>
                  <a:cxnSpLocks noChangeShapeType="1"/>
                  <a:endCxn id="965" idx="2"/>
                </p:cNvCxnSpPr>
                <p:nvPr/>
              </p:nvCxnSpPr>
              <p:spPr bwMode="auto">
                <a:xfrm flipH="1" flipV="1">
                  <a:off x="2184881" y="1722161"/>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71" name="Straight Connector 970">
                  <a:extLst>
                    <a:ext uri="{FF2B5EF4-FFF2-40B4-BE49-F238E27FC236}">
                      <a16:creationId xmlns:a16="http://schemas.microsoft.com/office/drawing/2014/main" id="{2708807E-0266-644C-A6E9-061ABB06D12B}"/>
                    </a:ext>
                  </a:extLst>
                </p:cNvPr>
                <p:cNvCxnSpPr>
                  <a:cxnSpLocks noChangeShapeType="1"/>
                </p:cNvCxnSpPr>
                <p:nvPr/>
              </p:nvCxnSpPr>
              <p:spPr bwMode="auto">
                <a:xfrm flipH="1" flipV="1">
                  <a:off x="3379847" y="1727792"/>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6" name="Group 48258">
              <a:extLst>
                <a:ext uri="{FF2B5EF4-FFF2-40B4-BE49-F238E27FC236}">
                  <a16:creationId xmlns:a16="http://schemas.microsoft.com/office/drawing/2014/main" id="{47B32372-CF84-404F-9FD0-9ACFAC4EE60D}"/>
                </a:ext>
              </a:extLst>
            </p:cNvPr>
            <p:cNvGrpSpPr>
              <a:grpSpLocks/>
            </p:cNvGrpSpPr>
            <p:nvPr/>
          </p:nvGrpSpPr>
          <p:grpSpPr bwMode="auto">
            <a:xfrm>
              <a:off x="6547479" y="3836935"/>
              <a:ext cx="514350" cy="1671638"/>
              <a:chOff x="6547479" y="3836935"/>
              <a:chExt cx="514350" cy="1671638"/>
            </a:xfrm>
          </p:grpSpPr>
          <p:sp>
            <p:nvSpPr>
              <p:cNvPr id="937" name="Rectangle 936">
                <a:extLst>
                  <a:ext uri="{FF2B5EF4-FFF2-40B4-BE49-F238E27FC236}">
                    <a16:creationId xmlns:a16="http://schemas.microsoft.com/office/drawing/2014/main" id="{73DDF967-9AF3-2A4F-AE8E-6BE3B9FF2E91}"/>
                  </a:ext>
                </a:extLst>
              </p:cNvPr>
              <p:cNvSpPr/>
              <p:nvPr/>
            </p:nvSpPr>
            <p:spPr bwMode="auto">
              <a:xfrm rot="10800000">
                <a:off x="6550526" y="3920772"/>
                <a:ext cx="498084" cy="62924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38" name="Straight Connector 937">
                <a:extLst>
                  <a:ext uri="{FF2B5EF4-FFF2-40B4-BE49-F238E27FC236}">
                    <a16:creationId xmlns:a16="http://schemas.microsoft.com/office/drawing/2014/main" id="{4E2A68FE-149D-DD45-B62C-268C2B480787}"/>
                  </a:ext>
                </a:extLst>
              </p:cNvPr>
              <p:cNvCxnSpPr/>
              <p:nvPr/>
            </p:nvCxnSpPr>
            <p:spPr bwMode="auto">
              <a:xfrm flipH="1">
                <a:off x="7060242" y="3994054"/>
                <a:ext cx="1587" cy="1366633"/>
              </a:xfrm>
              <a:prstGeom prst="line">
                <a:avLst/>
              </a:prstGeom>
              <a:noFill/>
              <a:ln w="3175" cap="flat" cmpd="sng" algn="ctr">
                <a:solidFill>
                  <a:srgbClr val="000000"/>
                </a:solidFill>
                <a:prstDash val="sysDash"/>
              </a:ln>
              <a:effectLst/>
            </p:spPr>
          </p:cxnSp>
          <p:grpSp>
            <p:nvGrpSpPr>
              <p:cNvPr id="939" name="Group 634">
                <a:extLst>
                  <a:ext uri="{FF2B5EF4-FFF2-40B4-BE49-F238E27FC236}">
                    <a16:creationId xmlns:a16="http://schemas.microsoft.com/office/drawing/2014/main" id="{EA89FBDD-115D-B744-8C40-278D9ECECBF6}"/>
                  </a:ext>
                </a:extLst>
              </p:cNvPr>
              <p:cNvGrpSpPr>
                <a:grpSpLocks/>
              </p:cNvGrpSpPr>
              <p:nvPr/>
            </p:nvGrpSpPr>
            <p:grpSpPr bwMode="auto">
              <a:xfrm>
                <a:off x="6552627" y="5286665"/>
                <a:ext cx="507588" cy="221908"/>
                <a:chOff x="4128636" y="3606589"/>
                <a:chExt cx="568145" cy="338667"/>
              </a:xfrm>
            </p:grpSpPr>
            <p:sp>
              <p:nvSpPr>
                <p:cNvPr id="952" name="Oval 951">
                  <a:extLst>
                    <a:ext uri="{FF2B5EF4-FFF2-40B4-BE49-F238E27FC236}">
                      <a16:creationId xmlns:a16="http://schemas.microsoft.com/office/drawing/2014/main" id="{ADD15AEA-0E06-3444-AA78-D1D680AED400}"/>
                    </a:ext>
                  </a:extLst>
                </p:cNvPr>
                <p:cNvSpPr/>
                <p:nvPr/>
              </p:nvSpPr>
              <p:spPr>
                <a:xfrm>
                  <a:off x="4128205" y="3719558"/>
                  <a:ext cx="568606" cy="225284"/>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3" name="Rectangle 952">
                  <a:extLst>
                    <a:ext uri="{FF2B5EF4-FFF2-40B4-BE49-F238E27FC236}">
                      <a16:creationId xmlns:a16="http://schemas.microsoft.com/office/drawing/2014/main" id="{CBDCEDCB-60F4-7D47-8AE9-D843D17AF39C}"/>
                    </a:ext>
                  </a:extLst>
                </p:cNvPr>
                <p:cNvSpPr/>
                <p:nvPr/>
              </p:nvSpPr>
              <p:spPr>
                <a:xfrm>
                  <a:off x="4128205" y="3719558"/>
                  <a:ext cx="568606" cy="111431"/>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4" name="Oval 953">
                  <a:extLst>
                    <a:ext uri="{FF2B5EF4-FFF2-40B4-BE49-F238E27FC236}">
                      <a16:creationId xmlns:a16="http://schemas.microsoft.com/office/drawing/2014/main" id="{96CC10B3-D82A-D340-B795-8505902BBB5B}"/>
                    </a:ext>
                  </a:extLst>
                </p:cNvPr>
                <p:cNvSpPr/>
                <p:nvPr/>
              </p:nvSpPr>
              <p:spPr>
                <a:xfrm>
                  <a:off x="4128205" y="3605704"/>
                  <a:ext cx="568606" cy="225286"/>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55" name="Straight Connector 954">
                  <a:extLst>
                    <a:ext uri="{FF2B5EF4-FFF2-40B4-BE49-F238E27FC236}">
                      <a16:creationId xmlns:a16="http://schemas.microsoft.com/office/drawing/2014/main" id="{3B133DA9-A713-2849-A8D7-EDE46E681761}"/>
                    </a:ext>
                  </a:extLst>
                </p:cNvPr>
                <p:cNvCxnSpPr/>
                <p:nvPr/>
              </p:nvCxnSpPr>
              <p:spPr>
                <a:xfrm>
                  <a:off x="4696811" y="3719558"/>
                  <a:ext cx="0" cy="111431"/>
                </a:xfrm>
                <a:prstGeom prst="line">
                  <a:avLst/>
                </a:prstGeom>
                <a:noFill/>
                <a:ln w="6350" cap="flat" cmpd="sng" algn="ctr">
                  <a:solidFill>
                    <a:srgbClr val="000000"/>
                  </a:solidFill>
                  <a:prstDash val="solid"/>
                </a:ln>
                <a:effectLst/>
              </p:spPr>
            </p:cxnSp>
            <p:cxnSp>
              <p:nvCxnSpPr>
                <p:cNvPr id="956" name="Straight Connector 955">
                  <a:extLst>
                    <a:ext uri="{FF2B5EF4-FFF2-40B4-BE49-F238E27FC236}">
                      <a16:creationId xmlns:a16="http://schemas.microsoft.com/office/drawing/2014/main" id="{BC22357C-1B49-FD47-A8E1-4EE9363277E0}"/>
                    </a:ext>
                  </a:extLst>
                </p:cNvPr>
                <p:cNvCxnSpPr/>
                <p:nvPr/>
              </p:nvCxnSpPr>
              <p:spPr>
                <a:xfrm>
                  <a:off x="4128205" y="3719558"/>
                  <a:ext cx="0" cy="111431"/>
                </a:xfrm>
                <a:prstGeom prst="line">
                  <a:avLst/>
                </a:prstGeom>
                <a:noFill/>
                <a:ln w="6350" cap="flat" cmpd="sng" algn="ctr">
                  <a:solidFill>
                    <a:srgbClr val="000000"/>
                  </a:solidFill>
                  <a:prstDash val="solid"/>
                </a:ln>
                <a:effectLst/>
              </p:spPr>
            </p:cxnSp>
          </p:grpSp>
          <p:sp>
            <p:nvSpPr>
              <p:cNvPr id="940" name="Rectangle 939">
                <a:extLst>
                  <a:ext uri="{FF2B5EF4-FFF2-40B4-BE49-F238E27FC236}">
                    <a16:creationId xmlns:a16="http://schemas.microsoft.com/office/drawing/2014/main" id="{8A75ED0D-201E-C349-9238-A2D94F02D3E1}"/>
                  </a:ext>
                </a:extLst>
              </p:cNvPr>
              <p:cNvSpPr/>
              <p:nvPr/>
            </p:nvSpPr>
            <p:spPr bwMode="auto">
              <a:xfrm>
                <a:off x="6553829" y="4551184"/>
                <a:ext cx="496888"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41" name="Straight Connector 940">
                <a:extLst>
                  <a:ext uri="{FF2B5EF4-FFF2-40B4-BE49-F238E27FC236}">
                    <a16:creationId xmlns:a16="http://schemas.microsoft.com/office/drawing/2014/main" id="{690B7076-D7BF-A64B-A741-7A1AB99BC7BD}"/>
                  </a:ext>
                </a:extLst>
              </p:cNvPr>
              <p:cNvCxnSpPr/>
              <p:nvPr/>
            </p:nvCxnSpPr>
            <p:spPr bwMode="auto">
              <a:xfrm flipH="1">
                <a:off x="6547479" y="4001991"/>
                <a:ext cx="3175" cy="1452344"/>
              </a:xfrm>
              <a:prstGeom prst="line">
                <a:avLst/>
              </a:prstGeom>
              <a:noFill/>
              <a:ln w="3175" cap="flat" cmpd="sng" algn="ctr">
                <a:solidFill>
                  <a:srgbClr val="000000"/>
                </a:solidFill>
                <a:prstDash val="sysDash"/>
              </a:ln>
              <a:effectLst/>
            </p:spPr>
          </p:cxnSp>
          <p:grpSp>
            <p:nvGrpSpPr>
              <p:cNvPr id="942" name="Group 622">
                <a:extLst>
                  <a:ext uri="{FF2B5EF4-FFF2-40B4-BE49-F238E27FC236}">
                    <a16:creationId xmlns:a16="http://schemas.microsoft.com/office/drawing/2014/main" id="{536C1E87-C19D-B549-A398-BDAA53318FF3}"/>
                  </a:ext>
                </a:extLst>
              </p:cNvPr>
              <p:cNvGrpSpPr>
                <a:grpSpLocks/>
              </p:cNvGrpSpPr>
              <p:nvPr/>
            </p:nvGrpSpPr>
            <p:grpSpPr bwMode="auto">
              <a:xfrm>
                <a:off x="6549992" y="3836935"/>
                <a:ext cx="503828" cy="248485"/>
                <a:chOff x="2183302" y="1564542"/>
                <a:chExt cx="1200154" cy="440314"/>
              </a:xfrm>
            </p:grpSpPr>
            <p:sp>
              <p:nvSpPr>
                <p:cNvPr id="943" name="Oval 942">
                  <a:extLst>
                    <a:ext uri="{FF2B5EF4-FFF2-40B4-BE49-F238E27FC236}">
                      <a16:creationId xmlns:a16="http://schemas.microsoft.com/office/drawing/2014/main" id="{2FA609ED-2E63-804A-8736-890A528B12F8}"/>
                    </a:ext>
                  </a:extLst>
                </p:cNvPr>
                <p:cNvSpPr/>
                <p:nvPr/>
              </p:nvSpPr>
              <p:spPr bwMode="auto">
                <a:xfrm flipV="1">
                  <a:off x="2188662" y="1691075"/>
                  <a:ext cx="1194966" cy="315014"/>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44" name="Rectangle 943">
                  <a:extLst>
                    <a:ext uri="{FF2B5EF4-FFF2-40B4-BE49-F238E27FC236}">
                      <a16:creationId xmlns:a16="http://schemas.microsoft.com/office/drawing/2014/main" id="{355D3E63-F907-0E45-8C46-4E02D5408E65}"/>
                    </a:ext>
                  </a:extLst>
                </p:cNvPr>
                <p:cNvSpPr/>
                <p:nvPr/>
              </p:nvSpPr>
              <p:spPr bwMode="auto">
                <a:xfrm>
                  <a:off x="2184879" y="1736077"/>
                  <a:ext cx="1198749" cy="112505"/>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5" name="Oval 944">
                  <a:extLst>
                    <a:ext uri="{FF2B5EF4-FFF2-40B4-BE49-F238E27FC236}">
                      <a16:creationId xmlns:a16="http://schemas.microsoft.com/office/drawing/2014/main" id="{575934DF-B322-274A-92BC-3407CBF59474}"/>
                    </a:ext>
                  </a:extLst>
                </p:cNvPr>
                <p:cNvSpPr>
                  <a:spLocks noChangeArrowheads="1"/>
                </p:cNvSpPr>
                <p:nvPr/>
              </p:nvSpPr>
              <p:spPr bwMode="auto">
                <a:xfrm flipV="1">
                  <a:off x="2184879" y="1564508"/>
                  <a:ext cx="1194966" cy="315014"/>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46" name="Freeform 945">
                  <a:extLst>
                    <a:ext uri="{FF2B5EF4-FFF2-40B4-BE49-F238E27FC236}">
                      <a16:creationId xmlns:a16="http://schemas.microsoft.com/office/drawing/2014/main" id="{CBF18B9D-FBE2-C54E-A32D-C409E6C62912}"/>
                    </a:ext>
                  </a:extLst>
                </p:cNvPr>
                <p:cNvSpPr/>
                <p:nvPr/>
              </p:nvSpPr>
              <p:spPr bwMode="auto">
                <a:xfrm>
                  <a:off x="2491185" y="1671388"/>
                  <a:ext cx="582357" cy="157507"/>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7" name="Freeform 946">
                  <a:extLst>
                    <a:ext uri="{FF2B5EF4-FFF2-40B4-BE49-F238E27FC236}">
                      <a16:creationId xmlns:a16="http://schemas.microsoft.com/office/drawing/2014/main" id="{E96DBFA6-2771-A54D-B845-79612A3939C1}"/>
                    </a:ext>
                  </a:extLst>
                </p:cNvPr>
                <p:cNvSpPr>
                  <a:spLocks/>
                </p:cNvSpPr>
                <p:nvPr/>
              </p:nvSpPr>
              <p:spPr bwMode="auto">
                <a:xfrm>
                  <a:off x="2430680" y="1629198"/>
                  <a:ext cx="703366" cy="112505"/>
                </a:xfrm>
                <a:custGeom>
                  <a:avLst/>
                  <a:gdLst>
                    <a:gd name="T0" fmla="*/ 0 w 3723451"/>
                    <a:gd name="T1" fmla="*/ 27524 h 932950"/>
                    <a:gd name="T2" fmla="*/ 123762 w 3723451"/>
                    <a:gd name="T3" fmla="*/ 324 h 932950"/>
                    <a:gd name="T4" fmla="*/ 350560 w 3723451"/>
                    <a:gd name="T5" fmla="*/ 62775 h 932950"/>
                    <a:gd name="T6" fmla="*/ 566927 w 3723451"/>
                    <a:gd name="T7" fmla="*/ 0 h 932950"/>
                    <a:gd name="T8" fmla="*/ 703366 w 3723451"/>
                    <a:gd name="T9" fmla="*/ 24980 h 932950"/>
                    <a:gd name="T10" fmla="*/ 601856 w 3723451"/>
                    <a:gd name="T11" fmla="*/ 55698 h 932950"/>
                    <a:gd name="T12" fmla="*/ 569173 w 3723451"/>
                    <a:gd name="T13" fmla="*/ 47416 h 932950"/>
                    <a:gd name="T14" fmla="*/ 354544 w 3723451"/>
                    <a:gd name="T15" fmla="*/ 112505 h 932950"/>
                    <a:gd name="T16" fmla="*/ 134425 w 3723451"/>
                    <a:gd name="T17" fmla="*/ 49811 h 932950"/>
                    <a:gd name="T18" fmla="*/ 98836 w 3723451"/>
                    <a:gd name="T19" fmla="*/ 56577 h 932950"/>
                    <a:gd name="T20" fmla="*/ 0 w 3723451"/>
                    <a:gd name="T21" fmla="*/ 27524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8" name="Freeform 947">
                  <a:extLst>
                    <a:ext uri="{FF2B5EF4-FFF2-40B4-BE49-F238E27FC236}">
                      <a16:creationId xmlns:a16="http://schemas.microsoft.com/office/drawing/2014/main" id="{02B4EA66-7954-AA46-ABFF-843F0F913933}"/>
                    </a:ext>
                  </a:extLst>
                </p:cNvPr>
                <p:cNvSpPr>
                  <a:spLocks/>
                </p:cNvSpPr>
                <p:nvPr/>
              </p:nvSpPr>
              <p:spPr bwMode="auto">
                <a:xfrm>
                  <a:off x="2892028" y="1724827"/>
                  <a:ext cx="260925" cy="95629"/>
                </a:xfrm>
                <a:custGeom>
                  <a:avLst/>
                  <a:gdLst>
                    <a:gd name="T0" fmla="*/ 0 w 1366596"/>
                    <a:gd name="T1" fmla="*/ 0 h 809868"/>
                    <a:gd name="T2" fmla="*/ 260925 w 1366596"/>
                    <a:gd name="T3" fmla="*/ 73895 h 809868"/>
                    <a:gd name="T4" fmla="*/ 165165 w 1366596"/>
                    <a:gd name="T5" fmla="*/ 95629 h 809868"/>
                    <a:gd name="T6" fmla="*/ 878 w 1366596"/>
                    <a:gd name="T7" fmla="*/ 50531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9" name="Freeform 948">
                  <a:extLst>
                    <a:ext uri="{FF2B5EF4-FFF2-40B4-BE49-F238E27FC236}">
                      <a16:creationId xmlns:a16="http://schemas.microsoft.com/office/drawing/2014/main" id="{F20F445F-471B-7448-AAA1-96643F81BE1A}"/>
                    </a:ext>
                  </a:extLst>
                </p:cNvPr>
                <p:cNvSpPr>
                  <a:spLocks/>
                </p:cNvSpPr>
                <p:nvPr/>
              </p:nvSpPr>
              <p:spPr bwMode="auto">
                <a:xfrm>
                  <a:off x="2419334" y="1727640"/>
                  <a:ext cx="253364" cy="92816"/>
                </a:xfrm>
                <a:custGeom>
                  <a:avLst/>
                  <a:gdLst>
                    <a:gd name="T0" fmla="*/ 249905 w 1348191"/>
                    <a:gd name="T1" fmla="*/ 0 h 791462"/>
                    <a:gd name="T2" fmla="*/ 253364 w 1348191"/>
                    <a:gd name="T3" fmla="*/ 44789 h 791462"/>
                    <a:gd name="T4" fmla="*/ 91661 w 1348191"/>
                    <a:gd name="T5" fmla="*/ 92816 h 791462"/>
                    <a:gd name="T6" fmla="*/ 0 w 1348191"/>
                    <a:gd name="T7" fmla="*/ 71770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50" name="Straight Connector 949">
                  <a:extLst>
                    <a:ext uri="{FF2B5EF4-FFF2-40B4-BE49-F238E27FC236}">
                      <a16:creationId xmlns:a16="http://schemas.microsoft.com/office/drawing/2014/main" id="{4BDF3FD2-413B-0D4C-9A59-50D44FBEA121}"/>
                    </a:ext>
                  </a:extLst>
                </p:cNvPr>
                <p:cNvCxnSpPr>
                  <a:cxnSpLocks noChangeShapeType="1"/>
                  <a:endCxn id="945" idx="2"/>
                </p:cNvCxnSpPr>
                <p:nvPr/>
              </p:nvCxnSpPr>
              <p:spPr bwMode="auto">
                <a:xfrm flipH="1" flipV="1">
                  <a:off x="2184879" y="1722015"/>
                  <a:ext cx="3783" cy="12094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51" name="Straight Connector 950">
                  <a:extLst>
                    <a:ext uri="{FF2B5EF4-FFF2-40B4-BE49-F238E27FC236}">
                      <a16:creationId xmlns:a16="http://schemas.microsoft.com/office/drawing/2014/main" id="{71DA60AE-C589-FA44-94AB-B21A49C15239}"/>
                    </a:ext>
                  </a:extLst>
                </p:cNvPr>
                <p:cNvCxnSpPr>
                  <a:cxnSpLocks noChangeShapeType="1"/>
                </p:cNvCxnSpPr>
                <p:nvPr/>
              </p:nvCxnSpPr>
              <p:spPr bwMode="auto">
                <a:xfrm flipH="1" flipV="1">
                  <a:off x="3379845" y="1730452"/>
                  <a:ext cx="3783" cy="12094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grpSp>
        <p:nvGrpSpPr>
          <p:cNvPr id="1037" name="Group 1036">
            <a:extLst>
              <a:ext uri="{FF2B5EF4-FFF2-40B4-BE49-F238E27FC236}">
                <a16:creationId xmlns:a16="http://schemas.microsoft.com/office/drawing/2014/main" id="{B91F629B-CF25-F443-9115-62469DD7E55B}"/>
              </a:ext>
            </a:extLst>
          </p:cNvPr>
          <p:cNvGrpSpPr>
            <a:grpSpLocks/>
          </p:cNvGrpSpPr>
          <p:nvPr/>
        </p:nvGrpSpPr>
        <p:grpSpPr bwMode="auto">
          <a:xfrm>
            <a:off x="4130530" y="2423492"/>
            <a:ext cx="4416425" cy="2314575"/>
            <a:chOff x="2381956" y="2435173"/>
            <a:chExt cx="4415330" cy="2315048"/>
          </a:xfrm>
        </p:grpSpPr>
        <p:sp>
          <p:nvSpPr>
            <p:cNvPr id="1038" name="Freeform 1037">
              <a:extLst>
                <a:ext uri="{FF2B5EF4-FFF2-40B4-BE49-F238E27FC236}">
                  <a16:creationId xmlns:a16="http://schemas.microsoft.com/office/drawing/2014/main" id="{9766E8B3-28C0-B742-8340-745064581E4E}"/>
                </a:ext>
              </a:extLst>
            </p:cNvPr>
            <p:cNvSpPr/>
            <p:nvPr/>
          </p:nvSpPr>
          <p:spPr>
            <a:xfrm>
              <a:off x="2381956" y="2439937"/>
              <a:ext cx="296789" cy="1743431"/>
            </a:xfrm>
            <a:custGeom>
              <a:avLst/>
              <a:gdLst>
                <a:gd name="connsiteX0" fmla="*/ 307275 w 307275"/>
                <a:gd name="connsiteY0" fmla="*/ 0 h 1659441"/>
                <a:gd name="connsiteX1" fmla="*/ 0 w 307275"/>
                <a:gd name="connsiteY1" fmla="*/ 0 h 1659441"/>
                <a:gd name="connsiteX2" fmla="*/ 0 w 307275"/>
                <a:gd name="connsiteY2" fmla="*/ 1659441 h 1659441"/>
                <a:gd name="connsiteX0" fmla="*/ 307275 w 307275"/>
                <a:gd name="connsiteY0" fmla="*/ 0 h 2015941"/>
                <a:gd name="connsiteX1" fmla="*/ 0 w 307275"/>
                <a:gd name="connsiteY1" fmla="*/ 0 h 2015941"/>
                <a:gd name="connsiteX2" fmla="*/ 0 w 307275"/>
                <a:gd name="connsiteY2" fmla="*/ 2015941 h 2015941"/>
                <a:gd name="connsiteX0" fmla="*/ 228538 w 228538"/>
                <a:gd name="connsiteY0" fmla="*/ 0 h 2022548"/>
                <a:gd name="connsiteX1" fmla="*/ 0 w 228538"/>
                <a:gd name="connsiteY1" fmla="*/ 6607 h 2022548"/>
                <a:gd name="connsiteX2" fmla="*/ 0 w 228538"/>
                <a:gd name="connsiteY2" fmla="*/ 2022548 h 2022548"/>
              </a:gdLst>
              <a:ahLst/>
              <a:cxnLst>
                <a:cxn ang="0">
                  <a:pos x="connsiteX0" y="connsiteY0"/>
                </a:cxn>
                <a:cxn ang="0">
                  <a:pos x="connsiteX1" y="connsiteY1"/>
                </a:cxn>
                <a:cxn ang="0">
                  <a:pos x="connsiteX2" y="connsiteY2"/>
                </a:cxn>
              </a:cxnLst>
              <a:rect l="l" t="t" r="r" b="b"/>
              <a:pathLst>
                <a:path w="228538" h="2022548">
                  <a:moveTo>
                    <a:pt x="228538" y="0"/>
                  </a:moveTo>
                  <a:lnTo>
                    <a:pt x="0" y="6607"/>
                  </a:lnTo>
                  <a:lnTo>
                    <a:pt x="0" y="2022548"/>
                  </a:lnTo>
                </a:path>
              </a:pathLst>
            </a:custGeom>
            <a:noFill/>
            <a:ln w="31750" cap="flat" cmpd="sng" algn="ctr">
              <a:solidFill>
                <a:srgbClr val="CC0000"/>
              </a:solidFill>
              <a:prstDash val="solid"/>
              <a:headEnd type="triangle"/>
              <a:tailEnd type="triangle"/>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CC0000"/>
                </a:solidFill>
                <a:effectLst/>
                <a:uLnTx/>
                <a:uFillTx/>
                <a:latin typeface="Gill Sans MT"/>
                <a:ea typeface="+mn-ea"/>
                <a:cs typeface="+mn-cs"/>
              </a:endParaRPr>
            </a:p>
          </p:txBody>
        </p:sp>
        <p:sp>
          <p:nvSpPr>
            <p:cNvPr id="1039" name="Freeform 1038">
              <a:extLst>
                <a:ext uri="{FF2B5EF4-FFF2-40B4-BE49-F238E27FC236}">
                  <a16:creationId xmlns:a16="http://schemas.microsoft.com/office/drawing/2014/main" id="{CDF62C6F-3C23-F349-9A9F-804273D0BA51}"/>
                </a:ext>
              </a:extLst>
            </p:cNvPr>
            <p:cNvSpPr/>
            <p:nvPr/>
          </p:nvSpPr>
          <p:spPr>
            <a:xfrm flipH="1">
              <a:off x="6411620" y="2435173"/>
              <a:ext cx="385666" cy="2300758"/>
            </a:xfrm>
            <a:custGeom>
              <a:avLst/>
              <a:gdLst>
                <a:gd name="connsiteX0" fmla="*/ 307275 w 307275"/>
                <a:gd name="connsiteY0" fmla="*/ 0 h 1659441"/>
                <a:gd name="connsiteX1" fmla="*/ 0 w 307275"/>
                <a:gd name="connsiteY1" fmla="*/ 0 h 1659441"/>
                <a:gd name="connsiteX2" fmla="*/ 0 w 307275"/>
                <a:gd name="connsiteY2" fmla="*/ 1659441 h 1659441"/>
                <a:gd name="connsiteX0" fmla="*/ 307275 w 307275"/>
                <a:gd name="connsiteY0" fmla="*/ 0 h 2117725"/>
                <a:gd name="connsiteX1" fmla="*/ 0 w 307275"/>
                <a:gd name="connsiteY1" fmla="*/ 0 h 2117725"/>
                <a:gd name="connsiteX2" fmla="*/ 0 w 307275"/>
                <a:gd name="connsiteY2" fmla="*/ 2117725 h 2117725"/>
              </a:gdLst>
              <a:ahLst/>
              <a:cxnLst>
                <a:cxn ang="0">
                  <a:pos x="connsiteX0" y="connsiteY0"/>
                </a:cxn>
                <a:cxn ang="0">
                  <a:pos x="connsiteX1" y="connsiteY1"/>
                </a:cxn>
                <a:cxn ang="0">
                  <a:pos x="connsiteX2" y="connsiteY2"/>
                </a:cxn>
              </a:cxnLst>
              <a:rect l="l" t="t" r="r" b="b"/>
              <a:pathLst>
                <a:path w="307275" h="2117725">
                  <a:moveTo>
                    <a:pt x="307275" y="0"/>
                  </a:moveTo>
                  <a:lnTo>
                    <a:pt x="0" y="0"/>
                  </a:lnTo>
                  <a:lnTo>
                    <a:pt x="0" y="2117725"/>
                  </a:lnTo>
                </a:path>
              </a:pathLst>
            </a:custGeom>
            <a:noFill/>
            <a:ln w="31750" cap="flat" cmpd="sng" algn="ctr">
              <a:solidFill>
                <a:srgbClr val="CC0000"/>
              </a:solidFill>
              <a:prstDash val="solid"/>
              <a:headEnd type="triangle"/>
              <a:tailEnd type="triangle"/>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Gill Sans MT"/>
                <a:ea typeface="+mn-ea"/>
                <a:cs typeface="+mn-cs"/>
              </a:endParaRPr>
            </a:p>
          </p:txBody>
        </p:sp>
        <p:cxnSp>
          <p:nvCxnSpPr>
            <p:cNvPr id="1040" name="Straight Arrow Connector 1039">
              <a:extLst>
                <a:ext uri="{FF2B5EF4-FFF2-40B4-BE49-F238E27FC236}">
                  <a16:creationId xmlns:a16="http://schemas.microsoft.com/office/drawing/2014/main" id="{497E72DF-A12C-4044-A2D6-B881FE41D269}"/>
                </a:ext>
              </a:extLst>
            </p:cNvPr>
            <p:cNvCxnSpPr/>
            <p:nvPr/>
          </p:nvCxnSpPr>
          <p:spPr>
            <a:xfrm flipV="1">
              <a:off x="5791061" y="2687638"/>
              <a:ext cx="7936" cy="2062583"/>
            </a:xfrm>
            <a:prstGeom prst="straightConnector1">
              <a:avLst/>
            </a:prstGeom>
            <a:noFill/>
            <a:ln w="31750" cap="flat" cmpd="sng" algn="ctr">
              <a:solidFill>
                <a:srgbClr val="CC0000"/>
              </a:solidFill>
              <a:prstDash val="solid"/>
              <a:headEnd type="triangle"/>
              <a:tailEnd type="triangle"/>
            </a:ln>
            <a:effectLst/>
          </p:spPr>
        </p:cxnSp>
        <p:cxnSp>
          <p:nvCxnSpPr>
            <p:cNvPr id="1041" name="Straight Arrow Connector 1040">
              <a:extLst>
                <a:ext uri="{FF2B5EF4-FFF2-40B4-BE49-F238E27FC236}">
                  <a16:creationId xmlns:a16="http://schemas.microsoft.com/office/drawing/2014/main" id="{EF8C79E1-BE27-8F43-B34B-79F8C5338E4E}"/>
                </a:ext>
              </a:extLst>
            </p:cNvPr>
            <p:cNvCxnSpPr/>
            <p:nvPr/>
          </p:nvCxnSpPr>
          <p:spPr>
            <a:xfrm flipV="1">
              <a:off x="4599144" y="2708279"/>
              <a:ext cx="17458" cy="2037179"/>
            </a:xfrm>
            <a:prstGeom prst="straightConnector1">
              <a:avLst/>
            </a:prstGeom>
            <a:noFill/>
            <a:ln w="31750" cap="flat" cmpd="sng" algn="ctr">
              <a:solidFill>
                <a:srgbClr val="CC0000"/>
              </a:solidFill>
              <a:prstDash val="solid"/>
              <a:headEnd type="triangle"/>
              <a:tailEnd type="triangle"/>
            </a:ln>
            <a:effectLst/>
          </p:spPr>
        </p:cxnSp>
        <p:cxnSp>
          <p:nvCxnSpPr>
            <p:cNvPr id="1042" name="Straight Arrow Connector 1041">
              <a:extLst>
                <a:ext uri="{FF2B5EF4-FFF2-40B4-BE49-F238E27FC236}">
                  <a16:creationId xmlns:a16="http://schemas.microsoft.com/office/drawing/2014/main" id="{4B55563F-765E-CC4D-92B4-D17FBE1B08A6}"/>
                </a:ext>
              </a:extLst>
            </p:cNvPr>
            <p:cNvCxnSpPr/>
            <p:nvPr/>
          </p:nvCxnSpPr>
          <p:spPr>
            <a:xfrm flipH="1" flipV="1">
              <a:off x="3807178" y="2762265"/>
              <a:ext cx="9523" cy="1983193"/>
            </a:xfrm>
            <a:prstGeom prst="straightConnector1">
              <a:avLst/>
            </a:prstGeom>
            <a:noFill/>
            <a:ln w="31750" cap="flat" cmpd="sng" algn="ctr">
              <a:solidFill>
                <a:srgbClr val="CC0000"/>
              </a:solidFill>
              <a:prstDash val="solid"/>
              <a:headEnd type="triangle"/>
              <a:tailEnd type="triangle"/>
            </a:ln>
            <a:effectLst/>
          </p:spPr>
        </p:cxnSp>
      </p:grpSp>
      <p:grpSp>
        <p:nvGrpSpPr>
          <p:cNvPr id="1043" name="Group 1042">
            <a:extLst>
              <a:ext uri="{FF2B5EF4-FFF2-40B4-BE49-F238E27FC236}">
                <a16:creationId xmlns:a16="http://schemas.microsoft.com/office/drawing/2014/main" id="{B5756541-DE04-D343-ADA3-E578917497B6}"/>
              </a:ext>
            </a:extLst>
          </p:cNvPr>
          <p:cNvGrpSpPr>
            <a:grpSpLocks/>
          </p:cNvGrpSpPr>
          <p:nvPr/>
        </p:nvGrpSpPr>
        <p:grpSpPr bwMode="auto">
          <a:xfrm>
            <a:off x="3805093" y="4634880"/>
            <a:ext cx="4957762" cy="693737"/>
            <a:chOff x="2055070" y="4690247"/>
            <a:chExt cx="4956877" cy="694339"/>
          </a:xfrm>
        </p:grpSpPr>
        <p:grpSp>
          <p:nvGrpSpPr>
            <p:cNvPr id="1044" name="Group 554">
              <a:extLst>
                <a:ext uri="{FF2B5EF4-FFF2-40B4-BE49-F238E27FC236}">
                  <a16:creationId xmlns:a16="http://schemas.microsoft.com/office/drawing/2014/main" id="{368CBAA7-B3CD-B447-8953-FE800957AF6D}"/>
                </a:ext>
              </a:extLst>
            </p:cNvPr>
            <p:cNvGrpSpPr>
              <a:grpSpLocks/>
            </p:cNvGrpSpPr>
            <p:nvPr/>
          </p:nvGrpSpPr>
          <p:grpSpPr bwMode="auto">
            <a:xfrm>
              <a:off x="3605320" y="5055434"/>
              <a:ext cx="430131" cy="329152"/>
              <a:chOff x="2931664" y="3912603"/>
              <a:chExt cx="430450" cy="329314"/>
            </a:xfrm>
          </p:grpSpPr>
          <p:sp>
            <p:nvSpPr>
              <p:cNvPr id="1065" name="Rectangle 1064">
                <a:extLst>
                  <a:ext uri="{FF2B5EF4-FFF2-40B4-BE49-F238E27FC236}">
                    <a16:creationId xmlns:a16="http://schemas.microsoft.com/office/drawing/2014/main" id="{C71DD82B-ED54-9D40-848F-40B6802EC749}"/>
                  </a:ext>
                </a:extLst>
              </p:cNvPr>
              <p:cNvSpPr/>
              <p:nvPr/>
            </p:nvSpPr>
            <p:spPr>
              <a:xfrm>
                <a:off x="2936890" y="3912858"/>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66" name="Straight Connector 1065">
                <a:extLst>
                  <a:ext uri="{FF2B5EF4-FFF2-40B4-BE49-F238E27FC236}">
                    <a16:creationId xmlns:a16="http://schemas.microsoft.com/office/drawing/2014/main" id="{5A2CCD06-A52B-594C-895E-DE5616109835}"/>
                  </a:ext>
                </a:extLst>
              </p:cNvPr>
              <p:cNvCxnSpPr/>
              <p:nvPr/>
            </p:nvCxnSpPr>
            <p:spPr>
              <a:xfrm>
                <a:off x="2932124" y="4005058"/>
                <a:ext cx="425689" cy="0"/>
              </a:xfrm>
              <a:prstGeom prst="line">
                <a:avLst/>
              </a:prstGeom>
              <a:noFill/>
              <a:ln w="3175" cap="flat" cmpd="sng" algn="ctr">
                <a:solidFill>
                  <a:srgbClr val="CC0000"/>
                </a:solidFill>
                <a:prstDash val="solid"/>
              </a:ln>
              <a:effectLst/>
            </p:spPr>
          </p:cxnSp>
          <p:cxnSp>
            <p:nvCxnSpPr>
              <p:cNvPr id="1067" name="Straight Connector 1066">
                <a:extLst>
                  <a:ext uri="{FF2B5EF4-FFF2-40B4-BE49-F238E27FC236}">
                    <a16:creationId xmlns:a16="http://schemas.microsoft.com/office/drawing/2014/main" id="{CAE78986-A47E-684D-AC0D-81B0C9B79A88}"/>
                  </a:ext>
                </a:extLst>
              </p:cNvPr>
              <p:cNvCxnSpPr/>
              <p:nvPr/>
            </p:nvCxnSpPr>
            <p:spPr>
              <a:xfrm>
                <a:off x="2932124" y="4068645"/>
                <a:ext cx="425689" cy="0"/>
              </a:xfrm>
              <a:prstGeom prst="line">
                <a:avLst/>
              </a:prstGeom>
              <a:noFill/>
              <a:ln w="3175" cap="flat" cmpd="sng" algn="ctr">
                <a:solidFill>
                  <a:srgbClr val="CC0000"/>
                </a:solidFill>
                <a:prstDash val="solid"/>
              </a:ln>
              <a:effectLst/>
            </p:spPr>
          </p:cxnSp>
          <p:cxnSp>
            <p:nvCxnSpPr>
              <p:cNvPr id="1068" name="Straight Connector 1067">
                <a:extLst>
                  <a:ext uri="{FF2B5EF4-FFF2-40B4-BE49-F238E27FC236}">
                    <a16:creationId xmlns:a16="http://schemas.microsoft.com/office/drawing/2014/main" id="{CEA4CB24-3526-B94F-BDC2-D6FC123FF46E}"/>
                  </a:ext>
                </a:extLst>
              </p:cNvPr>
              <p:cNvCxnSpPr>
                <a:stCxn id="1065" idx="2"/>
              </p:cNvCxnSpPr>
              <p:nvPr/>
            </p:nvCxnSpPr>
            <p:spPr>
              <a:xfrm flipH="1" flipV="1">
                <a:off x="3148146" y="4005058"/>
                <a:ext cx="1589" cy="236859"/>
              </a:xfrm>
              <a:prstGeom prst="line">
                <a:avLst/>
              </a:prstGeom>
              <a:noFill/>
              <a:ln w="3175" cap="flat" cmpd="sng" algn="ctr">
                <a:solidFill>
                  <a:srgbClr val="CC0000"/>
                </a:solidFill>
                <a:prstDash val="solid"/>
              </a:ln>
              <a:effectLst/>
            </p:spPr>
          </p:cxnSp>
        </p:grpSp>
        <p:grpSp>
          <p:nvGrpSpPr>
            <p:cNvPr id="1045" name="Group 582">
              <a:extLst>
                <a:ext uri="{FF2B5EF4-FFF2-40B4-BE49-F238E27FC236}">
                  <a16:creationId xmlns:a16="http://schemas.microsoft.com/office/drawing/2014/main" id="{813A6CA3-90B1-754D-8C2A-B486DE6440EC}"/>
                </a:ext>
              </a:extLst>
            </p:cNvPr>
            <p:cNvGrpSpPr>
              <a:grpSpLocks/>
            </p:cNvGrpSpPr>
            <p:nvPr/>
          </p:nvGrpSpPr>
          <p:grpSpPr bwMode="auto">
            <a:xfrm>
              <a:off x="4387957" y="5055368"/>
              <a:ext cx="430131" cy="329152"/>
              <a:chOff x="2931664" y="3912603"/>
              <a:chExt cx="430450" cy="329314"/>
            </a:xfrm>
          </p:grpSpPr>
          <p:sp>
            <p:nvSpPr>
              <p:cNvPr id="1061" name="Rectangle 1060">
                <a:extLst>
                  <a:ext uri="{FF2B5EF4-FFF2-40B4-BE49-F238E27FC236}">
                    <a16:creationId xmlns:a16="http://schemas.microsoft.com/office/drawing/2014/main" id="{CDA497B5-1F53-4B4A-B52C-8AF25ACDEA7D}"/>
                  </a:ext>
                </a:extLst>
              </p:cNvPr>
              <p:cNvSpPr/>
              <p:nvPr/>
            </p:nvSpPr>
            <p:spPr>
              <a:xfrm>
                <a:off x="2936750" y="3912924"/>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62" name="Straight Connector 1061">
                <a:extLst>
                  <a:ext uri="{FF2B5EF4-FFF2-40B4-BE49-F238E27FC236}">
                    <a16:creationId xmlns:a16="http://schemas.microsoft.com/office/drawing/2014/main" id="{1FEFA7AF-47D6-9044-B6BA-FCC567BC9B9F}"/>
                  </a:ext>
                </a:extLst>
              </p:cNvPr>
              <p:cNvCxnSpPr/>
              <p:nvPr/>
            </p:nvCxnSpPr>
            <p:spPr>
              <a:xfrm>
                <a:off x="2931985" y="4005125"/>
                <a:ext cx="425689" cy="0"/>
              </a:xfrm>
              <a:prstGeom prst="line">
                <a:avLst/>
              </a:prstGeom>
              <a:noFill/>
              <a:ln w="3175" cap="flat" cmpd="sng" algn="ctr">
                <a:solidFill>
                  <a:srgbClr val="CC0000"/>
                </a:solidFill>
                <a:prstDash val="solid"/>
              </a:ln>
              <a:effectLst/>
            </p:spPr>
          </p:cxnSp>
          <p:cxnSp>
            <p:nvCxnSpPr>
              <p:cNvPr id="1063" name="Straight Connector 1062">
                <a:extLst>
                  <a:ext uri="{FF2B5EF4-FFF2-40B4-BE49-F238E27FC236}">
                    <a16:creationId xmlns:a16="http://schemas.microsoft.com/office/drawing/2014/main" id="{F2F3585A-E53E-A040-84F7-9123881B9F28}"/>
                  </a:ext>
                </a:extLst>
              </p:cNvPr>
              <p:cNvCxnSpPr/>
              <p:nvPr/>
            </p:nvCxnSpPr>
            <p:spPr>
              <a:xfrm>
                <a:off x="2931985" y="4068711"/>
                <a:ext cx="425689" cy="0"/>
              </a:xfrm>
              <a:prstGeom prst="line">
                <a:avLst/>
              </a:prstGeom>
              <a:noFill/>
              <a:ln w="3175" cap="flat" cmpd="sng" algn="ctr">
                <a:solidFill>
                  <a:srgbClr val="CC0000"/>
                </a:solidFill>
                <a:prstDash val="solid"/>
              </a:ln>
              <a:effectLst/>
            </p:spPr>
          </p:cxnSp>
          <p:cxnSp>
            <p:nvCxnSpPr>
              <p:cNvPr id="1064" name="Straight Connector 1063">
                <a:extLst>
                  <a:ext uri="{FF2B5EF4-FFF2-40B4-BE49-F238E27FC236}">
                    <a16:creationId xmlns:a16="http://schemas.microsoft.com/office/drawing/2014/main" id="{F72283CD-AFD3-8E4E-9857-F6D589080734}"/>
                  </a:ext>
                </a:extLst>
              </p:cNvPr>
              <p:cNvCxnSpPr>
                <a:stCxn id="1061" idx="2"/>
              </p:cNvCxnSpPr>
              <p:nvPr/>
            </p:nvCxnSpPr>
            <p:spPr>
              <a:xfrm flipH="1" flipV="1">
                <a:off x="3148007" y="4005125"/>
                <a:ext cx="1588" cy="236859"/>
              </a:xfrm>
              <a:prstGeom prst="line">
                <a:avLst/>
              </a:prstGeom>
              <a:noFill/>
              <a:ln w="3175" cap="flat" cmpd="sng" algn="ctr">
                <a:solidFill>
                  <a:srgbClr val="CC0000"/>
                </a:solidFill>
                <a:prstDash val="solid"/>
              </a:ln>
              <a:effectLst/>
            </p:spPr>
          </p:cxnSp>
        </p:grpSp>
        <p:grpSp>
          <p:nvGrpSpPr>
            <p:cNvPr id="1046" name="Group 609">
              <a:extLst>
                <a:ext uri="{FF2B5EF4-FFF2-40B4-BE49-F238E27FC236}">
                  <a16:creationId xmlns:a16="http://schemas.microsoft.com/office/drawing/2014/main" id="{89D38A41-C0E7-004E-889C-35371BDB4904}"/>
                </a:ext>
              </a:extLst>
            </p:cNvPr>
            <p:cNvGrpSpPr>
              <a:grpSpLocks/>
            </p:cNvGrpSpPr>
            <p:nvPr/>
          </p:nvGrpSpPr>
          <p:grpSpPr bwMode="auto">
            <a:xfrm>
              <a:off x="5591804" y="5053093"/>
              <a:ext cx="430212" cy="328614"/>
              <a:chOff x="2932186" y="3913304"/>
              <a:chExt cx="430531" cy="328775"/>
            </a:xfrm>
          </p:grpSpPr>
          <p:sp>
            <p:nvSpPr>
              <p:cNvPr id="1057" name="Rectangle 1056">
                <a:extLst>
                  <a:ext uri="{FF2B5EF4-FFF2-40B4-BE49-F238E27FC236}">
                    <a16:creationId xmlns:a16="http://schemas.microsoft.com/office/drawing/2014/main" id="{7E038D77-DD73-D34F-AE34-D667F6E9B9F0}"/>
                  </a:ext>
                </a:extLst>
              </p:cNvPr>
              <p:cNvSpPr/>
              <p:nvPr/>
            </p:nvSpPr>
            <p:spPr>
              <a:xfrm>
                <a:off x="2936535" y="3912722"/>
                <a:ext cx="425689" cy="329058"/>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8" name="Straight Connector 1057">
                <a:extLst>
                  <a:ext uri="{FF2B5EF4-FFF2-40B4-BE49-F238E27FC236}">
                    <a16:creationId xmlns:a16="http://schemas.microsoft.com/office/drawing/2014/main" id="{D2968903-9149-5948-9F49-8F05AE95D6F0}"/>
                  </a:ext>
                </a:extLst>
              </p:cNvPr>
              <p:cNvCxnSpPr/>
              <p:nvPr/>
            </p:nvCxnSpPr>
            <p:spPr>
              <a:xfrm>
                <a:off x="2931771" y="4004922"/>
                <a:ext cx="425689" cy="0"/>
              </a:xfrm>
              <a:prstGeom prst="line">
                <a:avLst/>
              </a:prstGeom>
              <a:noFill/>
              <a:ln w="3175" cap="flat" cmpd="sng" algn="ctr">
                <a:solidFill>
                  <a:srgbClr val="CC0000"/>
                </a:solidFill>
                <a:prstDash val="solid"/>
              </a:ln>
              <a:effectLst/>
            </p:spPr>
          </p:cxnSp>
          <p:cxnSp>
            <p:nvCxnSpPr>
              <p:cNvPr id="1059" name="Straight Connector 1058">
                <a:extLst>
                  <a:ext uri="{FF2B5EF4-FFF2-40B4-BE49-F238E27FC236}">
                    <a16:creationId xmlns:a16="http://schemas.microsoft.com/office/drawing/2014/main" id="{6B45A1AF-6B67-DD42-AEDE-F73D064563E4}"/>
                  </a:ext>
                </a:extLst>
              </p:cNvPr>
              <p:cNvCxnSpPr/>
              <p:nvPr/>
            </p:nvCxnSpPr>
            <p:spPr>
              <a:xfrm>
                <a:off x="2931771" y="4068509"/>
                <a:ext cx="425689" cy="0"/>
              </a:xfrm>
              <a:prstGeom prst="line">
                <a:avLst/>
              </a:prstGeom>
              <a:noFill/>
              <a:ln w="3175" cap="flat" cmpd="sng" algn="ctr">
                <a:solidFill>
                  <a:srgbClr val="CC0000"/>
                </a:solidFill>
                <a:prstDash val="solid"/>
              </a:ln>
              <a:effectLst/>
            </p:spPr>
          </p:cxnSp>
          <p:cxnSp>
            <p:nvCxnSpPr>
              <p:cNvPr id="1060" name="Straight Connector 1059">
                <a:extLst>
                  <a:ext uri="{FF2B5EF4-FFF2-40B4-BE49-F238E27FC236}">
                    <a16:creationId xmlns:a16="http://schemas.microsoft.com/office/drawing/2014/main" id="{0FF66FC3-DA6A-CB44-8117-4648AAEC93ED}"/>
                  </a:ext>
                </a:extLst>
              </p:cNvPr>
              <p:cNvCxnSpPr>
                <a:stCxn id="1057" idx="2"/>
              </p:cNvCxnSpPr>
              <p:nvPr/>
            </p:nvCxnSpPr>
            <p:spPr>
              <a:xfrm flipH="1" flipV="1">
                <a:off x="3147792" y="4004922"/>
                <a:ext cx="1588" cy="236858"/>
              </a:xfrm>
              <a:prstGeom prst="line">
                <a:avLst/>
              </a:prstGeom>
              <a:noFill/>
              <a:ln w="3175" cap="flat" cmpd="sng" algn="ctr">
                <a:solidFill>
                  <a:srgbClr val="CC0000"/>
                </a:solidFill>
                <a:prstDash val="solid"/>
              </a:ln>
              <a:effectLst/>
            </p:spPr>
          </p:cxnSp>
        </p:grpSp>
        <p:grpSp>
          <p:nvGrpSpPr>
            <p:cNvPr id="1047" name="Group 636">
              <a:extLst>
                <a:ext uri="{FF2B5EF4-FFF2-40B4-BE49-F238E27FC236}">
                  <a16:creationId xmlns:a16="http://schemas.microsoft.com/office/drawing/2014/main" id="{6DF58C37-21E3-AF4F-B080-530FD985E91D}"/>
                </a:ext>
              </a:extLst>
            </p:cNvPr>
            <p:cNvGrpSpPr>
              <a:grpSpLocks/>
            </p:cNvGrpSpPr>
            <p:nvPr/>
          </p:nvGrpSpPr>
          <p:grpSpPr bwMode="auto">
            <a:xfrm>
              <a:off x="6581816" y="5045656"/>
              <a:ext cx="430131" cy="329465"/>
              <a:chOff x="2931664" y="3912603"/>
              <a:chExt cx="430450" cy="329314"/>
            </a:xfrm>
          </p:grpSpPr>
          <p:sp>
            <p:nvSpPr>
              <p:cNvPr id="1053" name="Rectangle 1052">
                <a:extLst>
                  <a:ext uri="{FF2B5EF4-FFF2-40B4-BE49-F238E27FC236}">
                    <a16:creationId xmlns:a16="http://schemas.microsoft.com/office/drawing/2014/main" id="{F4182402-0285-CD46-9828-6534BE97D257}"/>
                  </a:ext>
                </a:extLst>
              </p:cNvPr>
              <p:cNvSpPr/>
              <p:nvPr/>
            </p:nvSpPr>
            <p:spPr>
              <a:xfrm>
                <a:off x="2936425" y="3913102"/>
                <a:ext cx="425689" cy="328747"/>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4" name="Straight Connector 1053">
                <a:extLst>
                  <a:ext uri="{FF2B5EF4-FFF2-40B4-BE49-F238E27FC236}">
                    <a16:creationId xmlns:a16="http://schemas.microsoft.com/office/drawing/2014/main" id="{D14A7BEB-C638-0A47-B8DE-352AFA82413E}"/>
                  </a:ext>
                </a:extLst>
              </p:cNvPr>
              <p:cNvCxnSpPr/>
              <p:nvPr/>
            </p:nvCxnSpPr>
            <p:spPr>
              <a:xfrm>
                <a:off x="2931660" y="4005215"/>
                <a:ext cx="425689" cy="0"/>
              </a:xfrm>
              <a:prstGeom prst="line">
                <a:avLst/>
              </a:prstGeom>
              <a:noFill/>
              <a:ln w="3175" cap="flat" cmpd="sng" algn="ctr">
                <a:solidFill>
                  <a:srgbClr val="CC0000"/>
                </a:solidFill>
                <a:prstDash val="solid"/>
              </a:ln>
              <a:effectLst/>
            </p:spPr>
          </p:cxnSp>
          <p:cxnSp>
            <p:nvCxnSpPr>
              <p:cNvPr id="1055" name="Straight Connector 1054">
                <a:extLst>
                  <a:ext uri="{FF2B5EF4-FFF2-40B4-BE49-F238E27FC236}">
                    <a16:creationId xmlns:a16="http://schemas.microsoft.com/office/drawing/2014/main" id="{F02DD2C2-E65E-7E4C-B479-635D130D51D4}"/>
                  </a:ext>
                </a:extLst>
              </p:cNvPr>
              <p:cNvCxnSpPr/>
              <p:nvPr/>
            </p:nvCxnSpPr>
            <p:spPr>
              <a:xfrm>
                <a:off x="2931660" y="4067152"/>
                <a:ext cx="425689" cy="0"/>
              </a:xfrm>
              <a:prstGeom prst="line">
                <a:avLst/>
              </a:prstGeom>
              <a:noFill/>
              <a:ln w="3175" cap="flat" cmpd="sng" algn="ctr">
                <a:solidFill>
                  <a:srgbClr val="CC0000"/>
                </a:solidFill>
                <a:prstDash val="solid"/>
              </a:ln>
              <a:effectLst/>
            </p:spPr>
          </p:cxnSp>
          <p:cxnSp>
            <p:nvCxnSpPr>
              <p:cNvPr id="1056" name="Straight Connector 1055">
                <a:extLst>
                  <a:ext uri="{FF2B5EF4-FFF2-40B4-BE49-F238E27FC236}">
                    <a16:creationId xmlns:a16="http://schemas.microsoft.com/office/drawing/2014/main" id="{01A054F6-D6ED-F249-8703-213FDF32A722}"/>
                  </a:ext>
                </a:extLst>
              </p:cNvPr>
              <p:cNvCxnSpPr>
                <a:stCxn id="1053" idx="2"/>
              </p:cNvCxnSpPr>
              <p:nvPr/>
            </p:nvCxnSpPr>
            <p:spPr>
              <a:xfrm flipH="1" flipV="1">
                <a:off x="3147681" y="4005215"/>
                <a:ext cx="1588" cy="236634"/>
              </a:xfrm>
              <a:prstGeom prst="line">
                <a:avLst/>
              </a:prstGeom>
              <a:noFill/>
              <a:ln w="3175" cap="flat" cmpd="sng" algn="ctr">
                <a:solidFill>
                  <a:srgbClr val="CC0000"/>
                </a:solidFill>
                <a:prstDash val="solid"/>
              </a:ln>
              <a:effectLst/>
            </p:spPr>
          </p:cxnSp>
        </p:grpSp>
        <p:grpSp>
          <p:nvGrpSpPr>
            <p:cNvPr id="1048" name="Group 554">
              <a:extLst>
                <a:ext uri="{FF2B5EF4-FFF2-40B4-BE49-F238E27FC236}">
                  <a16:creationId xmlns:a16="http://schemas.microsoft.com/office/drawing/2014/main" id="{BAA5C424-578C-0343-914E-B5BD57101FDC}"/>
                </a:ext>
              </a:extLst>
            </p:cNvPr>
            <p:cNvGrpSpPr>
              <a:grpSpLocks/>
            </p:cNvGrpSpPr>
            <p:nvPr/>
          </p:nvGrpSpPr>
          <p:grpSpPr bwMode="auto">
            <a:xfrm>
              <a:off x="2055070" y="4690247"/>
              <a:ext cx="675320" cy="521222"/>
              <a:chOff x="2931664" y="3912603"/>
              <a:chExt cx="430450" cy="329314"/>
            </a:xfrm>
          </p:grpSpPr>
          <p:sp>
            <p:nvSpPr>
              <p:cNvPr id="1049" name="Rectangle 1048">
                <a:extLst>
                  <a:ext uri="{FF2B5EF4-FFF2-40B4-BE49-F238E27FC236}">
                    <a16:creationId xmlns:a16="http://schemas.microsoft.com/office/drawing/2014/main" id="{A0CDA39B-A97A-7842-8A3D-C53D637AE12E}"/>
                  </a:ext>
                </a:extLst>
              </p:cNvPr>
              <p:cNvSpPr/>
              <p:nvPr/>
            </p:nvSpPr>
            <p:spPr>
              <a:xfrm>
                <a:off x="2936722" y="3913607"/>
                <a:ext cx="425923" cy="32826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0" name="Straight Connector 1049">
                <a:extLst>
                  <a:ext uri="{FF2B5EF4-FFF2-40B4-BE49-F238E27FC236}">
                    <a16:creationId xmlns:a16="http://schemas.microsoft.com/office/drawing/2014/main" id="{779BD574-9352-0A4A-AD81-3425C567CA59}"/>
                  </a:ext>
                </a:extLst>
              </p:cNvPr>
              <p:cNvCxnSpPr/>
              <p:nvPr/>
            </p:nvCxnSpPr>
            <p:spPr>
              <a:xfrm>
                <a:off x="2932675" y="4004959"/>
                <a:ext cx="424911" cy="0"/>
              </a:xfrm>
              <a:prstGeom prst="line">
                <a:avLst/>
              </a:prstGeom>
              <a:noFill/>
              <a:ln w="3175" cap="flat" cmpd="sng" algn="ctr">
                <a:solidFill>
                  <a:srgbClr val="CC0000"/>
                </a:solidFill>
                <a:prstDash val="solid"/>
              </a:ln>
              <a:effectLst/>
            </p:spPr>
          </p:cxnSp>
          <p:cxnSp>
            <p:nvCxnSpPr>
              <p:cNvPr id="1051" name="Straight Connector 1050">
                <a:extLst>
                  <a:ext uri="{FF2B5EF4-FFF2-40B4-BE49-F238E27FC236}">
                    <a16:creationId xmlns:a16="http://schemas.microsoft.com/office/drawing/2014/main" id="{E4722BD0-017E-9C4D-9B3E-BB2C34567D80}"/>
                  </a:ext>
                </a:extLst>
              </p:cNvPr>
              <p:cNvCxnSpPr/>
              <p:nvPr/>
            </p:nvCxnSpPr>
            <p:spPr>
              <a:xfrm>
                <a:off x="2932675" y="4069207"/>
                <a:ext cx="424911" cy="0"/>
              </a:xfrm>
              <a:prstGeom prst="line">
                <a:avLst/>
              </a:prstGeom>
              <a:noFill/>
              <a:ln w="3175" cap="flat" cmpd="sng" algn="ctr">
                <a:solidFill>
                  <a:srgbClr val="CC0000"/>
                </a:solidFill>
                <a:prstDash val="solid"/>
              </a:ln>
              <a:effectLst/>
            </p:spPr>
          </p:cxnSp>
          <p:cxnSp>
            <p:nvCxnSpPr>
              <p:cNvPr id="1052" name="Straight Connector 1051">
                <a:extLst>
                  <a:ext uri="{FF2B5EF4-FFF2-40B4-BE49-F238E27FC236}">
                    <a16:creationId xmlns:a16="http://schemas.microsoft.com/office/drawing/2014/main" id="{BA1C7D13-CACA-DE42-A4BD-9DF0691F3FA5}"/>
                  </a:ext>
                </a:extLst>
              </p:cNvPr>
              <p:cNvCxnSpPr>
                <a:stCxn id="1049" idx="2"/>
              </p:cNvCxnSpPr>
              <p:nvPr/>
            </p:nvCxnSpPr>
            <p:spPr>
              <a:xfrm flipH="1" flipV="1">
                <a:off x="3148166" y="4004959"/>
                <a:ext cx="1011" cy="236914"/>
              </a:xfrm>
              <a:prstGeom prst="line">
                <a:avLst/>
              </a:prstGeom>
              <a:noFill/>
              <a:ln w="3175" cap="flat" cmpd="sng" algn="ctr">
                <a:solidFill>
                  <a:srgbClr val="CC0000"/>
                </a:solidFill>
                <a:prstDash val="solid"/>
              </a:ln>
              <a:effectLst/>
            </p:spPr>
          </p:cxnSp>
        </p:grpSp>
      </p:grpSp>
      <p:grpSp>
        <p:nvGrpSpPr>
          <p:cNvPr id="1069" name="Group 347">
            <a:extLst>
              <a:ext uri="{FF2B5EF4-FFF2-40B4-BE49-F238E27FC236}">
                <a16:creationId xmlns:a16="http://schemas.microsoft.com/office/drawing/2014/main" id="{4D6C1728-73DE-F748-A0E0-11321B8F7571}"/>
              </a:ext>
            </a:extLst>
          </p:cNvPr>
          <p:cNvGrpSpPr>
            <a:grpSpLocks/>
          </p:cNvGrpSpPr>
          <p:nvPr/>
        </p:nvGrpSpPr>
        <p:grpSpPr bwMode="auto">
          <a:xfrm>
            <a:off x="7605568" y="5890592"/>
            <a:ext cx="588962" cy="242888"/>
            <a:chOff x="1871277" y="1576300"/>
            <a:chExt cx="1128371" cy="437861"/>
          </a:xfrm>
        </p:grpSpPr>
        <p:sp>
          <p:nvSpPr>
            <p:cNvPr id="1070" name="Oval 1069">
              <a:extLst>
                <a:ext uri="{FF2B5EF4-FFF2-40B4-BE49-F238E27FC236}">
                  <a16:creationId xmlns:a16="http://schemas.microsoft.com/office/drawing/2014/main" id="{BD0DE6BC-801F-2349-B339-2073DD002B17}"/>
                </a:ext>
              </a:extLst>
            </p:cNvPr>
            <p:cNvSpPr>
              <a:spLocks noChangeArrowheads="1"/>
            </p:cNvSpPr>
            <p:nvPr/>
          </p:nvSpPr>
          <p:spPr bwMode="auto">
            <a:xfrm flipV="1">
              <a:off x="1874317" y="1693636"/>
              <a:ext cx="1125331" cy="320525"/>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1" name="Rectangle 1070">
              <a:extLst>
                <a:ext uri="{FF2B5EF4-FFF2-40B4-BE49-F238E27FC236}">
                  <a16:creationId xmlns:a16="http://schemas.microsoft.com/office/drawing/2014/main" id="{8006CA96-E3FA-9945-9B82-02259999272B}"/>
                </a:ext>
              </a:extLst>
            </p:cNvPr>
            <p:cNvSpPr/>
            <p:nvPr/>
          </p:nvSpPr>
          <p:spPr bwMode="auto">
            <a:xfrm>
              <a:off x="1871277" y="1739425"/>
              <a:ext cx="1128371" cy="117334"/>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72" name="Oval 1071">
              <a:extLst>
                <a:ext uri="{FF2B5EF4-FFF2-40B4-BE49-F238E27FC236}">
                  <a16:creationId xmlns:a16="http://schemas.microsoft.com/office/drawing/2014/main" id="{AC968267-A70E-0B48-9B2B-F3F7549B2DF9}"/>
                </a:ext>
              </a:extLst>
            </p:cNvPr>
            <p:cNvSpPr>
              <a:spLocks noChangeArrowheads="1"/>
            </p:cNvSpPr>
            <p:nvPr/>
          </p:nvSpPr>
          <p:spPr bwMode="auto">
            <a:xfrm flipV="1">
              <a:off x="1871277" y="1576300"/>
              <a:ext cx="1125331" cy="320525"/>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3" name="Freeform 1072">
              <a:extLst>
                <a:ext uri="{FF2B5EF4-FFF2-40B4-BE49-F238E27FC236}">
                  <a16:creationId xmlns:a16="http://schemas.microsoft.com/office/drawing/2014/main" id="{3543F393-921B-2544-AAF2-81DE265DCA01}"/>
                </a:ext>
              </a:extLst>
            </p:cNvPr>
            <p:cNvSpPr/>
            <p:nvPr/>
          </p:nvSpPr>
          <p:spPr bwMode="auto">
            <a:xfrm>
              <a:off x="2160212" y="1673602"/>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74" name="Freeform 1073">
              <a:extLst>
                <a:ext uri="{FF2B5EF4-FFF2-40B4-BE49-F238E27FC236}">
                  <a16:creationId xmlns:a16="http://schemas.microsoft.com/office/drawing/2014/main" id="{36A99124-4AE5-ED4F-A834-C0222885AECB}"/>
                </a:ext>
              </a:extLst>
            </p:cNvPr>
            <p:cNvSpPr>
              <a:spLocks/>
            </p:cNvSpPr>
            <p:nvPr/>
          </p:nvSpPr>
          <p:spPr bwMode="auto">
            <a:xfrm>
              <a:off x="2102426" y="1633537"/>
              <a:ext cx="663033" cy="111612"/>
            </a:xfrm>
            <a:custGeom>
              <a:avLst/>
              <a:gdLst>
                <a:gd name="T0" fmla="*/ 0 w 3723451"/>
                <a:gd name="T1" fmla="*/ 27306 h 932950"/>
                <a:gd name="T2" fmla="*/ 116665 w 3723451"/>
                <a:gd name="T3" fmla="*/ 322 h 932950"/>
                <a:gd name="T4" fmla="*/ 330457 w 3723451"/>
                <a:gd name="T5" fmla="*/ 62277 h 932950"/>
                <a:gd name="T6" fmla="*/ 534418 w 3723451"/>
                <a:gd name="T7" fmla="*/ 0 h 932950"/>
                <a:gd name="T8" fmla="*/ 663033 w 3723451"/>
                <a:gd name="T9" fmla="*/ 24782 h 932950"/>
                <a:gd name="T10" fmla="*/ 567343 w 3723451"/>
                <a:gd name="T11" fmla="*/ 55256 h 932950"/>
                <a:gd name="T12" fmla="*/ 536535 w 3723451"/>
                <a:gd name="T13" fmla="*/ 47040 h 932950"/>
                <a:gd name="T14" fmla="*/ 334214 w 3723451"/>
                <a:gd name="T15" fmla="*/ 111612 h 932950"/>
                <a:gd name="T16" fmla="*/ 126717 w 3723451"/>
                <a:gd name="T17" fmla="*/ 49415 h 932950"/>
                <a:gd name="T18" fmla="*/ 93168 w 3723451"/>
                <a:gd name="T19" fmla="*/ 56128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5" name="Freeform 1074">
              <a:extLst>
                <a:ext uri="{FF2B5EF4-FFF2-40B4-BE49-F238E27FC236}">
                  <a16:creationId xmlns:a16="http://schemas.microsoft.com/office/drawing/2014/main" id="{9CE3F7E2-B553-1E45-88FC-E2E1EC32F46A}"/>
                </a:ext>
              </a:extLst>
            </p:cNvPr>
            <p:cNvSpPr>
              <a:spLocks/>
            </p:cNvSpPr>
            <p:nvPr/>
          </p:nvSpPr>
          <p:spPr bwMode="auto">
            <a:xfrm>
              <a:off x="2537350" y="1727978"/>
              <a:ext cx="243315" cy="97302"/>
            </a:xfrm>
            <a:custGeom>
              <a:avLst/>
              <a:gdLst>
                <a:gd name="T0" fmla="*/ 0 w 1366596"/>
                <a:gd name="T1" fmla="*/ 0 h 809868"/>
                <a:gd name="T2" fmla="*/ 243315 w 1366596"/>
                <a:gd name="T3" fmla="*/ 75188 h 809868"/>
                <a:gd name="T4" fmla="*/ 154017 w 1366596"/>
                <a:gd name="T5" fmla="*/ 97302 h 809868"/>
                <a:gd name="T6" fmla="*/ 819 w 1366596"/>
                <a:gd name="T7" fmla="*/ 5141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6" name="Freeform 1075">
              <a:extLst>
                <a:ext uri="{FF2B5EF4-FFF2-40B4-BE49-F238E27FC236}">
                  <a16:creationId xmlns:a16="http://schemas.microsoft.com/office/drawing/2014/main" id="{D7BB9DED-4899-7649-AEBA-749DA452790C}"/>
                </a:ext>
              </a:extLst>
            </p:cNvPr>
            <p:cNvSpPr>
              <a:spLocks/>
            </p:cNvSpPr>
            <p:nvPr/>
          </p:nvSpPr>
          <p:spPr bwMode="auto">
            <a:xfrm>
              <a:off x="2090260" y="1730839"/>
              <a:ext cx="240272" cy="97302"/>
            </a:xfrm>
            <a:custGeom>
              <a:avLst/>
              <a:gdLst>
                <a:gd name="T0" fmla="*/ 236992 w 1348191"/>
                <a:gd name="T1" fmla="*/ 0 h 791462"/>
                <a:gd name="T2" fmla="*/ 240272 w 1348191"/>
                <a:gd name="T3" fmla="*/ 46954 h 791462"/>
                <a:gd name="T4" fmla="*/ 86924 w 1348191"/>
                <a:gd name="T5" fmla="*/ 97302 h 791462"/>
                <a:gd name="T6" fmla="*/ 0 w 1348191"/>
                <a:gd name="T7" fmla="*/ 75239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77" name="Straight Connector 1076">
              <a:extLst>
                <a:ext uri="{FF2B5EF4-FFF2-40B4-BE49-F238E27FC236}">
                  <a16:creationId xmlns:a16="http://schemas.microsoft.com/office/drawing/2014/main" id="{E8965662-2E9A-0244-946F-4423CC691CFA}"/>
                </a:ext>
              </a:extLst>
            </p:cNvPr>
            <p:cNvCxnSpPr>
              <a:cxnSpLocks noChangeShapeType="1"/>
              <a:endCxn id="1072" idx="2"/>
            </p:cNvCxnSpPr>
            <p:nvPr/>
          </p:nvCxnSpPr>
          <p:spPr bwMode="auto">
            <a:xfrm flipH="1" flipV="1">
              <a:off x="1871277" y="1736563"/>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78" name="Straight Connector 1077">
              <a:extLst>
                <a:ext uri="{FF2B5EF4-FFF2-40B4-BE49-F238E27FC236}">
                  <a16:creationId xmlns:a16="http://schemas.microsoft.com/office/drawing/2014/main" id="{857BA7A2-209C-0B4F-9F2F-F5D9E12C5791}"/>
                </a:ext>
              </a:extLst>
            </p:cNvPr>
            <p:cNvCxnSpPr>
              <a:cxnSpLocks noChangeShapeType="1"/>
            </p:cNvCxnSpPr>
            <p:nvPr/>
          </p:nvCxnSpPr>
          <p:spPr bwMode="auto">
            <a:xfrm flipH="1" flipV="1">
              <a:off x="2996608" y="1733702"/>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79" name="Group 347">
            <a:extLst>
              <a:ext uri="{FF2B5EF4-FFF2-40B4-BE49-F238E27FC236}">
                <a16:creationId xmlns:a16="http://schemas.microsoft.com/office/drawing/2014/main" id="{23A5395A-73E4-9545-9CCB-0643AECEF709}"/>
              </a:ext>
            </a:extLst>
          </p:cNvPr>
          <p:cNvGrpSpPr>
            <a:grpSpLocks/>
          </p:cNvGrpSpPr>
          <p:nvPr/>
        </p:nvGrpSpPr>
        <p:grpSpPr bwMode="auto">
          <a:xfrm>
            <a:off x="6124430" y="5749305"/>
            <a:ext cx="588963" cy="242887"/>
            <a:chOff x="1871277" y="1576300"/>
            <a:chExt cx="1128371" cy="437861"/>
          </a:xfrm>
        </p:grpSpPr>
        <p:sp>
          <p:nvSpPr>
            <p:cNvPr id="1080" name="Oval 1079">
              <a:extLst>
                <a:ext uri="{FF2B5EF4-FFF2-40B4-BE49-F238E27FC236}">
                  <a16:creationId xmlns:a16="http://schemas.microsoft.com/office/drawing/2014/main" id="{DF4469B4-1A62-884E-B93E-2088628FCF9A}"/>
                </a:ext>
              </a:extLst>
            </p:cNvPr>
            <p:cNvSpPr>
              <a:spLocks noChangeArrowheads="1"/>
            </p:cNvSpPr>
            <p:nvPr/>
          </p:nvSpPr>
          <p:spPr bwMode="auto">
            <a:xfrm flipV="1">
              <a:off x="1874319" y="1693635"/>
              <a:ext cx="1125329"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1" name="Rectangle 1080">
              <a:extLst>
                <a:ext uri="{FF2B5EF4-FFF2-40B4-BE49-F238E27FC236}">
                  <a16:creationId xmlns:a16="http://schemas.microsoft.com/office/drawing/2014/main" id="{CEED749C-6638-6040-A523-CBE05E8011F2}"/>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82" name="Oval 1081">
              <a:extLst>
                <a:ext uri="{FF2B5EF4-FFF2-40B4-BE49-F238E27FC236}">
                  <a16:creationId xmlns:a16="http://schemas.microsoft.com/office/drawing/2014/main" id="{E82E8A3A-0CDF-0142-A8D4-2A7F88E464C9}"/>
                </a:ext>
              </a:extLst>
            </p:cNvPr>
            <p:cNvSpPr>
              <a:spLocks noChangeArrowheads="1"/>
            </p:cNvSpPr>
            <p:nvPr/>
          </p:nvSpPr>
          <p:spPr bwMode="auto">
            <a:xfrm flipV="1">
              <a:off x="1871277" y="1576300"/>
              <a:ext cx="1125329"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3" name="Freeform 1082">
              <a:extLst>
                <a:ext uri="{FF2B5EF4-FFF2-40B4-BE49-F238E27FC236}">
                  <a16:creationId xmlns:a16="http://schemas.microsoft.com/office/drawing/2014/main" id="{20B0C69D-2EFF-CC4C-91E3-DE028EA90E90}"/>
                </a:ext>
              </a:extLst>
            </p:cNvPr>
            <p:cNvSpPr/>
            <p:nvPr/>
          </p:nvSpPr>
          <p:spPr bwMode="auto">
            <a:xfrm>
              <a:off x="2160214" y="1673603"/>
              <a:ext cx="547457"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84" name="Freeform 1083">
              <a:extLst>
                <a:ext uri="{FF2B5EF4-FFF2-40B4-BE49-F238E27FC236}">
                  <a16:creationId xmlns:a16="http://schemas.microsoft.com/office/drawing/2014/main" id="{8F166C83-2DE4-AA4C-934F-358B1ABBD003}"/>
                </a:ext>
              </a:extLst>
            </p:cNvPr>
            <p:cNvSpPr>
              <a:spLocks/>
            </p:cNvSpPr>
            <p:nvPr/>
          </p:nvSpPr>
          <p:spPr bwMode="auto">
            <a:xfrm>
              <a:off x="2102426" y="1633537"/>
              <a:ext cx="663031" cy="111611"/>
            </a:xfrm>
            <a:custGeom>
              <a:avLst/>
              <a:gdLst>
                <a:gd name="T0" fmla="*/ 0 w 3723451"/>
                <a:gd name="T1" fmla="*/ 27306 h 932950"/>
                <a:gd name="T2" fmla="*/ 116665 w 3723451"/>
                <a:gd name="T3" fmla="*/ 322 h 932950"/>
                <a:gd name="T4" fmla="*/ 330456 w 3723451"/>
                <a:gd name="T5" fmla="*/ 62276 h 932950"/>
                <a:gd name="T6" fmla="*/ 534416 w 3723451"/>
                <a:gd name="T7" fmla="*/ 0 h 932950"/>
                <a:gd name="T8" fmla="*/ 663031 w 3723451"/>
                <a:gd name="T9" fmla="*/ 24782 h 932950"/>
                <a:gd name="T10" fmla="*/ 567342 w 3723451"/>
                <a:gd name="T11" fmla="*/ 55255 h 932950"/>
                <a:gd name="T12" fmla="*/ 536534 w 3723451"/>
                <a:gd name="T13" fmla="*/ 47039 h 932950"/>
                <a:gd name="T14" fmla="*/ 334213 w 3723451"/>
                <a:gd name="T15" fmla="*/ 111611 h 932950"/>
                <a:gd name="T16" fmla="*/ 126716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5" name="Freeform 1084">
              <a:extLst>
                <a:ext uri="{FF2B5EF4-FFF2-40B4-BE49-F238E27FC236}">
                  <a16:creationId xmlns:a16="http://schemas.microsoft.com/office/drawing/2014/main" id="{64120D6F-CF36-7A4B-868D-9522C1F79454}"/>
                </a:ext>
              </a:extLst>
            </p:cNvPr>
            <p:cNvSpPr>
              <a:spLocks/>
            </p:cNvSpPr>
            <p:nvPr/>
          </p:nvSpPr>
          <p:spPr bwMode="auto">
            <a:xfrm>
              <a:off x="2537351" y="1727977"/>
              <a:ext cx="243314" cy="97303"/>
            </a:xfrm>
            <a:custGeom>
              <a:avLst/>
              <a:gdLst>
                <a:gd name="T0" fmla="*/ 0 w 1366596"/>
                <a:gd name="T1" fmla="*/ 0 h 809868"/>
                <a:gd name="T2" fmla="*/ 243314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6" name="Freeform 1085">
              <a:extLst>
                <a:ext uri="{FF2B5EF4-FFF2-40B4-BE49-F238E27FC236}">
                  <a16:creationId xmlns:a16="http://schemas.microsoft.com/office/drawing/2014/main" id="{8477E0BD-F61A-594C-8419-6BA64D7DFCE7}"/>
                </a:ext>
              </a:extLst>
            </p:cNvPr>
            <p:cNvSpPr>
              <a:spLocks/>
            </p:cNvSpPr>
            <p:nvPr/>
          </p:nvSpPr>
          <p:spPr bwMode="auto">
            <a:xfrm>
              <a:off x="2090260" y="1730839"/>
              <a:ext cx="240274" cy="97303"/>
            </a:xfrm>
            <a:custGeom>
              <a:avLst/>
              <a:gdLst>
                <a:gd name="T0" fmla="*/ 236994 w 1348191"/>
                <a:gd name="T1" fmla="*/ 0 h 791462"/>
                <a:gd name="T2" fmla="*/ 240274 w 1348191"/>
                <a:gd name="T3" fmla="*/ 46954 h 791462"/>
                <a:gd name="T4" fmla="*/ 86925 w 1348191"/>
                <a:gd name="T5" fmla="*/ 97303 h 791462"/>
                <a:gd name="T6" fmla="*/ 0 w 1348191"/>
                <a:gd name="T7" fmla="*/ 75240 h 791462"/>
                <a:gd name="T8" fmla="*/ 236994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87" name="Straight Connector 1086">
              <a:extLst>
                <a:ext uri="{FF2B5EF4-FFF2-40B4-BE49-F238E27FC236}">
                  <a16:creationId xmlns:a16="http://schemas.microsoft.com/office/drawing/2014/main" id="{53F7848D-82FC-7641-AC58-517C9B2FB854}"/>
                </a:ext>
              </a:extLst>
            </p:cNvPr>
            <p:cNvCxnSpPr>
              <a:cxnSpLocks noChangeShapeType="1"/>
              <a:endCxn id="1082" idx="2"/>
            </p:cNvCxnSpPr>
            <p:nvPr/>
          </p:nvCxnSpPr>
          <p:spPr bwMode="auto">
            <a:xfrm flipH="1" flipV="1">
              <a:off x="1871277" y="1736563"/>
              <a:ext cx="3042"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88" name="Straight Connector 1087">
              <a:extLst>
                <a:ext uri="{FF2B5EF4-FFF2-40B4-BE49-F238E27FC236}">
                  <a16:creationId xmlns:a16="http://schemas.microsoft.com/office/drawing/2014/main" id="{EA830BBF-D185-DB42-96F5-34C5273F4B6F}"/>
                </a:ext>
              </a:extLst>
            </p:cNvPr>
            <p:cNvCxnSpPr>
              <a:cxnSpLocks noChangeShapeType="1"/>
            </p:cNvCxnSpPr>
            <p:nvPr/>
          </p:nvCxnSpPr>
          <p:spPr bwMode="auto">
            <a:xfrm flipH="1" flipV="1">
              <a:off x="2996606" y="1733700"/>
              <a:ext cx="3042"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89" name="Group 347">
            <a:extLst>
              <a:ext uri="{FF2B5EF4-FFF2-40B4-BE49-F238E27FC236}">
                <a16:creationId xmlns:a16="http://schemas.microsoft.com/office/drawing/2014/main" id="{B6A937C7-17A9-A648-A780-A8D67F2249E6}"/>
              </a:ext>
            </a:extLst>
          </p:cNvPr>
          <p:cNvGrpSpPr>
            <a:grpSpLocks/>
          </p:cNvGrpSpPr>
          <p:nvPr/>
        </p:nvGrpSpPr>
        <p:grpSpPr bwMode="auto">
          <a:xfrm>
            <a:off x="6916593" y="6209680"/>
            <a:ext cx="588962" cy="242887"/>
            <a:chOff x="1871277" y="1576300"/>
            <a:chExt cx="1128371" cy="437861"/>
          </a:xfrm>
        </p:grpSpPr>
        <p:sp>
          <p:nvSpPr>
            <p:cNvPr id="1090" name="Oval 1089">
              <a:extLst>
                <a:ext uri="{FF2B5EF4-FFF2-40B4-BE49-F238E27FC236}">
                  <a16:creationId xmlns:a16="http://schemas.microsoft.com/office/drawing/2014/main" id="{21A30E2F-9F7B-DC47-908B-38849C8FE198}"/>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1" name="Rectangle 1090">
              <a:extLst>
                <a:ext uri="{FF2B5EF4-FFF2-40B4-BE49-F238E27FC236}">
                  <a16:creationId xmlns:a16="http://schemas.microsoft.com/office/drawing/2014/main" id="{368E56E7-1038-F843-8824-9F2406D135D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92" name="Oval 1091">
              <a:extLst>
                <a:ext uri="{FF2B5EF4-FFF2-40B4-BE49-F238E27FC236}">
                  <a16:creationId xmlns:a16="http://schemas.microsoft.com/office/drawing/2014/main" id="{5E09C5D1-4489-9245-906B-AB737B65B939}"/>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3" name="Freeform 1092">
              <a:extLst>
                <a:ext uri="{FF2B5EF4-FFF2-40B4-BE49-F238E27FC236}">
                  <a16:creationId xmlns:a16="http://schemas.microsoft.com/office/drawing/2014/main" id="{60675A58-4EA5-F645-8293-8D562D37C4A7}"/>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94" name="Freeform 1093">
              <a:extLst>
                <a:ext uri="{FF2B5EF4-FFF2-40B4-BE49-F238E27FC236}">
                  <a16:creationId xmlns:a16="http://schemas.microsoft.com/office/drawing/2014/main" id="{936A0061-F839-A048-9329-4BA74387A85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5" name="Freeform 1094">
              <a:extLst>
                <a:ext uri="{FF2B5EF4-FFF2-40B4-BE49-F238E27FC236}">
                  <a16:creationId xmlns:a16="http://schemas.microsoft.com/office/drawing/2014/main" id="{5010EAA9-D9FE-B348-B497-E58DC4A70242}"/>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6" name="Freeform 1095">
              <a:extLst>
                <a:ext uri="{FF2B5EF4-FFF2-40B4-BE49-F238E27FC236}">
                  <a16:creationId xmlns:a16="http://schemas.microsoft.com/office/drawing/2014/main" id="{E2301F16-3352-1848-BBB4-2365D15D0F69}"/>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97" name="Straight Connector 1096">
              <a:extLst>
                <a:ext uri="{FF2B5EF4-FFF2-40B4-BE49-F238E27FC236}">
                  <a16:creationId xmlns:a16="http://schemas.microsoft.com/office/drawing/2014/main" id="{D853D2D6-514A-9847-BBC3-2AE928C8DAFB}"/>
                </a:ext>
              </a:extLst>
            </p:cNvPr>
            <p:cNvCxnSpPr>
              <a:cxnSpLocks noChangeShapeType="1"/>
              <a:endCxn id="109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98" name="Straight Connector 1097">
              <a:extLst>
                <a:ext uri="{FF2B5EF4-FFF2-40B4-BE49-F238E27FC236}">
                  <a16:creationId xmlns:a16="http://schemas.microsoft.com/office/drawing/2014/main" id="{0F7465E9-0BFE-964B-AB98-F93DD82101C2}"/>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99" name="Group 347">
            <a:extLst>
              <a:ext uri="{FF2B5EF4-FFF2-40B4-BE49-F238E27FC236}">
                <a16:creationId xmlns:a16="http://schemas.microsoft.com/office/drawing/2014/main" id="{B1B48B52-0F33-0442-B024-9A681DC9E147}"/>
              </a:ext>
            </a:extLst>
          </p:cNvPr>
          <p:cNvGrpSpPr>
            <a:grpSpLocks/>
          </p:cNvGrpSpPr>
          <p:nvPr/>
        </p:nvGrpSpPr>
        <p:grpSpPr bwMode="auto">
          <a:xfrm>
            <a:off x="5452918" y="6301755"/>
            <a:ext cx="588962" cy="242887"/>
            <a:chOff x="1871277" y="1576300"/>
            <a:chExt cx="1128371" cy="437861"/>
          </a:xfrm>
        </p:grpSpPr>
        <p:sp>
          <p:nvSpPr>
            <p:cNvPr id="1100" name="Oval 1099">
              <a:extLst>
                <a:ext uri="{FF2B5EF4-FFF2-40B4-BE49-F238E27FC236}">
                  <a16:creationId xmlns:a16="http://schemas.microsoft.com/office/drawing/2014/main" id="{B2DB57CB-08BD-2F4D-A7ED-38936BBFA3D4}"/>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1" name="Rectangle 1100">
              <a:extLst>
                <a:ext uri="{FF2B5EF4-FFF2-40B4-BE49-F238E27FC236}">
                  <a16:creationId xmlns:a16="http://schemas.microsoft.com/office/drawing/2014/main" id="{C5A9C96D-A2BA-754F-A882-52122EB391B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02" name="Oval 1101">
              <a:extLst>
                <a:ext uri="{FF2B5EF4-FFF2-40B4-BE49-F238E27FC236}">
                  <a16:creationId xmlns:a16="http://schemas.microsoft.com/office/drawing/2014/main" id="{83C4800F-B303-9446-B339-EF2E78D32E45}"/>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3" name="Freeform 1102">
              <a:extLst>
                <a:ext uri="{FF2B5EF4-FFF2-40B4-BE49-F238E27FC236}">
                  <a16:creationId xmlns:a16="http://schemas.microsoft.com/office/drawing/2014/main" id="{8248D620-997C-1B4D-A023-5CD8220FC4D0}"/>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04" name="Freeform 1103">
              <a:extLst>
                <a:ext uri="{FF2B5EF4-FFF2-40B4-BE49-F238E27FC236}">
                  <a16:creationId xmlns:a16="http://schemas.microsoft.com/office/drawing/2014/main" id="{906FE13D-AC05-AA42-853B-9FAC9CA2507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5" name="Freeform 1104">
              <a:extLst>
                <a:ext uri="{FF2B5EF4-FFF2-40B4-BE49-F238E27FC236}">
                  <a16:creationId xmlns:a16="http://schemas.microsoft.com/office/drawing/2014/main" id="{DE4AB67E-E389-E747-AA8A-F557E3BDBA61}"/>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6" name="Freeform 1105">
              <a:extLst>
                <a:ext uri="{FF2B5EF4-FFF2-40B4-BE49-F238E27FC236}">
                  <a16:creationId xmlns:a16="http://schemas.microsoft.com/office/drawing/2014/main" id="{A18C8CAC-63E9-E248-8397-1346071AD6EE}"/>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07" name="Straight Connector 1106">
              <a:extLst>
                <a:ext uri="{FF2B5EF4-FFF2-40B4-BE49-F238E27FC236}">
                  <a16:creationId xmlns:a16="http://schemas.microsoft.com/office/drawing/2014/main" id="{73BEE8CD-92EF-AB4A-9223-19BD5734C8CF}"/>
                </a:ext>
              </a:extLst>
            </p:cNvPr>
            <p:cNvCxnSpPr>
              <a:cxnSpLocks noChangeShapeType="1"/>
              <a:endCxn id="110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08" name="Straight Connector 1107">
              <a:extLst>
                <a:ext uri="{FF2B5EF4-FFF2-40B4-BE49-F238E27FC236}">
                  <a16:creationId xmlns:a16="http://schemas.microsoft.com/office/drawing/2014/main" id="{5BC61A72-737C-4F4F-802A-7DAAF663B43B}"/>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110" name="Group 11">
            <a:extLst>
              <a:ext uri="{FF2B5EF4-FFF2-40B4-BE49-F238E27FC236}">
                <a16:creationId xmlns:a16="http://schemas.microsoft.com/office/drawing/2014/main" id="{E5217315-CB03-2542-94D5-3FA12A407609}"/>
              </a:ext>
            </a:extLst>
          </p:cNvPr>
          <p:cNvGrpSpPr>
            <a:grpSpLocks/>
          </p:cNvGrpSpPr>
          <p:nvPr/>
        </p:nvGrpSpPr>
        <p:grpSpPr bwMode="auto">
          <a:xfrm>
            <a:off x="4494536" y="2167905"/>
            <a:ext cx="3597875" cy="493470"/>
            <a:chOff x="2705100" y="2011398"/>
            <a:chExt cx="3597533" cy="493677"/>
          </a:xfrm>
        </p:grpSpPr>
        <p:sp>
          <p:nvSpPr>
            <p:cNvPr id="1135" name="Oval 1134">
              <a:extLst>
                <a:ext uri="{FF2B5EF4-FFF2-40B4-BE49-F238E27FC236}">
                  <a16:creationId xmlns:a16="http://schemas.microsoft.com/office/drawing/2014/main" id="{57A6E143-0094-5D49-8A05-004EA3A97A71}"/>
                </a:ext>
              </a:extLst>
            </p:cNvPr>
            <p:cNvSpPr/>
            <p:nvPr/>
          </p:nvSpPr>
          <p:spPr bwMode="auto">
            <a:xfrm>
              <a:off x="2722092" y="2011398"/>
              <a:ext cx="3581060" cy="492331"/>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36" name="Oval 1135">
              <a:extLst>
                <a:ext uri="{FF2B5EF4-FFF2-40B4-BE49-F238E27FC236}">
                  <a16:creationId xmlns:a16="http://schemas.microsoft.com/office/drawing/2014/main" id="{431997AA-2888-D042-A558-B6DE0F737D3F}"/>
                </a:ext>
              </a:extLst>
            </p:cNvPr>
            <p:cNvSpPr/>
            <p:nvPr/>
          </p:nvSpPr>
          <p:spPr bwMode="auto">
            <a:xfrm>
              <a:off x="2704632" y="2012986"/>
              <a:ext cx="3581060" cy="492331"/>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37" name="TextBox 389">
              <a:extLst>
                <a:ext uri="{FF2B5EF4-FFF2-40B4-BE49-F238E27FC236}">
                  <a16:creationId xmlns:a16="http://schemas.microsoft.com/office/drawing/2014/main" id="{D0AF8FB3-4D5B-7B4A-8B82-CF15E8A6F1F0}"/>
                </a:ext>
              </a:extLst>
            </p:cNvPr>
            <p:cNvSpPr txBox="1">
              <a:spLocks noChangeArrowheads="1"/>
            </p:cNvSpPr>
            <p:nvPr/>
          </p:nvSpPr>
          <p:spPr bwMode="auto">
            <a:xfrm>
              <a:off x="3452664" y="2127167"/>
              <a:ext cx="2057700" cy="296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Remote Controller</a:t>
              </a:r>
            </a:p>
          </p:txBody>
        </p:sp>
      </p:grpSp>
      <p:grpSp>
        <p:nvGrpSpPr>
          <p:cNvPr id="3" name="Group 2">
            <a:extLst>
              <a:ext uri="{FF2B5EF4-FFF2-40B4-BE49-F238E27FC236}">
                <a16:creationId xmlns:a16="http://schemas.microsoft.com/office/drawing/2014/main" id="{370F660B-2991-C94D-80D9-F1429AC36768}"/>
              </a:ext>
            </a:extLst>
          </p:cNvPr>
          <p:cNvGrpSpPr/>
          <p:nvPr/>
        </p:nvGrpSpPr>
        <p:grpSpPr>
          <a:xfrm>
            <a:off x="3674918" y="4177613"/>
            <a:ext cx="5095875" cy="822392"/>
            <a:chOff x="3674918" y="4177613"/>
            <a:chExt cx="5095875" cy="822392"/>
          </a:xfrm>
        </p:grpSpPr>
        <p:grpSp>
          <p:nvGrpSpPr>
            <p:cNvPr id="1111" name="Group 441">
              <a:extLst>
                <a:ext uri="{FF2B5EF4-FFF2-40B4-BE49-F238E27FC236}">
                  <a16:creationId xmlns:a16="http://schemas.microsoft.com/office/drawing/2014/main" id="{0C03A32C-FA65-214B-B936-B6E1B2C384AE}"/>
                </a:ext>
              </a:extLst>
            </p:cNvPr>
            <p:cNvGrpSpPr>
              <a:grpSpLocks/>
            </p:cNvGrpSpPr>
            <p:nvPr/>
          </p:nvGrpSpPr>
          <p:grpSpPr bwMode="auto">
            <a:xfrm>
              <a:off x="3674918" y="4177613"/>
              <a:ext cx="923628" cy="405783"/>
              <a:chOff x="2705100" y="2011398"/>
              <a:chExt cx="3597533" cy="493677"/>
            </a:xfrm>
          </p:grpSpPr>
          <p:sp>
            <p:nvSpPr>
              <p:cNvPr id="1132" name="Oval 1131">
                <a:extLst>
                  <a:ext uri="{FF2B5EF4-FFF2-40B4-BE49-F238E27FC236}">
                    <a16:creationId xmlns:a16="http://schemas.microsoft.com/office/drawing/2014/main" id="{F74AE388-0960-CF47-B1A1-1ABEEB3A9CAF}"/>
                  </a:ext>
                </a:extLst>
              </p:cNvPr>
              <p:cNvSpPr/>
              <p:nvPr/>
            </p:nvSpPr>
            <p:spPr bwMode="auto">
              <a:xfrm>
                <a:off x="2723648" y="2011480"/>
                <a:ext cx="3580142" cy="492496"/>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33" name="Oval 1132">
                <a:extLst>
                  <a:ext uri="{FF2B5EF4-FFF2-40B4-BE49-F238E27FC236}">
                    <a16:creationId xmlns:a16="http://schemas.microsoft.com/office/drawing/2014/main" id="{1181AFDF-673F-BE48-B342-3AE78D0EFECC}"/>
                  </a:ext>
                </a:extLst>
              </p:cNvPr>
              <p:cNvSpPr/>
              <p:nvPr/>
            </p:nvSpPr>
            <p:spPr bwMode="auto">
              <a:xfrm>
                <a:off x="2705100" y="2013410"/>
                <a:ext cx="3580138" cy="492497"/>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34" name="TextBox 389">
                <a:extLst>
                  <a:ext uri="{FF2B5EF4-FFF2-40B4-BE49-F238E27FC236}">
                    <a16:creationId xmlns:a16="http://schemas.microsoft.com/office/drawing/2014/main" id="{F3932BCA-D430-FC40-B54E-015140A71EFE}"/>
                  </a:ext>
                </a:extLst>
              </p:cNvPr>
              <p:cNvSpPr txBox="1">
                <a:spLocks noChangeArrowheads="1"/>
              </p:cNvSpPr>
              <p:nvPr/>
            </p:nvSpPr>
            <p:spPr bwMode="auto">
              <a:xfrm>
                <a:off x="3901810" y="2127167"/>
                <a:ext cx="1159411" cy="296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p>
            </p:txBody>
          </p:sp>
        </p:grpSp>
        <p:grpSp>
          <p:nvGrpSpPr>
            <p:cNvPr id="1112" name="Group 16">
              <a:extLst>
                <a:ext uri="{FF2B5EF4-FFF2-40B4-BE49-F238E27FC236}">
                  <a16:creationId xmlns:a16="http://schemas.microsoft.com/office/drawing/2014/main" id="{C3F9499B-4024-2B4E-8994-25AA993B23C7}"/>
                </a:ext>
              </a:extLst>
            </p:cNvPr>
            <p:cNvGrpSpPr>
              <a:grpSpLocks/>
            </p:cNvGrpSpPr>
            <p:nvPr/>
          </p:nvGrpSpPr>
          <p:grpSpPr bwMode="auto">
            <a:xfrm>
              <a:off x="5338708" y="4714256"/>
              <a:ext cx="463612" cy="285749"/>
              <a:chOff x="3558850" y="4573304"/>
              <a:chExt cx="463568" cy="285869"/>
            </a:xfrm>
          </p:grpSpPr>
          <p:grpSp>
            <p:nvGrpSpPr>
              <p:cNvPr id="1128" name="Group 12">
                <a:extLst>
                  <a:ext uri="{FF2B5EF4-FFF2-40B4-BE49-F238E27FC236}">
                    <a16:creationId xmlns:a16="http://schemas.microsoft.com/office/drawing/2014/main" id="{643660C7-BD5F-8243-BB52-5E41566520BE}"/>
                  </a:ext>
                </a:extLst>
              </p:cNvPr>
              <p:cNvGrpSpPr>
                <a:grpSpLocks/>
              </p:cNvGrpSpPr>
              <p:nvPr/>
            </p:nvGrpSpPr>
            <p:grpSpPr bwMode="auto">
              <a:xfrm>
                <a:off x="3558850" y="4577634"/>
                <a:ext cx="463568" cy="262710"/>
                <a:chOff x="3558850" y="4577634"/>
                <a:chExt cx="463568" cy="262710"/>
              </a:xfrm>
            </p:grpSpPr>
            <p:sp>
              <p:nvSpPr>
                <p:cNvPr id="1130" name="Oval 1129">
                  <a:extLst>
                    <a:ext uri="{FF2B5EF4-FFF2-40B4-BE49-F238E27FC236}">
                      <a16:creationId xmlns:a16="http://schemas.microsoft.com/office/drawing/2014/main" id="{EB6F94A5-07EA-824D-BCE4-E412F1D275A9}"/>
                    </a:ext>
                  </a:extLst>
                </p:cNvPr>
                <p:cNvSpPr/>
                <p:nvPr/>
              </p:nvSpPr>
              <p:spPr bwMode="auto">
                <a:xfrm>
                  <a:off x="3573046" y="4578067"/>
                  <a:ext cx="439696" cy="260459"/>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31" name="Oval 1130">
                  <a:extLst>
                    <a:ext uri="{FF2B5EF4-FFF2-40B4-BE49-F238E27FC236}">
                      <a16:creationId xmlns:a16="http://schemas.microsoft.com/office/drawing/2014/main" id="{3AFA8449-4699-DE4E-AD4F-2F50FF91F472}"/>
                    </a:ext>
                  </a:extLst>
                </p:cNvPr>
                <p:cNvSpPr/>
                <p:nvPr/>
              </p:nvSpPr>
              <p:spPr bwMode="auto">
                <a:xfrm>
                  <a:off x="3558760" y="4587596"/>
                  <a:ext cx="463506" cy="252519"/>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sp>
            <p:nvSpPr>
              <p:cNvPr id="1129" name="TextBox 389">
                <a:extLst>
                  <a:ext uri="{FF2B5EF4-FFF2-40B4-BE49-F238E27FC236}">
                    <a16:creationId xmlns:a16="http://schemas.microsoft.com/office/drawing/2014/main" id="{64D840F2-5A70-9E44-A243-269898185070}"/>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nvGrpSpPr>
            <p:cNvPr id="1113" name="Group 450">
              <a:extLst>
                <a:ext uri="{FF2B5EF4-FFF2-40B4-BE49-F238E27FC236}">
                  <a16:creationId xmlns:a16="http://schemas.microsoft.com/office/drawing/2014/main" id="{AADDBF22-BF75-E042-B015-F1D30A1937CF}"/>
                </a:ext>
              </a:extLst>
            </p:cNvPr>
            <p:cNvGrpSpPr>
              <a:grpSpLocks/>
            </p:cNvGrpSpPr>
            <p:nvPr/>
          </p:nvGrpSpPr>
          <p:grpSpPr bwMode="auto">
            <a:xfrm>
              <a:off x="6118930" y="4712138"/>
              <a:ext cx="463612" cy="285749"/>
              <a:chOff x="3558850" y="4573304"/>
              <a:chExt cx="463568" cy="285869"/>
            </a:xfrm>
          </p:grpSpPr>
          <p:grpSp>
            <p:nvGrpSpPr>
              <p:cNvPr id="1124" name="Group 451">
                <a:extLst>
                  <a:ext uri="{FF2B5EF4-FFF2-40B4-BE49-F238E27FC236}">
                    <a16:creationId xmlns:a16="http://schemas.microsoft.com/office/drawing/2014/main" id="{BD64AF44-6F7F-1747-8E26-3E6D0EDDA010}"/>
                  </a:ext>
                </a:extLst>
              </p:cNvPr>
              <p:cNvGrpSpPr>
                <a:grpSpLocks/>
              </p:cNvGrpSpPr>
              <p:nvPr/>
            </p:nvGrpSpPr>
            <p:grpSpPr bwMode="auto">
              <a:xfrm>
                <a:off x="3558850" y="4577634"/>
                <a:ext cx="463568" cy="262710"/>
                <a:chOff x="3558850" y="4577634"/>
                <a:chExt cx="463568" cy="262710"/>
              </a:xfrm>
            </p:grpSpPr>
            <p:sp>
              <p:nvSpPr>
                <p:cNvPr id="1126" name="Oval 1125">
                  <a:extLst>
                    <a:ext uri="{FF2B5EF4-FFF2-40B4-BE49-F238E27FC236}">
                      <a16:creationId xmlns:a16="http://schemas.microsoft.com/office/drawing/2014/main" id="{B13E6B0A-9B22-874D-A5BB-CAB7052B0E58}"/>
                    </a:ext>
                  </a:extLst>
                </p:cNvPr>
                <p:cNvSpPr/>
                <p:nvPr/>
              </p:nvSpPr>
              <p:spPr bwMode="auto">
                <a:xfrm>
                  <a:off x="3573874" y="4581775"/>
                  <a:ext cx="439696" cy="257283"/>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27" name="Oval 1126">
                  <a:extLst>
                    <a:ext uri="{FF2B5EF4-FFF2-40B4-BE49-F238E27FC236}">
                      <a16:creationId xmlns:a16="http://schemas.microsoft.com/office/drawing/2014/main" id="{88C69275-D6D4-D64E-9433-86A12EE44DC2}"/>
                    </a:ext>
                  </a:extLst>
                </p:cNvPr>
                <p:cNvSpPr/>
                <p:nvPr/>
              </p:nvSpPr>
              <p:spPr bwMode="auto">
                <a:xfrm>
                  <a:off x="3559588" y="4591304"/>
                  <a:ext cx="463506" cy="249341"/>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sp>
            <p:nvSpPr>
              <p:cNvPr id="1125" name="TextBox 389">
                <a:extLst>
                  <a:ext uri="{FF2B5EF4-FFF2-40B4-BE49-F238E27FC236}">
                    <a16:creationId xmlns:a16="http://schemas.microsoft.com/office/drawing/2014/main" id="{137E9DC6-E808-9244-BE10-49D98EA5A17A}"/>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nvGrpSpPr>
            <p:cNvPr id="1114" name="Group 455">
              <a:extLst>
                <a:ext uri="{FF2B5EF4-FFF2-40B4-BE49-F238E27FC236}">
                  <a16:creationId xmlns:a16="http://schemas.microsoft.com/office/drawing/2014/main" id="{F9EC1EDD-92AD-2245-AE89-053A0D1F0A45}"/>
                </a:ext>
              </a:extLst>
            </p:cNvPr>
            <p:cNvGrpSpPr>
              <a:grpSpLocks/>
            </p:cNvGrpSpPr>
            <p:nvPr/>
          </p:nvGrpSpPr>
          <p:grpSpPr bwMode="auto">
            <a:xfrm>
              <a:off x="7319300" y="4710021"/>
              <a:ext cx="463612" cy="285749"/>
              <a:chOff x="3558850" y="4573304"/>
              <a:chExt cx="463568" cy="285869"/>
            </a:xfrm>
          </p:grpSpPr>
          <p:grpSp>
            <p:nvGrpSpPr>
              <p:cNvPr id="1120" name="Group 456">
                <a:extLst>
                  <a:ext uri="{FF2B5EF4-FFF2-40B4-BE49-F238E27FC236}">
                    <a16:creationId xmlns:a16="http://schemas.microsoft.com/office/drawing/2014/main" id="{CB1EA6B7-79F6-7C4E-B31B-F6338BD15A28}"/>
                  </a:ext>
                </a:extLst>
              </p:cNvPr>
              <p:cNvGrpSpPr>
                <a:grpSpLocks/>
              </p:cNvGrpSpPr>
              <p:nvPr/>
            </p:nvGrpSpPr>
            <p:grpSpPr bwMode="auto">
              <a:xfrm>
                <a:off x="3558850" y="4577634"/>
                <a:ext cx="463568" cy="262710"/>
                <a:chOff x="3558850" y="4577634"/>
                <a:chExt cx="463568" cy="262710"/>
              </a:xfrm>
            </p:grpSpPr>
            <p:sp>
              <p:nvSpPr>
                <p:cNvPr id="1122" name="Oval 1121">
                  <a:extLst>
                    <a:ext uri="{FF2B5EF4-FFF2-40B4-BE49-F238E27FC236}">
                      <a16:creationId xmlns:a16="http://schemas.microsoft.com/office/drawing/2014/main" id="{9BF9A7D0-3676-5B44-9F92-551F82BA815A}"/>
                    </a:ext>
                  </a:extLst>
                </p:cNvPr>
                <p:cNvSpPr/>
                <p:nvPr/>
              </p:nvSpPr>
              <p:spPr bwMode="auto">
                <a:xfrm>
                  <a:off x="3573654" y="4577540"/>
                  <a:ext cx="439696" cy="260459"/>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23" name="Oval 1122">
                  <a:extLst>
                    <a:ext uri="{FF2B5EF4-FFF2-40B4-BE49-F238E27FC236}">
                      <a16:creationId xmlns:a16="http://schemas.microsoft.com/office/drawing/2014/main" id="{F3145DFC-AFCD-7043-8580-05CA0BB4CB0F}"/>
                    </a:ext>
                  </a:extLst>
                </p:cNvPr>
                <p:cNvSpPr/>
                <p:nvPr/>
              </p:nvSpPr>
              <p:spPr bwMode="auto">
                <a:xfrm>
                  <a:off x="3559368" y="4587069"/>
                  <a:ext cx="463506" cy="252518"/>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sp>
            <p:nvSpPr>
              <p:cNvPr id="1121" name="TextBox 389">
                <a:extLst>
                  <a:ext uri="{FF2B5EF4-FFF2-40B4-BE49-F238E27FC236}">
                    <a16:creationId xmlns:a16="http://schemas.microsoft.com/office/drawing/2014/main" id="{F248CEB0-87E6-A44A-A50F-5C3EC5372B52}"/>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nvGrpSpPr>
            <p:cNvPr id="1115" name="Group 460">
              <a:extLst>
                <a:ext uri="{FF2B5EF4-FFF2-40B4-BE49-F238E27FC236}">
                  <a16:creationId xmlns:a16="http://schemas.microsoft.com/office/drawing/2014/main" id="{4F7BA808-3479-484C-BAF0-5CC1FD0331EB}"/>
                </a:ext>
              </a:extLst>
            </p:cNvPr>
            <p:cNvGrpSpPr>
              <a:grpSpLocks/>
            </p:cNvGrpSpPr>
            <p:nvPr/>
          </p:nvGrpSpPr>
          <p:grpSpPr bwMode="auto">
            <a:xfrm>
              <a:off x="8307181" y="4707904"/>
              <a:ext cx="463612" cy="285749"/>
              <a:chOff x="3558850" y="4573304"/>
              <a:chExt cx="463568" cy="285869"/>
            </a:xfrm>
          </p:grpSpPr>
          <p:grpSp>
            <p:nvGrpSpPr>
              <p:cNvPr id="1116" name="Group 461">
                <a:extLst>
                  <a:ext uri="{FF2B5EF4-FFF2-40B4-BE49-F238E27FC236}">
                    <a16:creationId xmlns:a16="http://schemas.microsoft.com/office/drawing/2014/main" id="{933FA7BC-47D5-ED48-85E7-B486D7CBCA91}"/>
                  </a:ext>
                </a:extLst>
              </p:cNvPr>
              <p:cNvGrpSpPr>
                <a:grpSpLocks/>
              </p:cNvGrpSpPr>
              <p:nvPr/>
            </p:nvGrpSpPr>
            <p:grpSpPr bwMode="auto">
              <a:xfrm>
                <a:off x="3558850" y="4577634"/>
                <a:ext cx="463568" cy="262710"/>
                <a:chOff x="3558850" y="4577634"/>
                <a:chExt cx="463568" cy="262710"/>
              </a:xfrm>
            </p:grpSpPr>
            <p:sp>
              <p:nvSpPr>
                <p:cNvPr id="1118" name="Oval 1117">
                  <a:extLst>
                    <a:ext uri="{FF2B5EF4-FFF2-40B4-BE49-F238E27FC236}">
                      <a16:creationId xmlns:a16="http://schemas.microsoft.com/office/drawing/2014/main" id="{BFFF1AA5-D313-234B-BDA6-40E287FD081F}"/>
                    </a:ext>
                  </a:extLst>
                </p:cNvPr>
                <p:cNvSpPr/>
                <p:nvPr/>
              </p:nvSpPr>
              <p:spPr bwMode="auto">
                <a:xfrm>
                  <a:off x="3573198" y="4578069"/>
                  <a:ext cx="439696" cy="260459"/>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19" name="Oval 1118">
                  <a:extLst>
                    <a:ext uri="{FF2B5EF4-FFF2-40B4-BE49-F238E27FC236}">
                      <a16:creationId xmlns:a16="http://schemas.microsoft.com/office/drawing/2014/main" id="{08D261B5-FBF3-B541-B8CA-B63F648BEF5C}"/>
                    </a:ext>
                  </a:extLst>
                </p:cNvPr>
                <p:cNvSpPr/>
                <p:nvPr/>
              </p:nvSpPr>
              <p:spPr bwMode="auto">
                <a:xfrm>
                  <a:off x="3558912" y="4587598"/>
                  <a:ext cx="463506" cy="252519"/>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sp>
            <p:nvSpPr>
              <p:cNvPr id="1117" name="TextBox 389">
                <a:extLst>
                  <a:ext uri="{FF2B5EF4-FFF2-40B4-BE49-F238E27FC236}">
                    <a16:creationId xmlns:a16="http://schemas.microsoft.com/office/drawing/2014/main" id="{8386C9B3-5C0B-0443-98EF-8CDB1312E97F}"/>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139" name="Group 1">
            <a:extLst>
              <a:ext uri="{FF2B5EF4-FFF2-40B4-BE49-F238E27FC236}">
                <a16:creationId xmlns:a16="http://schemas.microsoft.com/office/drawing/2014/main" id="{A228ACC2-6157-BF41-88C3-0A086417268A}"/>
              </a:ext>
            </a:extLst>
          </p:cNvPr>
          <p:cNvGrpSpPr>
            <a:grpSpLocks/>
          </p:cNvGrpSpPr>
          <p:nvPr/>
        </p:nvGrpSpPr>
        <p:grpSpPr bwMode="auto">
          <a:xfrm>
            <a:off x="2687493" y="5474667"/>
            <a:ext cx="2698750" cy="903288"/>
            <a:chOff x="938213" y="5237163"/>
            <a:chExt cx="2698750" cy="903287"/>
          </a:xfrm>
        </p:grpSpPr>
        <p:cxnSp>
          <p:nvCxnSpPr>
            <p:cNvPr id="1140" name="Straight Connector 1139">
              <a:extLst>
                <a:ext uri="{FF2B5EF4-FFF2-40B4-BE49-F238E27FC236}">
                  <a16:creationId xmlns:a16="http://schemas.microsoft.com/office/drawing/2014/main" id="{CB924182-B4D8-0F43-97E1-646C4E72A083}"/>
                </a:ext>
              </a:extLst>
            </p:cNvPr>
            <p:cNvCxnSpPr/>
            <p:nvPr/>
          </p:nvCxnSpPr>
          <p:spPr>
            <a:xfrm flipH="1">
              <a:off x="1282700" y="5802312"/>
              <a:ext cx="1508125" cy="1588"/>
            </a:xfrm>
            <a:prstGeom prst="line">
              <a:avLst/>
            </a:prstGeom>
            <a:noFill/>
            <a:ln w="9525" cap="flat" cmpd="sng" algn="ctr">
              <a:solidFill>
                <a:srgbClr val="000000"/>
              </a:solidFill>
              <a:prstDash val="solid"/>
            </a:ln>
            <a:effectLst/>
          </p:spPr>
        </p:cxnSp>
        <p:sp>
          <p:nvSpPr>
            <p:cNvPr id="1141" name="TextBox 265">
              <a:extLst>
                <a:ext uri="{FF2B5EF4-FFF2-40B4-BE49-F238E27FC236}">
                  <a16:creationId xmlns:a16="http://schemas.microsoft.com/office/drawing/2014/main" id="{CFD0B0F1-D70C-5245-B37A-C9A4ABCBEF39}"/>
                </a:ext>
              </a:extLst>
            </p:cNvPr>
            <p:cNvSpPr txBox="1">
              <a:spLocks noChangeArrowheads="1"/>
            </p:cNvSpPr>
            <p:nvPr/>
          </p:nvSpPr>
          <p:spPr bwMode="auto">
            <a:xfrm>
              <a:off x="3198813" y="5473700"/>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1142" name="TextBox 281">
              <a:extLst>
                <a:ext uri="{FF2B5EF4-FFF2-40B4-BE49-F238E27FC236}">
                  <a16:creationId xmlns:a16="http://schemas.microsoft.com/office/drawing/2014/main" id="{6C507E5B-C87D-FA46-A331-4ABAB6B8A245}"/>
                </a:ext>
              </a:extLst>
            </p:cNvPr>
            <p:cNvSpPr txBox="1">
              <a:spLocks noChangeArrowheads="1"/>
            </p:cNvSpPr>
            <p:nvPr/>
          </p:nvSpPr>
          <p:spPr bwMode="auto">
            <a:xfrm>
              <a:off x="3373438" y="5761038"/>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grpSp>
          <p:nvGrpSpPr>
            <p:cNvPr id="1143" name="Group 5">
              <a:extLst>
                <a:ext uri="{FF2B5EF4-FFF2-40B4-BE49-F238E27FC236}">
                  <a16:creationId xmlns:a16="http://schemas.microsoft.com/office/drawing/2014/main" id="{1A707F03-E0B2-FF48-9597-B751067AD9A3}"/>
                </a:ext>
              </a:extLst>
            </p:cNvPr>
            <p:cNvGrpSpPr>
              <a:grpSpLocks/>
            </p:cNvGrpSpPr>
            <p:nvPr/>
          </p:nvGrpSpPr>
          <p:grpSpPr bwMode="auto">
            <a:xfrm>
              <a:off x="938213" y="5237163"/>
              <a:ext cx="1616075" cy="487362"/>
              <a:chOff x="-4079003" y="2717403"/>
              <a:chExt cx="1616718" cy="488475"/>
            </a:xfrm>
          </p:grpSpPr>
          <p:sp>
            <p:nvSpPr>
              <p:cNvPr id="1157" name="Rectangle 98">
                <a:extLst>
                  <a:ext uri="{FF2B5EF4-FFF2-40B4-BE49-F238E27FC236}">
                    <a16:creationId xmlns:a16="http://schemas.microsoft.com/office/drawing/2014/main" id="{CA6EA6FC-3469-1A42-8A1A-7ABEC47FF2BC}"/>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8" name="Line 99">
                <a:extLst>
                  <a:ext uri="{FF2B5EF4-FFF2-40B4-BE49-F238E27FC236}">
                    <a16:creationId xmlns:a16="http://schemas.microsoft.com/office/drawing/2014/main" id="{8B52FDA0-6129-4D4D-AB34-6E31B5746EA7}"/>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9" name="Rectangle 104">
                <a:extLst>
                  <a:ext uri="{FF2B5EF4-FFF2-40B4-BE49-F238E27FC236}">
                    <a16:creationId xmlns:a16="http://schemas.microsoft.com/office/drawing/2014/main" id="{EF6D77F4-B510-3541-9758-82FBBD823972}"/>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0" name="Text Box 105">
                <a:extLst>
                  <a:ext uri="{FF2B5EF4-FFF2-40B4-BE49-F238E27FC236}">
                    <a16:creationId xmlns:a16="http://schemas.microsoft.com/office/drawing/2014/main" id="{2AE0900E-8A8F-4A4D-BB87-414DFE5E1CA9}"/>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1161" name="Line 119">
                <a:extLst>
                  <a:ext uri="{FF2B5EF4-FFF2-40B4-BE49-F238E27FC236}">
                    <a16:creationId xmlns:a16="http://schemas.microsoft.com/office/drawing/2014/main" id="{5B21AE9C-8AC8-434E-B3D3-DDFB36C485E3}"/>
                  </a:ext>
                </a:extLst>
              </p:cNvPr>
              <p:cNvSpPr>
                <a:spLocks noChangeShapeType="1"/>
              </p:cNvSpPr>
              <p:nvPr/>
            </p:nvSpPr>
            <p:spPr bwMode="auto">
              <a:xfrm>
                <a:off x="-3621642" y="2717403"/>
                <a:ext cx="405953" cy="3006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44" name="Freeform 120">
              <a:extLst>
                <a:ext uri="{FF2B5EF4-FFF2-40B4-BE49-F238E27FC236}">
                  <a16:creationId xmlns:a16="http://schemas.microsoft.com/office/drawing/2014/main" id="{7959F5AF-96CF-CD42-95A7-B320D466FA0B}"/>
                </a:ext>
              </a:extLst>
            </p:cNvPr>
            <p:cNvSpPr>
              <a:spLocks/>
            </p:cNvSpPr>
            <p:nvPr/>
          </p:nvSpPr>
          <p:spPr bwMode="auto">
            <a:xfrm>
              <a:off x="2493963" y="5668963"/>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45" name="Group 357">
              <a:extLst>
                <a:ext uri="{FF2B5EF4-FFF2-40B4-BE49-F238E27FC236}">
                  <a16:creationId xmlns:a16="http://schemas.microsoft.com/office/drawing/2014/main" id="{4D59E87F-CE51-5F46-B516-9F402F558557}"/>
                </a:ext>
              </a:extLst>
            </p:cNvPr>
            <p:cNvGrpSpPr>
              <a:grpSpLocks/>
            </p:cNvGrpSpPr>
            <p:nvPr/>
          </p:nvGrpSpPr>
          <p:grpSpPr bwMode="auto">
            <a:xfrm>
              <a:off x="2714625" y="5659438"/>
              <a:ext cx="565150" cy="293687"/>
              <a:chOff x="1871277" y="1576300"/>
              <a:chExt cx="1128371" cy="437861"/>
            </a:xfrm>
          </p:grpSpPr>
          <p:sp>
            <p:nvSpPr>
              <p:cNvPr id="1147" name="Oval 1146">
                <a:extLst>
                  <a:ext uri="{FF2B5EF4-FFF2-40B4-BE49-F238E27FC236}">
                    <a16:creationId xmlns:a16="http://schemas.microsoft.com/office/drawing/2014/main" id="{47BEE802-D705-FB42-955E-D825A1B513F5}"/>
                  </a:ext>
                </a:extLst>
              </p:cNvPr>
              <p:cNvSpPr>
                <a:spLocks noChangeArrowheads="1"/>
              </p:cNvSpPr>
              <p:nvPr/>
            </p:nvSpPr>
            <p:spPr bwMode="auto">
              <a:xfrm flipV="1">
                <a:off x="1874448" y="1694641"/>
                <a:ext cx="1125200" cy="319521"/>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48" name="Rectangle 1147">
                <a:extLst>
                  <a:ext uri="{FF2B5EF4-FFF2-40B4-BE49-F238E27FC236}">
                    <a16:creationId xmlns:a16="http://schemas.microsoft.com/office/drawing/2014/main" id="{A0A9F0A0-D85B-BC44-809E-0D44746B1886}"/>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49" name="Oval 1148">
                <a:extLst>
                  <a:ext uri="{FF2B5EF4-FFF2-40B4-BE49-F238E27FC236}">
                    <a16:creationId xmlns:a16="http://schemas.microsoft.com/office/drawing/2014/main" id="{E6E2E4DB-C182-5947-9544-5CA42AF8D004}"/>
                  </a:ext>
                </a:extLst>
              </p:cNvPr>
              <p:cNvSpPr>
                <a:spLocks noChangeArrowheads="1"/>
              </p:cNvSpPr>
              <p:nvPr/>
            </p:nvSpPr>
            <p:spPr bwMode="auto">
              <a:xfrm flipV="1">
                <a:off x="1871277" y="1576300"/>
                <a:ext cx="1125202" cy="319521"/>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50" name="Freeform 1149">
                <a:extLst>
                  <a:ext uri="{FF2B5EF4-FFF2-40B4-BE49-F238E27FC236}">
                    <a16:creationId xmlns:a16="http://schemas.microsoft.com/office/drawing/2014/main" id="{826516FA-D90F-FF4F-86C3-EABFADEC3BBB}"/>
                  </a:ext>
                </a:extLst>
              </p:cNvPr>
              <p:cNvSpPr/>
              <p:nvPr/>
            </p:nvSpPr>
            <p:spPr bwMode="auto">
              <a:xfrm>
                <a:off x="2159710" y="1673340"/>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51" name="Freeform 1150">
                <a:extLst>
                  <a:ext uri="{FF2B5EF4-FFF2-40B4-BE49-F238E27FC236}">
                    <a16:creationId xmlns:a16="http://schemas.microsoft.com/office/drawing/2014/main" id="{8B23C2D3-E371-5547-9057-B35E626ABDC4}"/>
                  </a:ext>
                </a:extLst>
              </p:cNvPr>
              <p:cNvSpPr>
                <a:spLocks/>
              </p:cNvSpPr>
              <p:nvPr/>
            </p:nvSpPr>
            <p:spPr bwMode="auto">
              <a:xfrm>
                <a:off x="2102657" y="1633104"/>
                <a:ext cx="662442" cy="111241"/>
              </a:xfrm>
              <a:custGeom>
                <a:avLst/>
                <a:gdLst>
                  <a:gd name="T0" fmla="*/ 0 w 3723451"/>
                  <a:gd name="T1" fmla="*/ 27215 h 932950"/>
                  <a:gd name="T2" fmla="*/ 116561 w 3723451"/>
                  <a:gd name="T3" fmla="*/ 321 h 932950"/>
                  <a:gd name="T4" fmla="*/ 330163 w 3723451"/>
                  <a:gd name="T5" fmla="*/ 62070 h 932950"/>
                  <a:gd name="T6" fmla="*/ 533941 w 3723451"/>
                  <a:gd name="T7" fmla="*/ 0 h 932950"/>
                  <a:gd name="T8" fmla="*/ 662442 w 3723451"/>
                  <a:gd name="T9" fmla="*/ 24700 h 932950"/>
                  <a:gd name="T10" fmla="*/ 566838 w 3723451"/>
                  <a:gd name="T11" fmla="*/ 55072 h 932950"/>
                  <a:gd name="T12" fmla="*/ 536057 w 3723451"/>
                  <a:gd name="T13" fmla="*/ 46883 h 932950"/>
                  <a:gd name="T14" fmla="*/ 333916 w 3723451"/>
                  <a:gd name="T15" fmla="*/ 111241 h 932950"/>
                  <a:gd name="T16" fmla="*/ 126604 w 3723451"/>
                  <a:gd name="T17" fmla="*/ 49251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2" name="Freeform 1151">
                <a:extLst>
                  <a:ext uri="{FF2B5EF4-FFF2-40B4-BE49-F238E27FC236}">
                    <a16:creationId xmlns:a16="http://schemas.microsoft.com/office/drawing/2014/main" id="{2DEA8715-4603-7449-BB4D-351CFEF75CDD}"/>
                  </a:ext>
                </a:extLst>
              </p:cNvPr>
              <p:cNvSpPr>
                <a:spLocks/>
              </p:cNvSpPr>
              <p:nvPr/>
            </p:nvSpPr>
            <p:spPr bwMode="auto">
              <a:xfrm>
                <a:off x="2536889" y="1727776"/>
                <a:ext cx="244059" cy="97040"/>
              </a:xfrm>
              <a:custGeom>
                <a:avLst/>
                <a:gdLst>
                  <a:gd name="T0" fmla="*/ 0 w 1366596"/>
                  <a:gd name="T1" fmla="*/ 0 h 809868"/>
                  <a:gd name="T2" fmla="*/ 244059 w 1366596"/>
                  <a:gd name="T3" fmla="*/ 74985 h 809868"/>
                  <a:gd name="T4" fmla="*/ 154488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3" name="Freeform 1152">
                <a:extLst>
                  <a:ext uri="{FF2B5EF4-FFF2-40B4-BE49-F238E27FC236}">
                    <a16:creationId xmlns:a16="http://schemas.microsoft.com/office/drawing/2014/main" id="{72F5390F-6421-6840-94BC-D15B70623EF8}"/>
                  </a:ext>
                </a:extLst>
              </p:cNvPr>
              <p:cNvSpPr>
                <a:spLocks/>
              </p:cNvSpPr>
              <p:nvPr/>
            </p:nvSpPr>
            <p:spPr bwMode="auto">
              <a:xfrm>
                <a:off x="2089979"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54" name="Straight Connector 1153">
                <a:extLst>
                  <a:ext uri="{FF2B5EF4-FFF2-40B4-BE49-F238E27FC236}">
                    <a16:creationId xmlns:a16="http://schemas.microsoft.com/office/drawing/2014/main" id="{34E68527-C12C-5248-A62C-D72D4BEC928A}"/>
                  </a:ext>
                </a:extLst>
              </p:cNvPr>
              <p:cNvCxnSpPr>
                <a:cxnSpLocks noChangeShapeType="1"/>
                <a:endCxn id="114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55" name="Straight Connector 1154">
                <a:extLst>
                  <a:ext uri="{FF2B5EF4-FFF2-40B4-BE49-F238E27FC236}">
                    <a16:creationId xmlns:a16="http://schemas.microsoft.com/office/drawing/2014/main" id="{475CE0A8-F910-FF45-A479-96A5E48ACF2E}"/>
                  </a:ext>
                </a:extLst>
              </p:cNvPr>
              <p:cNvCxnSpPr>
                <a:cxnSpLocks noChangeShapeType="1"/>
              </p:cNvCxnSpPr>
              <p:nvPr/>
            </p:nvCxnSpPr>
            <p:spPr bwMode="auto">
              <a:xfrm flipH="1" flipV="1">
                <a:off x="2996479" y="1734878"/>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1146" name="TextBox 282">
              <a:extLst>
                <a:ext uri="{FF2B5EF4-FFF2-40B4-BE49-F238E27FC236}">
                  <a16:creationId xmlns:a16="http://schemas.microsoft.com/office/drawing/2014/main" id="{4B460814-1FB2-5F46-A167-2E252688DDB5}"/>
                </a:ext>
              </a:extLst>
            </p:cNvPr>
            <p:cNvSpPr txBox="1">
              <a:spLocks noChangeArrowheads="1"/>
            </p:cNvSpPr>
            <p:nvPr/>
          </p:nvSpPr>
          <p:spPr bwMode="auto">
            <a:xfrm>
              <a:off x="3068638" y="5862638"/>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grpSp>
      <p:sp>
        <p:nvSpPr>
          <p:cNvPr id="1162" name="TextBox 6">
            <a:extLst>
              <a:ext uri="{FF2B5EF4-FFF2-40B4-BE49-F238E27FC236}">
                <a16:creationId xmlns:a16="http://schemas.microsoft.com/office/drawing/2014/main" id="{21D1826E-E3E7-E445-9FFB-A565D9A2AD31}"/>
              </a:ext>
            </a:extLst>
          </p:cNvPr>
          <p:cNvSpPr txBox="1">
            <a:spLocks noChangeArrowheads="1"/>
          </p:cNvSpPr>
          <p:nvPr/>
        </p:nvSpPr>
        <p:spPr bwMode="auto">
          <a:xfrm>
            <a:off x="1946130" y="4850780"/>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63" name="Group 1162">
            <a:extLst>
              <a:ext uri="{FF2B5EF4-FFF2-40B4-BE49-F238E27FC236}">
                <a16:creationId xmlns:a16="http://schemas.microsoft.com/office/drawing/2014/main" id="{F8C15A5A-1645-0849-B8DE-390745B8EBA4}"/>
              </a:ext>
            </a:extLst>
          </p:cNvPr>
          <p:cNvGrpSpPr>
            <a:grpSpLocks/>
          </p:cNvGrpSpPr>
          <p:nvPr/>
        </p:nvGrpSpPr>
        <p:grpSpPr bwMode="auto">
          <a:xfrm>
            <a:off x="4390906" y="2898842"/>
            <a:ext cx="4051268" cy="2367063"/>
            <a:chOff x="-3855475" y="3644638"/>
            <a:chExt cx="4051268" cy="2367866"/>
          </a:xfrm>
        </p:grpSpPr>
        <p:cxnSp>
          <p:nvCxnSpPr>
            <p:cNvPr id="1164" name="Straight Arrow Connector 1163">
              <a:extLst>
                <a:ext uri="{FF2B5EF4-FFF2-40B4-BE49-F238E27FC236}">
                  <a16:creationId xmlns:a16="http://schemas.microsoft.com/office/drawing/2014/main" id="{D6CE7F18-1D47-9C49-BB85-76C5894DE532}"/>
                </a:ext>
              </a:extLst>
            </p:cNvPr>
            <p:cNvCxnSpPr>
              <a:cxnSpLocks/>
            </p:cNvCxnSpPr>
            <p:nvPr/>
          </p:nvCxnSpPr>
          <p:spPr bwMode="auto">
            <a:xfrm>
              <a:off x="-3855475" y="3664699"/>
              <a:ext cx="0" cy="2094800"/>
            </a:xfrm>
            <a:prstGeom prst="straightConnector1">
              <a:avLst/>
            </a:prstGeom>
            <a:noFill/>
            <a:ln w="12700" cap="flat" cmpd="sng" algn="ctr">
              <a:solidFill>
                <a:srgbClr val="CC0000"/>
              </a:solidFill>
              <a:prstDash val="solid"/>
              <a:tailEnd type="triangle"/>
            </a:ln>
            <a:effectLst/>
          </p:spPr>
        </p:cxnSp>
        <p:cxnSp>
          <p:nvCxnSpPr>
            <p:cNvPr id="1165" name="Straight Arrow Connector 1164">
              <a:extLst>
                <a:ext uri="{FF2B5EF4-FFF2-40B4-BE49-F238E27FC236}">
                  <a16:creationId xmlns:a16="http://schemas.microsoft.com/office/drawing/2014/main" id="{1C7BE6B4-EA67-FB4B-B50B-7E72D52ED7D1}"/>
                </a:ext>
              </a:extLst>
            </p:cNvPr>
            <p:cNvCxnSpPr>
              <a:cxnSpLocks noChangeShapeType="1"/>
            </p:cNvCxnSpPr>
            <p:nvPr/>
          </p:nvCxnSpPr>
          <p:spPr bwMode="auto">
            <a:xfrm>
              <a:off x="-2818087" y="3658010"/>
              <a:ext cx="0" cy="2354494"/>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1166" name="Straight Arrow Connector 1165">
              <a:extLst>
                <a:ext uri="{FF2B5EF4-FFF2-40B4-BE49-F238E27FC236}">
                  <a16:creationId xmlns:a16="http://schemas.microsoft.com/office/drawing/2014/main" id="{57774C27-8FF6-9F4F-A17E-D2F743FE22FC}"/>
                </a:ext>
              </a:extLst>
            </p:cNvPr>
            <p:cNvCxnSpPr>
              <a:cxnSpLocks noChangeShapeType="1"/>
            </p:cNvCxnSpPr>
            <p:nvPr/>
          </p:nvCxnSpPr>
          <p:spPr bwMode="auto">
            <a:xfrm>
              <a:off x="-2006679" y="3655204"/>
              <a:ext cx="31396" cy="2331351"/>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1167" name="Straight Arrow Connector 1166">
              <a:extLst>
                <a:ext uri="{FF2B5EF4-FFF2-40B4-BE49-F238E27FC236}">
                  <a16:creationId xmlns:a16="http://schemas.microsoft.com/office/drawing/2014/main" id="{1F481D65-016C-9E4F-A167-D6343A313652}"/>
                </a:ext>
              </a:extLst>
            </p:cNvPr>
            <p:cNvCxnSpPr>
              <a:cxnSpLocks noChangeShapeType="1"/>
            </p:cNvCxnSpPr>
            <p:nvPr/>
          </p:nvCxnSpPr>
          <p:spPr bwMode="auto">
            <a:xfrm>
              <a:off x="-817641" y="3644638"/>
              <a:ext cx="0" cy="2364624"/>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1168" name="Straight Arrow Connector 1167">
              <a:extLst>
                <a:ext uri="{FF2B5EF4-FFF2-40B4-BE49-F238E27FC236}">
                  <a16:creationId xmlns:a16="http://schemas.microsoft.com/office/drawing/2014/main" id="{8D76033E-EA4A-B441-99A6-CFC1521E6CB2}"/>
                </a:ext>
              </a:extLst>
            </p:cNvPr>
            <p:cNvCxnSpPr>
              <a:cxnSpLocks noChangeShapeType="1"/>
            </p:cNvCxnSpPr>
            <p:nvPr/>
          </p:nvCxnSpPr>
          <p:spPr bwMode="auto">
            <a:xfrm>
              <a:off x="195792" y="3690049"/>
              <a:ext cx="1" cy="2311566"/>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grpSp>
      <p:sp>
        <p:nvSpPr>
          <p:cNvPr id="354" name="Slide Number Placeholder 4">
            <a:extLst>
              <a:ext uri="{FF2B5EF4-FFF2-40B4-BE49-F238E27FC236}">
                <a16:creationId xmlns:a16="http://schemas.microsoft.com/office/drawing/2014/main" id="{EB6E2EBA-F897-A249-9C0A-5C6AC0D91124}"/>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Network Layer: 4-</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711558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926"/>
                                        </p:tgtEl>
                                        <p:attrNameLst>
                                          <p:attrName>style.visibility</p:attrName>
                                        </p:attrNameLst>
                                      </p:cBhvr>
                                      <p:to>
                                        <p:strVal val="visible"/>
                                      </p:to>
                                    </p:set>
                                    <p:animEffect transition="in" filter="wipe(down)">
                                      <p:cBhvr>
                                        <p:cTn id="7" dur="500"/>
                                        <p:tgtEl>
                                          <p:spTgt spid="92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17"/>
                                        </p:tgtEl>
                                        <p:attrNameLst>
                                          <p:attrName>style.visibility</p:attrName>
                                        </p:attrNameLst>
                                      </p:cBhvr>
                                      <p:to>
                                        <p:strVal val="visible"/>
                                      </p:to>
                                    </p:set>
                                    <p:animEffect transition="in" filter="dissolve">
                                      <p:cBhvr>
                                        <p:cTn id="12" dur="500"/>
                                        <p:tgtEl>
                                          <p:spTgt spid="817"/>
                                        </p:tgtEl>
                                      </p:cBhvr>
                                    </p:animEffect>
                                  </p:childTnLst>
                                </p:cTn>
                              </p:par>
                              <p:par>
                                <p:cTn id="13" presetID="9" presetClass="entr" presetSubtype="0" fill="hold" nodeType="withEffect">
                                  <p:stCondLst>
                                    <p:cond delay="0"/>
                                  </p:stCondLst>
                                  <p:childTnLst>
                                    <p:set>
                                      <p:cBhvr>
                                        <p:cTn id="14" dur="1" fill="hold">
                                          <p:stCondLst>
                                            <p:cond delay="0"/>
                                          </p:stCondLst>
                                        </p:cTn>
                                        <p:tgtEl>
                                          <p:spTgt spid="1110"/>
                                        </p:tgtEl>
                                        <p:attrNameLst>
                                          <p:attrName>style.visibility</p:attrName>
                                        </p:attrNameLst>
                                      </p:cBhvr>
                                      <p:to>
                                        <p:strVal val="visible"/>
                                      </p:to>
                                    </p:set>
                                    <p:animEffect transition="in" filter="dissolve">
                                      <p:cBhvr>
                                        <p:cTn id="15" dur="500"/>
                                        <p:tgtEl>
                                          <p:spTgt spid="1110"/>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900"/>
                                        </p:tgtEl>
                                        <p:attrNameLst>
                                          <p:attrName>style.visibility</p:attrName>
                                        </p:attrNameLst>
                                      </p:cBhvr>
                                      <p:to>
                                        <p:strVal val="visible"/>
                                      </p:to>
                                    </p:set>
                                    <p:animEffect transition="in" filter="dissolve">
                                      <p:cBhvr>
                                        <p:cTn id="20" dur="500"/>
                                        <p:tgtEl>
                                          <p:spTgt spid="900"/>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1" fill="hold" nodeType="clickEffect">
                                  <p:stCondLst>
                                    <p:cond delay="0"/>
                                  </p:stCondLst>
                                  <p:childTnLst>
                                    <p:set>
                                      <p:cBhvr>
                                        <p:cTn id="24" dur="1" fill="hold">
                                          <p:stCondLst>
                                            <p:cond delay="0"/>
                                          </p:stCondLst>
                                        </p:cTn>
                                        <p:tgtEl>
                                          <p:spTgt spid="1163"/>
                                        </p:tgtEl>
                                        <p:attrNameLst>
                                          <p:attrName>style.visibility</p:attrName>
                                        </p:attrNameLst>
                                      </p:cBhvr>
                                      <p:to>
                                        <p:strVal val="visible"/>
                                      </p:to>
                                    </p:set>
                                    <p:animEffect transition="in" filter="wipe(up)">
                                      <p:cBhvr>
                                        <p:cTn id="25" dur="500"/>
                                        <p:tgtEl>
                                          <p:spTgt spid="1163"/>
                                        </p:tgtEl>
                                      </p:cBhvr>
                                    </p:animEffect>
                                  </p:childTnLst>
                                </p:cTn>
                              </p:par>
                              <p:par>
                                <p:cTn id="26" presetID="9" presetClass="entr" presetSubtype="0" fill="hold" nodeType="withEffect">
                                  <p:stCondLst>
                                    <p:cond delay="0"/>
                                  </p:stCondLst>
                                  <p:childTnLst>
                                    <p:set>
                                      <p:cBhvr>
                                        <p:cTn id="27" dur="1" fill="hold">
                                          <p:stCondLst>
                                            <p:cond delay="0"/>
                                          </p:stCondLst>
                                        </p:cTn>
                                        <p:tgtEl>
                                          <p:spTgt spid="1037"/>
                                        </p:tgtEl>
                                        <p:attrNameLst>
                                          <p:attrName>style.visibility</p:attrName>
                                        </p:attrNameLst>
                                      </p:cBhvr>
                                      <p:to>
                                        <p:strVal val="visible"/>
                                      </p:to>
                                    </p:set>
                                    <p:animEffect transition="in" filter="dissolve">
                                      <p:cBhvr>
                                        <p:cTn id="28" dur="500"/>
                                        <p:tgtEl>
                                          <p:spTgt spid="1037"/>
                                        </p:tgtEl>
                                      </p:cBhvr>
                                    </p:animEffect>
                                  </p:childTnLst>
                                </p:cTn>
                              </p:par>
                              <p:par>
                                <p:cTn id="29" presetID="9" presetClass="entr" presetSubtype="0" fill="hold" nodeType="withEffect">
                                  <p:stCondLst>
                                    <p:cond delay="0"/>
                                  </p:stCondLst>
                                  <p:childTnLst>
                                    <p:set>
                                      <p:cBhvr>
                                        <p:cTn id="30" dur="1" fill="hold">
                                          <p:stCondLst>
                                            <p:cond delay="0"/>
                                          </p:stCondLst>
                                        </p:cTn>
                                        <p:tgtEl>
                                          <p:spTgt spid="3"/>
                                        </p:tgtEl>
                                        <p:attrNameLst>
                                          <p:attrName>style.visibility</p:attrName>
                                        </p:attrNameLst>
                                      </p:cBhvr>
                                      <p:to>
                                        <p:strVal val="visible"/>
                                      </p:to>
                                    </p:set>
                                    <p:animEffect transition="in" filter="dissolve">
                                      <p:cBhvr>
                                        <p:cTn id="31" dur="500"/>
                                        <p:tgtEl>
                                          <p:spTgt spid="3"/>
                                        </p:tgtEl>
                                      </p:cBhvr>
                                    </p:animEffect>
                                  </p:childTnLst>
                                </p:cTn>
                              </p:par>
                            </p:childTnLst>
                          </p:cTn>
                        </p:par>
                        <p:par>
                          <p:cTn id="32" fill="hold">
                            <p:stCondLst>
                              <p:cond delay="500"/>
                            </p:stCondLst>
                            <p:childTnLst>
                              <p:par>
                                <p:cTn id="33" presetID="9" presetClass="entr" presetSubtype="0" fill="hold" nodeType="afterEffect">
                                  <p:stCondLst>
                                    <p:cond delay="500"/>
                                  </p:stCondLst>
                                  <p:childTnLst>
                                    <p:set>
                                      <p:cBhvr>
                                        <p:cTn id="34" dur="1" fill="hold">
                                          <p:stCondLst>
                                            <p:cond delay="0"/>
                                          </p:stCondLst>
                                        </p:cTn>
                                        <p:tgtEl>
                                          <p:spTgt spid="1043"/>
                                        </p:tgtEl>
                                        <p:attrNameLst>
                                          <p:attrName>style.visibility</p:attrName>
                                        </p:attrNameLst>
                                      </p:cBhvr>
                                      <p:to>
                                        <p:strVal val="visible"/>
                                      </p:to>
                                    </p:set>
                                    <p:animEffect transition="in" filter="dissolve">
                                      <p:cBhvr>
                                        <p:cTn id="35" dur="2000"/>
                                        <p:tgtEl>
                                          <p:spTgt spid="1043"/>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896"/>
                                        </p:tgtEl>
                                        <p:attrNameLst>
                                          <p:attrName>style.visibility</p:attrName>
                                        </p:attrNameLst>
                                      </p:cBhvr>
                                      <p:to>
                                        <p:strVal val="visible"/>
                                      </p:to>
                                    </p:set>
                                    <p:animEffect transition="in" filter="dissolve">
                                      <p:cBhvr>
                                        <p:cTn id="40" dur="500"/>
                                        <p:tgtEl>
                                          <p:spTgt spid="8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EC702AB5-AB8E-3545-A5A9-FCEA06E6EC76}"/>
              </a:ext>
            </a:extLst>
          </p:cNvPr>
          <p:cNvSpPr>
            <a:spLocks noGrp="1"/>
          </p:cNvSpPr>
          <p:nvPr>
            <p:ph idx="1"/>
          </p:nvPr>
        </p:nvSpPr>
        <p:spPr>
          <a:xfrm>
            <a:off x="813148" y="1586241"/>
            <a:ext cx="10515600" cy="4351338"/>
          </a:xfrm>
        </p:spPr>
        <p:txBody>
          <a:bodyPr>
            <a:normAutofit/>
          </a:bodyPr>
          <a:lstStyle/>
          <a:p>
            <a:pPr marL="0" indent="0">
              <a:buNone/>
            </a:pPr>
            <a:r>
              <a:rPr lang="en-US" sz="3200" i="1" dirty="0">
                <a:solidFill>
                  <a:srgbClr val="CC0000"/>
                </a:solidFill>
              </a:rPr>
              <a:t>Why</a:t>
            </a:r>
            <a:r>
              <a:rPr lang="en-US" sz="3200" dirty="0">
                <a:solidFill>
                  <a:srgbClr val="CC0000"/>
                </a:solidFill>
              </a:rPr>
              <a:t> </a:t>
            </a:r>
            <a:r>
              <a:rPr lang="en-US" sz="3200" dirty="0"/>
              <a:t>a</a:t>
            </a:r>
            <a:r>
              <a:rPr lang="en-US" sz="3200" dirty="0">
                <a:solidFill>
                  <a:srgbClr val="CC0000"/>
                </a:solidFill>
              </a:rPr>
              <a:t> </a:t>
            </a:r>
            <a:r>
              <a:rPr lang="en-US" sz="3200" i="1" dirty="0">
                <a:solidFill>
                  <a:srgbClr val="CC0000"/>
                </a:solidFill>
              </a:rPr>
              <a:t>logically centralized </a:t>
            </a:r>
            <a:r>
              <a:rPr lang="en-US" sz="3200" dirty="0">
                <a:solidFill>
                  <a:srgbClr val="000000"/>
                </a:solidFill>
              </a:rPr>
              <a:t>control plane?</a:t>
            </a:r>
          </a:p>
          <a:p>
            <a:pPr marL="635000" indent="-400050"/>
            <a:r>
              <a:rPr lang="en-US" dirty="0"/>
              <a:t>easier network management: avoid router misconfigurations, greater flexibility of traffic flows</a:t>
            </a:r>
          </a:p>
          <a:p>
            <a:pPr marL="635000" indent="-400050"/>
            <a:r>
              <a:rPr lang="en-US" dirty="0"/>
              <a:t>table-based forwarding (recall OpenFlow API) allows “programming” routers</a:t>
            </a:r>
          </a:p>
          <a:p>
            <a:pPr marL="1035050" lvl="1" indent="-176213"/>
            <a:r>
              <a:rPr lang="en-US" dirty="0"/>
              <a:t>centralized “programming” easier: compute tables centrally and distribute</a:t>
            </a:r>
          </a:p>
          <a:p>
            <a:pPr marL="1035050" lvl="1" indent="-176213"/>
            <a:r>
              <a:rPr lang="en-US" dirty="0"/>
              <a:t>distributed “programming” more difficult: compute tables as result of distributed algorithm (protocol) implemented in each-and-every router </a:t>
            </a:r>
          </a:p>
          <a:p>
            <a:pPr marL="635000" indent="-400050"/>
            <a:r>
              <a:rPr lang="en-US" dirty="0"/>
              <a:t>open (non-proprietary) implementation of control plane</a:t>
            </a:r>
          </a:p>
          <a:p>
            <a:pPr marL="977900" lvl="1" indent="-400050"/>
            <a:r>
              <a:rPr lang="en-US" dirty="0"/>
              <a:t>foster innovation: let 1000 flowers bloom</a:t>
            </a:r>
          </a:p>
          <a:p>
            <a:endParaRPr lang="en-US" dirty="0"/>
          </a:p>
        </p:txBody>
      </p:sp>
      <p:sp>
        <p:nvSpPr>
          <p:cNvPr id="3" name="Title 2">
            <a:extLst>
              <a:ext uri="{FF2B5EF4-FFF2-40B4-BE49-F238E27FC236}">
                <a16:creationId xmlns:a16="http://schemas.microsoft.com/office/drawing/2014/main" id="{FECD85E7-B9DB-9043-B7EC-8C0919E801A1}"/>
              </a:ext>
            </a:extLst>
          </p:cNvPr>
          <p:cNvSpPr>
            <a:spLocks noGrp="1"/>
          </p:cNvSpPr>
          <p:nvPr>
            <p:ph type="title"/>
          </p:nvPr>
        </p:nvSpPr>
        <p:spPr>
          <a:xfrm>
            <a:off x="838200" y="364139"/>
            <a:ext cx="10515600" cy="894622"/>
          </a:xfrm>
        </p:spPr>
        <p:txBody>
          <a:bodyPr>
            <a:normAutofit/>
          </a:bodyPr>
          <a:lstStyle/>
          <a:p>
            <a:r>
              <a:rPr lang="en-US" dirty="0"/>
              <a:t>Software defined networking (SDN)</a:t>
            </a:r>
          </a:p>
        </p:txBody>
      </p:sp>
      <p:sp>
        <p:nvSpPr>
          <p:cNvPr id="4" name="Slide Number Placeholder 3">
            <a:extLst>
              <a:ext uri="{FF2B5EF4-FFF2-40B4-BE49-F238E27FC236}">
                <a16:creationId xmlns:a16="http://schemas.microsoft.com/office/drawing/2014/main" id="{A8F71119-17C6-6045-B8FE-FECA68C801C0}"/>
              </a:ext>
            </a:extLst>
          </p:cNvPr>
          <p:cNvSpPr>
            <a:spLocks noGrp="1"/>
          </p:cNvSpPr>
          <p:nvPr>
            <p:ph type="sldNum" sz="quarter" idx="4"/>
          </p:nvPr>
        </p:nvSpPr>
        <p:spPr/>
        <p:txBody>
          <a:bodyPr/>
          <a:lstStyle/>
          <a:p>
            <a:r>
              <a:rPr lang="en-US" dirty="0"/>
              <a:t>Network Layer: 5-</a:t>
            </a:r>
            <a:fld id="{C4204591-24BD-A542-B9D5-F8D8A88D2FEE}" type="slidenum">
              <a:rPr lang="en-US" smtClean="0"/>
              <a:pPr/>
              <a:t>61</a:t>
            </a:fld>
            <a:endParaRPr lang="en-US" dirty="0"/>
          </a:p>
        </p:txBody>
      </p:sp>
    </p:spTree>
    <p:extLst>
      <p:ext uri="{BB962C8B-B14F-4D97-AF65-F5344CB8AC3E}">
        <p14:creationId xmlns:p14="http://schemas.microsoft.com/office/powerpoint/2010/main" val="31551690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xEl>
                                              <p:pRg st="1" end="1"/>
                                            </p:txEl>
                                          </p:spTgt>
                                        </p:tgtEl>
                                        <p:attrNameLst>
                                          <p:attrName>style.visibility</p:attrName>
                                        </p:attrNameLst>
                                      </p:cBhvr>
                                      <p:to>
                                        <p:strVal val="visible"/>
                                      </p:to>
                                    </p:set>
                                    <p:animEffect transition="in" filter="dissolve">
                                      <p:cBhvr>
                                        <p:cTn id="7" dur="500"/>
                                        <p:tgtEl>
                                          <p:spTgt spid="2">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xEl>
                                              <p:pRg st="2" end="2"/>
                                            </p:txEl>
                                          </p:spTgt>
                                        </p:tgtEl>
                                        <p:attrNameLst>
                                          <p:attrName>style.visibility</p:attrName>
                                        </p:attrNameLst>
                                      </p:cBhvr>
                                      <p:to>
                                        <p:strVal val="visible"/>
                                      </p:to>
                                    </p:set>
                                    <p:animEffect transition="in" filter="dissolve">
                                      <p:cBhvr>
                                        <p:cTn id="12" dur="500"/>
                                        <p:tgtEl>
                                          <p:spTgt spid="2">
                                            <p:txEl>
                                              <p:pRg st="2" end="2"/>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2">
                                            <p:txEl>
                                              <p:pRg st="3" end="3"/>
                                            </p:txEl>
                                          </p:spTgt>
                                        </p:tgtEl>
                                        <p:attrNameLst>
                                          <p:attrName>style.visibility</p:attrName>
                                        </p:attrNameLst>
                                      </p:cBhvr>
                                      <p:to>
                                        <p:strVal val="visible"/>
                                      </p:to>
                                    </p:set>
                                    <p:animEffect transition="in" filter="dissolve">
                                      <p:cBhvr>
                                        <p:cTn id="15" dur="500"/>
                                        <p:tgtEl>
                                          <p:spTgt spid="2">
                                            <p:txEl>
                                              <p:pRg st="3" end="3"/>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2">
                                            <p:txEl>
                                              <p:pRg st="4" end="4"/>
                                            </p:txEl>
                                          </p:spTgt>
                                        </p:tgtEl>
                                        <p:attrNameLst>
                                          <p:attrName>style.visibility</p:attrName>
                                        </p:attrNameLst>
                                      </p:cBhvr>
                                      <p:to>
                                        <p:strVal val="visible"/>
                                      </p:to>
                                    </p:set>
                                    <p:animEffect transition="in" filter="dissolve">
                                      <p:cBhvr>
                                        <p:cTn id="18" dur="500"/>
                                        <p:tgtEl>
                                          <p:spTgt spid="2">
                                            <p:txEl>
                                              <p:pRg st="4" end="4"/>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2">
                                            <p:txEl>
                                              <p:pRg st="5" end="5"/>
                                            </p:txEl>
                                          </p:spTgt>
                                        </p:tgtEl>
                                        <p:attrNameLst>
                                          <p:attrName>style.visibility</p:attrName>
                                        </p:attrNameLst>
                                      </p:cBhvr>
                                      <p:to>
                                        <p:strVal val="visible"/>
                                      </p:to>
                                    </p:set>
                                    <p:animEffect transition="in" filter="dissolve">
                                      <p:cBhvr>
                                        <p:cTn id="23" dur="500"/>
                                        <p:tgtEl>
                                          <p:spTgt spid="2">
                                            <p:txEl>
                                              <p:pRg st="5" end="5"/>
                                            </p:txEl>
                                          </p:spTgt>
                                        </p:tgtEl>
                                      </p:cBhvr>
                                    </p:animEffect>
                                  </p:childTnLst>
                                </p:cTn>
                              </p:par>
                              <p:par>
                                <p:cTn id="24" presetID="9" presetClass="entr" presetSubtype="0" fill="hold" nodeType="withEffect">
                                  <p:stCondLst>
                                    <p:cond delay="0"/>
                                  </p:stCondLst>
                                  <p:childTnLst>
                                    <p:set>
                                      <p:cBhvr>
                                        <p:cTn id="25" dur="1" fill="hold">
                                          <p:stCondLst>
                                            <p:cond delay="0"/>
                                          </p:stCondLst>
                                        </p:cTn>
                                        <p:tgtEl>
                                          <p:spTgt spid="2">
                                            <p:txEl>
                                              <p:pRg st="6" end="6"/>
                                            </p:txEl>
                                          </p:spTgt>
                                        </p:tgtEl>
                                        <p:attrNameLst>
                                          <p:attrName>style.visibility</p:attrName>
                                        </p:attrNameLst>
                                      </p:cBhvr>
                                      <p:to>
                                        <p:strVal val="visible"/>
                                      </p:to>
                                    </p:set>
                                    <p:animEffect transition="in" filter="dissolve">
                                      <p:cBhvr>
                                        <p:cTn id="26" dur="500"/>
                                        <p:tgtEl>
                                          <p:spTgt spid="2">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1026" name="Picture 2" descr="The Journey Inside℠: Curriculum for Microprocessor">
            <a:extLst>
              <a:ext uri="{FF2B5EF4-FFF2-40B4-BE49-F238E27FC236}">
                <a16:creationId xmlns:a16="http://schemas.microsoft.com/office/drawing/2014/main" id="{6F4260B5-B666-D740-B13F-4C89BD1FAC0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240043" y="4454675"/>
            <a:ext cx="847596" cy="475791"/>
          </a:xfrm>
          <a:prstGeom prst="rect">
            <a:avLst/>
          </a:prstGeom>
          <a:noFill/>
          <a:extLst>
            <a:ext uri="{909E8E84-426E-40DD-AFC4-6F175D3DCCD1}">
              <a14:hiddenFill xmlns:a14="http://schemas.microsoft.com/office/drawing/2010/main">
                <a:solidFill>
                  <a:srgbClr val="FFFFFF"/>
                </a:solidFill>
              </a14:hiddenFill>
            </a:ext>
          </a:extLst>
        </p:spPr>
      </p:pic>
      <p:sp>
        <p:nvSpPr>
          <p:cNvPr id="3" name="Title 2">
            <a:extLst>
              <a:ext uri="{FF2B5EF4-FFF2-40B4-BE49-F238E27FC236}">
                <a16:creationId xmlns:a16="http://schemas.microsoft.com/office/drawing/2014/main" id="{FECD85E7-B9DB-9043-B7EC-8C0919E801A1}"/>
              </a:ext>
            </a:extLst>
          </p:cNvPr>
          <p:cNvSpPr>
            <a:spLocks noGrp="1"/>
          </p:cNvSpPr>
          <p:nvPr>
            <p:ph type="title"/>
          </p:nvPr>
        </p:nvSpPr>
        <p:spPr>
          <a:xfrm>
            <a:off x="838200" y="364139"/>
            <a:ext cx="10515600" cy="894622"/>
          </a:xfrm>
        </p:spPr>
        <p:txBody>
          <a:bodyPr>
            <a:normAutofit/>
          </a:bodyPr>
          <a:lstStyle/>
          <a:p>
            <a:r>
              <a:rPr lang="en-US" dirty="0"/>
              <a:t>SDN analogy: mainframe to PC revolution</a:t>
            </a:r>
          </a:p>
        </p:txBody>
      </p:sp>
      <p:sp>
        <p:nvSpPr>
          <p:cNvPr id="4" name="Slide Number Placeholder 3">
            <a:extLst>
              <a:ext uri="{FF2B5EF4-FFF2-40B4-BE49-F238E27FC236}">
                <a16:creationId xmlns:a16="http://schemas.microsoft.com/office/drawing/2014/main" id="{A8F71119-17C6-6045-B8FE-FECA68C801C0}"/>
              </a:ext>
            </a:extLst>
          </p:cNvPr>
          <p:cNvSpPr>
            <a:spLocks noGrp="1"/>
          </p:cNvSpPr>
          <p:nvPr>
            <p:ph type="sldNum" sz="quarter" idx="4"/>
          </p:nvPr>
        </p:nvSpPr>
        <p:spPr/>
        <p:txBody>
          <a:bodyPr/>
          <a:lstStyle/>
          <a:p>
            <a:r>
              <a:rPr lang="en-US" dirty="0"/>
              <a:t>Network Layer: 5-</a:t>
            </a:r>
            <a:fld id="{C4204591-24BD-A542-B9D5-F8D8A88D2FEE}" type="slidenum">
              <a:rPr lang="en-US" smtClean="0"/>
              <a:pPr/>
              <a:t>62</a:t>
            </a:fld>
            <a:endParaRPr lang="en-US" dirty="0"/>
          </a:p>
        </p:txBody>
      </p:sp>
      <p:sp>
        <p:nvSpPr>
          <p:cNvPr id="7" name="TextBox 6">
            <a:extLst>
              <a:ext uri="{FF2B5EF4-FFF2-40B4-BE49-F238E27FC236}">
                <a16:creationId xmlns:a16="http://schemas.microsoft.com/office/drawing/2014/main" id="{D14B582C-4A3D-524E-902F-B0945D4A724D}"/>
              </a:ext>
            </a:extLst>
          </p:cNvPr>
          <p:cNvSpPr txBox="1">
            <a:spLocks noChangeArrowheads="1"/>
          </p:cNvSpPr>
          <p:nvPr/>
        </p:nvSpPr>
        <p:spPr bwMode="auto">
          <a:xfrm>
            <a:off x="1555315" y="5097880"/>
            <a:ext cx="3276600" cy="142192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sz="2000" b="1">
                <a:solidFill>
                  <a:schemeClr val="tx1"/>
                </a:solidFill>
                <a:latin typeface="Helvetica" charset="0"/>
                <a:ea typeface="ＭＳ Ｐゴシック" charset="0"/>
                <a:cs typeface="ＭＳ Ｐゴシック" charset="0"/>
              </a:defRPr>
            </a:lvl1pPr>
            <a:lvl2pPr marL="37931725" indent="-37474525" eaLnBrk="0" hangingPunct="0">
              <a:defRPr sz="2000" b="1">
                <a:solidFill>
                  <a:schemeClr val="tx1"/>
                </a:solidFill>
                <a:latin typeface="Helvetica" charset="0"/>
                <a:ea typeface="ＭＳ Ｐゴシック" charset="0"/>
              </a:defRPr>
            </a:lvl2pPr>
            <a:lvl3pPr eaLnBrk="0" hangingPunct="0">
              <a:defRPr sz="2000" b="1">
                <a:solidFill>
                  <a:schemeClr val="tx1"/>
                </a:solidFill>
                <a:latin typeface="Helvetica" charset="0"/>
                <a:ea typeface="ＭＳ Ｐゴシック" charset="0"/>
              </a:defRPr>
            </a:lvl3pPr>
            <a:lvl4pPr eaLnBrk="0" hangingPunct="0">
              <a:defRPr sz="2000" b="1">
                <a:solidFill>
                  <a:schemeClr val="tx1"/>
                </a:solidFill>
                <a:latin typeface="Helvetica" charset="0"/>
                <a:ea typeface="ＭＳ Ｐゴシック" charset="0"/>
              </a:defRPr>
            </a:lvl4pPr>
            <a:lvl5pPr eaLnBrk="0" hangingPunct="0">
              <a:defRPr sz="2000" b="1">
                <a:solidFill>
                  <a:schemeClr val="tx1"/>
                </a:solidFill>
                <a:latin typeface="Helvetica" charset="0"/>
                <a:ea typeface="ＭＳ Ｐゴシック" charset="0"/>
              </a:defRPr>
            </a:lvl5pPr>
            <a:lvl6pPr marL="457200" eaLnBrk="0" fontAlgn="base" hangingPunct="0">
              <a:spcBef>
                <a:spcPct val="0"/>
              </a:spcBef>
              <a:spcAft>
                <a:spcPct val="0"/>
              </a:spcAft>
              <a:defRPr sz="2000" b="1">
                <a:solidFill>
                  <a:schemeClr val="tx1"/>
                </a:solidFill>
                <a:latin typeface="Helvetica" charset="0"/>
                <a:ea typeface="ＭＳ Ｐゴシック" charset="0"/>
              </a:defRPr>
            </a:lvl6pPr>
            <a:lvl7pPr marL="914400" eaLnBrk="0" fontAlgn="base" hangingPunct="0">
              <a:spcBef>
                <a:spcPct val="0"/>
              </a:spcBef>
              <a:spcAft>
                <a:spcPct val="0"/>
              </a:spcAft>
              <a:defRPr sz="2000" b="1">
                <a:solidFill>
                  <a:schemeClr val="tx1"/>
                </a:solidFill>
                <a:latin typeface="Helvetica" charset="0"/>
                <a:ea typeface="ＭＳ Ｐゴシック" charset="0"/>
              </a:defRPr>
            </a:lvl7pPr>
            <a:lvl8pPr marL="1371600" eaLnBrk="0" fontAlgn="base" hangingPunct="0">
              <a:spcBef>
                <a:spcPct val="0"/>
              </a:spcBef>
              <a:spcAft>
                <a:spcPct val="0"/>
              </a:spcAft>
              <a:defRPr sz="2000" b="1">
                <a:solidFill>
                  <a:schemeClr val="tx1"/>
                </a:solidFill>
                <a:latin typeface="Helvetica" charset="0"/>
                <a:ea typeface="ＭＳ Ｐゴシック" charset="0"/>
              </a:defRPr>
            </a:lvl8pPr>
            <a:lvl9pPr marL="1828800" eaLnBrk="0" fontAlgn="base" hangingPunct="0">
              <a:spcBef>
                <a:spcPct val="0"/>
              </a:spcBef>
              <a:spcAft>
                <a:spcPct val="0"/>
              </a:spcAft>
              <a:defRPr sz="2000" b="1">
                <a:solidFill>
                  <a:schemeClr val="tx1"/>
                </a:solidFill>
                <a:latin typeface="Helvetica" charset="0"/>
                <a:ea typeface="ＭＳ Ｐゴシック" charset="0"/>
              </a:defRPr>
            </a:lvl9pPr>
          </a:lstStyle>
          <a:p>
            <a:pPr algn="ctr" defTabSz="914400" eaLnBrk="1" fontAlgn="base" hangingPunct="1">
              <a:lnSpc>
                <a:spcPct val="90000"/>
              </a:lnSpc>
              <a:spcBef>
                <a:spcPct val="0"/>
              </a:spcBef>
              <a:spcAft>
                <a:spcPct val="0"/>
              </a:spcAft>
            </a:pPr>
            <a:r>
              <a:rPr lang="en-US" sz="2400" b="0" dirty="0">
                <a:solidFill>
                  <a:prstClr val="black"/>
                </a:solidFill>
                <a:latin typeface="+mn-lt"/>
              </a:rPr>
              <a:t>Vertically integrated</a:t>
            </a:r>
          </a:p>
          <a:p>
            <a:pPr algn="ctr" defTabSz="914400" eaLnBrk="1" fontAlgn="base" hangingPunct="1">
              <a:lnSpc>
                <a:spcPct val="90000"/>
              </a:lnSpc>
              <a:spcBef>
                <a:spcPct val="0"/>
              </a:spcBef>
              <a:spcAft>
                <a:spcPct val="0"/>
              </a:spcAft>
            </a:pPr>
            <a:r>
              <a:rPr lang="en-US" sz="2400" b="0" dirty="0">
                <a:solidFill>
                  <a:prstClr val="black"/>
                </a:solidFill>
                <a:latin typeface="+mn-lt"/>
              </a:rPr>
              <a:t>Closed, proprietary</a:t>
            </a:r>
          </a:p>
          <a:p>
            <a:pPr algn="ctr" defTabSz="914400" eaLnBrk="1" fontAlgn="base" hangingPunct="1">
              <a:lnSpc>
                <a:spcPct val="90000"/>
              </a:lnSpc>
              <a:spcBef>
                <a:spcPct val="0"/>
              </a:spcBef>
              <a:spcAft>
                <a:spcPct val="0"/>
              </a:spcAft>
            </a:pPr>
            <a:r>
              <a:rPr lang="en-US" sz="2400" b="0" dirty="0">
                <a:solidFill>
                  <a:prstClr val="black"/>
                </a:solidFill>
                <a:latin typeface="+mn-lt"/>
              </a:rPr>
              <a:t>Slow innovation</a:t>
            </a:r>
          </a:p>
          <a:p>
            <a:pPr algn="ctr" defTabSz="914400" eaLnBrk="1" fontAlgn="base" hangingPunct="1">
              <a:lnSpc>
                <a:spcPct val="90000"/>
              </a:lnSpc>
              <a:spcBef>
                <a:spcPct val="0"/>
              </a:spcBef>
              <a:spcAft>
                <a:spcPct val="0"/>
              </a:spcAft>
            </a:pPr>
            <a:r>
              <a:rPr lang="en-US" sz="2400" b="0" dirty="0">
                <a:solidFill>
                  <a:prstClr val="black"/>
                </a:solidFill>
                <a:latin typeface="+mn-lt"/>
              </a:rPr>
              <a:t>Small industry</a:t>
            </a:r>
          </a:p>
        </p:txBody>
      </p:sp>
      <p:pic>
        <p:nvPicPr>
          <p:cNvPr id="8" name="Picture 7">
            <a:extLst>
              <a:ext uri="{FF2B5EF4-FFF2-40B4-BE49-F238E27FC236}">
                <a16:creationId xmlns:a16="http://schemas.microsoft.com/office/drawing/2014/main" id="{68F68A64-2A5C-2844-A9AB-07E8C144CDB4}"/>
              </a:ext>
            </a:extLst>
          </p:cNvPr>
          <p:cNvPicPr>
            <a:picLocks noChangeAspect="1"/>
          </p:cNvPicPr>
          <p:nvPr/>
        </p:nvPicPr>
        <p:blipFill>
          <a:blip r:embed="rId3">
            <a:extLst>
              <a:ext uri="{28A0092B-C50C-407E-A947-70E740481C1C}">
                <a14:useLocalDpi xmlns:a14="http://schemas.microsoft.com/office/drawing/2010/main" val="0"/>
              </a:ext>
            </a:extLst>
          </a:blip>
          <a:srcRect l="6149" t="1500" r="3650" b="5499"/>
          <a:stretch>
            <a:fillRect/>
          </a:stretch>
        </p:blipFill>
        <p:spPr bwMode="auto">
          <a:xfrm>
            <a:off x="1971094" y="1538451"/>
            <a:ext cx="2496173" cy="351733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 name="Rounded Rectangle 8">
            <a:extLst>
              <a:ext uri="{FF2B5EF4-FFF2-40B4-BE49-F238E27FC236}">
                <a16:creationId xmlns:a16="http://schemas.microsoft.com/office/drawing/2014/main" id="{00BB31AF-E216-AA46-8DBE-CCADBF4769BC}"/>
              </a:ext>
            </a:extLst>
          </p:cNvPr>
          <p:cNvSpPr/>
          <p:nvPr/>
        </p:nvSpPr>
        <p:spPr>
          <a:xfrm>
            <a:off x="2212931" y="2734793"/>
            <a:ext cx="1905000" cy="965200"/>
          </a:xfrm>
          <a:prstGeom prst="roundRect">
            <a:avLst/>
          </a:prstGeom>
          <a:solidFill>
            <a:srgbClr val="000090"/>
          </a:solidFill>
        </p:spPr>
        <p:style>
          <a:lnRef idx="0">
            <a:schemeClr val="accent2"/>
          </a:lnRef>
          <a:fillRef idx="3">
            <a:schemeClr val="accent2"/>
          </a:fillRef>
          <a:effectRef idx="3">
            <a:schemeClr val="accent2"/>
          </a:effectRef>
          <a:fontRef idx="minor">
            <a:schemeClr val="lt1"/>
          </a:fontRef>
        </p:style>
        <p:txBody>
          <a:bodyPr anchor="ctr"/>
          <a:lstStyle/>
          <a:p>
            <a:pPr algn="ctr" defTabSz="914400" fontAlgn="base">
              <a:spcBef>
                <a:spcPct val="0"/>
              </a:spcBef>
              <a:spcAft>
                <a:spcPct val="0"/>
              </a:spcAft>
              <a:defRPr/>
            </a:pPr>
            <a:r>
              <a:rPr lang="en-US" sz="2000" b="1" dirty="0">
                <a:solidFill>
                  <a:prstClr val="white"/>
                </a:solidFill>
                <a:latin typeface="+mj-lt"/>
                <a:ea typeface="ＭＳ Ｐゴシック" charset="-128"/>
                <a:cs typeface="ＭＳ Ｐゴシック" charset="-128"/>
              </a:rPr>
              <a:t>Specialized</a:t>
            </a:r>
          </a:p>
          <a:p>
            <a:pPr algn="ctr" defTabSz="914400" fontAlgn="base">
              <a:spcBef>
                <a:spcPct val="0"/>
              </a:spcBef>
              <a:spcAft>
                <a:spcPct val="0"/>
              </a:spcAft>
              <a:defRPr/>
            </a:pPr>
            <a:r>
              <a:rPr lang="en-US" sz="2000" b="1" dirty="0">
                <a:solidFill>
                  <a:prstClr val="white"/>
                </a:solidFill>
                <a:latin typeface="+mj-lt"/>
                <a:ea typeface="ＭＳ Ｐゴシック" charset="-128"/>
                <a:cs typeface="ＭＳ Ｐゴシック" charset="-128"/>
              </a:rPr>
              <a:t>Operating</a:t>
            </a:r>
          </a:p>
          <a:p>
            <a:pPr algn="ctr" defTabSz="914400" fontAlgn="base">
              <a:spcBef>
                <a:spcPct val="0"/>
              </a:spcBef>
              <a:spcAft>
                <a:spcPct val="0"/>
              </a:spcAft>
              <a:defRPr/>
            </a:pPr>
            <a:r>
              <a:rPr lang="en-US" sz="2000" b="1" dirty="0">
                <a:solidFill>
                  <a:prstClr val="white"/>
                </a:solidFill>
                <a:latin typeface="+mj-lt"/>
                <a:ea typeface="ＭＳ Ｐゴシック" charset="-128"/>
                <a:cs typeface="ＭＳ Ｐゴシック" charset="-128"/>
              </a:rPr>
              <a:t>System</a:t>
            </a:r>
          </a:p>
        </p:txBody>
      </p:sp>
      <p:sp>
        <p:nvSpPr>
          <p:cNvPr id="10" name="Rounded Rectangle 9">
            <a:extLst>
              <a:ext uri="{FF2B5EF4-FFF2-40B4-BE49-F238E27FC236}">
                <a16:creationId xmlns:a16="http://schemas.microsoft.com/office/drawing/2014/main" id="{6B32807C-C0B7-B24D-93E7-7F0C57227BBA}"/>
              </a:ext>
            </a:extLst>
          </p:cNvPr>
          <p:cNvSpPr/>
          <p:nvPr/>
        </p:nvSpPr>
        <p:spPr>
          <a:xfrm>
            <a:off x="2212931" y="3776193"/>
            <a:ext cx="1905000" cy="838200"/>
          </a:xfrm>
          <a:prstGeom prst="roundRect">
            <a:avLst/>
          </a:prstGeom>
          <a:solidFill>
            <a:srgbClr val="000090"/>
          </a:solidFill>
        </p:spPr>
        <p:style>
          <a:lnRef idx="0">
            <a:schemeClr val="accent2"/>
          </a:lnRef>
          <a:fillRef idx="3">
            <a:schemeClr val="accent2"/>
          </a:fillRef>
          <a:effectRef idx="3">
            <a:schemeClr val="accent2"/>
          </a:effectRef>
          <a:fontRef idx="minor">
            <a:schemeClr val="lt1"/>
          </a:fontRef>
        </p:style>
        <p:txBody>
          <a:bodyPr anchor="ctr"/>
          <a:lstStyle/>
          <a:p>
            <a:pPr algn="ctr" defTabSz="914400" fontAlgn="base">
              <a:spcBef>
                <a:spcPct val="0"/>
              </a:spcBef>
              <a:spcAft>
                <a:spcPct val="0"/>
              </a:spcAft>
              <a:defRPr/>
            </a:pPr>
            <a:r>
              <a:rPr lang="en-US" sz="2000" b="1" dirty="0">
                <a:solidFill>
                  <a:prstClr val="white"/>
                </a:solidFill>
                <a:latin typeface="+mj-lt"/>
                <a:ea typeface="ＭＳ Ｐゴシック" charset="-128"/>
                <a:cs typeface="ＭＳ Ｐゴシック" charset="-128"/>
              </a:rPr>
              <a:t>Specialized</a:t>
            </a:r>
          </a:p>
          <a:p>
            <a:pPr algn="ctr" defTabSz="914400" fontAlgn="base">
              <a:spcBef>
                <a:spcPct val="0"/>
              </a:spcBef>
              <a:spcAft>
                <a:spcPct val="0"/>
              </a:spcAft>
              <a:defRPr/>
            </a:pPr>
            <a:r>
              <a:rPr lang="en-US" sz="2000" b="1" dirty="0">
                <a:solidFill>
                  <a:prstClr val="white"/>
                </a:solidFill>
                <a:latin typeface="+mj-lt"/>
                <a:ea typeface="ＭＳ Ｐゴシック" charset="-128"/>
                <a:cs typeface="ＭＳ Ｐゴシック" charset="-128"/>
              </a:rPr>
              <a:t>Hardware</a:t>
            </a:r>
          </a:p>
        </p:txBody>
      </p:sp>
      <p:grpSp>
        <p:nvGrpSpPr>
          <p:cNvPr id="11" name="Group 47">
            <a:extLst>
              <a:ext uri="{FF2B5EF4-FFF2-40B4-BE49-F238E27FC236}">
                <a16:creationId xmlns:a16="http://schemas.microsoft.com/office/drawing/2014/main" id="{E0A83BF7-262D-3E4B-BFBE-E825E97D4CEE}"/>
              </a:ext>
            </a:extLst>
          </p:cNvPr>
          <p:cNvGrpSpPr>
            <a:grpSpLocks/>
          </p:cNvGrpSpPr>
          <p:nvPr/>
        </p:nvGrpSpPr>
        <p:grpSpPr bwMode="auto">
          <a:xfrm>
            <a:off x="7244562" y="1743791"/>
            <a:ext cx="3048000" cy="417900"/>
            <a:chOff x="5334000" y="1371600"/>
            <a:chExt cx="3657600" cy="685800"/>
          </a:xfrm>
        </p:grpSpPr>
        <p:sp>
          <p:nvSpPr>
            <p:cNvPr id="12" name="Rounded Rectangle 11">
              <a:extLst>
                <a:ext uri="{FF2B5EF4-FFF2-40B4-BE49-F238E27FC236}">
                  <a16:creationId xmlns:a16="http://schemas.microsoft.com/office/drawing/2014/main" id="{E5E6F00E-9A65-BC45-9EA3-044F6CB86022}"/>
                </a:ext>
              </a:extLst>
            </p:cNvPr>
            <p:cNvSpPr/>
            <p:nvPr/>
          </p:nvSpPr>
          <p:spPr bwMode="auto">
            <a:xfrm>
              <a:off x="8382000" y="1371600"/>
              <a:ext cx="609600" cy="685800"/>
            </a:xfrm>
            <a:prstGeom prst="roundRect">
              <a:avLst/>
            </a:prstGeom>
            <a:solidFill>
              <a:srgbClr val="FFCC66"/>
            </a:solidFill>
          </p:spPr>
          <p:style>
            <a:lnRef idx="0">
              <a:schemeClr val="accent6"/>
            </a:lnRef>
            <a:fillRef idx="3">
              <a:schemeClr val="accent6"/>
            </a:fillRef>
            <a:effectRef idx="3">
              <a:schemeClr val="accent6"/>
            </a:effectRef>
            <a:fontRef idx="minor">
              <a:schemeClr val="lt1"/>
            </a:fontRef>
          </p:style>
          <p:txBody>
            <a:bodyPr anchor="ctr"/>
            <a:lstStyle/>
            <a:p>
              <a:pPr algn="ctr" defTabSz="914400">
                <a:defRPr/>
              </a:pPr>
              <a:r>
                <a:rPr lang="en-US" sz="1600" b="1" dirty="0">
                  <a:solidFill>
                    <a:srgbClr val="FFCC66"/>
                  </a:solidFill>
                  <a:latin typeface="Calibri"/>
                </a:rPr>
                <a:t>App</a:t>
              </a:r>
            </a:p>
          </p:txBody>
        </p:sp>
        <p:sp>
          <p:nvSpPr>
            <p:cNvPr id="13" name="Rounded Rectangle 12">
              <a:extLst>
                <a:ext uri="{FF2B5EF4-FFF2-40B4-BE49-F238E27FC236}">
                  <a16:creationId xmlns:a16="http://schemas.microsoft.com/office/drawing/2014/main" id="{27D778C1-1B34-314D-A430-D25E4B993AA8}"/>
                </a:ext>
              </a:extLst>
            </p:cNvPr>
            <p:cNvSpPr/>
            <p:nvPr/>
          </p:nvSpPr>
          <p:spPr bwMode="auto">
            <a:xfrm>
              <a:off x="8077200" y="1371600"/>
              <a:ext cx="609600" cy="685800"/>
            </a:xfrm>
            <a:prstGeom prst="roundRect">
              <a:avLst/>
            </a:prstGeom>
            <a:solidFill>
              <a:srgbClr val="FFCC66"/>
            </a:solidFill>
          </p:spPr>
          <p:style>
            <a:lnRef idx="0">
              <a:schemeClr val="accent6"/>
            </a:lnRef>
            <a:fillRef idx="3">
              <a:schemeClr val="accent6"/>
            </a:fillRef>
            <a:effectRef idx="3">
              <a:schemeClr val="accent6"/>
            </a:effectRef>
            <a:fontRef idx="minor">
              <a:schemeClr val="lt1"/>
            </a:fontRef>
          </p:style>
          <p:txBody>
            <a:bodyPr anchor="ctr"/>
            <a:lstStyle/>
            <a:p>
              <a:pPr algn="ctr" defTabSz="914400">
                <a:defRPr/>
              </a:pPr>
              <a:r>
                <a:rPr lang="en-US" sz="1600" b="1" dirty="0">
                  <a:solidFill>
                    <a:srgbClr val="FFCC66"/>
                  </a:solidFill>
                  <a:latin typeface="Calibri"/>
                </a:rPr>
                <a:t>App</a:t>
              </a:r>
            </a:p>
          </p:txBody>
        </p:sp>
        <p:sp>
          <p:nvSpPr>
            <p:cNvPr id="14" name="Rounded Rectangle 13">
              <a:extLst>
                <a:ext uri="{FF2B5EF4-FFF2-40B4-BE49-F238E27FC236}">
                  <a16:creationId xmlns:a16="http://schemas.microsoft.com/office/drawing/2014/main" id="{70A4B127-8BC2-FE45-9850-DEEF230B0F7E}"/>
                </a:ext>
              </a:extLst>
            </p:cNvPr>
            <p:cNvSpPr/>
            <p:nvPr/>
          </p:nvSpPr>
          <p:spPr bwMode="auto">
            <a:xfrm>
              <a:off x="7772400" y="1371600"/>
              <a:ext cx="609600" cy="685800"/>
            </a:xfrm>
            <a:prstGeom prst="roundRect">
              <a:avLst/>
            </a:prstGeom>
            <a:solidFill>
              <a:srgbClr val="FFCC66"/>
            </a:solidFill>
          </p:spPr>
          <p:style>
            <a:lnRef idx="0">
              <a:schemeClr val="accent6"/>
            </a:lnRef>
            <a:fillRef idx="3">
              <a:schemeClr val="accent6"/>
            </a:fillRef>
            <a:effectRef idx="3">
              <a:schemeClr val="accent6"/>
            </a:effectRef>
            <a:fontRef idx="minor">
              <a:schemeClr val="lt1"/>
            </a:fontRef>
          </p:style>
          <p:txBody>
            <a:bodyPr anchor="ctr"/>
            <a:lstStyle/>
            <a:p>
              <a:pPr algn="ctr" defTabSz="914400">
                <a:defRPr/>
              </a:pPr>
              <a:r>
                <a:rPr lang="en-US" sz="1600" b="1" dirty="0">
                  <a:solidFill>
                    <a:srgbClr val="FFCC66"/>
                  </a:solidFill>
                  <a:latin typeface="Calibri"/>
                </a:rPr>
                <a:t>App</a:t>
              </a:r>
            </a:p>
          </p:txBody>
        </p:sp>
        <p:sp>
          <p:nvSpPr>
            <p:cNvPr id="15" name="Rounded Rectangle 14">
              <a:extLst>
                <a:ext uri="{FF2B5EF4-FFF2-40B4-BE49-F238E27FC236}">
                  <a16:creationId xmlns:a16="http://schemas.microsoft.com/office/drawing/2014/main" id="{EBD99968-0970-E143-98A5-8905B2039C21}"/>
                </a:ext>
              </a:extLst>
            </p:cNvPr>
            <p:cNvSpPr/>
            <p:nvPr/>
          </p:nvSpPr>
          <p:spPr bwMode="auto">
            <a:xfrm>
              <a:off x="7467600" y="1371600"/>
              <a:ext cx="609600" cy="685800"/>
            </a:xfrm>
            <a:prstGeom prst="roundRect">
              <a:avLst/>
            </a:prstGeom>
            <a:solidFill>
              <a:srgbClr val="FFCC66"/>
            </a:solidFill>
          </p:spPr>
          <p:style>
            <a:lnRef idx="0">
              <a:schemeClr val="accent6"/>
            </a:lnRef>
            <a:fillRef idx="3">
              <a:schemeClr val="accent6"/>
            </a:fillRef>
            <a:effectRef idx="3">
              <a:schemeClr val="accent6"/>
            </a:effectRef>
            <a:fontRef idx="minor">
              <a:schemeClr val="lt1"/>
            </a:fontRef>
          </p:style>
          <p:txBody>
            <a:bodyPr anchor="ctr"/>
            <a:lstStyle/>
            <a:p>
              <a:pPr algn="ctr" defTabSz="914400">
                <a:defRPr/>
              </a:pPr>
              <a:r>
                <a:rPr lang="en-US" sz="1600" b="1" dirty="0">
                  <a:solidFill>
                    <a:srgbClr val="FFCC66"/>
                  </a:solidFill>
                  <a:latin typeface="Calibri"/>
                </a:rPr>
                <a:t>App</a:t>
              </a:r>
            </a:p>
          </p:txBody>
        </p:sp>
        <p:sp>
          <p:nvSpPr>
            <p:cNvPr id="16" name="Rounded Rectangle 15">
              <a:extLst>
                <a:ext uri="{FF2B5EF4-FFF2-40B4-BE49-F238E27FC236}">
                  <a16:creationId xmlns:a16="http://schemas.microsoft.com/office/drawing/2014/main" id="{7DC86D72-9D92-D443-8054-DCF935E70F8D}"/>
                </a:ext>
              </a:extLst>
            </p:cNvPr>
            <p:cNvSpPr/>
            <p:nvPr/>
          </p:nvSpPr>
          <p:spPr bwMode="auto">
            <a:xfrm>
              <a:off x="7162800" y="1371600"/>
              <a:ext cx="609600" cy="685800"/>
            </a:xfrm>
            <a:prstGeom prst="roundRect">
              <a:avLst/>
            </a:prstGeom>
            <a:solidFill>
              <a:srgbClr val="FFCC66"/>
            </a:solidFill>
          </p:spPr>
          <p:style>
            <a:lnRef idx="0">
              <a:schemeClr val="accent6"/>
            </a:lnRef>
            <a:fillRef idx="3">
              <a:schemeClr val="accent6"/>
            </a:fillRef>
            <a:effectRef idx="3">
              <a:schemeClr val="accent6"/>
            </a:effectRef>
            <a:fontRef idx="minor">
              <a:schemeClr val="lt1"/>
            </a:fontRef>
          </p:style>
          <p:txBody>
            <a:bodyPr anchor="ctr"/>
            <a:lstStyle/>
            <a:p>
              <a:pPr algn="ctr" defTabSz="914400">
                <a:defRPr/>
              </a:pPr>
              <a:r>
                <a:rPr lang="en-US" sz="1600" b="1" dirty="0">
                  <a:solidFill>
                    <a:srgbClr val="FFCC66"/>
                  </a:solidFill>
                  <a:latin typeface="Calibri"/>
                </a:rPr>
                <a:t>App</a:t>
              </a:r>
            </a:p>
          </p:txBody>
        </p:sp>
        <p:sp>
          <p:nvSpPr>
            <p:cNvPr id="17" name="Rounded Rectangle 16">
              <a:extLst>
                <a:ext uri="{FF2B5EF4-FFF2-40B4-BE49-F238E27FC236}">
                  <a16:creationId xmlns:a16="http://schemas.microsoft.com/office/drawing/2014/main" id="{C6974744-9162-704D-AE50-8D06BDD1DF4F}"/>
                </a:ext>
              </a:extLst>
            </p:cNvPr>
            <p:cNvSpPr/>
            <p:nvPr/>
          </p:nvSpPr>
          <p:spPr bwMode="auto">
            <a:xfrm>
              <a:off x="6858000" y="1371600"/>
              <a:ext cx="609600" cy="685800"/>
            </a:xfrm>
            <a:prstGeom prst="roundRect">
              <a:avLst/>
            </a:prstGeom>
            <a:solidFill>
              <a:srgbClr val="FFCC66"/>
            </a:solidFill>
          </p:spPr>
          <p:style>
            <a:lnRef idx="0">
              <a:schemeClr val="accent6"/>
            </a:lnRef>
            <a:fillRef idx="3">
              <a:schemeClr val="accent6"/>
            </a:fillRef>
            <a:effectRef idx="3">
              <a:schemeClr val="accent6"/>
            </a:effectRef>
            <a:fontRef idx="minor">
              <a:schemeClr val="lt1"/>
            </a:fontRef>
          </p:style>
          <p:txBody>
            <a:bodyPr anchor="ctr"/>
            <a:lstStyle/>
            <a:p>
              <a:pPr algn="ctr" defTabSz="914400">
                <a:defRPr/>
              </a:pPr>
              <a:r>
                <a:rPr lang="en-US" sz="1600" b="1" dirty="0">
                  <a:solidFill>
                    <a:srgbClr val="FFCC66"/>
                  </a:solidFill>
                  <a:latin typeface="Calibri"/>
                </a:rPr>
                <a:t>App</a:t>
              </a:r>
            </a:p>
          </p:txBody>
        </p:sp>
        <p:sp>
          <p:nvSpPr>
            <p:cNvPr id="18" name="Rounded Rectangle 17">
              <a:extLst>
                <a:ext uri="{FF2B5EF4-FFF2-40B4-BE49-F238E27FC236}">
                  <a16:creationId xmlns:a16="http://schemas.microsoft.com/office/drawing/2014/main" id="{C1F5E1D9-EE12-8E4A-AA42-9E6F8CA2A6F6}"/>
                </a:ext>
              </a:extLst>
            </p:cNvPr>
            <p:cNvSpPr/>
            <p:nvPr/>
          </p:nvSpPr>
          <p:spPr bwMode="auto">
            <a:xfrm>
              <a:off x="6553200" y="1371600"/>
              <a:ext cx="609600" cy="685800"/>
            </a:xfrm>
            <a:prstGeom prst="roundRect">
              <a:avLst/>
            </a:prstGeom>
            <a:solidFill>
              <a:srgbClr val="FFCC66"/>
            </a:solidFill>
          </p:spPr>
          <p:style>
            <a:lnRef idx="0">
              <a:schemeClr val="accent6"/>
            </a:lnRef>
            <a:fillRef idx="3">
              <a:schemeClr val="accent6"/>
            </a:fillRef>
            <a:effectRef idx="3">
              <a:schemeClr val="accent6"/>
            </a:effectRef>
            <a:fontRef idx="minor">
              <a:schemeClr val="lt1"/>
            </a:fontRef>
          </p:style>
          <p:txBody>
            <a:bodyPr anchor="ctr"/>
            <a:lstStyle/>
            <a:p>
              <a:pPr algn="ctr" defTabSz="914400">
                <a:defRPr/>
              </a:pPr>
              <a:r>
                <a:rPr lang="en-US" sz="1600" b="1" dirty="0">
                  <a:solidFill>
                    <a:srgbClr val="FFCC66"/>
                  </a:solidFill>
                  <a:latin typeface="Calibri"/>
                </a:rPr>
                <a:t>App</a:t>
              </a:r>
            </a:p>
          </p:txBody>
        </p:sp>
        <p:sp>
          <p:nvSpPr>
            <p:cNvPr id="19" name="Rounded Rectangle 18">
              <a:extLst>
                <a:ext uri="{FF2B5EF4-FFF2-40B4-BE49-F238E27FC236}">
                  <a16:creationId xmlns:a16="http://schemas.microsoft.com/office/drawing/2014/main" id="{09D4BEED-37E3-FD40-9E2C-95D09B647E1A}"/>
                </a:ext>
              </a:extLst>
            </p:cNvPr>
            <p:cNvSpPr/>
            <p:nvPr/>
          </p:nvSpPr>
          <p:spPr bwMode="auto">
            <a:xfrm>
              <a:off x="6248400" y="1371600"/>
              <a:ext cx="609600" cy="685800"/>
            </a:xfrm>
            <a:prstGeom prst="roundRect">
              <a:avLst/>
            </a:prstGeom>
            <a:solidFill>
              <a:srgbClr val="FFCC66"/>
            </a:solidFill>
          </p:spPr>
          <p:style>
            <a:lnRef idx="0">
              <a:schemeClr val="accent6"/>
            </a:lnRef>
            <a:fillRef idx="3">
              <a:schemeClr val="accent6"/>
            </a:fillRef>
            <a:effectRef idx="3">
              <a:schemeClr val="accent6"/>
            </a:effectRef>
            <a:fontRef idx="minor">
              <a:schemeClr val="lt1"/>
            </a:fontRef>
          </p:style>
          <p:txBody>
            <a:bodyPr anchor="ctr"/>
            <a:lstStyle/>
            <a:p>
              <a:pPr algn="ctr" defTabSz="914400">
                <a:defRPr/>
              </a:pPr>
              <a:r>
                <a:rPr lang="en-US" sz="1600" b="1" dirty="0">
                  <a:solidFill>
                    <a:srgbClr val="FFCC66"/>
                  </a:solidFill>
                  <a:latin typeface="Calibri"/>
                </a:rPr>
                <a:t>App</a:t>
              </a:r>
            </a:p>
          </p:txBody>
        </p:sp>
        <p:sp>
          <p:nvSpPr>
            <p:cNvPr id="20" name="Rounded Rectangle 19">
              <a:extLst>
                <a:ext uri="{FF2B5EF4-FFF2-40B4-BE49-F238E27FC236}">
                  <a16:creationId xmlns:a16="http://schemas.microsoft.com/office/drawing/2014/main" id="{5A92E4E3-7FA3-9F4E-8155-A06DA5BB28AB}"/>
                </a:ext>
              </a:extLst>
            </p:cNvPr>
            <p:cNvSpPr/>
            <p:nvPr/>
          </p:nvSpPr>
          <p:spPr bwMode="auto">
            <a:xfrm>
              <a:off x="5943600" y="1371600"/>
              <a:ext cx="609600" cy="685800"/>
            </a:xfrm>
            <a:prstGeom prst="roundRect">
              <a:avLst/>
            </a:prstGeom>
            <a:solidFill>
              <a:srgbClr val="FFCC66"/>
            </a:solidFill>
          </p:spPr>
          <p:style>
            <a:lnRef idx="0">
              <a:schemeClr val="accent6"/>
            </a:lnRef>
            <a:fillRef idx="3">
              <a:schemeClr val="accent6"/>
            </a:fillRef>
            <a:effectRef idx="3">
              <a:schemeClr val="accent6"/>
            </a:effectRef>
            <a:fontRef idx="minor">
              <a:schemeClr val="lt1"/>
            </a:fontRef>
          </p:style>
          <p:txBody>
            <a:bodyPr anchor="ctr"/>
            <a:lstStyle/>
            <a:p>
              <a:pPr algn="ctr" defTabSz="914400">
                <a:defRPr/>
              </a:pPr>
              <a:r>
                <a:rPr lang="en-US" sz="1600" b="1" dirty="0">
                  <a:solidFill>
                    <a:srgbClr val="FFCC66"/>
                  </a:solidFill>
                  <a:latin typeface="Calibri"/>
                </a:rPr>
                <a:t>App</a:t>
              </a:r>
            </a:p>
          </p:txBody>
        </p:sp>
        <p:sp>
          <p:nvSpPr>
            <p:cNvPr id="21" name="Rounded Rectangle 20">
              <a:extLst>
                <a:ext uri="{FF2B5EF4-FFF2-40B4-BE49-F238E27FC236}">
                  <a16:creationId xmlns:a16="http://schemas.microsoft.com/office/drawing/2014/main" id="{E657948B-92D2-FE47-9E12-07B81900D9DB}"/>
                </a:ext>
              </a:extLst>
            </p:cNvPr>
            <p:cNvSpPr/>
            <p:nvPr/>
          </p:nvSpPr>
          <p:spPr bwMode="auto">
            <a:xfrm>
              <a:off x="5638800" y="1371600"/>
              <a:ext cx="609600" cy="685800"/>
            </a:xfrm>
            <a:prstGeom prst="roundRect">
              <a:avLst/>
            </a:prstGeom>
            <a:solidFill>
              <a:srgbClr val="FFCC66"/>
            </a:solidFill>
          </p:spPr>
          <p:style>
            <a:lnRef idx="0">
              <a:schemeClr val="accent6"/>
            </a:lnRef>
            <a:fillRef idx="3">
              <a:schemeClr val="accent6"/>
            </a:fillRef>
            <a:effectRef idx="3">
              <a:schemeClr val="accent6"/>
            </a:effectRef>
            <a:fontRef idx="minor">
              <a:schemeClr val="lt1"/>
            </a:fontRef>
          </p:style>
          <p:txBody>
            <a:bodyPr anchor="ctr"/>
            <a:lstStyle/>
            <a:p>
              <a:pPr algn="ctr" defTabSz="914400">
                <a:defRPr/>
              </a:pPr>
              <a:r>
                <a:rPr lang="en-US" sz="1600" b="1" dirty="0">
                  <a:solidFill>
                    <a:srgbClr val="FFCC66"/>
                  </a:solidFill>
                  <a:latin typeface="Calibri"/>
                </a:rPr>
                <a:t>App</a:t>
              </a:r>
            </a:p>
          </p:txBody>
        </p:sp>
        <p:sp>
          <p:nvSpPr>
            <p:cNvPr id="22" name="Rounded Rectangle 21">
              <a:extLst>
                <a:ext uri="{FF2B5EF4-FFF2-40B4-BE49-F238E27FC236}">
                  <a16:creationId xmlns:a16="http://schemas.microsoft.com/office/drawing/2014/main" id="{1368ABFE-D808-9649-B64C-4850B5E73426}"/>
                </a:ext>
              </a:extLst>
            </p:cNvPr>
            <p:cNvSpPr/>
            <p:nvPr/>
          </p:nvSpPr>
          <p:spPr bwMode="auto">
            <a:xfrm>
              <a:off x="5334000" y="1371600"/>
              <a:ext cx="914400" cy="685800"/>
            </a:xfrm>
            <a:prstGeom prst="roundRect">
              <a:avLst/>
            </a:prstGeom>
            <a:solidFill>
              <a:srgbClr val="FFCC66"/>
            </a:solidFill>
          </p:spPr>
          <p:style>
            <a:lnRef idx="0">
              <a:schemeClr val="accent6"/>
            </a:lnRef>
            <a:fillRef idx="3">
              <a:schemeClr val="accent6"/>
            </a:fillRef>
            <a:effectRef idx="3">
              <a:schemeClr val="accent6"/>
            </a:effectRef>
            <a:fontRef idx="minor">
              <a:schemeClr val="lt1"/>
            </a:fontRef>
          </p:style>
          <p:txBody>
            <a:bodyPr anchor="ctr"/>
            <a:lstStyle/>
            <a:p>
              <a:pPr algn="ctr" defTabSz="914400">
                <a:defRPr/>
              </a:pPr>
              <a:r>
                <a:rPr lang="en-US" sz="1400" b="1" dirty="0">
                  <a:solidFill>
                    <a:prstClr val="black"/>
                  </a:solidFill>
                  <a:latin typeface="Calibri"/>
                </a:rPr>
                <a:t>App</a:t>
              </a:r>
            </a:p>
          </p:txBody>
        </p:sp>
      </p:grpSp>
      <p:sp>
        <p:nvSpPr>
          <p:cNvPr id="23" name="Rounded Rectangle 22">
            <a:extLst>
              <a:ext uri="{FF2B5EF4-FFF2-40B4-BE49-F238E27FC236}">
                <a16:creationId xmlns:a16="http://schemas.microsoft.com/office/drawing/2014/main" id="{7C1C0D48-1D6C-5749-86FB-67FF039653D9}"/>
              </a:ext>
            </a:extLst>
          </p:cNvPr>
          <p:cNvSpPr/>
          <p:nvPr/>
        </p:nvSpPr>
        <p:spPr>
          <a:xfrm>
            <a:off x="2212931" y="1896593"/>
            <a:ext cx="1905000" cy="736600"/>
          </a:xfrm>
          <a:prstGeom prst="roundRect">
            <a:avLst/>
          </a:prstGeom>
          <a:solidFill>
            <a:srgbClr val="000090"/>
          </a:solidFill>
        </p:spPr>
        <p:style>
          <a:lnRef idx="0">
            <a:schemeClr val="accent2"/>
          </a:lnRef>
          <a:fillRef idx="3">
            <a:schemeClr val="accent2"/>
          </a:fillRef>
          <a:effectRef idx="3">
            <a:schemeClr val="accent2"/>
          </a:effectRef>
          <a:fontRef idx="minor">
            <a:schemeClr val="lt1"/>
          </a:fontRef>
        </p:style>
        <p:txBody>
          <a:bodyPr anchor="ctr"/>
          <a:lstStyle/>
          <a:p>
            <a:pPr algn="ctr" defTabSz="914400" fontAlgn="base">
              <a:spcBef>
                <a:spcPct val="0"/>
              </a:spcBef>
              <a:spcAft>
                <a:spcPct val="0"/>
              </a:spcAft>
              <a:defRPr/>
            </a:pPr>
            <a:r>
              <a:rPr lang="en-US" sz="2000" b="1" dirty="0">
                <a:solidFill>
                  <a:prstClr val="white"/>
                </a:solidFill>
                <a:latin typeface="+mj-lt"/>
                <a:ea typeface="ＭＳ Ｐゴシック" charset="-128"/>
                <a:cs typeface="ＭＳ Ｐゴシック" charset="-128"/>
              </a:rPr>
              <a:t>Specialized</a:t>
            </a:r>
          </a:p>
          <a:p>
            <a:pPr algn="ctr" defTabSz="914400" fontAlgn="base">
              <a:spcBef>
                <a:spcPct val="0"/>
              </a:spcBef>
              <a:spcAft>
                <a:spcPct val="0"/>
              </a:spcAft>
              <a:defRPr/>
            </a:pPr>
            <a:r>
              <a:rPr lang="en-US" sz="2000" b="1" dirty="0">
                <a:solidFill>
                  <a:prstClr val="white"/>
                </a:solidFill>
                <a:latin typeface="+mj-lt"/>
                <a:ea typeface="ＭＳ Ｐゴシック" charset="-128"/>
                <a:cs typeface="ＭＳ Ｐゴシック" charset="-128"/>
              </a:rPr>
              <a:t>Applications</a:t>
            </a:r>
          </a:p>
        </p:txBody>
      </p:sp>
      <p:sp>
        <p:nvSpPr>
          <p:cNvPr id="24" name="TextBox 23">
            <a:extLst>
              <a:ext uri="{FF2B5EF4-FFF2-40B4-BE49-F238E27FC236}">
                <a16:creationId xmlns:a16="http://schemas.microsoft.com/office/drawing/2014/main" id="{92861905-1A74-AA4A-AFCB-AE04EA2CD7A7}"/>
              </a:ext>
            </a:extLst>
          </p:cNvPr>
          <p:cNvSpPr txBox="1">
            <a:spLocks noChangeArrowheads="1"/>
          </p:cNvSpPr>
          <p:nvPr/>
        </p:nvSpPr>
        <p:spPr bwMode="auto">
          <a:xfrm>
            <a:off x="6685766" y="5101088"/>
            <a:ext cx="4172211" cy="142192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sz="2000" b="1">
                <a:solidFill>
                  <a:schemeClr val="tx1"/>
                </a:solidFill>
                <a:latin typeface="Helvetica" charset="0"/>
                <a:ea typeface="ＭＳ Ｐゴシック" charset="0"/>
                <a:cs typeface="ＭＳ Ｐゴシック" charset="0"/>
              </a:defRPr>
            </a:lvl1pPr>
            <a:lvl2pPr marL="37931725" indent="-37474525" eaLnBrk="0" hangingPunct="0">
              <a:defRPr sz="2000" b="1">
                <a:solidFill>
                  <a:schemeClr val="tx1"/>
                </a:solidFill>
                <a:latin typeface="Helvetica" charset="0"/>
                <a:ea typeface="ＭＳ Ｐゴシック" charset="0"/>
              </a:defRPr>
            </a:lvl2pPr>
            <a:lvl3pPr eaLnBrk="0" hangingPunct="0">
              <a:defRPr sz="2000" b="1">
                <a:solidFill>
                  <a:schemeClr val="tx1"/>
                </a:solidFill>
                <a:latin typeface="Helvetica" charset="0"/>
                <a:ea typeface="ＭＳ Ｐゴシック" charset="0"/>
              </a:defRPr>
            </a:lvl3pPr>
            <a:lvl4pPr eaLnBrk="0" hangingPunct="0">
              <a:defRPr sz="2000" b="1">
                <a:solidFill>
                  <a:schemeClr val="tx1"/>
                </a:solidFill>
                <a:latin typeface="Helvetica" charset="0"/>
                <a:ea typeface="ＭＳ Ｐゴシック" charset="0"/>
              </a:defRPr>
            </a:lvl4pPr>
            <a:lvl5pPr eaLnBrk="0" hangingPunct="0">
              <a:defRPr sz="2000" b="1">
                <a:solidFill>
                  <a:schemeClr val="tx1"/>
                </a:solidFill>
                <a:latin typeface="Helvetica" charset="0"/>
                <a:ea typeface="ＭＳ Ｐゴシック" charset="0"/>
              </a:defRPr>
            </a:lvl5pPr>
            <a:lvl6pPr marL="457200" eaLnBrk="0" fontAlgn="base" hangingPunct="0">
              <a:spcBef>
                <a:spcPct val="0"/>
              </a:spcBef>
              <a:spcAft>
                <a:spcPct val="0"/>
              </a:spcAft>
              <a:defRPr sz="2000" b="1">
                <a:solidFill>
                  <a:schemeClr val="tx1"/>
                </a:solidFill>
                <a:latin typeface="Helvetica" charset="0"/>
                <a:ea typeface="ＭＳ Ｐゴシック" charset="0"/>
              </a:defRPr>
            </a:lvl6pPr>
            <a:lvl7pPr marL="914400" eaLnBrk="0" fontAlgn="base" hangingPunct="0">
              <a:spcBef>
                <a:spcPct val="0"/>
              </a:spcBef>
              <a:spcAft>
                <a:spcPct val="0"/>
              </a:spcAft>
              <a:defRPr sz="2000" b="1">
                <a:solidFill>
                  <a:schemeClr val="tx1"/>
                </a:solidFill>
                <a:latin typeface="Helvetica" charset="0"/>
                <a:ea typeface="ＭＳ Ｐゴシック" charset="0"/>
              </a:defRPr>
            </a:lvl7pPr>
            <a:lvl8pPr marL="1371600" eaLnBrk="0" fontAlgn="base" hangingPunct="0">
              <a:spcBef>
                <a:spcPct val="0"/>
              </a:spcBef>
              <a:spcAft>
                <a:spcPct val="0"/>
              </a:spcAft>
              <a:defRPr sz="2000" b="1">
                <a:solidFill>
                  <a:schemeClr val="tx1"/>
                </a:solidFill>
                <a:latin typeface="Helvetica" charset="0"/>
                <a:ea typeface="ＭＳ Ｐゴシック" charset="0"/>
              </a:defRPr>
            </a:lvl8pPr>
            <a:lvl9pPr marL="1828800" eaLnBrk="0" fontAlgn="base" hangingPunct="0">
              <a:spcBef>
                <a:spcPct val="0"/>
              </a:spcBef>
              <a:spcAft>
                <a:spcPct val="0"/>
              </a:spcAft>
              <a:defRPr sz="2000" b="1">
                <a:solidFill>
                  <a:schemeClr val="tx1"/>
                </a:solidFill>
                <a:latin typeface="Helvetica" charset="0"/>
                <a:ea typeface="ＭＳ Ｐゴシック" charset="0"/>
              </a:defRPr>
            </a:lvl9pPr>
          </a:lstStyle>
          <a:p>
            <a:pPr algn="ctr" defTabSz="914400" eaLnBrk="1" fontAlgn="base" hangingPunct="1">
              <a:lnSpc>
                <a:spcPct val="90000"/>
              </a:lnSpc>
              <a:spcBef>
                <a:spcPct val="0"/>
              </a:spcBef>
              <a:spcAft>
                <a:spcPct val="0"/>
              </a:spcAft>
            </a:pPr>
            <a:r>
              <a:rPr lang="en-US" sz="2400" b="0" dirty="0">
                <a:solidFill>
                  <a:prstClr val="black"/>
                </a:solidFill>
                <a:latin typeface="+mn-lt"/>
              </a:rPr>
              <a:t>Horizontal</a:t>
            </a:r>
          </a:p>
          <a:p>
            <a:pPr algn="ctr" defTabSz="914400" eaLnBrk="1" fontAlgn="base" hangingPunct="1">
              <a:lnSpc>
                <a:spcPct val="90000"/>
              </a:lnSpc>
              <a:spcBef>
                <a:spcPct val="0"/>
              </a:spcBef>
              <a:spcAft>
                <a:spcPct val="0"/>
              </a:spcAft>
            </a:pPr>
            <a:r>
              <a:rPr lang="en-US" sz="2400" b="0" dirty="0">
                <a:solidFill>
                  <a:prstClr val="black"/>
                </a:solidFill>
                <a:latin typeface="+mn-lt"/>
              </a:rPr>
              <a:t>Open interfaces</a:t>
            </a:r>
          </a:p>
          <a:p>
            <a:pPr algn="ctr" defTabSz="914400" eaLnBrk="1" fontAlgn="base" hangingPunct="1">
              <a:lnSpc>
                <a:spcPct val="90000"/>
              </a:lnSpc>
              <a:spcBef>
                <a:spcPct val="0"/>
              </a:spcBef>
              <a:spcAft>
                <a:spcPct val="0"/>
              </a:spcAft>
            </a:pPr>
            <a:r>
              <a:rPr lang="en-US" sz="2400" b="0" dirty="0">
                <a:solidFill>
                  <a:prstClr val="black"/>
                </a:solidFill>
                <a:latin typeface="+mn-lt"/>
              </a:rPr>
              <a:t>Rapid innovation</a:t>
            </a:r>
          </a:p>
          <a:p>
            <a:pPr algn="ctr" defTabSz="914400" eaLnBrk="1" fontAlgn="base" hangingPunct="1">
              <a:lnSpc>
                <a:spcPct val="90000"/>
              </a:lnSpc>
              <a:spcBef>
                <a:spcPct val="0"/>
              </a:spcBef>
              <a:spcAft>
                <a:spcPct val="0"/>
              </a:spcAft>
            </a:pPr>
            <a:r>
              <a:rPr lang="en-US" sz="2400" b="0" dirty="0">
                <a:solidFill>
                  <a:prstClr val="black"/>
                </a:solidFill>
                <a:latin typeface="+mn-lt"/>
              </a:rPr>
              <a:t>Huge industry</a:t>
            </a:r>
          </a:p>
        </p:txBody>
      </p:sp>
      <p:grpSp>
        <p:nvGrpSpPr>
          <p:cNvPr id="26" name="Group 56">
            <a:extLst>
              <a:ext uri="{FF2B5EF4-FFF2-40B4-BE49-F238E27FC236}">
                <a16:creationId xmlns:a16="http://schemas.microsoft.com/office/drawing/2014/main" id="{FACA84D3-EBD1-3842-8204-78C0ECE7E0E8}"/>
              </a:ext>
            </a:extLst>
          </p:cNvPr>
          <p:cNvGrpSpPr>
            <a:grpSpLocks/>
          </p:cNvGrpSpPr>
          <p:nvPr/>
        </p:nvGrpSpPr>
        <p:grpSpPr bwMode="auto">
          <a:xfrm>
            <a:off x="7513486" y="3922880"/>
            <a:ext cx="2532996" cy="1044813"/>
            <a:chOff x="5308190" y="3212068"/>
            <a:chExt cx="3212311" cy="1359931"/>
          </a:xfrm>
        </p:grpSpPr>
        <p:sp>
          <p:nvSpPr>
            <p:cNvPr id="27" name="Rounded Rectangle 26">
              <a:extLst>
                <a:ext uri="{FF2B5EF4-FFF2-40B4-BE49-F238E27FC236}">
                  <a16:creationId xmlns:a16="http://schemas.microsoft.com/office/drawing/2014/main" id="{AF4F8BF1-E3C3-C241-9BBC-A61078965EBB}"/>
                </a:ext>
              </a:extLst>
            </p:cNvPr>
            <p:cNvSpPr/>
            <p:nvPr/>
          </p:nvSpPr>
          <p:spPr bwMode="auto">
            <a:xfrm>
              <a:off x="6096000" y="3874196"/>
              <a:ext cx="2424501" cy="697803"/>
            </a:xfrm>
            <a:prstGeom prst="roundRect">
              <a:avLst/>
            </a:prstGeom>
            <a:solidFill>
              <a:srgbClr val="000090"/>
            </a:solidFill>
          </p:spPr>
          <p:style>
            <a:lnRef idx="0">
              <a:schemeClr val="accent2"/>
            </a:lnRef>
            <a:fillRef idx="3">
              <a:schemeClr val="accent2"/>
            </a:fillRef>
            <a:effectRef idx="3">
              <a:schemeClr val="accent2"/>
            </a:effectRef>
            <a:fontRef idx="minor">
              <a:schemeClr val="lt1"/>
            </a:fontRef>
          </p:style>
          <p:txBody>
            <a:bodyPr anchor="ctr"/>
            <a:lstStyle/>
            <a:p>
              <a:pPr algn="ctr" defTabSz="914400" fontAlgn="base">
                <a:spcBef>
                  <a:spcPct val="0"/>
                </a:spcBef>
                <a:spcAft>
                  <a:spcPct val="0"/>
                </a:spcAft>
                <a:defRPr/>
              </a:pPr>
              <a:r>
                <a:rPr lang="en-US" sz="1600" b="1" dirty="0">
                  <a:solidFill>
                    <a:prstClr val="white"/>
                  </a:solidFill>
                  <a:latin typeface="Arial" charset="0"/>
                  <a:ea typeface="ＭＳ Ｐゴシック" charset="-128"/>
                  <a:cs typeface="ＭＳ Ｐゴシック" charset="-128"/>
                </a:rPr>
                <a:t>Microprocessor</a:t>
              </a:r>
            </a:p>
          </p:txBody>
        </p:sp>
        <p:grpSp>
          <p:nvGrpSpPr>
            <p:cNvPr id="29" name="Group 51">
              <a:extLst>
                <a:ext uri="{FF2B5EF4-FFF2-40B4-BE49-F238E27FC236}">
                  <a16:creationId xmlns:a16="http://schemas.microsoft.com/office/drawing/2014/main" id="{B5637E9E-4E32-4940-846C-B353CC889ACF}"/>
                </a:ext>
              </a:extLst>
            </p:cNvPr>
            <p:cNvGrpSpPr>
              <a:grpSpLocks/>
            </p:cNvGrpSpPr>
            <p:nvPr/>
          </p:nvGrpSpPr>
          <p:grpSpPr bwMode="auto">
            <a:xfrm>
              <a:off x="5308190" y="3212068"/>
              <a:ext cx="3121640" cy="440663"/>
              <a:chOff x="5384390" y="3200400"/>
              <a:chExt cx="3121640" cy="440663"/>
            </a:xfrm>
          </p:grpSpPr>
          <p:cxnSp>
            <p:nvCxnSpPr>
              <p:cNvPr id="30" name="Straight Connector 29">
                <a:extLst>
                  <a:ext uri="{FF2B5EF4-FFF2-40B4-BE49-F238E27FC236}">
                    <a16:creationId xmlns:a16="http://schemas.microsoft.com/office/drawing/2014/main" id="{37974EAD-28B9-A54C-ADA5-9BD26A800CE7}"/>
                  </a:ext>
                </a:extLst>
              </p:cNvPr>
              <p:cNvCxnSpPr/>
              <p:nvPr/>
            </p:nvCxnSpPr>
            <p:spPr>
              <a:xfrm>
                <a:off x="5384390" y="3424423"/>
                <a:ext cx="3121640" cy="4509"/>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sp>
            <p:nvSpPr>
              <p:cNvPr id="31" name="TextBox 23">
                <a:extLst>
                  <a:ext uri="{FF2B5EF4-FFF2-40B4-BE49-F238E27FC236}">
                    <a16:creationId xmlns:a16="http://schemas.microsoft.com/office/drawing/2014/main" id="{8CD3B736-6797-F94E-A7DB-43FFFD728C5D}"/>
                  </a:ext>
                </a:extLst>
              </p:cNvPr>
              <p:cNvSpPr txBox="1">
                <a:spLocks noChangeArrowheads="1"/>
              </p:cNvSpPr>
              <p:nvPr/>
            </p:nvSpPr>
            <p:spPr bwMode="auto">
              <a:xfrm>
                <a:off x="5761913" y="3200400"/>
                <a:ext cx="2465881" cy="440663"/>
              </a:xfrm>
              <a:prstGeom prst="rect">
                <a:avLst/>
              </a:prstGeom>
              <a:solidFill>
                <a:srgbClr val="FFFF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sz="2000" b="1">
                    <a:solidFill>
                      <a:schemeClr val="tx1"/>
                    </a:solidFill>
                    <a:latin typeface="Helvetica" charset="0"/>
                    <a:ea typeface="ＭＳ Ｐゴシック" charset="0"/>
                    <a:cs typeface="ＭＳ Ｐゴシック" charset="0"/>
                  </a:defRPr>
                </a:lvl1pPr>
                <a:lvl2pPr marL="37931725" indent="-37474525" eaLnBrk="0" hangingPunct="0">
                  <a:defRPr sz="2000" b="1">
                    <a:solidFill>
                      <a:schemeClr val="tx1"/>
                    </a:solidFill>
                    <a:latin typeface="Helvetica" charset="0"/>
                    <a:ea typeface="ＭＳ Ｐゴシック" charset="0"/>
                  </a:defRPr>
                </a:lvl2pPr>
                <a:lvl3pPr eaLnBrk="0" hangingPunct="0">
                  <a:defRPr sz="2000" b="1">
                    <a:solidFill>
                      <a:schemeClr val="tx1"/>
                    </a:solidFill>
                    <a:latin typeface="Helvetica" charset="0"/>
                    <a:ea typeface="ＭＳ Ｐゴシック" charset="0"/>
                  </a:defRPr>
                </a:lvl3pPr>
                <a:lvl4pPr eaLnBrk="0" hangingPunct="0">
                  <a:defRPr sz="2000" b="1">
                    <a:solidFill>
                      <a:schemeClr val="tx1"/>
                    </a:solidFill>
                    <a:latin typeface="Helvetica" charset="0"/>
                    <a:ea typeface="ＭＳ Ｐゴシック" charset="0"/>
                  </a:defRPr>
                </a:lvl4pPr>
                <a:lvl5pPr eaLnBrk="0" hangingPunct="0">
                  <a:defRPr sz="2000" b="1">
                    <a:solidFill>
                      <a:schemeClr val="tx1"/>
                    </a:solidFill>
                    <a:latin typeface="Helvetica" charset="0"/>
                    <a:ea typeface="ＭＳ Ｐゴシック" charset="0"/>
                  </a:defRPr>
                </a:lvl5pPr>
                <a:lvl6pPr marL="457200" eaLnBrk="0" fontAlgn="base" hangingPunct="0">
                  <a:spcBef>
                    <a:spcPct val="0"/>
                  </a:spcBef>
                  <a:spcAft>
                    <a:spcPct val="0"/>
                  </a:spcAft>
                  <a:defRPr sz="2000" b="1">
                    <a:solidFill>
                      <a:schemeClr val="tx1"/>
                    </a:solidFill>
                    <a:latin typeface="Helvetica" charset="0"/>
                    <a:ea typeface="ＭＳ Ｐゴシック" charset="0"/>
                  </a:defRPr>
                </a:lvl6pPr>
                <a:lvl7pPr marL="914400" eaLnBrk="0" fontAlgn="base" hangingPunct="0">
                  <a:spcBef>
                    <a:spcPct val="0"/>
                  </a:spcBef>
                  <a:spcAft>
                    <a:spcPct val="0"/>
                  </a:spcAft>
                  <a:defRPr sz="2000" b="1">
                    <a:solidFill>
                      <a:schemeClr val="tx1"/>
                    </a:solidFill>
                    <a:latin typeface="Helvetica" charset="0"/>
                    <a:ea typeface="ＭＳ Ｐゴシック" charset="0"/>
                  </a:defRPr>
                </a:lvl7pPr>
                <a:lvl8pPr marL="1371600" eaLnBrk="0" fontAlgn="base" hangingPunct="0">
                  <a:spcBef>
                    <a:spcPct val="0"/>
                  </a:spcBef>
                  <a:spcAft>
                    <a:spcPct val="0"/>
                  </a:spcAft>
                  <a:defRPr sz="2000" b="1">
                    <a:solidFill>
                      <a:schemeClr val="tx1"/>
                    </a:solidFill>
                    <a:latin typeface="Helvetica" charset="0"/>
                    <a:ea typeface="ＭＳ Ｐゴシック" charset="0"/>
                  </a:defRPr>
                </a:lvl8pPr>
                <a:lvl9pPr marL="1828800" eaLnBrk="0" fontAlgn="base" hangingPunct="0">
                  <a:spcBef>
                    <a:spcPct val="0"/>
                  </a:spcBef>
                  <a:spcAft>
                    <a:spcPct val="0"/>
                  </a:spcAft>
                  <a:defRPr sz="2000" b="1">
                    <a:solidFill>
                      <a:schemeClr val="tx1"/>
                    </a:solidFill>
                    <a:latin typeface="Helvetica" charset="0"/>
                    <a:ea typeface="ＭＳ Ｐゴシック" charset="0"/>
                  </a:defRPr>
                </a:lvl9pPr>
              </a:lstStyle>
              <a:p>
                <a:pPr algn="ctr" defTabSz="914400" eaLnBrk="1" fontAlgn="base" hangingPunct="1">
                  <a:spcBef>
                    <a:spcPct val="0"/>
                  </a:spcBef>
                  <a:spcAft>
                    <a:spcPct val="0"/>
                  </a:spcAft>
                </a:pPr>
                <a:r>
                  <a:rPr lang="en-US" sz="1600" dirty="0">
                    <a:solidFill>
                      <a:prstClr val="black"/>
                    </a:solidFill>
                    <a:latin typeface="Arial" charset="0"/>
                  </a:rPr>
                  <a:t>Open Interface</a:t>
                </a:r>
              </a:p>
            </p:txBody>
          </p:sp>
        </p:grpSp>
      </p:grpSp>
      <p:sp>
        <p:nvSpPr>
          <p:cNvPr id="42" name="TextBox 41">
            <a:extLst>
              <a:ext uri="{FF2B5EF4-FFF2-40B4-BE49-F238E27FC236}">
                <a16:creationId xmlns:a16="http://schemas.microsoft.com/office/drawing/2014/main" id="{0BE7CBDD-13E0-9349-9E5E-321561EDCACA}"/>
              </a:ext>
            </a:extLst>
          </p:cNvPr>
          <p:cNvSpPr txBox="1"/>
          <p:nvPr/>
        </p:nvSpPr>
        <p:spPr>
          <a:xfrm>
            <a:off x="152871" y="6550399"/>
            <a:ext cx="2254418" cy="276999"/>
          </a:xfrm>
          <a:prstGeom prst="rect">
            <a:avLst/>
          </a:prstGeom>
          <a:noFill/>
        </p:spPr>
        <p:txBody>
          <a:bodyPr wrap="none" rtlCol="0">
            <a:spAutoFit/>
          </a:bodyPr>
          <a:lstStyle/>
          <a:p>
            <a:r>
              <a:rPr lang="en-US" sz="1200" dirty="0"/>
              <a:t>* Slide  courtesy: N. McKeown</a:t>
            </a:r>
          </a:p>
        </p:txBody>
      </p:sp>
      <p:grpSp>
        <p:nvGrpSpPr>
          <p:cNvPr id="53" name="Group 52">
            <a:extLst>
              <a:ext uri="{FF2B5EF4-FFF2-40B4-BE49-F238E27FC236}">
                <a16:creationId xmlns:a16="http://schemas.microsoft.com/office/drawing/2014/main" id="{D74F9DCD-65BF-2B44-93FA-F3BAEA2A5B2F}"/>
              </a:ext>
            </a:extLst>
          </p:cNvPr>
          <p:cNvGrpSpPr/>
          <p:nvPr/>
        </p:nvGrpSpPr>
        <p:grpSpPr>
          <a:xfrm>
            <a:off x="7027102" y="2344247"/>
            <a:ext cx="3575135" cy="1597091"/>
            <a:chOff x="6751530" y="2043623"/>
            <a:chExt cx="3575135" cy="1597091"/>
          </a:xfrm>
        </p:grpSpPr>
        <p:sp>
          <p:nvSpPr>
            <p:cNvPr id="36" name="TextBox 23">
              <a:extLst>
                <a:ext uri="{FF2B5EF4-FFF2-40B4-BE49-F238E27FC236}">
                  <a16:creationId xmlns:a16="http://schemas.microsoft.com/office/drawing/2014/main" id="{2A4BDC74-4343-694A-A748-C85FF0A083EB}"/>
                </a:ext>
              </a:extLst>
            </p:cNvPr>
            <p:cNvSpPr txBox="1">
              <a:spLocks noChangeArrowheads="1"/>
            </p:cNvSpPr>
            <p:nvPr/>
          </p:nvSpPr>
          <p:spPr bwMode="auto">
            <a:xfrm>
              <a:off x="7864926" y="2718201"/>
              <a:ext cx="412292"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chemeClr val="tx1"/>
                  </a:solidFill>
                  <a:latin typeface="Helvetica" charset="0"/>
                  <a:ea typeface="ＭＳ Ｐゴシック" charset="0"/>
                  <a:cs typeface="ＭＳ Ｐゴシック" charset="0"/>
                </a:defRPr>
              </a:lvl1pPr>
              <a:lvl2pPr marL="37931725" indent="-37474525" eaLnBrk="0" hangingPunct="0">
                <a:defRPr sz="2000" b="1">
                  <a:solidFill>
                    <a:schemeClr val="tx1"/>
                  </a:solidFill>
                  <a:latin typeface="Helvetica" charset="0"/>
                  <a:ea typeface="ＭＳ Ｐゴシック" charset="0"/>
                </a:defRPr>
              </a:lvl2pPr>
              <a:lvl3pPr eaLnBrk="0" hangingPunct="0">
                <a:defRPr sz="2000" b="1">
                  <a:solidFill>
                    <a:schemeClr val="tx1"/>
                  </a:solidFill>
                  <a:latin typeface="Helvetica" charset="0"/>
                  <a:ea typeface="ＭＳ Ｐゴシック" charset="0"/>
                </a:defRPr>
              </a:lvl3pPr>
              <a:lvl4pPr eaLnBrk="0" hangingPunct="0">
                <a:defRPr sz="2000" b="1">
                  <a:solidFill>
                    <a:schemeClr val="tx1"/>
                  </a:solidFill>
                  <a:latin typeface="Helvetica" charset="0"/>
                  <a:ea typeface="ＭＳ Ｐゴシック" charset="0"/>
                </a:defRPr>
              </a:lvl4pPr>
              <a:lvl5pPr eaLnBrk="0" hangingPunct="0">
                <a:defRPr sz="2000" b="1">
                  <a:solidFill>
                    <a:schemeClr val="tx1"/>
                  </a:solidFill>
                  <a:latin typeface="Helvetica" charset="0"/>
                  <a:ea typeface="ＭＳ Ｐゴシック" charset="0"/>
                </a:defRPr>
              </a:lvl5pPr>
              <a:lvl6pPr marL="457200" eaLnBrk="0" fontAlgn="base" hangingPunct="0">
                <a:spcBef>
                  <a:spcPct val="0"/>
                </a:spcBef>
                <a:spcAft>
                  <a:spcPct val="0"/>
                </a:spcAft>
                <a:defRPr sz="2000" b="1">
                  <a:solidFill>
                    <a:schemeClr val="tx1"/>
                  </a:solidFill>
                  <a:latin typeface="Helvetica" charset="0"/>
                  <a:ea typeface="ＭＳ Ｐゴシック" charset="0"/>
                </a:defRPr>
              </a:lvl6pPr>
              <a:lvl7pPr marL="914400" eaLnBrk="0" fontAlgn="base" hangingPunct="0">
                <a:spcBef>
                  <a:spcPct val="0"/>
                </a:spcBef>
                <a:spcAft>
                  <a:spcPct val="0"/>
                </a:spcAft>
                <a:defRPr sz="2000" b="1">
                  <a:solidFill>
                    <a:schemeClr val="tx1"/>
                  </a:solidFill>
                  <a:latin typeface="Helvetica" charset="0"/>
                  <a:ea typeface="ＭＳ Ｐゴシック" charset="0"/>
                </a:defRPr>
              </a:lvl7pPr>
              <a:lvl8pPr marL="1371600" eaLnBrk="0" fontAlgn="base" hangingPunct="0">
                <a:spcBef>
                  <a:spcPct val="0"/>
                </a:spcBef>
                <a:spcAft>
                  <a:spcPct val="0"/>
                </a:spcAft>
                <a:defRPr sz="2000" b="1">
                  <a:solidFill>
                    <a:schemeClr val="tx1"/>
                  </a:solidFill>
                  <a:latin typeface="Helvetica" charset="0"/>
                  <a:ea typeface="ＭＳ Ｐゴシック" charset="0"/>
                </a:defRPr>
              </a:lvl8pPr>
              <a:lvl9pPr marL="1828800" eaLnBrk="0" fontAlgn="base" hangingPunct="0">
                <a:spcBef>
                  <a:spcPct val="0"/>
                </a:spcBef>
                <a:spcAft>
                  <a:spcPct val="0"/>
                </a:spcAft>
                <a:defRPr sz="2000" b="1">
                  <a:solidFill>
                    <a:schemeClr val="tx1"/>
                  </a:solidFill>
                  <a:latin typeface="Helvetica" charset="0"/>
                  <a:ea typeface="ＭＳ Ｐゴシック" charset="0"/>
                </a:defRPr>
              </a:lvl9pPr>
            </a:lstStyle>
            <a:p>
              <a:pPr algn="ctr" defTabSz="914400" eaLnBrk="1" fontAlgn="base" hangingPunct="1">
                <a:spcBef>
                  <a:spcPct val="0"/>
                </a:spcBef>
                <a:spcAft>
                  <a:spcPct val="0"/>
                </a:spcAft>
              </a:pPr>
              <a:r>
                <a:rPr lang="en-US" b="0" i="1" dirty="0">
                  <a:solidFill>
                    <a:prstClr val="black"/>
                  </a:solidFill>
                  <a:latin typeface="+mn-lt"/>
                </a:rPr>
                <a:t>or</a:t>
              </a:r>
            </a:p>
          </p:txBody>
        </p:sp>
        <p:sp>
          <p:nvSpPr>
            <p:cNvPr id="37" name="TextBox 24">
              <a:extLst>
                <a:ext uri="{FF2B5EF4-FFF2-40B4-BE49-F238E27FC236}">
                  <a16:creationId xmlns:a16="http://schemas.microsoft.com/office/drawing/2014/main" id="{8ED40C4A-1DDE-D949-AFD4-640982319FB9}"/>
                </a:ext>
              </a:extLst>
            </p:cNvPr>
            <p:cNvSpPr txBox="1">
              <a:spLocks noChangeArrowheads="1"/>
            </p:cNvSpPr>
            <p:nvPr/>
          </p:nvSpPr>
          <p:spPr bwMode="auto">
            <a:xfrm>
              <a:off x="9007926" y="2706533"/>
              <a:ext cx="412292"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chemeClr val="tx1"/>
                  </a:solidFill>
                  <a:latin typeface="Helvetica" charset="0"/>
                  <a:ea typeface="ＭＳ Ｐゴシック" charset="0"/>
                  <a:cs typeface="ＭＳ Ｐゴシック" charset="0"/>
                </a:defRPr>
              </a:lvl1pPr>
              <a:lvl2pPr marL="37931725" indent="-37474525" eaLnBrk="0" hangingPunct="0">
                <a:defRPr sz="2000" b="1">
                  <a:solidFill>
                    <a:schemeClr val="tx1"/>
                  </a:solidFill>
                  <a:latin typeface="Helvetica" charset="0"/>
                  <a:ea typeface="ＭＳ Ｐゴシック" charset="0"/>
                </a:defRPr>
              </a:lvl2pPr>
              <a:lvl3pPr eaLnBrk="0" hangingPunct="0">
                <a:defRPr sz="2000" b="1">
                  <a:solidFill>
                    <a:schemeClr val="tx1"/>
                  </a:solidFill>
                  <a:latin typeface="Helvetica" charset="0"/>
                  <a:ea typeface="ＭＳ Ｐゴシック" charset="0"/>
                </a:defRPr>
              </a:lvl3pPr>
              <a:lvl4pPr eaLnBrk="0" hangingPunct="0">
                <a:defRPr sz="2000" b="1">
                  <a:solidFill>
                    <a:schemeClr val="tx1"/>
                  </a:solidFill>
                  <a:latin typeface="Helvetica" charset="0"/>
                  <a:ea typeface="ＭＳ Ｐゴシック" charset="0"/>
                </a:defRPr>
              </a:lvl4pPr>
              <a:lvl5pPr eaLnBrk="0" hangingPunct="0">
                <a:defRPr sz="2000" b="1">
                  <a:solidFill>
                    <a:schemeClr val="tx1"/>
                  </a:solidFill>
                  <a:latin typeface="Helvetica" charset="0"/>
                  <a:ea typeface="ＭＳ Ｐゴシック" charset="0"/>
                </a:defRPr>
              </a:lvl5pPr>
              <a:lvl6pPr marL="457200" eaLnBrk="0" fontAlgn="base" hangingPunct="0">
                <a:spcBef>
                  <a:spcPct val="0"/>
                </a:spcBef>
                <a:spcAft>
                  <a:spcPct val="0"/>
                </a:spcAft>
                <a:defRPr sz="2000" b="1">
                  <a:solidFill>
                    <a:schemeClr val="tx1"/>
                  </a:solidFill>
                  <a:latin typeface="Helvetica" charset="0"/>
                  <a:ea typeface="ＭＳ Ｐゴシック" charset="0"/>
                </a:defRPr>
              </a:lvl6pPr>
              <a:lvl7pPr marL="914400" eaLnBrk="0" fontAlgn="base" hangingPunct="0">
                <a:spcBef>
                  <a:spcPct val="0"/>
                </a:spcBef>
                <a:spcAft>
                  <a:spcPct val="0"/>
                </a:spcAft>
                <a:defRPr sz="2000" b="1">
                  <a:solidFill>
                    <a:schemeClr val="tx1"/>
                  </a:solidFill>
                  <a:latin typeface="Helvetica" charset="0"/>
                  <a:ea typeface="ＭＳ Ｐゴシック" charset="0"/>
                </a:defRPr>
              </a:lvl7pPr>
              <a:lvl8pPr marL="1371600" eaLnBrk="0" fontAlgn="base" hangingPunct="0">
                <a:spcBef>
                  <a:spcPct val="0"/>
                </a:spcBef>
                <a:spcAft>
                  <a:spcPct val="0"/>
                </a:spcAft>
                <a:defRPr sz="2000" b="1">
                  <a:solidFill>
                    <a:schemeClr val="tx1"/>
                  </a:solidFill>
                  <a:latin typeface="Helvetica" charset="0"/>
                  <a:ea typeface="ＭＳ Ｐゴシック" charset="0"/>
                </a:defRPr>
              </a:lvl8pPr>
              <a:lvl9pPr marL="1828800" eaLnBrk="0" fontAlgn="base" hangingPunct="0">
                <a:spcBef>
                  <a:spcPct val="0"/>
                </a:spcBef>
                <a:spcAft>
                  <a:spcPct val="0"/>
                </a:spcAft>
                <a:defRPr sz="2000" b="1">
                  <a:solidFill>
                    <a:schemeClr val="tx1"/>
                  </a:solidFill>
                  <a:latin typeface="Helvetica" charset="0"/>
                  <a:ea typeface="ＭＳ Ｐゴシック" charset="0"/>
                </a:defRPr>
              </a:lvl9pPr>
            </a:lstStyle>
            <a:p>
              <a:pPr algn="ctr" defTabSz="914400" eaLnBrk="1" fontAlgn="base" hangingPunct="1">
                <a:spcBef>
                  <a:spcPct val="0"/>
                </a:spcBef>
                <a:spcAft>
                  <a:spcPct val="0"/>
                </a:spcAft>
              </a:pPr>
              <a:r>
                <a:rPr lang="en-US" dirty="0">
                  <a:solidFill>
                    <a:prstClr val="black"/>
                  </a:solidFill>
                  <a:latin typeface="+mn-lt"/>
                </a:rPr>
                <a:t>or</a:t>
              </a:r>
            </a:p>
          </p:txBody>
        </p:sp>
        <p:grpSp>
          <p:nvGrpSpPr>
            <p:cNvPr id="38" name="Group 52">
              <a:extLst>
                <a:ext uri="{FF2B5EF4-FFF2-40B4-BE49-F238E27FC236}">
                  <a16:creationId xmlns:a16="http://schemas.microsoft.com/office/drawing/2014/main" id="{F5EFFD42-FF20-9542-A0C8-56A2BD25C0C7}"/>
                </a:ext>
              </a:extLst>
            </p:cNvPr>
            <p:cNvGrpSpPr>
              <a:grpSpLocks/>
            </p:cNvGrpSpPr>
            <p:nvPr/>
          </p:nvGrpSpPr>
          <p:grpSpPr bwMode="auto">
            <a:xfrm>
              <a:off x="7216411" y="2043623"/>
              <a:ext cx="2590800" cy="338554"/>
              <a:chOff x="5806858" y="3260868"/>
              <a:chExt cx="2590800" cy="338554"/>
            </a:xfrm>
          </p:grpSpPr>
          <p:cxnSp>
            <p:nvCxnSpPr>
              <p:cNvPr id="39" name="Straight Connector 38">
                <a:extLst>
                  <a:ext uri="{FF2B5EF4-FFF2-40B4-BE49-F238E27FC236}">
                    <a16:creationId xmlns:a16="http://schemas.microsoft.com/office/drawing/2014/main" id="{397E7461-5099-A44B-806E-2E1E189AA593}"/>
                  </a:ext>
                </a:extLst>
              </p:cNvPr>
              <p:cNvCxnSpPr/>
              <p:nvPr/>
            </p:nvCxnSpPr>
            <p:spPr>
              <a:xfrm>
                <a:off x="5806858" y="3427413"/>
                <a:ext cx="2590800" cy="1587"/>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sp>
            <p:nvSpPr>
              <p:cNvPr id="40" name="TextBox 23">
                <a:extLst>
                  <a:ext uri="{FF2B5EF4-FFF2-40B4-BE49-F238E27FC236}">
                    <a16:creationId xmlns:a16="http://schemas.microsoft.com/office/drawing/2014/main" id="{D1451D5C-DF4C-E74B-B024-F0A9F41BA975}"/>
                  </a:ext>
                </a:extLst>
              </p:cNvPr>
              <p:cNvSpPr txBox="1">
                <a:spLocks noChangeArrowheads="1"/>
              </p:cNvSpPr>
              <p:nvPr/>
            </p:nvSpPr>
            <p:spPr bwMode="auto">
              <a:xfrm>
                <a:off x="6287547" y="3260868"/>
                <a:ext cx="1621357" cy="338554"/>
              </a:xfrm>
              <a:prstGeom prst="rect">
                <a:avLst/>
              </a:prstGeom>
              <a:solidFill>
                <a:srgbClr val="FFFF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000" b="1">
                    <a:solidFill>
                      <a:schemeClr val="tx1"/>
                    </a:solidFill>
                    <a:latin typeface="Helvetica" charset="0"/>
                    <a:ea typeface="ＭＳ Ｐゴシック" charset="0"/>
                    <a:cs typeface="ＭＳ Ｐゴシック" charset="0"/>
                  </a:defRPr>
                </a:lvl1pPr>
                <a:lvl2pPr marL="37931725" indent="-37474525" eaLnBrk="0" hangingPunct="0">
                  <a:defRPr sz="2000" b="1">
                    <a:solidFill>
                      <a:schemeClr val="tx1"/>
                    </a:solidFill>
                    <a:latin typeface="Helvetica" charset="0"/>
                    <a:ea typeface="ＭＳ Ｐゴシック" charset="0"/>
                  </a:defRPr>
                </a:lvl2pPr>
                <a:lvl3pPr eaLnBrk="0" hangingPunct="0">
                  <a:defRPr sz="2000" b="1">
                    <a:solidFill>
                      <a:schemeClr val="tx1"/>
                    </a:solidFill>
                    <a:latin typeface="Helvetica" charset="0"/>
                    <a:ea typeface="ＭＳ Ｐゴシック" charset="0"/>
                  </a:defRPr>
                </a:lvl3pPr>
                <a:lvl4pPr eaLnBrk="0" hangingPunct="0">
                  <a:defRPr sz="2000" b="1">
                    <a:solidFill>
                      <a:schemeClr val="tx1"/>
                    </a:solidFill>
                    <a:latin typeface="Helvetica" charset="0"/>
                    <a:ea typeface="ＭＳ Ｐゴシック" charset="0"/>
                  </a:defRPr>
                </a:lvl4pPr>
                <a:lvl5pPr eaLnBrk="0" hangingPunct="0">
                  <a:defRPr sz="2000" b="1">
                    <a:solidFill>
                      <a:schemeClr val="tx1"/>
                    </a:solidFill>
                    <a:latin typeface="Helvetica" charset="0"/>
                    <a:ea typeface="ＭＳ Ｐゴシック" charset="0"/>
                  </a:defRPr>
                </a:lvl5pPr>
                <a:lvl6pPr marL="457200" eaLnBrk="0" fontAlgn="base" hangingPunct="0">
                  <a:spcBef>
                    <a:spcPct val="0"/>
                  </a:spcBef>
                  <a:spcAft>
                    <a:spcPct val="0"/>
                  </a:spcAft>
                  <a:defRPr sz="2000" b="1">
                    <a:solidFill>
                      <a:schemeClr val="tx1"/>
                    </a:solidFill>
                    <a:latin typeface="Helvetica" charset="0"/>
                    <a:ea typeface="ＭＳ Ｐゴシック" charset="0"/>
                  </a:defRPr>
                </a:lvl6pPr>
                <a:lvl7pPr marL="914400" eaLnBrk="0" fontAlgn="base" hangingPunct="0">
                  <a:spcBef>
                    <a:spcPct val="0"/>
                  </a:spcBef>
                  <a:spcAft>
                    <a:spcPct val="0"/>
                  </a:spcAft>
                  <a:defRPr sz="2000" b="1">
                    <a:solidFill>
                      <a:schemeClr val="tx1"/>
                    </a:solidFill>
                    <a:latin typeface="Helvetica" charset="0"/>
                    <a:ea typeface="ＭＳ Ｐゴシック" charset="0"/>
                  </a:defRPr>
                </a:lvl7pPr>
                <a:lvl8pPr marL="1371600" eaLnBrk="0" fontAlgn="base" hangingPunct="0">
                  <a:spcBef>
                    <a:spcPct val="0"/>
                  </a:spcBef>
                  <a:spcAft>
                    <a:spcPct val="0"/>
                  </a:spcAft>
                  <a:defRPr sz="2000" b="1">
                    <a:solidFill>
                      <a:schemeClr val="tx1"/>
                    </a:solidFill>
                    <a:latin typeface="Helvetica" charset="0"/>
                    <a:ea typeface="ＭＳ Ｐゴシック" charset="0"/>
                  </a:defRPr>
                </a:lvl8pPr>
                <a:lvl9pPr marL="1828800" eaLnBrk="0" fontAlgn="base" hangingPunct="0">
                  <a:spcBef>
                    <a:spcPct val="0"/>
                  </a:spcBef>
                  <a:spcAft>
                    <a:spcPct val="0"/>
                  </a:spcAft>
                  <a:defRPr sz="2000" b="1">
                    <a:solidFill>
                      <a:schemeClr val="tx1"/>
                    </a:solidFill>
                    <a:latin typeface="Helvetica" charset="0"/>
                    <a:ea typeface="ＭＳ Ｐゴシック" charset="0"/>
                  </a:defRPr>
                </a:lvl9pPr>
              </a:lstStyle>
              <a:p>
                <a:pPr algn="ctr" defTabSz="914400" eaLnBrk="1" fontAlgn="base" hangingPunct="1">
                  <a:spcBef>
                    <a:spcPct val="0"/>
                  </a:spcBef>
                  <a:spcAft>
                    <a:spcPct val="0"/>
                  </a:spcAft>
                </a:pPr>
                <a:r>
                  <a:rPr lang="en-US" sz="1600" dirty="0">
                    <a:solidFill>
                      <a:prstClr val="black"/>
                    </a:solidFill>
                    <a:latin typeface="Arial" charset="0"/>
                  </a:rPr>
                  <a:t>Open Interface</a:t>
                </a:r>
              </a:p>
            </p:txBody>
          </p:sp>
        </p:grpSp>
        <p:grpSp>
          <p:nvGrpSpPr>
            <p:cNvPr id="48" name="Group 47">
              <a:extLst>
                <a:ext uri="{FF2B5EF4-FFF2-40B4-BE49-F238E27FC236}">
                  <a16:creationId xmlns:a16="http://schemas.microsoft.com/office/drawing/2014/main" id="{913C6582-D002-B947-ADEA-9350E7BF41B7}"/>
                </a:ext>
              </a:extLst>
            </p:cNvPr>
            <p:cNvGrpSpPr/>
            <p:nvPr/>
          </p:nvGrpSpPr>
          <p:grpSpPr>
            <a:xfrm>
              <a:off x="6751530" y="2505206"/>
              <a:ext cx="1060162" cy="1108367"/>
              <a:chOff x="6914368" y="2467628"/>
              <a:chExt cx="1060162" cy="1108367"/>
            </a:xfrm>
          </p:grpSpPr>
          <p:pic>
            <p:nvPicPr>
              <p:cNvPr id="44" name="Picture 43">
                <a:extLst>
                  <a:ext uri="{FF2B5EF4-FFF2-40B4-BE49-F238E27FC236}">
                    <a16:creationId xmlns:a16="http://schemas.microsoft.com/office/drawing/2014/main" id="{50E78C78-BCB0-2347-9C1B-233CCCD2C5E8}"/>
                  </a:ext>
                </a:extLst>
              </p:cNvPr>
              <p:cNvPicPr>
                <a:picLocks noChangeAspect="1"/>
              </p:cNvPicPr>
              <p:nvPr/>
            </p:nvPicPr>
            <p:blipFill>
              <a:blip r:embed="rId4"/>
              <a:stretch>
                <a:fillRect/>
              </a:stretch>
            </p:blipFill>
            <p:spPr>
              <a:xfrm>
                <a:off x="6930000" y="2467628"/>
                <a:ext cx="1026811" cy="788444"/>
              </a:xfrm>
              <a:prstGeom prst="rect">
                <a:avLst/>
              </a:prstGeom>
            </p:spPr>
          </p:pic>
          <p:sp>
            <p:nvSpPr>
              <p:cNvPr id="47" name="TextBox 46">
                <a:extLst>
                  <a:ext uri="{FF2B5EF4-FFF2-40B4-BE49-F238E27FC236}">
                    <a16:creationId xmlns:a16="http://schemas.microsoft.com/office/drawing/2014/main" id="{3C85EF8D-B7E7-D84A-86F9-C7DB87B94C88}"/>
                  </a:ext>
                </a:extLst>
              </p:cNvPr>
              <p:cNvSpPr txBox="1"/>
              <p:nvPr/>
            </p:nvSpPr>
            <p:spPr>
              <a:xfrm>
                <a:off x="6914368" y="3206663"/>
                <a:ext cx="1060162" cy="369332"/>
              </a:xfrm>
              <a:prstGeom prst="rect">
                <a:avLst/>
              </a:prstGeom>
              <a:noFill/>
            </p:spPr>
            <p:txBody>
              <a:bodyPr wrap="none" rtlCol="0">
                <a:spAutoFit/>
              </a:bodyPr>
              <a:lstStyle/>
              <a:p>
                <a:r>
                  <a:rPr lang="en-US" dirty="0"/>
                  <a:t>Windows</a:t>
                </a:r>
              </a:p>
            </p:txBody>
          </p:sp>
        </p:grpSp>
        <p:grpSp>
          <p:nvGrpSpPr>
            <p:cNvPr id="49" name="Group 48">
              <a:extLst>
                <a:ext uri="{FF2B5EF4-FFF2-40B4-BE49-F238E27FC236}">
                  <a16:creationId xmlns:a16="http://schemas.microsoft.com/office/drawing/2014/main" id="{558F6482-06CD-7C45-8A8E-3A316A33259A}"/>
                </a:ext>
              </a:extLst>
            </p:cNvPr>
            <p:cNvGrpSpPr/>
            <p:nvPr/>
          </p:nvGrpSpPr>
          <p:grpSpPr>
            <a:xfrm>
              <a:off x="8166970" y="2450566"/>
              <a:ext cx="763916" cy="1190148"/>
              <a:chOff x="5173249" y="6258478"/>
              <a:chExt cx="763916" cy="1190148"/>
            </a:xfrm>
          </p:grpSpPr>
          <p:pic>
            <p:nvPicPr>
              <p:cNvPr id="46" name="Picture 45" descr="A picture containing table, toy, yellow&#10;&#10;Description automatically generated">
                <a:extLst>
                  <a:ext uri="{FF2B5EF4-FFF2-40B4-BE49-F238E27FC236}">
                    <a16:creationId xmlns:a16="http://schemas.microsoft.com/office/drawing/2014/main" id="{265C7ED0-C582-DF48-926F-149A44CA4BF5}"/>
                  </a:ext>
                </a:extLst>
              </p:cNvPr>
              <p:cNvPicPr>
                <a:picLocks noChangeAspect="1"/>
              </p:cNvPicPr>
              <p:nvPr/>
            </p:nvPicPr>
            <p:blipFill>
              <a:blip r:embed="rId5"/>
              <a:stretch>
                <a:fillRect/>
              </a:stretch>
            </p:blipFill>
            <p:spPr>
              <a:xfrm>
                <a:off x="5173249" y="6258478"/>
                <a:ext cx="763916" cy="900148"/>
              </a:xfrm>
              <a:prstGeom prst="rect">
                <a:avLst/>
              </a:prstGeom>
            </p:spPr>
          </p:pic>
          <p:sp>
            <p:nvSpPr>
              <p:cNvPr id="50" name="TextBox 49">
                <a:extLst>
                  <a:ext uri="{FF2B5EF4-FFF2-40B4-BE49-F238E27FC236}">
                    <a16:creationId xmlns:a16="http://schemas.microsoft.com/office/drawing/2014/main" id="{BE7A1F54-7F6C-0244-87D2-CE5D33A25F06}"/>
                  </a:ext>
                </a:extLst>
              </p:cNvPr>
              <p:cNvSpPr txBox="1"/>
              <p:nvPr/>
            </p:nvSpPr>
            <p:spPr>
              <a:xfrm>
                <a:off x="5187864" y="7079294"/>
                <a:ext cx="678391" cy="369332"/>
              </a:xfrm>
              <a:prstGeom prst="rect">
                <a:avLst/>
              </a:prstGeom>
              <a:noFill/>
            </p:spPr>
            <p:txBody>
              <a:bodyPr wrap="none" rtlCol="0">
                <a:spAutoFit/>
              </a:bodyPr>
              <a:lstStyle/>
              <a:p>
                <a:r>
                  <a:rPr lang="en-US" dirty="0"/>
                  <a:t>Linux</a:t>
                </a:r>
              </a:p>
            </p:txBody>
          </p:sp>
        </p:grpSp>
        <p:grpSp>
          <p:nvGrpSpPr>
            <p:cNvPr id="52" name="Group 51">
              <a:extLst>
                <a:ext uri="{FF2B5EF4-FFF2-40B4-BE49-F238E27FC236}">
                  <a16:creationId xmlns:a16="http://schemas.microsoft.com/office/drawing/2014/main" id="{31E83FAE-D11D-824A-9997-5BC344C130CD}"/>
                </a:ext>
              </a:extLst>
            </p:cNvPr>
            <p:cNvGrpSpPr/>
            <p:nvPr/>
          </p:nvGrpSpPr>
          <p:grpSpPr>
            <a:xfrm>
              <a:off x="9331890" y="2343411"/>
              <a:ext cx="994775" cy="1274338"/>
              <a:chOff x="6125227" y="6163850"/>
              <a:chExt cx="994775" cy="1274338"/>
            </a:xfrm>
          </p:grpSpPr>
          <p:pic>
            <p:nvPicPr>
              <p:cNvPr id="1028" name="Picture 4" descr="How to reset the Mac Os 9 password">
                <a:extLst>
                  <a:ext uri="{FF2B5EF4-FFF2-40B4-BE49-F238E27FC236}">
                    <a16:creationId xmlns:a16="http://schemas.microsoft.com/office/drawing/2014/main" id="{DDBF632B-C75A-2940-8E0A-E3CD6B50371B}"/>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125227" y="6163850"/>
                <a:ext cx="994775" cy="994775"/>
              </a:xfrm>
              <a:prstGeom prst="rect">
                <a:avLst/>
              </a:prstGeom>
              <a:noFill/>
              <a:extLst>
                <a:ext uri="{909E8E84-426E-40DD-AFC4-6F175D3DCCD1}">
                  <a14:hiddenFill xmlns:a14="http://schemas.microsoft.com/office/drawing/2010/main">
                    <a:solidFill>
                      <a:srgbClr val="FFFFFF"/>
                    </a:solidFill>
                  </a14:hiddenFill>
                </a:ext>
              </a:extLst>
            </p:spPr>
          </p:pic>
          <p:sp>
            <p:nvSpPr>
              <p:cNvPr id="51" name="TextBox 50">
                <a:extLst>
                  <a:ext uri="{FF2B5EF4-FFF2-40B4-BE49-F238E27FC236}">
                    <a16:creationId xmlns:a16="http://schemas.microsoft.com/office/drawing/2014/main" id="{B3BFAAA5-9205-9D46-85D8-6CE3428E2994}"/>
                  </a:ext>
                </a:extLst>
              </p:cNvPr>
              <p:cNvSpPr txBox="1"/>
              <p:nvPr/>
            </p:nvSpPr>
            <p:spPr>
              <a:xfrm>
                <a:off x="6129404" y="7068856"/>
                <a:ext cx="947632" cy="369332"/>
              </a:xfrm>
              <a:prstGeom prst="rect">
                <a:avLst/>
              </a:prstGeom>
              <a:noFill/>
            </p:spPr>
            <p:txBody>
              <a:bodyPr wrap="none" rtlCol="0">
                <a:spAutoFit/>
              </a:bodyPr>
              <a:lstStyle/>
              <a:p>
                <a:r>
                  <a:rPr lang="en-US" dirty="0"/>
                  <a:t>MAC OS</a:t>
                </a:r>
              </a:p>
            </p:txBody>
          </p:sp>
        </p:grpSp>
      </p:grpSp>
      <p:sp>
        <p:nvSpPr>
          <p:cNvPr id="54" name="Right Arrow 53">
            <a:extLst>
              <a:ext uri="{FF2B5EF4-FFF2-40B4-BE49-F238E27FC236}">
                <a16:creationId xmlns:a16="http://schemas.microsoft.com/office/drawing/2014/main" id="{DA4F0CA8-C578-3F4E-B0B7-7D75647F7D87}"/>
              </a:ext>
            </a:extLst>
          </p:cNvPr>
          <p:cNvSpPr/>
          <p:nvPr/>
        </p:nvSpPr>
        <p:spPr>
          <a:xfrm>
            <a:off x="5273457" y="5336087"/>
            <a:ext cx="1178825" cy="764088"/>
          </a:xfrm>
          <a:prstGeom prst="rightArrow">
            <a:avLst/>
          </a:prstGeom>
          <a:gradFill>
            <a:gsLst>
              <a:gs pos="0">
                <a:schemeClr val="bg1"/>
              </a:gs>
              <a:gs pos="100000">
                <a:srgbClr val="0000A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 name="Right Arrow 56">
            <a:extLst>
              <a:ext uri="{FF2B5EF4-FFF2-40B4-BE49-F238E27FC236}">
                <a16:creationId xmlns:a16="http://schemas.microsoft.com/office/drawing/2014/main" id="{B5F7B71C-D375-D14B-AFF2-44852436983E}"/>
              </a:ext>
            </a:extLst>
          </p:cNvPr>
          <p:cNvSpPr/>
          <p:nvPr/>
        </p:nvSpPr>
        <p:spPr>
          <a:xfrm>
            <a:off x="5275544" y="2845494"/>
            <a:ext cx="1178825" cy="764088"/>
          </a:xfrm>
          <a:prstGeom prst="rightArrow">
            <a:avLst/>
          </a:prstGeom>
          <a:gradFill>
            <a:gsLst>
              <a:gs pos="0">
                <a:schemeClr val="bg1"/>
              </a:gs>
              <a:gs pos="100000">
                <a:srgbClr val="0000A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67036398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mph" presetSubtype="0" nodeType="clickEffect">
                                  <p:stCondLst>
                                    <p:cond delay="0"/>
                                  </p:stCondLst>
                                  <p:childTnLst>
                                    <p:set>
                                      <p:cBhvr rctx="PPT">
                                        <p:cTn id="6" dur="indefinite"/>
                                        <p:tgtEl>
                                          <p:spTgt spid="8"/>
                                        </p:tgtEl>
                                        <p:attrNameLst>
                                          <p:attrName>style.opacity</p:attrName>
                                        </p:attrNameLst>
                                      </p:cBhvr>
                                      <p:to>
                                        <p:strVal val="0.5"/>
                                      </p:to>
                                    </p:set>
                                    <p:animEffect filter="image" prLst="opacity: 0.5">
                                      <p:cBhvr rctx="IE">
                                        <p:cTn id="7" dur="indefinite"/>
                                        <p:tgtEl>
                                          <p:spTgt spid="8"/>
                                        </p:tgtEl>
                                      </p:cBhvr>
                                    </p:animEffect>
                                  </p:childTnLst>
                                </p:cTn>
                              </p:par>
                              <p:par>
                                <p:cTn id="8" presetID="10"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childTnLst>
                          </p:cTn>
                        </p:par>
                        <p:par>
                          <p:cTn id="11" fill="hold">
                            <p:stCondLst>
                              <p:cond delay="500"/>
                            </p:stCondLst>
                            <p:childTnLst>
                              <p:par>
                                <p:cTn id="12" presetID="10" presetClass="entr" presetSubtype="0" fill="hold" nodeType="after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fade">
                                      <p:cBhvr>
                                        <p:cTn id="14" dur="500"/>
                                        <p:tgtEl>
                                          <p:spTgt spid="9"/>
                                        </p:tgtEl>
                                      </p:cBhvr>
                                    </p:animEffect>
                                  </p:childTnLst>
                                </p:cTn>
                              </p:par>
                            </p:childTnLst>
                          </p:cTn>
                        </p:par>
                        <p:par>
                          <p:cTn id="15" fill="hold">
                            <p:stCondLst>
                              <p:cond delay="1000"/>
                            </p:stCondLst>
                            <p:childTnLst>
                              <p:par>
                                <p:cTn id="16" presetID="10" presetClass="entr" presetSubtype="0" fill="hold" nodeType="afterEffect">
                                  <p:stCondLst>
                                    <p:cond delay="0"/>
                                  </p:stCondLst>
                                  <p:childTnLst>
                                    <p:set>
                                      <p:cBhvr>
                                        <p:cTn id="17" dur="1" fill="hold">
                                          <p:stCondLst>
                                            <p:cond delay="0"/>
                                          </p:stCondLst>
                                        </p:cTn>
                                        <p:tgtEl>
                                          <p:spTgt spid="23"/>
                                        </p:tgtEl>
                                        <p:attrNameLst>
                                          <p:attrName>style.visibility</p:attrName>
                                        </p:attrNameLst>
                                      </p:cBhvr>
                                      <p:to>
                                        <p:strVal val="visible"/>
                                      </p:to>
                                    </p:set>
                                    <p:animEffect transition="in" filter="fade">
                                      <p:cBhvr>
                                        <p:cTn id="18" dur="500"/>
                                        <p:tgtEl>
                                          <p:spTgt spid="23"/>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8" fill="hold" grpId="0" nodeType="clickEffect">
                                  <p:stCondLst>
                                    <p:cond delay="0"/>
                                  </p:stCondLst>
                                  <p:childTnLst>
                                    <p:set>
                                      <p:cBhvr>
                                        <p:cTn id="22" dur="1" fill="hold">
                                          <p:stCondLst>
                                            <p:cond delay="0"/>
                                          </p:stCondLst>
                                        </p:cTn>
                                        <p:tgtEl>
                                          <p:spTgt spid="57"/>
                                        </p:tgtEl>
                                        <p:attrNameLst>
                                          <p:attrName>style.visibility</p:attrName>
                                        </p:attrNameLst>
                                      </p:cBhvr>
                                      <p:to>
                                        <p:strVal val="visible"/>
                                      </p:to>
                                    </p:set>
                                    <p:animEffect transition="in" filter="wipe(left)">
                                      <p:cBhvr>
                                        <p:cTn id="23" dur="500"/>
                                        <p:tgtEl>
                                          <p:spTgt spid="57"/>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26"/>
                                        </p:tgtEl>
                                        <p:attrNameLst>
                                          <p:attrName>style.visibility</p:attrName>
                                        </p:attrNameLst>
                                      </p:cBhvr>
                                      <p:to>
                                        <p:strVal val="visible"/>
                                      </p:to>
                                    </p:set>
                                    <p:animEffect transition="in" filter="fade">
                                      <p:cBhvr>
                                        <p:cTn id="28" dur="500"/>
                                        <p:tgtEl>
                                          <p:spTgt spid="26"/>
                                        </p:tgtEl>
                                      </p:cBhvr>
                                    </p:animEffect>
                                  </p:childTnLst>
                                </p:cTn>
                              </p:par>
                              <p:par>
                                <p:cTn id="29" presetID="9" presetClass="entr" presetSubtype="0" fill="hold" nodeType="withEffect">
                                  <p:stCondLst>
                                    <p:cond delay="0"/>
                                  </p:stCondLst>
                                  <p:childTnLst>
                                    <p:set>
                                      <p:cBhvr>
                                        <p:cTn id="30" dur="1" fill="hold">
                                          <p:stCondLst>
                                            <p:cond delay="0"/>
                                          </p:stCondLst>
                                        </p:cTn>
                                        <p:tgtEl>
                                          <p:spTgt spid="1026"/>
                                        </p:tgtEl>
                                        <p:attrNameLst>
                                          <p:attrName>style.visibility</p:attrName>
                                        </p:attrNameLst>
                                      </p:cBhvr>
                                      <p:to>
                                        <p:strVal val="visible"/>
                                      </p:to>
                                    </p:set>
                                    <p:animEffect transition="in" filter="dissolve">
                                      <p:cBhvr>
                                        <p:cTn id="31" dur="500"/>
                                        <p:tgtEl>
                                          <p:spTgt spid="1026"/>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nodeType="clickEffect">
                                  <p:stCondLst>
                                    <p:cond delay="0"/>
                                  </p:stCondLst>
                                  <p:childTnLst>
                                    <p:set>
                                      <p:cBhvr>
                                        <p:cTn id="35" dur="1" fill="hold">
                                          <p:stCondLst>
                                            <p:cond delay="0"/>
                                          </p:stCondLst>
                                        </p:cTn>
                                        <p:tgtEl>
                                          <p:spTgt spid="53"/>
                                        </p:tgtEl>
                                        <p:attrNameLst>
                                          <p:attrName>style.visibility</p:attrName>
                                        </p:attrNameLst>
                                      </p:cBhvr>
                                      <p:to>
                                        <p:strVal val="visible"/>
                                      </p:to>
                                    </p:set>
                                    <p:animEffect transition="in" filter="dissolve">
                                      <p:cBhvr>
                                        <p:cTn id="36" dur="500"/>
                                        <p:tgtEl>
                                          <p:spTgt spid="53"/>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8" fill="hold" nodeType="clickEffect">
                                  <p:stCondLst>
                                    <p:cond delay="0"/>
                                  </p:stCondLst>
                                  <p:childTnLst>
                                    <p:set>
                                      <p:cBhvr>
                                        <p:cTn id="40" dur="1" fill="hold">
                                          <p:stCondLst>
                                            <p:cond delay="0"/>
                                          </p:stCondLst>
                                        </p:cTn>
                                        <p:tgtEl>
                                          <p:spTgt spid="11"/>
                                        </p:tgtEl>
                                        <p:attrNameLst>
                                          <p:attrName>style.visibility</p:attrName>
                                        </p:attrNameLst>
                                      </p:cBhvr>
                                      <p:to>
                                        <p:strVal val="visible"/>
                                      </p:to>
                                    </p:set>
                                    <p:animEffect transition="in" filter="wipe(left)">
                                      <p:cBhvr>
                                        <p:cTn id="41" dur="500"/>
                                        <p:tgtEl>
                                          <p:spTgt spid="11"/>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7"/>
                                        </p:tgtEl>
                                        <p:attrNameLst>
                                          <p:attrName>style.visibility</p:attrName>
                                        </p:attrNameLst>
                                      </p:cBhvr>
                                      <p:to>
                                        <p:strVal val="visible"/>
                                      </p:to>
                                    </p:set>
                                    <p:animEffect transition="in" filter="fade">
                                      <p:cBhvr>
                                        <p:cTn id="46" dur="500"/>
                                        <p:tgtEl>
                                          <p:spTgt spid="7"/>
                                        </p:tgtEl>
                                      </p:cBhvr>
                                    </p:animEffect>
                                  </p:childTnLst>
                                </p:cTn>
                              </p:par>
                            </p:childTnLst>
                          </p:cTn>
                        </p:par>
                      </p:childTnLst>
                    </p:cTn>
                  </p:par>
                  <p:par>
                    <p:cTn id="47" fill="hold">
                      <p:stCondLst>
                        <p:cond delay="indefinite"/>
                      </p:stCondLst>
                      <p:childTnLst>
                        <p:par>
                          <p:cTn id="48" fill="hold">
                            <p:stCondLst>
                              <p:cond delay="0"/>
                            </p:stCondLst>
                            <p:childTnLst>
                              <p:par>
                                <p:cTn id="49" presetID="22" presetClass="entr" presetSubtype="8" fill="hold" grpId="0" nodeType="clickEffect">
                                  <p:stCondLst>
                                    <p:cond delay="0"/>
                                  </p:stCondLst>
                                  <p:childTnLst>
                                    <p:set>
                                      <p:cBhvr>
                                        <p:cTn id="50" dur="1" fill="hold">
                                          <p:stCondLst>
                                            <p:cond delay="0"/>
                                          </p:stCondLst>
                                        </p:cTn>
                                        <p:tgtEl>
                                          <p:spTgt spid="54"/>
                                        </p:tgtEl>
                                        <p:attrNameLst>
                                          <p:attrName>style.visibility</p:attrName>
                                        </p:attrNameLst>
                                      </p:cBhvr>
                                      <p:to>
                                        <p:strVal val="visible"/>
                                      </p:to>
                                    </p:set>
                                    <p:animEffect transition="in" filter="wipe(left)">
                                      <p:cBhvr>
                                        <p:cTn id="51" dur="500"/>
                                        <p:tgtEl>
                                          <p:spTgt spid="54"/>
                                        </p:tgtEl>
                                      </p:cBhvr>
                                    </p:animEffect>
                                  </p:childTnLst>
                                </p:cTn>
                              </p:par>
                            </p:childTnLst>
                          </p:cTn>
                        </p:par>
                        <p:par>
                          <p:cTn id="52" fill="hold">
                            <p:stCondLst>
                              <p:cond delay="500"/>
                            </p:stCondLst>
                            <p:childTnLst>
                              <p:par>
                                <p:cTn id="53" presetID="10" presetClass="entr" presetSubtype="0" fill="hold" grpId="0" nodeType="afterEffect">
                                  <p:stCondLst>
                                    <p:cond delay="0"/>
                                  </p:stCondLst>
                                  <p:childTnLst>
                                    <p:set>
                                      <p:cBhvr>
                                        <p:cTn id="54" dur="1" fill="hold">
                                          <p:stCondLst>
                                            <p:cond delay="0"/>
                                          </p:stCondLst>
                                        </p:cTn>
                                        <p:tgtEl>
                                          <p:spTgt spid="24"/>
                                        </p:tgtEl>
                                        <p:attrNameLst>
                                          <p:attrName>style.visibility</p:attrName>
                                        </p:attrNameLst>
                                      </p:cBhvr>
                                      <p:to>
                                        <p:strVal val="visible"/>
                                      </p:to>
                                    </p:set>
                                    <p:animEffect transition="in" filter="fade">
                                      <p:cBhvr>
                                        <p:cTn id="55"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24" grpId="0"/>
      <p:bldP spid="54" grpId="0" animBg="1"/>
      <p:bldP spid="57" grpId="0" animBg="1"/>
    </p:bldLst>
  </p:timing>
</p:sld>
</file>

<file path=ppt/slides/slide6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pSp>
        <p:nvGrpSpPr>
          <p:cNvPr id="301" name="Group 300">
            <a:extLst>
              <a:ext uri="{FF2B5EF4-FFF2-40B4-BE49-F238E27FC236}">
                <a16:creationId xmlns:a16="http://schemas.microsoft.com/office/drawing/2014/main" id="{3845CA21-8920-5B4D-A87A-8A24D6375DB1}"/>
              </a:ext>
            </a:extLst>
          </p:cNvPr>
          <p:cNvGrpSpPr/>
          <p:nvPr/>
        </p:nvGrpSpPr>
        <p:grpSpPr>
          <a:xfrm>
            <a:off x="2509218" y="1275410"/>
            <a:ext cx="6875191" cy="2404002"/>
            <a:chOff x="943464" y="1363093"/>
            <a:chExt cx="6875191" cy="2404002"/>
          </a:xfrm>
        </p:grpSpPr>
        <p:grpSp>
          <p:nvGrpSpPr>
            <p:cNvPr id="302" name="Group 1612">
              <a:extLst>
                <a:ext uri="{FF2B5EF4-FFF2-40B4-BE49-F238E27FC236}">
                  <a16:creationId xmlns:a16="http://schemas.microsoft.com/office/drawing/2014/main" id="{A636C80E-6B43-CC4F-850B-C168F1D97D43}"/>
                </a:ext>
              </a:extLst>
            </p:cNvPr>
            <p:cNvGrpSpPr>
              <a:grpSpLocks/>
            </p:cNvGrpSpPr>
            <p:nvPr/>
          </p:nvGrpSpPr>
          <p:grpSpPr bwMode="auto">
            <a:xfrm flipH="1">
              <a:off x="943464" y="2441244"/>
              <a:ext cx="855053" cy="655887"/>
              <a:chOff x="2839" y="3501"/>
              <a:chExt cx="755" cy="803"/>
            </a:xfrm>
          </p:grpSpPr>
          <p:pic>
            <p:nvPicPr>
              <p:cNvPr id="443" name="Picture 1613" descr="desktop_computer_stylized_medium">
                <a:extLst>
                  <a:ext uri="{FF2B5EF4-FFF2-40B4-BE49-F238E27FC236}">
                    <a16:creationId xmlns:a16="http://schemas.microsoft.com/office/drawing/2014/main" id="{A5D348C8-04A6-B04C-9E76-895E111C35F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444" name="Freeform 1614">
                <a:extLst>
                  <a:ext uri="{FF2B5EF4-FFF2-40B4-BE49-F238E27FC236}">
                    <a16:creationId xmlns:a16="http://schemas.microsoft.com/office/drawing/2014/main" id="{FF8802DC-B64F-B347-88B7-0434C6CD424F}"/>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03" name="Freeform 3">
              <a:extLst>
                <a:ext uri="{FF2B5EF4-FFF2-40B4-BE49-F238E27FC236}">
                  <a16:creationId xmlns:a16="http://schemas.microsoft.com/office/drawing/2014/main" id="{96D2D58C-AF60-0D4C-9B3D-2EDF188D66B7}"/>
                </a:ext>
              </a:extLst>
            </p:cNvPr>
            <p:cNvSpPr>
              <a:spLocks/>
            </p:cNvSpPr>
            <p:nvPr/>
          </p:nvSpPr>
          <p:spPr bwMode="auto">
            <a:xfrm>
              <a:off x="2059747" y="1363093"/>
              <a:ext cx="5142041" cy="2404002"/>
            </a:xfrm>
            <a:custGeom>
              <a:avLst/>
              <a:gdLst>
                <a:gd name="T0" fmla="*/ 0 w 2250"/>
                <a:gd name="T1" fmla="*/ 624 h 1409"/>
                <a:gd name="T2" fmla="*/ 219 w 2250"/>
                <a:gd name="T3" fmla="*/ 321 h 1409"/>
                <a:gd name="T4" fmla="*/ 529 w 2250"/>
                <a:gd name="T5" fmla="*/ 35 h 1409"/>
                <a:gd name="T6" fmla="*/ 1551 w 2250"/>
                <a:gd name="T7" fmla="*/ 111 h 1409"/>
                <a:gd name="T8" fmla="*/ 1968 w 2250"/>
                <a:gd name="T9" fmla="*/ 483 h 1409"/>
                <a:gd name="T10" fmla="*/ 2199 w 2250"/>
                <a:gd name="T11" fmla="*/ 906 h 1409"/>
                <a:gd name="T12" fmla="*/ 1659 w 2250"/>
                <a:gd name="T13" fmla="*/ 1314 h 1409"/>
                <a:gd name="T14" fmla="*/ 993 w 2250"/>
                <a:gd name="T15" fmla="*/ 1386 h 1409"/>
                <a:gd name="T16" fmla="*/ 465 w 2250"/>
                <a:gd name="T17" fmla="*/ 1356 h 1409"/>
                <a:gd name="T18" fmla="*/ 102 w 2250"/>
                <a:gd name="T19" fmla="*/ 1068 h 1409"/>
                <a:gd name="T20" fmla="*/ 0 w 2250"/>
                <a:gd name="T21" fmla="*/ 624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04" name="Freeform 4">
              <a:extLst>
                <a:ext uri="{FF2B5EF4-FFF2-40B4-BE49-F238E27FC236}">
                  <a16:creationId xmlns:a16="http://schemas.microsoft.com/office/drawing/2014/main" id="{F4D4A5BF-F69B-0B47-A13E-DD8B915F8236}"/>
                </a:ext>
              </a:extLst>
            </p:cNvPr>
            <p:cNvSpPr>
              <a:spLocks/>
            </p:cNvSpPr>
            <p:nvPr/>
          </p:nvSpPr>
          <p:spPr bwMode="auto">
            <a:xfrm>
              <a:off x="2834105" y="2267385"/>
              <a:ext cx="781590" cy="317349"/>
            </a:xfrm>
            <a:custGeom>
              <a:avLst/>
              <a:gdLst>
                <a:gd name="T0" fmla="*/ 0 w 342"/>
                <a:gd name="T1" fmla="*/ 186 h 186"/>
                <a:gd name="T2" fmla="*/ 34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5" name="Freeform 35">
              <a:extLst>
                <a:ext uri="{FF2B5EF4-FFF2-40B4-BE49-F238E27FC236}">
                  <a16:creationId xmlns:a16="http://schemas.microsoft.com/office/drawing/2014/main" id="{ED9B70DF-192D-F94B-B428-B3533FBD3E3F}"/>
                </a:ext>
              </a:extLst>
            </p:cNvPr>
            <p:cNvSpPr>
              <a:spLocks/>
            </p:cNvSpPr>
            <p:nvPr/>
          </p:nvSpPr>
          <p:spPr bwMode="auto">
            <a:xfrm>
              <a:off x="5254292" y="2313451"/>
              <a:ext cx="2285" cy="890624"/>
            </a:xfrm>
            <a:custGeom>
              <a:avLst/>
              <a:gdLst>
                <a:gd name="T0" fmla="*/ 0 w 1"/>
                <a:gd name="T1" fmla="*/ 0 h 522"/>
                <a:gd name="T2" fmla="*/ 0 w 1"/>
                <a:gd name="T3" fmla="*/ 522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6" name="Freeform 36">
              <a:extLst>
                <a:ext uri="{FF2B5EF4-FFF2-40B4-BE49-F238E27FC236}">
                  <a16:creationId xmlns:a16="http://schemas.microsoft.com/office/drawing/2014/main" id="{933B14BF-F112-864E-B82A-E52E1D1964D2}"/>
                </a:ext>
              </a:extLst>
            </p:cNvPr>
            <p:cNvSpPr>
              <a:spLocks/>
            </p:cNvSpPr>
            <p:nvPr/>
          </p:nvSpPr>
          <p:spPr bwMode="auto">
            <a:xfrm>
              <a:off x="3670544" y="2323688"/>
              <a:ext cx="2285" cy="916217"/>
            </a:xfrm>
            <a:custGeom>
              <a:avLst/>
              <a:gdLst>
                <a:gd name="T0" fmla="*/ 0 w 1"/>
                <a:gd name="T1" fmla="*/ 0 h 537"/>
                <a:gd name="T2" fmla="*/ 0 w 1"/>
                <a:gd name="T3" fmla="*/ 537 h 537"/>
                <a:gd name="T4" fmla="*/ 0 60000 65536"/>
                <a:gd name="T5" fmla="*/ 0 60000 65536"/>
                <a:gd name="T6" fmla="*/ 0 w 1"/>
                <a:gd name="T7" fmla="*/ 0 h 537"/>
                <a:gd name="T8" fmla="*/ 1 w 1"/>
                <a:gd name="T9" fmla="*/ 537 h 537"/>
              </a:gdLst>
              <a:ahLst/>
              <a:cxnLst>
                <a:cxn ang="T4">
                  <a:pos x="T0" y="T1"/>
                </a:cxn>
                <a:cxn ang="T5">
                  <a:pos x="T2" y="T3"/>
                </a:cxn>
              </a:cxnLst>
              <a:rect l="T6" t="T7" r="T8" b="T9"/>
              <a:pathLst>
                <a:path w="1" h="537">
                  <a:moveTo>
                    <a:pt x="0" y="0"/>
                  </a:moveTo>
                  <a:lnTo>
                    <a:pt x="0" y="537"/>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7" name="Freeform 37">
              <a:extLst>
                <a:ext uri="{FF2B5EF4-FFF2-40B4-BE49-F238E27FC236}">
                  <a16:creationId xmlns:a16="http://schemas.microsoft.com/office/drawing/2014/main" id="{2E1EAAD1-D876-7B42-9CDB-B861F6327FE9}"/>
                </a:ext>
              </a:extLst>
            </p:cNvPr>
            <p:cNvSpPr>
              <a:spLocks/>
            </p:cNvSpPr>
            <p:nvPr/>
          </p:nvSpPr>
          <p:spPr bwMode="auto">
            <a:xfrm>
              <a:off x="3736497" y="2298095"/>
              <a:ext cx="1462948" cy="1050313"/>
            </a:xfrm>
            <a:custGeom>
              <a:avLst/>
              <a:gdLst>
                <a:gd name="T0" fmla="*/ 0 w 378"/>
                <a:gd name="T1" fmla="*/ 142610238 h 174"/>
                <a:gd name="T2" fmla="*/ 8951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8" name="Freeform 38">
              <a:extLst>
                <a:ext uri="{FF2B5EF4-FFF2-40B4-BE49-F238E27FC236}">
                  <a16:creationId xmlns:a16="http://schemas.microsoft.com/office/drawing/2014/main" id="{21DBE486-9CD8-C742-8B08-B1D3A3002B6A}"/>
                </a:ext>
              </a:extLst>
            </p:cNvPr>
            <p:cNvSpPr>
              <a:spLocks/>
            </p:cNvSpPr>
            <p:nvPr/>
          </p:nvSpPr>
          <p:spPr bwMode="auto">
            <a:xfrm>
              <a:off x="5292247" y="2891845"/>
              <a:ext cx="1161856" cy="455711"/>
            </a:xfrm>
            <a:custGeom>
              <a:avLst/>
              <a:gdLst>
                <a:gd name="T0" fmla="*/ 0 w 366"/>
                <a:gd name="T1" fmla="*/ 270 h 270"/>
                <a:gd name="T2" fmla="*/ 36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9" name="Freeform 39">
              <a:extLst>
                <a:ext uri="{FF2B5EF4-FFF2-40B4-BE49-F238E27FC236}">
                  <a16:creationId xmlns:a16="http://schemas.microsoft.com/office/drawing/2014/main" id="{597C0B72-56A7-CD46-B760-103D3071473B}"/>
                </a:ext>
              </a:extLst>
            </p:cNvPr>
            <p:cNvSpPr>
              <a:spLocks/>
            </p:cNvSpPr>
            <p:nvPr/>
          </p:nvSpPr>
          <p:spPr bwMode="auto">
            <a:xfrm flipV="1">
              <a:off x="4022465" y="3327268"/>
              <a:ext cx="908330" cy="45719"/>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0" name="Freeform 40">
              <a:extLst>
                <a:ext uri="{FF2B5EF4-FFF2-40B4-BE49-F238E27FC236}">
                  <a16:creationId xmlns:a16="http://schemas.microsoft.com/office/drawing/2014/main" id="{D8D34631-7C0A-0545-B8E7-D0B9D38422AC}"/>
                </a:ext>
              </a:extLst>
            </p:cNvPr>
            <p:cNvSpPr>
              <a:spLocks/>
            </p:cNvSpPr>
            <p:nvPr/>
          </p:nvSpPr>
          <p:spPr bwMode="auto">
            <a:xfrm>
              <a:off x="2710696" y="2820186"/>
              <a:ext cx="630757" cy="450430"/>
            </a:xfrm>
            <a:custGeom>
              <a:avLst/>
              <a:gdLst>
                <a:gd name="T0" fmla="*/ 276 w 276"/>
                <a:gd name="T1" fmla="*/ 264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1" name="Freeform 41">
              <a:extLst>
                <a:ext uri="{FF2B5EF4-FFF2-40B4-BE49-F238E27FC236}">
                  <a16:creationId xmlns:a16="http://schemas.microsoft.com/office/drawing/2014/main" id="{495956FE-5A6C-9B45-9B14-2BF0AF46F5EF}"/>
                </a:ext>
              </a:extLst>
            </p:cNvPr>
            <p:cNvSpPr>
              <a:spLocks/>
            </p:cNvSpPr>
            <p:nvPr/>
          </p:nvSpPr>
          <p:spPr bwMode="auto">
            <a:xfrm>
              <a:off x="4047627" y="2195725"/>
              <a:ext cx="836439" cy="1706"/>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2" name="Freeform 42">
              <a:extLst>
                <a:ext uri="{FF2B5EF4-FFF2-40B4-BE49-F238E27FC236}">
                  <a16:creationId xmlns:a16="http://schemas.microsoft.com/office/drawing/2014/main" id="{62622339-B69D-CE49-9D11-E82F0A5DA71F}"/>
                </a:ext>
              </a:extLst>
            </p:cNvPr>
            <p:cNvSpPr>
              <a:spLocks/>
            </p:cNvSpPr>
            <p:nvPr/>
          </p:nvSpPr>
          <p:spPr bwMode="auto">
            <a:xfrm>
              <a:off x="5572253" y="2248471"/>
              <a:ext cx="922986" cy="397685"/>
            </a:xfrm>
            <a:custGeom>
              <a:avLst/>
              <a:gdLst>
                <a:gd name="T0" fmla="*/ 396 w 396"/>
                <a:gd name="T1" fmla="*/ 267 h 267"/>
                <a:gd name="T2" fmla="*/ 0 w 396"/>
                <a:gd name="T3" fmla="*/ 0 h 267"/>
                <a:gd name="T4" fmla="*/ 0 60000 65536"/>
                <a:gd name="T5" fmla="*/ 0 60000 65536"/>
                <a:gd name="T6" fmla="*/ 0 w 396"/>
                <a:gd name="T7" fmla="*/ 0 h 267"/>
                <a:gd name="T8" fmla="*/ 396 w 396"/>
                <a:gd name="T9" fmla="*/ 267 h 267"/>
              </a:gdLst>
              <a:ahLst/>
              <a:cxnLst>
                <a:cxn ang="T4">
                  <a:pos x="T0" y="T1"/>
                </a:cxn>
                <a:cxn ang="T5">
                  <a:pos x="T2" y="T3"/>
                </a:cxn>
              </a:cxnLst>
              <a:rect l="T6" t="T7" r="T8" b="T9"/>
              <a:pathLst>
                <a:path w="396" h="267">
                  <a:moveTo>
                    <a:pt x="396" y="267"/>
                  </a:moveTo>
                  <a:lnTo>
                    <a:pt x="0" y="0"/>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3" name="Freeform 43">
              <a:extLst>
                <a:ext uri="{FF2B5EF4-FFF2-40B4-BE49-F238E27FC236}">
                  <a16:creationId xmlns:a16="http://schemas.microsoft.com/office/drawing/2014/main" id="{F66823EE-AAD5-8849-A172-4FF26DE6A4FB}"/>
                </a:ext>
              </a:extLst>
            </p:cNvPr>
            <p:cNvSpPr>
              <a:spLocks/>
            </p:cNvSpPr>
            <p:nvPr/>
          </p:nvSpPr>
          <p:spPr bwMode="auto">
            <a:xfrm>
              <a:off x="2580431" y="1458657"/>
              <a:ext cx="2536740" cy="1100484"/>
            </a:xfrm>
            <a:custGeom>
              <a:avLst/>
              <a:gdLst>
                <a:gd name="T0" fmla="*/ 1110 w 1110"/>
                <a:gd name="T1" fmla="*/ 342 h 645"/>
                <a:gd name="T2" fmla="*/ 0 w 1110"/>
                <a:gd name="T3" fmla="*/ 645 h 645"/>
                <a:gd name="T4" fmla="*/ 0 60000 65536"/>
                <a:gd name="T5" fmla="*/ 0 60000 65536"/>
                <a:gd name="T6" fmla="*/ 0 w 1110"/>
                <a:gd name="T7" fmla="*/ 0 h 645"/>
                <a:gd name="T8" fmla="*/ 1110 w 1110"/>
                <a:gd name="T9" fmla="*/ 645 h 645"/>
              </a:gdLst>
              <a:ahLst/>
              <a:cxnLst>
                <a:cxn ang="T4">
                  <a:pos x="T0" y="T1"/>
                </a:cxn>
                <a:cxn ang="T5">
                  <a:pos x="T2" y="T3"/>
                </a:cxn>
              </a:cxnLst>
              <a:rect l="T6" t="T7" r="T8" b="T9"/>
              <a:pathLst>
                <a:path w="1110" h="645">
                  <a:moveTo>
                    <a:pt x="1110" y="342"/>
                  </a:moveTo>
                  <a:cubicBezTo>
                    <a:pt x="1104" y="0"/>
                    <a:pt x="21" y="63"/>
                    <a:pt x="0" y="645"/>
                  </a:cubicBez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4" name="Text Box 62">
              <a:extLst>
                <a:ext uri="{FF2B5EF4-FFF2-40B4-BE49-F238E27FC236}">
                  <a16:creationId xmlns:a16="http://schemas.microsoft.com/office/drawing/2014/main" id="{345BA5C6-6EAC-1E45-AF81-FBB8E07BB74F}"/>
                </a:ext>
              </a:extLst>
            </p:cNvPr>
            <p:cNvSpPr txBox="1">
              <a:spLocks noChangeArrowheads="1"/>
            </p:cNvSpPr>
            <p:nvPr/>
          </p:nvSpPr>
          <p:spPr bwMode="auto">
            <a:xfrm>
              <a:off x="2822678" y="2178663"/>
              <a:ext cx="447929" cy="39412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5" name="Text Box 63">
              <a:extLst>
                <a:ext uri="{FF2B5EF4-FFF2-40B4-BE49-F238E27FC236}">
                  <a16:creationId xmlns:a16="http://schemas.microsoft.com/office/drawing/2014/main" id="{BE470A2A-6E14-D143-A915-F628456D82CD}"/>
                </a:ext>
              </a:extLst>
            </p:cNvPr>
            <p:cNvSpPr txBox="1">
              <a:spLocks noChangeArrowheads="1"/>
            </p:cNvSpPr>
            <p:nvPr/>
          </p:nvSpPr>
          <p:spPr bwMode="auto">
            <a:xfrm>
              <a:off x="3617981" y="2552316"/>
              <a:ext cx="447929" cy="39412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6" name="Text Box 64">
              <a:extLst>
                <a:ext uri="{FF2B5EF4-FFF2-40B4-BE49-F238E27FC236}">
                  <a16:creationId xmlns:a16="http://schemas.microsoft.com/office/drawing/2014/main" id="{42783024-D0DF-9843-9325-EBEBCD8115DC}"/>
                </a:ext>
              </a:extLst>
            </p:cNvPr>
            <p:cNvSpPr txBox="1">
              <a:spLocks noChangeArrowheads="1"/>
            </p:cNvSpPr>
            <p:nvPr/>
          </p:nvSpPr>
          <p:spPr bwMode="auto">
            <a:xfrm>
              <a:off x="2623853" y="2915732"/>
              <a:ext cx="447929" cy="39412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7" name="Text Box 65">
              <a:extLst>
                <a:ext uri="{FF2B5EF4-FFF2-40B4-BE49-F238E27FC236}">
                  <a16:creationId xmlns:a16="http://schemas.microsoft.com/office/drawing/2014/main" id="{B19A9366-0987-C24D-9D2D-02D5F48ADBE9}"/>
                </a:ext>
              </a:extLst>
            </p:cNvPr>
            <p:cNvSpPr txBox="1">
              <a:spLocks noChangeArrowheads="1"/>
            </p:cNvSpPr>
            <p:nvPr/>
          </p:nvSpPr>
          <p:spPr bwMode="auto">
            <a:xfrm>
              <a:off x="4495556" y="2710990"/>
              <a:ext cx="447929" cy="39412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8" name="Text Box 66">
              <a:extLst>
                <a:ext uri="{FF2B5EF4-FFF2-40B4-BE49-F238E27FC236}">
                  <a16:creationId xmlns:a16="http://schemas.microsoft.com/office/drawing/2014/main" id="{206F34B0-F5DA-A34C-9EA5-F1239C6339C8}"/>
                </a:ext>
              </a:extLst>
            </p:cNvPr>
            <p:cNvSpPr txBox="1">
              <a:spLocks noChangeArrowheads="1"/>
            </p:cNvSpPr>
            <p:nvPr/>
          </p:nvSpPr>
          <p:spPr bwMode="auto">
            <a:xfrm>
              <a:off x="4351579" y="3314977"/>
              <a:ext cx="447929" cy="39412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9" name="Text Box 67">
              <a:extLst>
                <a:ext uri="{FF2B5EF4-FFF2-40B4-BE49-F238E27FC236}">
                  <a16:creationId xmlns:a16="http://schemas.microsoft.com/office/drawing/2014/main" id="{55E4914B-D79C-2C4E-972E-82776A5CBF7E}"/>
                </a:ext>
              </a:extLst>
            </p:cNvPr>
            <p:cNvSpPr txBox="1">
              <a:spLocks noChangeArrowheads="1"/>
            </p:cNvSpPr>
            <p:nvPr/>
          </p:nvSpPr>
          <p:spPr bwMode="auto">
            <a:xfrm>
              <a:off x="5174305" y="2583027"/>
              <a:ext cx="447929" cy="39412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0" name="Text Box 68">
              <a:extLst>
                <a:ext uri="{FF2B5EF4-FFF2-40B4-BE49-F238E27FC236}">
                  <a16:creationId xmlns:a16="http://schemas.microsoft.com/office/drawing/2014/main" id="{04A67F28-42C5-0645-80B3-F79AD69D0BD0}"/>
                </a:ext>
              </a:extLst>
            </p:cNvPr>
            <p:cNvSpPr txBox="1">
              <a:spLocks noChangeArrowheads="1"/>
            </p:cNvSpPr>
            <p:nvPr/>
          </p:nvSpPr>
          <p:spPr bwMode="auto">
            <a:xfrm>
              <a:off x="5997032" y="3033458"/>
              <a:ext cx="447929" cy="39412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1" name="Text Box 69">
              <a:extLst>
                <a:ext uri="{FF2B5EF4-FFF2-40B4-BE49-F238E27FC236}">
                  <a16:creationId xmlns:a16="http://schemas.microsoft.com/office/drawing/2014/main" id="{D62D6598-B7A6-7543-B5AC-525AE902D5D2}"/>
                </a:ext>
              </a:extLst>
            </p:cNvPr>
            <p:cNvSpPr txBox="1">
              <a:spLocks noChangeArrowheads="1"/>
            </p:cNvSpPr>
            <p:nvPr/>
          </p:nvSpPr>
          <p:spPr bwMode="auto">
            <a:xfrm>
              <a:off x="5935327" y="2117241"/>
              <a:ext cx="447929" cy="39412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5</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2" name="Text Box 70">
              <a:extLst>
                <a:ext uri="{FF2B5EF4-FFF2-40B4-BE49-F238E27FC236}">
                  <a16:creationId xmlns:a16="http://schemas.microsoft.com/office/drawing/2014/main" id="{E1D6447A-1898-E44F-B48F-6280CB42221B}"/>
                </a:ext>
              </a:extLst>
            </p:cNvPr>
            <p:cNvSpPr txBox="1">
              <a:spLocks noChangeArrowheads="1"/>
            </p:cNvSpPr>
            <p:nvPr/>
          </p:nvSpPr>
          <p:spPr bwMode="auto">
            <a:xfrm>
              <a:off x="4255594" y="1861315"/>
              <a:ext cx="447929" cy="39412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3" name="Text Box 71">
              <a:extLst>
                <a:ext uri="{FF2B5EF4-FFF2-40B4-BE49-F238E27FC236}">
                  <a16:creationId xmlns:a16="http://schemas.microsoft.com/office/drawing/2014/main" id="{A49C6587-11BE-494E-A8D1-2C8ACC1A50E0}"/>
                </a:ext>
              </a:extLst>
            </p:cNvPr>
            <p:cNvSpPr txBox="1">
              <a:spLocks noChangeArrowheads="1"/>
            </p:cNvSpPr>
            <p:nvPr/>
          </p:nvSpPr>
          <p:spPr bwMode="auto">
            <a:xfrm>
              <a:off x="3453435" y="1405766"/>
              <a:ext cx="447929" cy="39412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5</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24" name="Group 1507">
              <a:extLst>
                <a:ext uri="{FF2B5EF4-FFF2-40B4-BE49-F238E27FC236}">
                  <a16:creationId xmlns:a16="http://schemas.microsoft.com/office/drawing/2014/main" id="{5EBC8E71-8EAC-B74A-95A4-003CC229992F}"/>
                </a:ext>
              </a:extLst>
            </p:cNvPr>
            <p:cNvGrpSpPr>
              <a:grpSpLocks/>
            </p:cNvGrpSpPr>
            <p:nvPr/>
          </p:nvGrpSpPr>
          <p:grpSpPr bwMode="auto">
            <a:xfrm>
              <a:off x="7391175" y="2426604"/>
              <a:ext cx="427480" cy="711995"/>
              <a:chOff x="4140" y="429"/>
              <a:chExt cx="1425" cy="2396"/>
            </a:xfrm>
          </p:grpSpPr>
          <p:sp>
            <p:nvSpPr>
              <p:cNvPr id="411" name="Freeform 1508">
                <a:extLst>
                  <a:ext uri="{FF2B5EF4-FFF2-40B4-BE49-F238E27FC236}">
                    <a16:creationId xmlns:a16="http://schemas.microsoft.com/office/drawing/2014/main" id="{66D3A65B-6A9D-C84D-99F9-9807D7D0E19E}"/>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2" name="Rectangle 1509">
                <a:extLst>
                  <a:ext uri="{FF2B5EF4-FFF2-40B4-BE49-F238E27FC236}">
                    <a16:creationId xmlns:a16="http://schemas.microsoft.com/office/drawing/2014/main" id="{72CCF1A1-68A2-8B4D-AD9B-9C402AECDAB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3" name="Freeform 1510">
                <a:extLst>
                  <a:ext uri="{FF2B5EF4-FFF2-40B4-BE49-F238E27FC236}">
                    <a16:creationId xmlns:a16="http://schemas.microsoft.com/office/drawing/2014/main" id="{C8965F64-763B-FA4A-9557-6E9BC3C0BA86}"/>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4" name="Freeform 1511">
                <a:extLst>
                  <a:ext uri="{FF2B5EF4-FFF2-40B4-BE49-F238E27FC236}">
                    <a16:creationId xmlns:a16="http://schemas.microsoft.com/office/drawing/2014/main" id="{BB4B40A7-8B78-6A44-A214-97E44641B35D}"/>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5" name="Rectangle 1512">
                <a:extLst>
                  <a:ext uri="{FF2B5EF4-FFF2-40B4-BE49-F238E27FC236}">
                    <a16:creationId xmlns:a16="http://schemas.microsoft.com/office/drawing/2014/main" id="{B0D7DE44-7345-624F-A93E-DBD69C098BB9}"/>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416" name="Group 1513">
                <a:extLst>
                  <a:ext uri="{FF2B5EF4-FFF2-40B4-BE49-F238E27FC236}">
                    <a16:creationId xmlns:a16="http://schemas.microsoft.com/office/drawing/2014/main" id="{A11AC80E-EE19-894D-A04D-DAE9AB703F88}"/>
                  </a:ext>
                </a:extLst>
              </p:cNvPr>
              <p:cNvGrpSpPr>
                <a:grpSpLocks/>
              </p:cNvGrpSpPr>
              <p:nvPr/>
            </p:nvGrpSpPr>
            <p:grpSpPr bwMode="auto">
              <a:xfrm>
                <a:off x="4749" y="668"/>
                <a:ext cx="581" cy="145"/>
                <a:chOff x="614" y="2568"/>
                <a:chExt cx="725" cy="139"/>
              </a:xfrm>
            </p:grpSpPr>
            <p:sp>
              <p:nvSpPr>
                <p:cNvPr id="441" name="AutoShape 1514">
                  <a:extLst>
                    <a:ext uri="{FF2B5EF4-FFF2-40B4-BE49-F238E27FC236}">
                      <a16:creationId xmlns:a16="http://schemas.microsoft.com/office/drawing/2014/main" id="{3C69CFB3-204B-1148-8AB5-1A0F733B5498}"/>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2" name="AutoShape 1515">
                  <a:extLst>
                    <a:ext uri="{FF2B5EF4-FFF2-40B4-BE49-F238E27FC236}">
                      <a16:creationId xmlns:a16="http://schemas.microsoft.com/office/drawing/2014/main" id="{9367CA35-AAAB-074E-A74E-59B2FA2FDEA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17" name="Rectangle 1516">
                <a:extLst>
                  <a:ext uri="{FF2B5EF4-FFF2-40B4-BE49-F238E27FC236}">
                    <a16:creationId xmlns:a16="http://schemas.microsoft.com/office/drawing/2014/main" id="{CE3693F3-C31B-C54F-B87F-42953AF9FBA7}"/>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418" name="Group 1517">
                <a:extLst>
                  <a:ext uri="{FF2B5EF4-FFF2-40B4-BE49-F238E27FC236}">
                    <a16:creationId xmlns:a16="http://schemas.microsoft.com/office/drawing/2014/main" id="{E3DCD8E8-4A32-E242-9C26-66A32B851E03}"/>
                  </a:ext>
                </a:extLst>
              </p:cNvPr>
              <p:cNvGrpSpPr>
                <a:grpSpLocks/>
              </p:cNvGrpSpPr>
              <p:nvPr/>
            </p:nvGrpSpPr>
            <p:grpSpPr bwMode="auto">
              <a:xfrm>
                <a:off x="4747" y="994"/>
                <a:ext cx="581" cy="134"/>
                <a:chOff x="614" y="2568"/>
                <a:chExt cx="725" cy="139"/>
              </a:xfrm>
            </p:grpSpPr>
            <p:sp>
              <p:nvSpPr>
                <p:cNvPr id="439" name="AutoShape 1518">
                  <a:extLst>
                    <a:ext uri="{FF2B5EF4-FFF2-40B4-BE49-F238E27FC236}">
                      <a16:creationId xmlns:a16="http://schemas.microsoft.com/office/drawing/2014/main" id="{2A9C08ED-9421-7A43-8090-57057A615F34}"/>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0" name="AutoShape 1519">
                  <a:extLst>
                    <a:ext uri="{FF2B5EF4-FFF2-40B4-BE49-F238E27FC236}">
                      <a16:creationId xmlns:a16="http://schemas.microsoft.com/office/drawing/2014/main" id="{74EE41DC-C37D-3945-91F1-869FE9EBD70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19" name="Rectangle 1520">
                <a:extLst>
                  <a:ext uri="{FF2B5EF4-FFF2-40B4-BE49-F238E27FC236}">
                    <a16:creationId xmlns:a16="http://schemas.microsoft.com/office/drawing/2014/main" id="{D1A596BC-BD58-914C-B14A-A12660493BE5}"/>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0" name="Rectangle 1521">
                <a:extLst>
                  <a:ext uri="{FF2B5EF4-FFF2-40B4-BE49-F238E27FC236}">
                    <a16:creationId xmlns:a16="http://schemas.microsoft.com/office/drawing/2014/main" id="{A3DF6281-78D2-9045-91BD-8A0B4EB7DA2E}"/>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421" name="Group 1522">
                <a:extLst>
                  <a:ext uri="{FF2B5EF4-FFF2-40B4-BE49-F238E27FC236}">
                    <a16:creationId xmlns:a16="http://schemas.microsoft.com/office/drawing/2014/main" id="{4B5256C0-7FA2-BE4F-8AC5-EF516C5A483D}"/>
                  </a:ext>
                </a:extLst>
              </p:cNvPr>
              <p:cNvGrpSpPr>
                <a:grpSpLocks/>
              </p:cNvGrpSpPr>
              <p:nvPr/>
            </p:nvGrpSpPr>
            <p:grpSpPr bwMode="auto">
              <a:xfrm>
                <a:off x="4735" y="1627"/>
                <a:ext cx="582" cy="151"/>
                <a:chOff x="614" y="2568"/>
                <a:chExt cx="725" cy="139"/>
              </a:xfrm>
            </p:grpSpPr>
            <p:sp>
              <p:nvSpPr>
                <p:cNvPr id="437" name="AutoShape 1523">
                  <a:extLst>
                    <a:ext uri="{FF2B5EF4-FFF2-40B4-BE49-F238E27FC236}">
                      <a16:creationId xmlns:a16="http://schemas.microsoft.com/office/drawing/2014/main" id="{754D255D-5191-9344-A8E8-8FEA42603676}"/>
                    </a:ext>
                  </a:extLst>
                </p:cNvPr>
                <p:cNvSpPr>
                  <a:spLocks noChangeArrowheads="1"/>
                </p:cNvSpPr>
                <p:nvPr/>
              </p:nvSpPr>
              <p:spPr bwMode="auto">
                <a:xfrm>
                  <a:off x="618" y="2579"/>
                  <a:ext cx="720" cy="131"/>
                </a:xfrm>
                <a:prstGeom prst="roundRect">
                  <a:avLst>
                    <a:gd name="adj" fmla="val 50000"/>
                  </a:avLst>
                </a:pr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8" name="AutoShape 1524">
                  <a:extLst>
                    <a:ext uri="{FF2B5EF4-FFF2-40B4-BE49-F238E27FC236}">
                      <a16:creationId xmlns:a16="http://schemas.microsoft.com/office/drawing/2014/main" id="{E14AD02B-285A-8E4E-9349-A7A65FE58097}"/>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22" name="Freeform 1525">
                <a:extLst>
                  <a:ext uri="{FF2B5EF4-FFF2-40B4-BE49-F238E27FC236}">
                    <a16:creationId xmlns:a16="http://schemas.microsoft.com/office/drawing/2014/main" id="{6A7D0A21-FEB6-AA49-BF73-7B454ABCC3F9}"/>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423" name="Group 1526">
                <a:extLst>
                  <a:ext uri="{FF2B5EF4-FFF2-40B4-BE49-F238E27FC236}">
                    <a16:creationId xmlns:a16="http://schemas.microsoft.com/office/drawing/2014/main" id="{D90C757B-43DB-BA46-B197-E499997AD492}"/>
                  </a:ext>
                </a:extLst>
              </p:cNvPr>
              <p:cNvGrpSpPr>
                <a:grpSpLocks/>
              </p:cNvGrpSpPr>
              <p:nvPr/>
            </p:nvGrpSpPr>
            <p:grpSpPr bwMode="auto">
              <a:xfrm>
                <a:off x="4739" y="1327"/>
                <a:ext cx="582" cy="139"/>
                <a:chOff x="614" y="2568"/>
                <a:chExt cx="725" cy="139"/>
              </a:xfrm>
            </p:grpSpPr>
            <p:sp>
              <p:nvSpPr>
                <p:cNvPr id="435" name="AutoShape 1527">
                  <a:extLst>
                    <a:ext uri="{FF2B5EF4-FFF2-40B4-BE49-F238E27FC236}">
                      <a16:creationId xmlns:a16="http://schemas.microsoft.com/office/drawing/2014/main" id="{8CA88821-0D55-EB40-A7C1-C3977CDA2368}"/>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6" name="AutoShape 1528">
                  <a:extLst>
                    <a:ext uri="{FF2B5EF4-FFF2-40B4-BE49-F238E27FC236}">
                      <a16:creationId xmlns:a16="http://schemas.microsoft.com/office/drawing/2014/main" id="{DC4F78A8-7787-604B-A124-FCF43D75DFC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24" name="Rectangle 1529">
                <a:extLst>
                  <a:ext uri="{FF2B5EF4-FFF2-40B4-BE49-F238E27FC236}">
                    <a16:creationId xmlns:a16="http://schemas.microsoft.com/office/drawing/2014/main" id="{563CCF97-9884-9B45-B9F6-70D699E9983D}"/>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5" name="Freeform 1530">
                <a:extLst>
                  <a:ext uri="{FF2B5EF4-FFF2-40B4-BE49-F238E27FC236}">
                    <a16:creationId xmlns:a16="http://schemas.microsoft.com/office/drawing/2014/main" id="{EBD39E8E-81C2-A844-BF20-C29C5E3AD43B}"/>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6" name="Freeform 1531">
                <a:extLst>
                  <a:ext uri="{FF2B5EF4-FFF2-40B4-BE49-F238E27FC236}">
                    <a16:creationId xmlns:a16="http://schemas.microsoft.com/office/drawing/2014/main" id="{D429C771-C29B-4746-8D5D-C4A8633312D8}"/>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40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7" name="Oval 1532">
                <a:extLst>
                  <a:ext uri="{FF2B5EF4-FFF2-40B4-BE49-F238E27FC236}">
                    <a16:creationId xmlns:a16="http://schemas.microsoft.com/office/drawing/2014/main" id="{4C989AEC-8071-734A-8023-0434DC3EBB15}"/>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8" name="Freeform 1533">
                <a:extLst>
                  <a:ext uri="{FF2B5EF4-FFF2-40B4-BE49-F238E27FC236}">
                    <a16:creationId xmlns:a16="http://schemas.microsoft.com/office/drawing/2014/main" id="{50D6A2AD-EDD3-0244-A157-84E85000479A}"/>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9" name="AutoShape 1534">
                <a:extLst>
                  <a:ext uri="{FF2B5EF4-FFF2-40B4-BE49-F238E27FC236}">
                    <a16:creationId xmlns:a16="http://schemas.microsoft.com/office/drawing/2014/main" id="{228D946A-767B-854E-8F60-21EDE8F6AFD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0" name="AutoShape 1535">
                <a:extLst>
                  <a:ext uri="{FF2B5EF4-FFF2-40B4-BE49-F238E27FC236}">
                    <a16:creationId xmlns:a16="http://schemas.microsoft.com/office/drawing/2014/main" id="{C77A208E-E580-6C48-B30A-8D6AF0241F7F}"/>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1" name="Oval 1536">
                <a:extLst>
                  <a:ext uri="{FF2B5EF4-FFF2-40B4-BE49-F238E27FC236}">
                    <a16:creationId xmlns:a16="http://schemas.microsoft.com/office/drawing/2014/main" id="{0584590D-C9DD-6B4F-8D43-3BD5D3BF0FD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2" name="Oval 1537">
                <a:extLst>
                  <a:ext uri="{FF2B5EF4-FFF2-40B4-BE49-F238E27FC236}">
                    <a16:creationId xmlns:a16="http://schemas.microsoft.com/office/drawing/2014/main" id="{E53705ED-8A28-2247-8F50-DFA2320E3691}"/>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33" name="Oval 1538">
                <a:extLst>
                  <a:ext uri="{FF2B5EF4-FFF2-40B4-BE49-F238E27FC236}">
                    <a16:creationId xmlns:a16="http://schemas.microsoft.com/office/drawing/2014/main" id="{5DE8C3E4-50ED-A045-BBEF-6BD22BDB1CB3}"/>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4" name="Rectangle 1539">
                <a:extLst>
                  <a:ext uri="{FF2B5EF4-FFF2-40B4-BE49-F238E27FC236}">
                    <a16:creationId xmlns:a16="http://schemas.microsoft.com/office/drawing/2014/main" id="{34EEF575-BCCE-F34E-815A-FDD087C077E5}"/>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cxnSp>
          <p:nvCxnSpPr>
            <p:cNvPr id="325" name="Straight Connector 324">
              <a:extLst>
                <a:ext uri="{FF2B5EF4-FFF2-40B4-BE49-F238E27FC236}">
                  <a16:creationId xmlns:a16="http://schemas.microsoft.com/office/drawing/2014/main" id="{267F2A04-82C7-CA43-AAA2-0B750999EE14}"/>
                </a:ext>
              </a:extLst>
            </p:cNvPr>
            <p:cNvCxnSpPr/>
            <p:nvPr/>
          </p:nvCxnSpPr>
          <p:spPr bwMode="auto">
            <a:xfrm>
              <a:off x="1682405" y="2744686"/>
              <a:ext cx="526774" cy="0"/>
            </a:xfrm>
            <a:prstGeom prst="line">
              <a:avLst/>
            </a:prstGeom>
            <a:solidFill>
              <a:srgbClr val="00CC99"/>
            </a:solidFill>
            <a:ln w="9525" cap="flat" cmpd="sng" algn="ctr">
              <a:solidFill>
                <a:srgbClr val="000000"/>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326" name="Straight Connector 325">
              <a:extLst>
                <a:ext uri="{FF2B5EF4-FFF2-40B4-BE49-F238E27FC236}">
                  <a16:creationId xmlns:a16="http://schemas.microsoft.com/office/drawing/2014/main" id="{B91A95F9-EF84-0047-B227-765A487976D6}"/>
                </a:ext>
              </a:extLst>
            </p:cNvPr>
            <p:cNvCxnSpPr/>
            <p:nvPr/>
          </p:nvCxnSpPr>
          <p:spPr bwMode="auto">
            <a:xfrm>
              <a:off x="6895267" y="2779855"/>
              <a:ext cx="526774" cy="0"/>
            </a:xfrm>
            <a:prstGeom prst="line">
              <a:avLst/>
            </a:prstGeom>
            <a:solidFill>
              <a:srgbClr val="00CC99"/>
            </a:solidFill>
            <a:ln w="9525" cap="flat" cmpd="sng" algn="ctr">
              <a:solidFill>
                <a:srgbClr val="000000"/>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nvGrpSpPr>
            <p:cNvPr id="327" name="Group 326">
              <a:extLst>
                <a:ext uri="{FF2B5EF4-FFF2-40B4-BE49-F238E27FC236}">
                  <a16:creationId xmlns:a16="http://schemas.microsoft.com/office/drawing/2014/main" id="{EE10E36D-E4DE-FC41-B05D-5CD4A5DBFA21}"/>
                </a:ext>
              </a:extLst>
            </p:cNvPr>
            <p:cNvGrpSpPr/>
            <p:nvPr/>
          </p:nvGrpSpPr>
          <p:grpSpPr>
            <a:xfrm>
              <a:off x="3414626" y="1982945"/>
              <a:ext cx="687402" cy="571677"/>
              <a:chOff x="1736090" y="2893762"/>
              <a:chExt cx="565150" cy="413310"/>
            </a:xfrm>
          </p:grpSpPr>
          <p:grpSp>
            <p:nvGrpSpPr>
              <p:cNvPr id="398" name="Group 327">
                <a:extLst>
                  <a:ext uri="{FF2B5EF4-FFF2-40B4-BE49-F238E27FC236}">
                    <a16:creationId xmlns:a16="http://schemas.microsoft.com/office/drawing/2014/main" id="{43DE9D84-6507-9E44-8FFE-C43353FBFFE0}"/>
                  </a:ext>
                </a:extLst>
              </p:cNvPr>
              <p:cNvGrpSpPr>
                <a:grpSpLocks/>
              </p:cNvGrpSpPr>
              <p:nvPr/>
            </p:nvGrpSpPr>
            <p:grpSpPr bwMode="auto">
              <a:xfrm>
                <a:off x="1736090" y="2893762"/>
                <a:ext cx="565150" cy="292100"/>
                <a:chOff x="1871277" y="1576300"/>
                <a:chExt cx="1128371" cy="437861"/>
              </a:xfrm>
            </p:grpSpPr>
            <p:sp>
              <p:nvSpPr>
                <p:cNvPr id="402" name="Oval 401">
                  <a:extLst>
                    <a:ext uri="{FF2B5EF4-FFF2-40B4-BE49-F238E27FC236}">
                      <a16:creationId xmlns:a16="http://schemas.microsoft.com/office/drawing/2014/main" id="{BDBEE8E4-14FE-2342-B5F0-4B459123059B}"/>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03" name="Rectangle 402">
                  <a:extLst>
                    <a:ext uri="{FF2B5EF4-FFF2-40B4-BE49-F238E27FC236}">
                      <a16:creationId xmlns:a16="http://schemas.microsoft.com/office/drawing/2014/main" id="{35360FF6-9142-814C-BC6A-900E8714152E}"/>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04" name="Oval 403">
                  <a:extLst>
                    <a:ext uri="{FF2B5EF4-FFF2-40B4-BE49-F238E27FC236}">
                      <a16:creationId xmlns:a16="http://schemas.microsoft.com/office/drawing/2014/main" id="{CD7B45FB-2D33-6849-8696-831389F7A797}"/>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05" name="Freeform 404">
                  <a:extLst>
                    <a:ext uri="{FF2B5EF4-FFF2-40B4-BE49-F238E27FC236}">
                      <a16:creationId xmlns:a16="http://schemas.microsoft.com/office/drawing/2014/main" id="{55DD05D2-A87A-9E4B-8F3E-A4613BC094AB}"/>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06" name="Freeform 405">
                  <a:extLst>
                    <a:ext uri="{FF2B5EF4-FFF2-40B4-BE49-F238E27FC236}">
                      <a16:creationId xmlns:a16="http://schemas.microsoft.com/office/drawing/2014/main" id="{CEAF7229-E9D5-D042-B7AE-1BF525F56D4B}"/>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07" name="Freeform 406">
                  <a:extLst>
                    <a:ext uri="{FF2B5EF4-FFF2-40B4-BE49-F238E27FC236}">
                      <a16:creationId xmlns:a16="http://schemas.microsoft.com/office/drawing/2014/main" id="{AB1AF264-1139-CE43-AFF8-E76758CE960A}"/>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08" name="Freeform 407">
                  <a:extLst>
                    <a:ext uri="{FF2B5EF4-FFF2-40B4-BE49-F238E27FC236}">
                      <a16:creationId xmlns:a16="http://schemas.microsoft.com/office/drawing/2014/main" id="{57245D9A-2DA2-E246-9F87-68EA8D71DFA2}"/>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09" name="Straight Connector 408">
                  <a:extLst>
                    <a:ext uri="{FF2B5EF4-FFF2-40B4-BE49-F238E27FC236}">
                      <a16:creationId xmlns:a16="http://schemas.microsoft.com/office/drawing/2014/main" id="{1E15FBCF-E2FF-FD4E-8803-68E979C60B5F}"/>
                    </a:ext>
                  </a:extLst>
                </p:cNvPr>
                <p:cNvCxnSpPr>
                  <a:endCxn id="404"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410" name="Straight Connector 409">
                  <a:extLst>
                    <a:ext uri="{FF2B5EF4-FFF2-40B4-BE49-F238E27FC236}">
                      <a16:creationId xmlns:a16="http://schemas.microsoft.com/office/drawing/2014/main" id="{76BF3722-BBAD-924E-BD4C-E031ACC5D682}"/>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399" name="Group 398">
                <a:extLst>
                  <a:ext uri="{FF2B5EF4-FFF2-40B4-BE49-F238E27FC236}">
                    <a16:creationId xmlns:a16="http://schemas.microsoft.com/office/drawing/2014/main" id="{493B1A9C-61C8-154E-89A5-A9513BFD54DE}"/>
                  </a:ext>
                </a:extLst>
              </p:cNvPr>
              <p:cNvGrpSpPr/>
              <p:nvPr/>
            </p:nvGrpSpPr>
            <p:grpSpPr>
              <a:xfrm>
                <a:off x="1844715" y="2907714"/>
                <a:ext cx="356365" cy="399358"/>
                <a:chOff x="741398" y="1743005"/>
                <a:chExt cx="356365" cy="399358"/>
              </a:xfrm>
            </p:grpSpPr>
            <p:sp>
              <p:nvSpPr>
                <p:cNvPr id="400" name="Oval 399">
                  <a:extLst>
                    <a:ext uri="{FF2B5EF4-FFF2-40B4-BE49-F238E27FC236}">
                      <a16:creationId xmlns:a16="http://schemas.microsoft.com/office/drawing/2014/main" id="{63725DC4-5667-494C-877B-306B214225CA}"/>
                    </a:ext>
                  </a:extLst>
                </p:cNvPr>
                <p:cNvSpPr/>
                <p:nvPr/>
              </p:nvSpPr>
              <p:spPr bwMode="auto">
                <a:xfrm>
                  <a:off x="741398" y="1850752"/>
                  <a:ext cx="356365" cy="168450"/>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01" name="TextBox 400">
                  <a:extLst>
                    <a:ext uri="{FF2B5EF4-FFF2-40B4-BE49-F238E27FC236}">
                      <a16:creationId xmlns:a16="http://schemas.microsoft.com/office/drawing/2014/main" id="{610E4D3B-522B-8441-8253-4A007172715F}"/>
                    </a:ext>
                  </a:extLst>
                </p:cNvPr>
                <p:cNvSpPr txBox="1"/>
                <p:nvPr/>
              </p:nvSpPr>
              <p:spPr>
                <a:xfrm>
                  <a:off x="783895" y="1743005"/>
                  <a:ext cx="288887" cy="399358"/>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Arial" charset="0"/>
                      <a:ea typeface="ＭＳ Ｐゴシック" charset="0"/>
                    </a:rPr>
                    <a:t>v</a:t>
                  </a:r>
                </a:p>
              </p:txBody>
            </p:sp>
          </p:grpSp>
        </p:grpSp>
        <p:grpSp>
          <p:nvGrpSpPr>
            <p:cNvPr id="328" name="Group 327">
              <a:extLst>
                <a:ext uri="{FF2B5EF4-FFF2-40B4-BE49-F238E27FC236}">
                  <a16:creationId xmlns:a16="http://schemas.microsoft.com/office/drawing/2014/main" id="{DF814D63-F965-FA4E-9920-D211CDA69879}"/>
                </a:ext>
              </a:extLst>
            </p:cNvPr>
            <p:cNvGrpSpPr/>
            <p:nvPr/>
          </p:nvGrpSpPr>
          <p:grpSpPr>
            <a:xfrm>
              <a:off x="4888811" y="1979830"/>
              <a:ext cx="687402" cy="480963"/>
              <a:chOff x="1736090" y="2893762"/>
              <a:chExt cx="565150" cy="347726"/>
            </a:xfrm>
          </p:grpSpPr>
          <p:grpSp>
            <p:nvGrpSpPr>
              <p:cNvPr id="385" name="Group 327">
                <a:extLst>
                  <a:ext uri="{FF2B5EF4-FFF2-40B4-BE49-F238E27FC236}">
                    <a16:creationId xmlns:a16="http://schemas.microsoft.com/office/drawing/2014/main" id="{1319D0A2-3DA4-6D46-B723-C78612DBD57D}"/>
                  </a:ext>
                </a:extLst>
              </p:cNvPr>
              <p:cNvGrpSpPr>
                <a:grpSpLocks/>
              </p:cNvGrpSpPr>
              <p:nvPr/>
            </p:nvGrpSpPr>
            <p:grpSpPr bwMode="auto">
              <a:xfrm>
                <a:off x="1736090" y="2893762"/>
                <a:ext cx="565150" cy="292100"/>
                <a:chOff x="1871277" y="1576300"/>
                <a:chExt cx="1128371" cy="437861"/>
              </a:xfrm>
            </p:grpSpPr>
            <p:sp>
              <p:nvSpPr>
                <p:cNvPr id="389" name="Oval 388">
                  <a:extLst>
                    <a:ext uri="{FF2B5EF4-FFF2-40B4-BE49-F238E27FC236}">
                      <a16:creationId xmlns:a16="http://schemas.microsoft.com/office/drawing/2014/main" id="{406A0DA8-5D66-B54B-BF3C-74FEB059E5F1}"/>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90" name="Rectangle 389">
                  <a:extLst>
                    <a:ext uri="{FF2B5EF4-FFF2-40B4-BE49-F238E27FC236}">
                      <a16:creationId xmlns:a16="http://schemas.microsoft.com/office/drawing/2014/main" id="{16912ED9-B4B9-274B-8C8B-A301769701DC}"/>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91" name="Oval 390">
                  <a:extLst>
                    <a:ext uri="{FF2B5EF4-FFF2-40B4-BE49-F238E27FC236}">
                      <a16:creationId xmlns:a16="http://schemas.microsoft.com/office/drawing/2014/main" id="{0FC9220C-ECBF-BC42-AA17-47066E49F672}"/>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92" name="Freeform 391">
                  <a:extLst>
                    <a:ext uri="{FF2B5EF4-FFF2-40B4-BE49-F238E27FC236}">
                      <a16:creationId xmlns:a16="http://schemas.microsoft.com/office/drawing/2014/main" id="{EFD001D2-54C5-0042-A5AA-702968D107C1}"/>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93" name="Freeform 392">
                  <a:extLst>
                    <a:ext uri="{FF2B5EF4-FFF2-40B4-BE49-F238E27FC236}">
                      <a16:creationId xmlns:a16="http://schemas.microsoft.com/office/drawing/2014/main" id="{DF0C4D73-F5CE-1E43-B64E-A1555129729A}"/>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94" name="Freeform 393">
                  <a:extLst>
                    <a:ext uri="{FF2B5EF4-FFF2-40B4-BE49-F238E27FC236}">
                      <a16:creationId xmlns:a16="http://schemas.microsoft.com/office/drawing/2014/main" id="{2FD88090-C275-6140-AAC7-18542BD977C0}"/>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95" name="Freeform 394">
                  <a:extLst>
                    <a:ext uri="{FF2B5EF4-FFF2-40B4-BE49-F238E27FC236}">
                      <a16:creationId xmlns:a16="http://schemas.microsoft.com/office/drawing/2014/main" id="{F52A43F0-D631-014F-9B59-69076BD7A214}"/>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96" name="Straight Connector 395">
                  <a:extLst>
                    <a:ext uri="{FF2B5EF4-FFF2-40B4-BE49-F238E27FC236}">
                      <a16:creationId xmlns:a16="http://schemas.microsoft.com/office/drawing/2014/main" id="{7B9292D1-E5A5-F44E-8DC8-0DDB894A0004}"/>
                    </a:ext>
                  </a:extLst>
                </p:cNvPr>
                <p:cNvCxnSpPr>
                  <a:endCxn id="391"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397" name="Straight Connector 396">
                  <a:extLst>
                    <a:ext uri="{FF2B5EF4-FFF2-40B4-BE49-F238E27FC236}">
                      <a16:creationId xmlns:a16="http://schemas.microsoft.com/office/drawing/2014/main" id="{82695498-3E06-C549-BDEB-3B3BC72D74A8}"/>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386" name="Group 385">
                <a:extLst>
                  <a:ext uri="{FF2B5EF4-FFF2-40B4-BE49-F238E27FC236}">
                    <a16:creationId xmlns:a16="http://schemas.microsoft.com/office/drawing/2014/main" id="{58CC84C2-4686-2643-A790-875AD3D2EB15}"/>
                  </a:ext>
                </a:extLst>
              </p:cNvPr>
              <p:cNvGrpSpPr/>
              <p:nvPr/>
            </p:nvGrpSpPr>
            <p:grpSpPr>
              <a:xfrm>
                <a:off x="1844715" y="2907714"/>
                <a:ext cx="378664" cy="333774"/>
                <a:chOff x="741398" y="1743005"/>
                <a:chExt cx="378664" cy="333774"/>
              </a:xfrm>
            </p:grpSpPr>
            <p:sp>
              <p:nvSpPr>
                <p:cNvPr id="387" name="Oval 386">
                  <a:extLst>
                    <a:ext uri="{FF2B5EF4-FFF2-40B4-BE49-F238E27FC236}">
                      <a16:creationId xmlns:a16="http://schemas.microsoft.com/office/drawing/2014/main" id="{91E65A3C-37C4-FB49-A4C5-66DD49380A20}"/>
                    </a:ext>
                  </a:extLst>
                </p:cNvPr>
                <p:cNvSpPr/>
                <p:nvPr/>
              </p:nvSpPr>
              <p:spPr bwMode="auto">
                <a:xfrm>
                  <a:off x="741398" y="1850752"/>
                  <a:ext cx="356365" cy="168450"/>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88" name="TextBox 387">
                  <a:extLst>
                    <a:ext uri="{FF2B5EF4-FFF2-40B4-BE49-F238E27FC236}">
                      <a16:creationId xmlns:a16="http://schemas.microsoft.com/office/drawing/2014/main" id="{7D7D52A1-09FA-B245-A51E-503672F88792}"/>
                    </a:ext>
                  </a:extLst>
                </p:cNvPr>
                <p:cNvSpPr txBox="1"/>
                <p:nvPr/>
              </p:nvSpPr>
              <p:spPr>
                <a:xfrm>
                  <a:off x="767915" y="1743005"/>
                  <a:ext cx="352147" cy="333774"/>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Arial" charset="0"/>
                      <a:ea typeface="ＭＳ Ｐゴシック" charset="0"/>
                    </a:rPr>
                    <a:t>w</a:t>
                  </a:r>
                </a:p>
              </p:txBody>
            </p:sp>
          </p:grpSp>
        </p:grpSp>
        <p:grpSp>
          <p:nvGrpSpPr>
            <p:cNvPr id="329" name="Group 328">
              <a:extLst>
                <a:ext uri="{FF2B5EF4-FFF2-40B4-BE49-F238E27FC236}">
                  <a16:creationId xmlns:a16="http://schemas.microsoft.com/office/drawing/2014/main" id="{7F5B202E-84B1-8546-ABE7-0D873A53CB3A}"/>
                </a:ext>
              </a:extLst>
            </p:cNvPr>
            <p:cNvGrpSpPr/>
            <p:nvPr/>
          </p:nvGrpSpPr>
          <p:grpSpPr>
            <a:xfrm>
              <a:off x="2206359" y="2517647"/>
              <a:ext cx="687402" cy="480963"/>
              <a:chOff x="1736090" y="2893762"/>
              <a:chExt cx="565150" cy="347726"/>
            </a:xfrm>
          </p:grpSpPr>
          <p:grpSp>
            <p:nvGrpSpPr>
              <p:cNvPr id="372" name="Group 327">
                <a:extLst>
                  <a:ext uri="{FF2B5EF4-FFF2-40B4-BE49-F238E27FC236}">
                    <a16:creationId xmlns:a16="http://schemas.microsoft.com/office/drawing/2014/main" id="{74C66983-6367-A346-9811-03B6B660BD5A}"/>
                  </a:ext>
                </a:extLst>
              </p:cNvPr>
              <p:cNvGrpSpPr>
                <a:grpSpLocks/>
              </p:cNvGrpSpPr>
              <p:nvPr/>
            </p:nvGrpSpPr>
            <p:grpSpPr bwMode="auto">
              <a:xfrm>
                <a:off x="1736090" y="2893762"/>
                <a:ext cx="565150" cy="292100"/>
                <a:chOff x="1871277" y="1576300"/>
                <a:chExt cx="1128371" cy="437861"/>
              </a:xfrm>
            </p:grpSpPr>
            <p:sp>
              <p:nvSpPr>
                <p:cNvPr id="376" name="Oval 375">
                  <a:extLst>
                    <a:ext uri="{FF2B5EF4-FFF2-40B4-BE49-F238E27FC236}">
                      <a16:creationId xmlns:a16="http://schemas.microsoft.com/office/drawing/2014/main" id="{23D87A19-41D5-2F4B-A759-D658AB6DE7F5}"/>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77" name="Rectangle 376">
                  <a:extLst>
                    <a:ext uri="{FF2B5EF4-FFF2-40B4-BE49-F238E27FC236}">
                      <a16:creationId xmlns:a16="http://schemas.microsoft.com/office/drawing/2014/main" id="{BF010680-E14C-AB41-B12D-005B0B3FBA78}"/>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78" name="Oval 377">
                  <a:extLst>
                    <a:ext uri="{FF2B5EF4-FFF2-40B4-BE49-F238E27FC236}">
                      <a16:creationId xmlns:a16="http://schemas.microsoft.com/office/drawing/2014/main" id="{773506FA-CDA9-A14E-9C9B-2D5E7F909A9E}"/>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79" name="Freeform 378">
                  <a:extLst>
                    <a:ext uri="{FF2B5EF4-FFF2-40B4-BE49-F238E27FC236}">
                      <a16:creationId xmlns:a16="http://schemas.microsoft.com/office/drawing/2014/main" id="{39B04F67-6A6D-6245-B8C8-CF7114C9D7F0}"/>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80" name="Freeform 379">
                  <a:extLst>
                    <a:ext uri="{FF2B5EF4-FFF2-40B4-BE49-F238E27FC236}">
                      <a16:creationId xmlns:a16="http://schemas.microsoft.com/office/drawing/2014/main" id="{C46B0DC1-1017-4146-A422-109C3BAD2551}"/>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81" name="Freeform 380">
                  <a:extLst>
                    <a:ext uri="{FF2B5EF4-FFF2-40B4-BE49-F238E27FC236}">
                      <a16:creationId xmlns:a16="http://schemas.microsoft.com/office/drawing/2014/main" id="{CA725F35-AC0C-C543-A8A7-24E9625350C8}"/>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82" name="Freeform 381">
                  <a:extLst>
                    <a:ext uri="{FF2B5EF4-FFF2-40B4-BE49-F238E27FC236}">
                      <a16:creationId xmlns:a16="http://schemas.microsoft.com/office/drawing/2014/main" id="{977CD25B-F33C-BA45-8069-AC4B98057578}"/>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83" name="Straight Connector 382">
                  <a:extLst>
                    <a:ext uri="{FF2B5EF4-FFF2-40B4-BE49-F238E27FC236}">
                      <a16:creationId xmlns:a16="http://schemas.microsoft.com/office/drawing/2014/main" id="{54C74B7C-6FCA-5B45-9A2B-DC09E5CDE689}"/>
                    </a:ext>
                  </a:extLst>
                </p:cNvPr>
                <p:cNvCxnSpPr>
                  <a:endCxn id="378"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384" name="Straight Connector 383">
                  <a:extLst>
                    <a:ext uri="{FF2B5EF4-FFF2-40B4-BE49-F238E27FC236}">
                      <a16:creationId xmlns:a16="http://schemas.microsoft.com/office/drawing/2014/main" id="{F18B4945-5B3A-CC4D-AD10-A9969F3DC39C}"/>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373" name="Group 372">
                <a:extLst>
                  <a:ext uri="{FF2B5EF4-FFF2-40B4-BE49-F238E27FC236}">
                    <a16:creationId xmlns:a16="http://schemas.microsoft.com/office/drawing/2014/main" id="{79ADB3AE-0BAC-E846-91C0-DA740CA9923D}"/>
                  </a:ext>
                </a:extLst>
              </p:cNvPr>
              <p:cNvGrpSpPr/>
              <p:nvPr/>
            </p:nvGrpSpPr>
            <p:grpSpPr>
              <a:xfrm>
                <a:off x="1844715" y="2907714"/>
                <a:ext cx="356365" cy="333774"/>
                <a:chOff x="741398" y="1743005"/>
                <a:chExt cx="356365" cy="333774"/>
              </a:xfrm>
            </p:grpSpPr>
            <p:sp>
              <p:nvSpPr>
                <p:cNvPr id="374" name="Oval 373">
                  <a:extLst>
                    <a:ext uri="{FF2B5EF4-FFF2-40B4-BE49-F238E27FC236}">
                      <a16:creationId xmlns:a16="http://schemas.microsoft.com/office/drawing/2014/main" id="{D1EDF0F4-E8FD-6841-A11F-DBF2430F102B}"/>
                    </a:ext>
                  </a:extLst>
                </p:cNvPr>
                <p:cNvSpPr/>
                <p:nvPr/>
              </p:nvSpPr>
              <p:spPr bwMode="auto">
                <a:xfrm>
                  <a:off x="741398" y="1850752"/>
                  <a:ext cx="356365" cy="168450"/>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75" name="TextBox 374">
                  <a:extLst>
                    <a:ext uri="{FF2B5EF4-FFF2-40B4-BE49-F238E27FC236}">
                      <a16:creationId xmlns:a16="http://schemas.microsoft.com/office/drawing/2014/main" id="{1AFA689E-3A33-DF4B-A8F3-403F0D901A93}"/>
                    </a:ext>
                  </a:extLst>
                </p:cNvPr>
                <p:cNvSpPr txBox="1"/>
                <p:nvPr/>
              </p:nvSpPr>
              <p:spPr>
                <a:xfrm>
                  <a:off x="783895" y="1743005"/>
                  <a:ext cx="292553" cy="333774"/>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Arial" charset="0"/>
                      <a:ea typeface="ＭＳ Ｐゴシック" charset="0"/>
                    </a:rPr>
                    <a:t>u</a:t>
                  </a:r>
                </a:p>
              </p:txBody>
            </p:sp>
          </p:grpSp>
        </p:grpSp>
        <p:grpSp>
          <p:nvGrpSpPr>
            <p:cNvPr id="330" name="Group 329">
              <a:extLst>
                <a:ext uri="{FF2B5EF4-FFF2-40B4-BE49-F238E27FC236}">
                  <a16:creationId xmlns:a16="http://schemas.microsoft.com/office/drawing/2014/main" id="{C6EB4006-BDBE-0A46-98DE-BE7F5F85E41C}"/>
                </a:ext>
              </a:extLst>
            </p:cNvPr>
            <p:cNvGrpSpPr/>
            <p:nvPr/>
          </p:nvGrpSpPr>
          <p:grpSpPr>
            <a:xfrm>
              <a:off x="6285253" y="2579331"/>
              <a:ext cx="687402" cy="480963"/>
              <a:chOff x="1736090" y="2893762"/>
              <a:chExt cx="565150" cy="347726"/>
            </a:xfrm>
          </p:grpSpPr>
          <p:grpSp>
            <p:nvGrpSpPr>
              <p:cNvPr id="359" name="Group 327">
                <a:extLst>
                  <a:ext uri="{FF2B5EF4-FFF2-40B4-BE49-F238E27FC236}">
                    <a16:creationId xmlns:a16="http://schemas.microsoft.com/office/drawing/2014/main" id="{19323E07-6D65-4A4C-A34C-8931919B7A6E}"/>
                  </a:ext>
                </a:extLst>
              </p:cNvPr>
              <p:cNvGrpSpPr>
                <a:grpSpLocks/>
              </p:cNvGrpSpPr>
              <p:nvPr/>
            </p:nvGrpSpPr>
            <p:grpSpPr bwMode="auto">
              <a:xfrm>
                <a:off x="1736090" y="2893762"/>
                <a:ext cx="565150" cy="292100"/>
                <a:chOff x="1871277" y="1576300"/>
                <a:chExt cx="1128371" cy="437861"/>
              </a:xfrm>
            </p:grpSpPr>
            <p:sp>
              <p:nvSpPr>
                <p:cNvPr id="363" name="Oval 362">
                  <a:extLst>
                    <a:ext uri="{FF2B5EF4-FFF2-40B4-BE49-F238E27FC236}">
                      <a16:creationId xmlns:a16="http://schemas.microsoft.com/office/drawing/2014/main" id="{8A90C563-3889-7546-B079-B0069EBCDD8E}"/>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64" name="Rectangle 363">
                  <a:extLst>
                    <a:ext uri="{FF2B5EF4-FFF2-40B4-BE49-F238E27FC236}">
                      <a16:creationId xmlns:a16="http://schemas.microsoft.com/office/drawing/2014/main" id="{F906AAC0-18E3-3C42-9638-4B9554929AD2}"/>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65" name="Oval 364">
                  <a:extLst>
                    <a:ext uri="{FF2B5EF4-FFF2-40B4-BE49-F238E27FC236}">
                      <a16:creationId xmlns:a16="http://schemas.microsoft.com/office/drawing/2014/main" id="{D7FE9FC4-31C2-7545-8E5A-A107662814D2}"/>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66" name="Freeform 365">
                  <a:extLst>
                    <a:ext uri="{FF2B5EF4-FFF2-40B4-BE49-F238E27FC236}">
                      <a16:creationId xmlns:a16="http://schemas.microsoft.com/office/drawing/2014/main" id="{115FE479-5C3C-474A-A53B-50B85C152ABA}"/>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67" name="Freeform 366">
                  <a:extLst>
                    <a:ext uri="{FF2B5EF4-FFF2-40B4-BE49-F238E27FC236}">
                      <a16:creationId xmlns:a16="http://schemas.microsoft.com/office/drawing/2014/main" id="{AD2C9A8C-6369-A54C-9D6C-E64BF41BE070}"/>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68" name="Freeform 367">
                  <a:extLst>
                    <a:ext uri="{FF2B5EF4-FFF2-40B4-BE49-F238E27FC236}">
                      <a16:creationId xmlns:a16="http://schemas.microsoft.com/office/drawing/2014/main" id="{D3174F82-A842-4A4B-8B8E-F9394399D6CD}"/>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69" name="Freeform 368">
                  <a:extLst>
                    <a:ext uri="{FF2B5EF4-FFF2-40B4-BE49-F238E27FC236}">
                      <a16:creationId xmlns:a16="http://schemas.microsoft.com/office/drawing/2014/main" id="{715ED35F-F03C-3844-AAF7-4A4022009E69}"/>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70" name="Straight Connector 369">
                  <a:extLst>
                    <a:ext uri="{FF2B5EF4-FFF2-40B4-BE49-F238E27FC236}">
                      <a16:creationId xmlns:a16="http://schemas.microsoft.com/office/drawing/2014/main" id="{E168B24C-7C31-704F-9C70-9283F9D101DE}"/>
                    </a:ext>
                  </a:extLst>
                </p:cNvPr>
                <p:cNvCxnSpPr>
                  <a:endCxn id="365"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371" name="Straight Connector 370">
                  <a:extLst>
                    <a:ext uri="{FF2B5EF4-FFF2-40B4-BE49-F238E27FC236}">
                      <a16:creationId xmlns:a16="http://schemas.microsoft.com/office/drawing/2014/main" id="{A8773E23-D37D-7F4D-959F-FFCF3E4EAD35}"/>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360" name="Group 359">
                <a:extLst>
                  <a:ext uri="{FF2B5EF4-FFF2-40B4-BE49-F238E27FC236}">
                    <a16:creationId xmlns:a16="http://schemas.microsoft.com/office/drawing/2014/main" id="{661612F3-E94B-0E4F-B158-1E1F5536E408}"/>
                  </a:ext>
                </a:extLst>
              </p:cNvPr>
              <p:cNvGrpSpPr/>
              <p:nvPr/>
            </p:nvGrpSpPr>
            <p:grpSpPr>
              <a:xfrm>
                <a:off x="1844715" y="2907714"/>
                <a:ext cx="356365" cy="333774"/>
                <a:chOff x="741398" y="1743005"/>
                <a:chExt cx="356365" cy="333774"/>
              </a:xfrm>
            </p:grpSpPr>
            <p:sp>
              <p:nvSpPr>
                <p:cNvPr id="361" name="Oval 360">
                  <a:extLst>
                    <a:ext uri="{FF2B5EF4-FFF2-40B4-BE49-F238E27FC236}">
                      <a16:creationId xmlns:a16="http://schemas.microsoft.com/office/drawing/2014/main" id="{C763175D-A9C3-EF48-81B5-5B18EF6185F4}"/>
                    </a:ext>
                  </a:extLst>
                </p:cNvPr>
                <p:cNvSpPr/>
                <p:nvPr/>
              </p:nvSpPr>
              <p:spPr bwMode="auto">
                <a:xfrm>
                  <a:off x="741398" y="1850752"/>
                  <a:ext cx="356365" cy="168450"/>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62" name="TextBox 361">
                  <a:extLst>
                    <a:ext uri="{FF2B5EF4-FFF2-40B4-BE49-F238E27FC236}">
                      <a16:creationId xmlns:a16="http://schemas.microsoft.com/office/drawing/2014/main" id="{56CD500D-CEB7-684C-A583-1A90F979E021}"/>
                    </a:ext>
                  </a:extLst>
                </p:cNvPr>
                <p:cNvSpPr txBox="1"/>
                <p:nvPr/>
              </p:nvSpPr>
              <p:spPr>
                <a:xfrm>
                  <a:off x="783895" y="1743005"/>
                  <a:ext cx="278343" cy="333774"/>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Arial" charset="0"/>
                      <a:ea typeface="ＭＳ Ｐゴシック" charset="0"/>
                    </a:rPr>
                    <a:t>z</a:t>
                  </a:r>
                </a:p>
              </p:txBody>
            </p:sp>
          </p:grpSp>
        </p:grpSp>
        <p:grpSp>
          <p:nvGrpSpPr>
            <p:cNvPr id="331" name="Group 330">
              <a:extLst>
                <a:ext uri="{FF2B5EF4-FFF2-40B4-BE49-F238E27FC236}">
                  <a16:creationId xmlns:a16="http://schemas.microsoft.com/office/drawing/2014/main" id="{8CC7A315-C254-4746-8CBE-0E76B9C4970F}"/>
                </a:ext>
              </a:extLst>
            </p:cNvPr>
            <p:cNvGrpSpPr/>
            <p:nvPr/>
          </p:nvGrpSpPr>
          <p:grpSpPr>
            <a:xfrm>
              <a:off x="4927962" y="3152913"/>
              <a:ext cx="687402" cy="480963"/>
              <a:chOff x="1736090" y="2893762"/>
              <a:chExt cx="565150" cy="347726"/>
            </a:xfrm>
          </p:grpSpPr>
          <p:grpSp>
            <p:nvGrpSpPr>
              <p:cNvPr id="346" name="Group 327">
                <a:extLst>
                  <a:ext uri="{FF2B5EF4-FFF2-40B4-BE49-F238E27FC236}">
                    <a16:creationId xmlns:a16="http://schemas.microsoft.com/office/drawing/2014/main" id="{57B82EFC-992A-174F-B228-FA314BDF20EC}"/>
                  </a:ext>
                </a:extLst>
              </p:cNvPr>
              <p:cNvGrpSpPr>
                <a:grpSpLocks/>
              </p:cNvGrpSpPr>
              <p:nvPr/>
            </p:nvGrpSpPr>
            <p:grpSpPr bwMode="auto">
              <a:xfrm>
                <a:off x="1736090" y="2893762"/>
                <a:ext cx="565150" cy="292100"/>
                <a:chOff x="1871277" y="1576300"/>
                <a:chExt cx="1128371" cy="437861"/>
              </a:xfrm>
            </p:grpSpPr>
            <p:sp>
              <p:nvSpPr>
                <p:cNvPr id="350" name="Oval 349">
                  <a:extLst>
                    <a:ext uri="{FF2B5EF4-FFF2-40B4-BE49-F238E27FC236}">
                      <a16:creationId xmlns:a16="http://schemas.microsoft.com/office/drawing/2014/main" id="{5516324A-B35A-FF49-96A8-4C3ABFAA279D}"/>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51" name="Rectangle 350">
                  <a:extLst>
                    <a:ext uri="{FF2B5EF4-FFF2-40B4-BE49-F238E27FC236}">
                      <a16:creationId xmlns:a16="http://schemas.microsoft.com/office/drawing/2014/main" id="{218BB1BC-107B-9548-B7F8-1205053933E2}"/>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52" name="Oval 351">
                  <a:extLst>
                    <a:ext uri="{FF2B5EF4-FFF2-40B4-BE49-F238E27FC236}">
                      <a16:creationId xmlns:a16="http://schemas.microsoft.com/office/drawing/2014/main" id="{E0CC4DE9-4E37-1945-B621-6990957A8C90}"/>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53" name="Freeform 352">
                  <a:extLst>
                    <a:ext uri="{FF2B5EF4-FFF2-40B4-BE49-F238E27FC236}">
                      <a16:creationId xmlns:a16="http://schemas.microsoft.com/office/drawing/2014/main" id="{A2CF0E3A-0B11-A242-94A3-D1972489953C}"/>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54" name="Freeform 353">
                  <a:extLst>
                    <a:ext uri="{FF2B5EF4-FFF2-40B4-BE49-F238E27FC236}">
                      <a16:creationId xmlns:a16="http://schemas.microsoft.com/office/drawing/2014/main" id="{078DD177-3C9A-AC4A-994C-913F0A08C1F8}"/>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55" name="Freeform 354">
                  <a:extLst>
                    <a:ext uri="{FF2B5EF4-FFF2-40B4-BE49-F238E27FC236}">
                      <a16:creationId xmlns:a16="http://schemas.microsoft.com/office/drawing/2014/main" id="{7D050A20-78F8-D446-BFB0-855E64D3DFB6}"/>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56" name="Freeform 355">
                  <a:extLst>
                    <a:ext uri="{FF2B5EF4-FFF2-40B4-BE49-F238E27FC236}">
                      <a16:creationId xmlns:a16="http://schemas.microsoft.com/office/drawing/2014/main" id="{DFC753F6-0104-C144-A482-28D91E9FF189}"/>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57" name="Straight Connector 356">
                  <a:extLst>
                    <a:ext uri="{FF2B5EF4-FFF2-40B4-BE49-F238E27FC236}">
                      <a16:creationId xmlns:a16="http://schemas.microsoft.com/office/drawing/2014/main" id="{DF6B0AE2-B7AF-4349-A241-B96871C3DFBE}"/>
                    </a:ext>
                  </a:extLst>
                </p:cNvPr>
                <p:cNvCxnSpPr>
                  <a:endCxn id="352"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358" name="Straight Connector 357">
                  <a:extLst>
                    <a:ext uri="{FF2B5EF4-FFF2-40B4-BE49-F238E27FC236}">
                      <a16:creationId xmlns:a16="http://schemas.microsoft.com/office/drawing/2014/main" id="{0C461AF1-3611-CA4A-8113-D6B33D79EFD8}"/>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347" name="Group 346">
                <a:extLst>
                  <a:ext uri="{FF2B5EF4-FFF2-40B4-BE49-F238E27FC236}">
                    <a16:creationId xmlns:a16="http://schemas.microsoft.com/office/drawing/2014/main" id="{5DDD6435-5804-824F-9844-11EE108986C8}"/>
                  </a:ext>
                </a:extLst>
              </p:cNvPr>
              <p:cNvGrpSpPr/>
              <p:nvPr/>
            </p:nvGrpSpPr>
            <p:grpSpPr>
              <a:xfrm>
                <a:off x="1844715" y="2907714"/>
                <a:ext cx="356365" cy="333774"/>
                <a:chOff x="741398" y="1743005"/>
                <a:chExt cx="356365" cy="333774"/>
              </a:xfrm>
            </p:grpSpPr>
            <p:sp>
              <p:nvSpPr>
                <p:cNvPr id="348" name="Oval 347">
                  <a:extLst>
                    <a:ext uri="{FF2B5EF4-FFF2-40B4-BE49-F238E27FC236}">
                      <a16:creationId xmlns:a16="http://schemas.microsoft.com/office/drawing/2014/main" id="{3DD41EFD-A71B-A447-B957-8B7AEA9E0494}"/>
                    </a:ext>
                  </a:extLst>
                </p:cNvPr>
                <p:cNvSpPr/>
                <p:nvPr/>
              </p:nvSpPr>
              <p:spPr bwMode="auto">
                <a:xfrm>
                  <a:off x="741398" y="1850752"/>
                  <a:ext cx="356365" cy="168450"/>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49" name="TextBox 348">
                  <a:extLst>
                    <a:ext uri="{FF2B5EF4-FFF2-40B4-BE49-F238E27FC236}">
                      <a16:creationId xmlns:a16="http://schemas.microsoft.com/office/drawing/2014/main" id="{0808DE23-7FF1-1B41-9706-BEF8D8DE36D2}"/>
                    </a:ext>
                  </a:extLst>
                </p:cNvPr>
                <p:cNvSpPr txBox="1"/>
                <p:nvPr/>
              </p:nvSpPr>
              <p:spPr>
                <a:xfrm>
                  <a:off x="783895" y="1743005"/>
                  <a:ext cx="278343" cy="333774"/>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Arial" charset="0"/>
                      <a:ea typeface="ＭＳ Ｐゴシック" charset="0"/>
                    </a:rPr>
                    <a:t>y</a:t>
                  </a:r>
                </a:p>
              </p:txBody>
            </p:sp>
          </p:grpSp>
        </p:grpSp>
        <p:grpSp>
          <p:nvGrpSpPr>
            <p:cNvPr id="332" name="Group 331">
              <a:extLst>
                <a:ext uri="{FF2B5EF4-FFF2-40B4-BE49-F238E27FC236}">
                  <a16:creationId xmlns:a16="http://schemas.microsoft.com/office/drawing/2014/main" id="{FC31B094-3896-AB43-9216-D41F5CF5B5CD}"/>
                </a:ext>
              </a:extLst>
            </p:cNvPr>
            <p:cNvGrpSpPr/>
            <p:nvPr/>
          </p:nvGrpSpPr>
          <p:grpSpPr>
            <a:xfrm>
              <a:off x="3337414" y="3136841"/>
              <a:ext cx="687402" cy="480963"/>
              <a:chOff x="1736090" y="2893762"/>
              <a:chExt cx="565150" cy="347726"/>
            </a:xfrm>
          </p:grpSpPr>
          <p:grpSp>
            <p:nvGrpSpPr>
              <p:cNvPr id="333" name="Group 327">
                <a:extLst>
                  <a:ext uri="{FF2B5EF4-FFF2-40B4-BE49-F238E27FC236}">
                    <a16:creationId xmlns:a16="http://schemas.microsoft.com/office/drawing/2014/main" id="{68165765-2BED-214D-88D7-9D28666BA0D6}"/>
                  </a:ext>
                </a:extLst>
              </p:cNvPr>
              <p:cNvGrpSpPr>
                <a:grpSpLocks/>
              </p:cNvGrpSpPr>
              <p:nvPr/>
            </p:nvGrpSpPr>
            <p:grpSpPr bwMode="auto">
              <a:xfrm>
                <a:off x="1736090" y="2893762"/>
                <a:ext cx="565150" cy="292100"/>
                <a:chOff x="1871277" y="1576300"/>
                <a:chExt cx="1128371" cy="437861"/>
              </a:xfrm>
            </p:grpSpPr>
            <p:sp>
              <p:nvSpPr>
                <p:cNvPr id="337" name="Oval 336">
                  <a:extLst>
                    <a:ext uri="{FF2B5EF4-FFF2-40B4-BE49-F238E27FC236}">
                      <a16:creationId xmlns:a16="http://schemas.microsoft.com/office/drawing/2014/main" id="{BEB24274-A728-564C-9B37-C2301DC5667F}"/>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38" name="Rectangle 337">
                  <a:extLst>
                    <a:ext uri="{FF2B5EF4-FFF2-40B4-BE49-F238E27FC236}">
                      <a16:creationId xmlns:a16="http://schemas.microsoft.com/office/drawing/2014/main" id="{C7018D81-D070-D343-8442-C9B813B94FC5}"/>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39" name="Oval 338">
                  <a:extLst>
                    <a:ext uri="{FF2B5EF4-FFF2-40B4-BE49-F238E27FC236}">
                      <a16:creationId xmlns:a16="http://schemas.microsoft.com/office/drawing/2014/main" id="{7CC9DA44-AB58-A143-A7E4-5DCC05563B28}"/>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40" name="Freeform 339">
                  <a:extLst>
                    <a:ext uri="{FF2B5EF4-FFF2-40B4-BE49-F238E27FC236}">
                      <a16:creationId xmlns:a16="http://schemas.microsoft.com/office/drawing/2014/main" id="{A345A354-C439-1346-B8B1-9B77F484F731}"/>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41" name="Freeform 340">
                  <a:extLst>
                    <a:ext uri="{FF2B5EF4-FFF2-40B4-BE49-F238E27FC236}">
                      <a16:creationId xmlns:a16="http://schemas.microsoft.com/office/drawing/2014/main" id="{47254DC2-0CCD-1D43-9A9E-AF30B25F4771}"/>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42" name="Freeform 341">
                  <a:extLst>
                    <a:ext uri="{FF2B5EF4-FFF2-40B4-BE49-F238E27FC236}">
                      <a16:creationId xmlns:a16="http://schemas.microsoft.com/office/drawing/2014/main" id="{D09BD497-0854-FF41-BB16-ACF44392BCA2}"/>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43" name="Freeform 342">
                  <a:extLst>
                    <a:ext uri="{FF2B5EF4-FFF2-40B4-BE49-F238E27FC236}">
                      <a16:creationId xmlns:a16="http://schemas.microsoft.com/office/drawing/2014/main" id="{35285FEF-CAD9-224F-91A6-C0D14EBDC940}"/>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44" name="Straight Connector 343">
                  <a:extLst>
                    <a:ext uri="{FF2B5EF4-FFF2-40B4-BE49-F238E27FC236}">
                      <a16:creationId xmlns:a16="http://schemas.microsoft.com/office/drawing/2014/main" id="{CF9122C4-270A-B24E-A5AE-0EFA7376067D}"/>
                    </a:ext>
                  </a:extLst>
                </p:cNvPr>
                <p:cNvCxnSpPr>
                  <a:endCxn id="339"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345" name="Straight Connector 344">
                  <a:extLst>
                    <a:ext uri="{FF2B5EF4-FFF2-40B4-BE49-F238E27FC236}">
                      <a16:creationId xmlns:a16="http://schemas.microsoft.com/office/drawing/2014/main" id="{3D3021B9-325F-1E4E-8CE0-091CA2DB4D0B}"/>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334" name="Group 333">
                <a:extLst>
                  <a:ext uri="{FF2B5EF4-FFF2-40B4-BE49-F238E27FC236}">
                    <a16:creationId xmlns:a16="http://schemas.microsoft.com/office/drawing/2014/main" id="{ABF5A136-419C-8E48-B84C-19084D8846E1}"/>
                  </a:ext>
                </a:extLst>
              </p:cNvPr>
              <p:cNvGrpSpPr/>
              <p:nvPr/>
            </p:nvGrpSpPr>
            <p:grpSpPr>
              <a:xfrm>
                <a:off x="1844715" y="2907714"/>
                <a:ext cx="356365" cy="333774"/>
                <a:chOff x="741398" y="1743005"/>
                <a:chExt cx="356365" cy="333774"/>
              </a:xfrm>
            </p:grpSpPr>
            <p:sp>
              <p:nvSpPr>
                <p:cNvPr id="335" name="Oval 334">
                  <a:extLst>
                    <a:ext uri="{FF2B5EF4-FFF2-40B4-BE49-F238E27FC236}">
                      <a16:creationId xmlns:a16="http://schemas.microsoft.com/office/drawing/2014/main" id="{7D9024F5-F6D2-724B-8783-4785743461C6}"/>
                    </a:ext>
                  </a:extLst>
                </p:cNvPr>
                <p:cNvSpPr/>
                <p:nvPr/>
              </p:nvSpPr>
              <p:spPr bwMode="auto">
                <a:xfrm>
                  <a:off x="741398" y="1850752"/>
                  <a:ext cx="356365" cy="168450"/>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36" name="TextBox 335">
                  <a:extLst>
                    <a:ext uri="{FF2B5EF4-FFF2-40B4-BE49-F238E27FC236}">
                      <a16:creationId xmlns:a16="http://schemas.microsoft.com/office/drawing/2014/main" id="{6953032B-5A97-DA45-B4BF-C48C5E119377}"/>
                    </a:ext>
                  </a:extLst>
                </p:cNvPr>
                <p:cNvSpPr txBox="1"/>
                <p:nvPr/>
              </p:nvSpPr>
              <p:spPr>
                <a:xfrm>
                  <a:off x="783895" y="1743005"/>
                  <a:ext cx="278343" cy="333774"/>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Arial" charset="0"/>
                      <a:ea typeface="ＭＳ Ｐゴシック" charset="0"/>
                    </a:rPr>
                    <a:t>x</a:t>
                  </a:r>
                </a:p>
              </p:txBody>
            </p:sp>
          </p:grpSp>
        </p:grpSp>
      </p:grpSp>
      <p:sp>
        <p:nvSpPr>
          <p:cNvPr id="3" name="Title 2">
            <a:extLst>
              <a:ext uri="{FF2B5EF4-FFF2-40B4-BE49-F238E27FC236}">
                <a16:creationId xmlns:a16="http://schemas.microsoft.com/office/drawing/2014/main" id="{FECD85E7-B9DB-9043-B7EC-8C0919E801A1}"/>
              </a:ext>
            </a:extLst>
          </p:cNvPr>
          <p:cNvSpPr>
            <a:spLocks noGrp="1"/>
          </p:cNvSpPr>
          <p:nvPr>
            <p:ph type="title"/>
          </p:nvPr>
        </p:nvSpPr>
        <p:spPr>
          <a:xfrm>
            <a:off x="838199" y="364139"/>
            <a:ext cx="10710797" cy="894622"/>
          </a:xfrm>
        </p:spPr>
        <p:txBody>
          <a:bodyPr>
            <a:normAutofit fontScale="90000"/>
          </a:bodyPr>
          <a:lstStyle/>
          <a:p>
            <a:r>
              <a:rPr lang="en-US" dirty="0"/>
              <a:t>Traffic engineering: difficult with traditional routing</a:t>
            </a:r>
          </a:p>
        </p:txBody>
      </p:sp>
      <p:sp>
        <p:nvSpPr>
          <p:cNvPr id="4" name="Slide Number Placeholder 3">
            <a:extLst>
              <a:ext uri="{FF2B5EF4-FFF2-40B4-BE49-F238E27FC236}">
                <a16:creationId xmlns:a16="http://schemas.microsoft.com/office/drawing/2014/main" id="{A8F71119-17C6-6045-B8FE-FECA68C801C0}"/>
              </a:ext>
            </a:extLst>
          </p:cNvPr>
          <p:cNvSpPr>
            <a:spLocks noGrp="1"/>
          </p:cNvSpPr>
          <p:nvPr>
            <p:ph type="sldNum" sz="quarter" idx="4"/>
          </p:nvPr>
        </p:nvSpPr>
        <p:spPr/>
        <p:txBody>
          <a:bodyPr/>
          <a:lstStyle/>
          <a:p>
            <a:r>
              <a:rPr lang="en-US" dirty="0"/>
              <a:t>Network Layer: 5-</a:t>
            </a:r>
            <a:fld id="{C4204591-24BD-A542-B9D5-F8D8A88D2FEE}" type="slidenum">
              <a:rPr lang="en-US" smtClean="0"/>
              <a:pPr/>
              <a:t>63</a:t>
            </a:fld>
            <a:endParaRPr lang="en-US" dirty="0"/>
          </a:p>
        </p:txBody>
      </p:sp>
      <p:sp>
        <p:nvSpPr>
          <p:cNvPr id="152" name="TextBox 151">
            <a:extLst>
              <a:ext uri="{FF2B5EF4-FFF2-40B4-BE49-F238E27FC236}">
                <a16:creationId xmlns:a16="http://schemas.microsoft.com/office/drawing/2014/main" id="{B8C4E43C-52C5-9843-9797-566EB715CE33}"/>
              </a:ext>
            </a:extLst>
          </p:cNvPr>
          <p:cNvSpPr txBox="1"/>
          <p:nvPr/>
        </p:nvSpPr>
        <p:spPr>
          <a:xfrm>
            <a:off x="1728591" y="3928028"/>
            <a:ext cx="9727879" cy="1969770"/>
          </a:xfrm>
          <a:prstGeom prst="rect">
            <a:avLst/>
          </a:prstGeom>
          <a:noFill/>
        </p:spPr>
        <p:txBody>
          <a:bodyPr wrap="square" rtlCol="0">
            <a:spAutoFit/>
          </a:bodyPr>
          <a:lstStyle/>
          <a:p>
            <a:pPr eaLnBrk="0" fontAlgn="base" hangingPunct="0">
              <a:spcBef>
                <a:spcPct val="0"/>
              </a:spcBef>
              <a:spcAft>
                <a:spcPct val="0"/>
              </a:spcAft>
            </a:pPr>
            <a:r>
              <a:rPr lang="en-US" sz="2800" i="1" u="sng" dirty="0">
                <a:solidFill>
                  <a:srgbClr val="000090"/>
                </a:solidFill>
                <a:ea typeface="ＭＳ Ｐゴシック" charset="0"/>
              </a:rPr>
              <a:t>Q: </a:t>
            </a:r>
            <a:r>
              <a:rPr lang="en-US" sz="2800" dirty="0">
                <a:solidFill>
                  <a:srgbClr val="000000"/>
                </a:solidFill>
                <a:ea typeface="ＭＳ Ｐゴシック" charset="0"/>
              </a:rPr>
              <a:t>what if network operator wants u-to-z traffic to flow along </a:t>
            </a:r>
            <a:r>
              <a:rPr lang="en-US" sz="2800" i="1" dirty="0">
                <a:solidFill>
                  <a:srgbClr val="000000"/>
                </a:solidFill>
                <a:ea typeface="ＭＳ Ｐゴシック" charset="0"/>
              </a:rPr>
              <a:t>uvw</a:t>
            </a:r>
            <a:r>
              <a:rPr lang="en-US" sz="2800" dirty="0">
                <a:solidFill>
                  <a:srgbClr val="000000"/>
                </a:solidFill>
                <a:ea typeface="ＭＳ Ｐゴシック" charset="0"/>
              </a:rPr>
              <a:t>z, rather than </a:t>
            </a:r>
            <a:r>
              <a:rPr lang="en-US" sz="2800" i="1" dirty="0">
                <a:solidFill>
                  <a:srgbClr val="000000"/>
                </a:solidFill>
                <a:ea typeface="ＭＳ Ｐゴシック" charset="0"/>
              </a:rPr>
              <a:t>uxyz</a:t>
            </a:r>
            <a:r>
              <a:rPr lang="en-US" sz="2800" dirty="0">
                <a:solidFill>
                  <a:srgbClr val="000000"/>
                </a:solidFill>
                <a:ea typeface="ＭＳ Ｐゴシック" charset="0"/>
              </a:rPr>
              <a:t>?</a:t>
            </a:r>
          </a:p>
          <a:p>
            <a:pPr eaLnBrk="0" fontAlgn="base" hangingPunct="0">
              <a:spcBef>
                <a:spcPts val="1200"/>
              </a:spcBef>
              <a:spcAft>
                <a:spcPct val="0"/>
              </a:spcAft>
            </a:pPr>
            <a:r>
              <a:rPr lang="en-US" sz="2800" i="1" u="sng" dirty="0">
                <a:solidFill>
                  <a:srgbClr val="000090"/>
                </a:solidFill>
                <a:ea typeface="ＭＳ Ｐゴシック" charset="0"/>
              </a:rPr>
              <a:t>A: </a:t>
            </a:r>
            <a:r>
              <a:rPr lang="en-US" sz="2800" dirty="0">
                <a:solidFill>
                  <a:srgbClr val="000000"/>
                </a:solidFill>
                <a:ea typeface="ＭＳ Ｐゴシック" charset="0"/>
              </a:rPr>
              <a:t>need to re-define link weights so traffic routing algorithm computes routes accordingly </a:t>
            </a:r>
            <a:r>
              <a:rPr lang="en-US" sz="2400" dirty="0">
                <a:solidFill>
                  <a:srgbClr val="000000"/>
                </a:solidFill>
                <a:ea typeface="ＭＳ Ｐゴシック" charset="0"/>
              </a:rPr>
              <a:t>(or need a new routing algorithm)!</a:t>
            </a:r>
          </a:p>
        </p:txBody>
      </p:sp>
      <p:sp>
        <p:nvSpPr>
          <p:cNvPr id="153" name="TextBox 152">
            <a:extLst>
              <a:ext uri="{FF2B5EF4-FFF2-40B4-BE49-F238E27FC236}">
                <a16:creationId xmlns:a16="http://schemas.microsoft.com/office/drawing/2014/main" id="{C89243ED-7091-A745-8FC9-42D617C322A8}"/>
              </a:ext>
            </a:extLst>
          </p:cNvPr>
          <p:cNvSpPr txBox="1"/>
          <p:nvPr/>
        </p:nvSpPr>
        <p:spPr>
          <a:xfrm>
            <a:off x="2003306" y="5938073"/>
            <a:ext cx="8276048" cy="523220"/>
          </a:xfrm>
          <a:prstGeom prst="rect">
            <a:avLst/>
          </a:prstGeom>
          <a:noFill/>
        </p:spPr>
        <p:txBody>
          <a:bodyPr wrap="none" rtlCol="0">
            <a:spAutoFit/>
          </a:bodyPr>
          <a:lstStyle/>
          <a:p>
            <a:pPr eaLnBrk="0" fontAlgn="base" hangingPunct="0">
              <a:spcBef>
                <a:spcPct val="0"/>
              </a:spcBef>
              <a:spcAft>
                <a:spcPct val="0"/>
              </a:spcAft>
            </a:pPr>
            <a:r>
              <a:rPr lang="en-US" sz="2800" i="1" dirty="0">
                <a:solidFill>
                  <a:srgbClr val="C00000"/>
                </a:solidFill>
                <a:ea typeface="ＭＳ Ｐゴシック" charset="0"/>
              </a:rPr>
              <a:t>link weights are only control “knobs”: not much control!</a:t>
            </a:r>
          </a:p>
        </p:txBody>
      </p:sp>
      <p:sp>
        <p:nvSpPr>
          <p:cNvPr id="298" name="Freeform 297">
            <a:extLst>
              <a:ext uri="{FF2B5EF4-FFF2-40B4-BE49-F238E27FC236}">
                <a16:creationId xmlns:a16="http://schemas.microsoft.com/office/drawing/2014/main" id="{AD8B86B2-93D9-A745-9897-F855B37ADC0B}"/>
              </a:ext>
            </a:extLst>
          </p:cNvPr>
          <p:cNvSpPr/>
          <p:nvPr/>
        </p:nvSpPr>
        <p:spPr>
          <a:xfrm>
            <a:off x="3283003" y="2063149"/>
            <a:ext cx="5676290" cy="537233"/>
          </a:xfrm>
          <a:custGeom>
            <a:avLst/>
            <a:gdLst>
              <a:gd name="connsiteX0" fmla="*/ 0 w 5035463"/>
              <a:gd name="connsiteY0" fmla="*/ 551145 h 551145"/>
              <a:gd name="connsiteX1" fmla="*/ 901874 w 5035463"/>
              <a:gd name="connsiteY1" fmla="*/ 551145 h 551145"/>
              <a:gd name="connsiteX2" fmla="*/ 2329841 w 5035463"/>
              <a:gd name="connsiteY2" fmla="*/ 0 h 551145"/>
              <a:gd name="connsiteX3" fmla="*/ 3933173 w 5035463"/>
              <a:gd name="connsiteY3" fmla="*/ 12526 h 551145"/>
              <a:gd name="connsiteX4" fmla="*/ 5035463 w 5035463"/>
              <a:gd name="connsiteY4" fmla="*/ 488515 h 551145"/>
              <a:gd name="connsiteX0" fmla="*/ 0 w 5035463"/>
              <a:gd name="connsiteY0" fmla="*/ 554892 h 554892"/>
              <a:gd name="connsiteX1" fmla="*/ 901874 w 5035463"/>
              <a:gd name="connsiteY1" fmla="*/ 554892 h 554892"/>
              <a:gd name="connsiteX2" fmla="*/ 2082503 w 5035463"/>
              <a:gd name="connsiteY2" fmla="*/ 0 h 554892"/>
              <a:gd name="connsiteX3" fmla="*/ 3933173 w 5035463"/>
              <a:gd name="connsiteY3" fmla="*/ 16273 h 554892"/>
              <a:gd name="connsiteX4" fmla="*/ 5035463 w 5035463"/>
              <a:gd name="connsiteY4" fmla="*/ 492262 h 554892"/>
              <a:gd name="connsiteX0" fmla="*/ 0 w 5035463"/>
              <a:gd name="connsiteY0" fmla="*/ 554892 h 554892"/>
              <a:gd name="connsiteX1" fmla="*/ 860651 w 5035463"/>
              <a:gd name="connsiteY1" fmla="*/ 487436 h 554892"/>
              <a:gd name="connsiteX2" fmla="*/ 2082503 w 5035463"/>
              <a:gd name="connsiteY2" fmla="*/ 0 h 554892"/>
              <a:gd name="connsiteX3" fmla="*/ 3933173 w 5035463"/>
              <a:gd name="connsiteY3" fmla="*/ 16273 h 554892"/>
              <a:gd name="connsiteX4" fmla="*/ 5035463 w 5035463"/>
              <a:gd name="connsiteY4" fmla="*/ 492262 h 554892"/>
              <a:gd name="connsiteX0" fmla="*/ 0 w 5024220"/>
              <a:gd name="connsiteY0" fmla="*/ 491184 h 492262"/>
              <a:gd name="connsiteX1" fmla="*/ 849408 w 5024220"/>
              <a:gd name="connsiteY1" fmla="*/ 487436 h 492262"/>
              <a:gd name="connsiteX2" fmla="*/ 2071260 w 5024220"/>
              <a:gd name="connsiteY2" fmla="*/ 0 h 492262"/>
              <a:gd name="connsiteX3" fmla="*/ 3921930 w 5024220"/>
              <a:gd name="connsiteY3" fmla="*/ 16273 h 492262"/>
              <a:gd name="connsiteX4" fmla="*/ 5024220 w 5024220"/>
              <a:gd name="connsiteY4" fmla="*/ 492262 h 492262"/>
              <a:gd name="connsiteX0" fmla="*/ 0 w 5020472"/>
              <a:gd name="connsiteY0" fmla="*/ 479942 h 492262"/>
              <a:gd name="connsiteX1" fmla="*/ 845660 w 5020472"/>
              <a:gd name="connsiteY1" fmla="*/ 487436 h 492262"/>
              <a:gd name="connsiteX2" fmla="*/ 2067512 w 5020472"/>
              <a:gd name="connsiteY2" fmla="*/ 0 h 492262"/>
              <a:gd name="connsiteX3" fmla="*/ 3918182 w 5020472"/>
              <a:gd name="connsiteY3" fmla="*/ 16273 h 492262"/>
              <a:gd name="connsiteX4" fmla="*/ 5020472 w 5020472"/>
              <a:gd name="connsiteY4" fmla="*/ 492262 h 492262"/>
              <a:gd name="connsiteX0" fmla="*/ 0 w 5020472"/>
              <a:gd name="connsiteY0" fmla="*/ 494932 h 494932"/>
              <a:gd name="connsiteX1" fmla="*/ 845660 w 5020472"/>
              <a:gd name="connsiteY1" fmla="*/ 487436 h 494932"/>
              <a:gd name="connsiteX2" fmla="*/ 2067512 w 5020472"/>
              <a:gd name="connsiteY2" fmla="*/ 0 h 494932"/>
              <a:gd name="connsiteX3" fmla="*/ 3918182 w 5020472"/>
              <a:gd name="connsiteY3" fmla="*/ 16273 h 494932"/>
              <a:gd name="connsiteX4" fmla="*/ 5020472 w 5020472"/>
              <a:gd name="connsiteY4" fmla="*/ 492262 h 494932"/>
              <a:gd name="connsiteX0" fmla="*/ 0 w 5009229"/>
              <a:gd name="connsiteY0" fmla="*/ 479941 h 492262"/>
              <a:gd name="connsiteX1" fmla="*/ 834417 w 5009229"/>
              <a:gd name="connsiteY1" fmla="*/ 487436 h 492262"/>
              <a:gd name="connsiteX2" fmla="*/ 2056269 w 5009229"/>
              <a:gd name="connsiteY2" fmla="*/ 0 h 492262"/>
              <a:gd name="connsiteX3" fmla="*/ 3906939 w 5009229"/>
              <a:gd name="connsiteY3" fmla="*/ 16273 h 492262"/>
              <a:gd name="connsiteX4" fmla="*/ 5009229 w 5009229"/>
              <a:gd name="connsiteY4" fmla="*/ 492262 h 492262"/>
              <a:gd name="connsiteX0" fmla="*/ 0 w 5009229"/>
              <a:gd name="connsiteY0" fmla="*/ 491183 h 492262"/>
              <a:gd name="connsiteX1" fmla="*/ 834417 w 5009229"/>
              <a:gd name="connsiteY1" fmla="*/ 487436 h 492262"/>
              <a:gd name="connsiteX2" fmla="*/ 2056269 w 5009229"/>
              <a:gd name="connsiteY2" fmla="*/ 0 h 492262"/>
              <a:gd name="connsiteX3" fmla="*/ 3906939 w 5009229"/>
              <a:gd name="connsiteY3" fmla="*/ 16273 h 492262"/>
              <a:gd name="connsiteX4" fmla="*/ 5009229 w 5009229"/>
              <a:gd name="connsiteY4" fmla="*/ 492262 h 492262"/>
              <a:gd name="connsiteX0" fmla="*/ 0 w 5009229"/>
              <a:gd name="connsiteY0" fmla="*/ 519881 h 520960"/>
              <a:gd name="connsiteX1" fmla="*/ 834417 w 5009229"/>
              <a:gd name="connsiteY1" fmla="*/ 516134 h 520960"/>
              <a:gd name="connsiteX2" fmla="*/ 2056269 w 5009229"/>
              <a:gd name="connsiteY2" fmla="*/ 28698 h 520960"/>
              <a:gd name="connsiteX3" fmla="*/ 3663349 w 5009229"/>
              <a:gd name="connsiteY3" fmla="*/ 0 h 520960"/>
              <a:gd name="connsiteX4" fmla="*/ 5009229 w 5009229"/>
              <a:gd name="connsiteY4" fmla="*/ 520960 h 520960"/>
              <a:gd name="connsiteX0" fmla="*/ 0 w 4953016"/>
              <a:gd name="connsiteY0" fmla="*/ 519881 h 558436"/>
              <a:gd name="connsiteX1" fmla="*/ 834417 w 4953016"/>
              <a:gd name="connsiteY1" fmla="*/ 516134 h 558436"/>
              <a:gd name="connsiteX2" fmla="*/ 2056269 w 4953016"/>
              <a:gd name="connsiteY2" fmla="*/ 28698 h 558436"/>
              <a:gd name="connsiteX3" fmla="*/ 3663349 w 4953016"/>
              <a:gd name="connsiteY3" fmla="*/ 0 h 558436"/>
              <a:gd name="connsiteX4" fmla="*/ 4953016 w 4953016"/>
              <a:gd name="connsiteY4" fmla="*/ 558436 h 558436"/>
              <a:gd name="connsiteX0" fmla="*/ 0 w 4953016"/>
              <a:gd name="connsiteY0" fmla="*/ 519881 h 558436"/>
              <a:gd name="connsiteX1" fmla="*/ 834417 w 4953016"/>
              <a:gd name="connsiteY1" fmla="*/ 516134 h 558436"/>
              <a:gd name="connsiteX2" fmla="*/ 2056269 w 4953016"/>
              <a:gd name="connsiteY2" fmla="*/ 28698 h 558436"/>
              <a:gd name="connsiteX3" fmla="*/ 3663349 w 4953016"/>
              <a:gd name="connsiteY3" fmla="*/ 0 h 558436"/>
              <a:gd name="connsiteX4" fmla="*/ 4631805 w 4953016"/>
              <a:gd name="connsiteY4" fmla="*/ 415156 h 558436"/>
              <a:gd name="connsiteX5" fmla="*/ 4953016 w 4953016"/>
              <a:gd name="connsiteY5" fmla="*/ 558436 h 558436"/>
              <a:gd name="connsiteX0" fmla="*/ 0 w 5676291"/>
              <a:gd name="connsiteY0" fmla="*/ 519881 h 558436"/>
              <a:gd name="connsiteX1" fmla="*/ 834417 w 5676291"/>
              <a:gd name="connsiteY1" fmla="*/ 516134 h 558436"/>
              <a:gd name="connsiteX2" fmla="*/ 2056269 w 5676291"/>
              <a:gd name="connsiteY2" fmla="*/ 28698 h 558436"/>
              <a:gd name="connsiteX3" fmla="*/ 3663349 w 5676291"/>
              <a:gd name="connsiteY3" fmla="*/ 0 h 558436"/>
              <a:gd name="connsiteX4" fmla="*/ 4631805 w 5676291"/>
              <a:gd name="connsiteY4" fmla="*/ 415156 h 558436"/>
              <a:gd name="connsiteX5" fmla="*/ 5676291 w 5676291"/>
              <a:gd name="connsiteY5" fmla="*/ 558436 h 558436"/>
              <a:gd name="connsiteX0" fmla="*/ 0 w 5676291"/>
              <a:gd name="connsiteY0" fmla="*/ 519881 h 558436"/>
              <a:gd name="connsiteX1" fmla="*/ 834417 w 5676291"/>
              <a:gd name="connsiteY1" fmla="*/ 516134 h 558436"/>
              <a:gd name="connsiteX2" fmla="*/ 2056269 w 5676291"/>
              <a:gd name="connsiteY2" fmla="*/ 28698 h 558436"/>
              <a:gd name="connsiteX3" fmla="*/ 3663349 w 5676291"/>
              <a:gd name="connsiteY3" fmla="*/ 0 h 558436"/>
              <a:gd name="connsiteX4" fmla="*/ 4909124 w 5676291"/>
              <a:gd name="connsiteY4" fmla="*/ 527582 h 558436"/>
              <a:gd name="connsiteX5" fmla="*/ 5676291 w 5676291"/>
              <a:gd name="connsiteY5" fmla="*/ 558436 h 558436"/>
              <a:gd name="connsiteX0" fmla="*/ 0 w 5672543"/>
              <a:gd name="connsiteY0" fmla="*/ 519881 h 535951"/>
              <a:gd name="connsiteX1" fmla="*/ 834417 w 5672543"/>
              <a:gd name="connsiteY1" fmla="*/ 516134 h 535951"/>
              <a:gd name="connsiteX2" fmla="*/ 2056269 w 5672543"/>
              <a:gd name="connsiteY2" fmla="*/ 28698 h 535951"/>
              <a:gd name="connsiteX3" fmla="*/ 3663349 w 5672543"/>
              <a:gd name="connsiteY3" fmla="*/ 0 h 535951"/>
              <a:gd name="connsiteX4" fmla="*/ 4909124 w 5672543"/>
              <a:gd name="connsiteY4" fmla="*/ 527582 h 535951"/>
              <a:gd name="connsiteX5" fmla="*/ 5672543 w 5672543"/>
              <a:gd name="connsiteY5" fmla="*/ 535951 h 535951"/>
              <a:gd name="connsiteX0" fmla="*/ 0 w 5676290"/>
              <a:gd name="connsiteY0" fmla="*/ 519881 h 528456"/>
              <a:gd name="connsiteX1" fmla="*/ 834417 w 5676290"/>
              <a:gd name="connsiteY1" fmla="*/ 516134 h 528456"/>
              <a:gd name="connsiteX2" fmla="*/ 2056269 w 5676290"/>
              <a:gd name="connsiteY2" fmla="*/ 28698 h 528456"/>
              <a:gd name="connsiteX3" fmla="*/ 3663349 w 5676290"/>
              <a:gd name="connsiteY3" fmla="*/ 0 h 528456"/>
              <a:gd name="connsiteX4" fmla="*/ 4909124 w 5676290"/>
              <a:gd name="connsiteY4" fmla="*/ 527582 h 528456"/>
              <a:gd name="connsiteX5" fmla="*/ 5676290 w 5676290"/>
              <a:gd name="connsiteY5" fmla="*/ 528456 h 528456"/>
              <a:gd name="connsiteX0" fmla="*/ 0 w 5676290"/>
              <a:gd name="connsiteY0" fmla="*/ 519881 h 528456"/>
              <a:gd name="connsiteX1" fmla="*/ 834417 w 5676290"/>
              <a:gd name="connsiteY1" fmla="*/ 516134 h 528456"/>
              <a:gd name="connsiteX2" fmla="*/ 2052521 w 5676290"/>
              <a:gd name="connsiteY2" fmla="*/ 6213 h 528456"/>
              <a:gd name="connsiteX3" fmla="*/ 3663349 w 5676290"/>
              <a:gd name="connsiteY3" fmla="*/ 0 h 528456"/>
              <a:gd name="connsiteX4" fmla="*/ 4909124 w 5676290"/>
              <a:gd name="connsiteY4" fmla="*/ 527582 h 528456"/>
              <a:gd name="connsiteX5" fmla="*/ 5676290 w 5676290"/>
              <a:gd name="connsiteY5" fmla="*/ 528456 h 528456"/>
              <a:gd name="connsiteX0" fmla="*/ 0 w 5676290"/>
              <a:gd name="connsiteY0" fmla="*/ 528658 h 537233"/>
              <a:gd name="connsiteX1" fmla="*/ 834417 w 5676290"/>
              <a:gd name="connsiteY1" fmla="*/ 524911 h 537233"/>
              <a:gd name="connsiteX2" fmla="*/ 2052521 w 5676290"/>
              <a:gd name="connsiteY2" fmla="*/ 0 h 537233"/>
              <a:gd name="connsiteX3" fmla="*/ 3663349 w 5676290"/>
              <a:gd name="connsiteY3" fmla="*/ 8777 h 537233"/>
              <a:gd name="connsiteX4" fmla="*/ 4909124 w 5676290"/>
              <a:gd name="connsiteY4" fmla="*/ 536359 h 537233"/>
              <a:gd name="connsiteX5" fmla="*/ 5676290 w 5676290"/>
              <a:gd name="connsiteY5" fmla="*/ 537233 h 537233"/>
              <a:gd name="connsiteX0" fmla="*/ 0 w 5676290"/>
              <a:gd name="connsiteY0" fmla="*/ 528658 h 537233"/>
              <a:gd name="connsiteX1" fmla="*/ 834417 w 5676290"/>
              <a:gd name="connsiteY1" fmla="*/ 524911 h 537233"/>
              <a:gd name="connsiteX2" fmla="*/ 2052521 w 5676290"/>
              <a:gd name="connsiteY2" fmla="*/ 0 h 537233"/>
              <a:gd name="connsiteX3" fmla="*/ 3637117 w 5676290"/>
              <a:gd name="connsiteY3" fmla="*/ 1282 h 537233"/>
              <a:gd name="connsiteX4" fmla="*/ 4909124 w 5676290"/>
              <a:gd name="connsiteY4" fmla="*/ 536359 h 537233"/>
              <a:gd name="connsiteX5" fmla="*/ 5676290 w 5676290"/>
              <a:gd name="connsiteY5" fmla="*/ 537233 h 537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76290" h="537233">
                <a:moveTo>
                  <a:pt x="0" y="528658"/>
                </a:moveTo>
                <a:lnTo>
                  <a:pt x="834417" y="524911"/>
                </a:lnTo>
                <a:lnTo>
                  <a:pt x="2052521" y="0"/>
                </a:lnTo>
                <a:lnTo>
                  <a:pt x="3637117" y="1282"/>
                </a:lnTo>
                <a:lnTo>
                  <a:pt x="4909124" y="536359"/>
                </a:lnTo>
                <a:lnTo>
                  <a:pt x="5676290" y="537233"/>
                </a:lnTo>
              </a:path>
            </a:pathLst>
          </a:custGeom>
          <a:noFill/>
          <a:ln w="5715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0" name="Freeform 299">
            <a:extLst>
              <a:ext uri="{FF2B5EF4-FFF2-40B4-BE49-F238E27FC236}">
                <a16:creationId xmlns:a16="http://schemas.microsoft.com/office/drawing/2014/main" id="{E4023168-5BBC-A041-9BCB-41551A518F03}"/>
              </a:ext>
            </a:extLst>
          </p:cNvPr>
          <p:cNvSpPr/>
          <p:nvPr/>
        </p:nvSpPr>
        <p:spPr>
          <a:xfrm flipV="1">
            <a:off x="3247513" y="2729116"/>
            <a:ext cx="5676290" cy="537233"/>
          </a:xfrm>
          <a:custGeom>
            <a:avLst/>
            <a:gdLst>
              <a:gd name="connsiteX0" fmla="*/ 0 w 5035463"/>
              <a:gd name="connsiteY0" fmla="*/ 551145 h 551145"/>
              <a:gd name="connsiteX1" fmla="*/ 901874 w 5035463"/>
              <a:gd name="connsiteY1" fmla="*/ 551145 h 551145"/>
              <a:gd name="connsiteX2" fmla="*/ 2329841 w 5035463"/>
              <a:gd name="connsiteY2" fmla="*/ 0 h 551145"/>
              <a:gd name="connsiteX3" fmla="*/ 3933173 w 5035463"/>
              <a:gd name="connsiteY3" fmla="*/ 12526 h 551145"/>
              <a:gd name="connsiteX4" fmla="*/ 5035463 w 5035463"/>
              <a:gd name="connsiteY4" fmla="*/ 488515 h 551145"/>
              <a:gd name="connsiteX0" fmla="*/ 0 w 5035463"/>
              <a:gd name="connsiteY0" fmla="*/ 554892 h 554892"/>
              <a:gd name="connsiteX1" fmla="*/ 901874 w 5035463"/>
              <a:gd name="connsiteY1" fmla="*/ 554892 h 554892"/>
              <a:gd name="connsiteX2" fmla="*/ 2082503 w 5035463"/>
              <a:gd name="connsiteY2" fmla="*/ 0 h 554892"/>
              <a:gd name="connsiteX3" fmla="*/ 3933173 w 5035463"/>
              <a:gd name="connsiteY3" fmla="*/ 16273 h 554892"/>
              <a:gd name="connsiteX4" fmla="*/ 5035463 w 5035463"/>
              <a:gd name="connsiteY4" fmla="*/ 492262 h 554892"/>
              <a:gd name="connsiteX0" fmla="*/ 0 w 5035463"/>
              <a:gd name="connsiteY0" fmla="*/ 554892 h 554892"/>
              <a:gd name="connsiteX1" fmla="*/ 860651 w 5035463"/>
              <a:gd name="connsiteY1" fmla="*/ 487436 h 554892"/>
              <a:gd name="connsiteX2" fmla="*/ 2082503 w 5035463"/>
              <a:gd name="connsiteY2" fmla="*/ 0 h 554892"/>
              <a:gd name="connsiteX3" fmla="*/ 3933173 w 5035463"/>
              <a:gd name="connsiteY3" fmla="*/ 16273 h 554892"/>
              <a:gd name="connsiteX4" fmla="*/ 5035463 w 5035463"/>
              <a:gd name="connsiteY4" fmla="*/ 492262 h 554892"/>
              <a:gd name="connsiteX0" fmla="*/ 0 w 5024220"/>
              <a:gd name="connsiteY0" fmla="*/ 491184 h 492262"/>
              <a:gd name="connsiteX1" fmla="*/ 849408 w 5024220"/>
              <a:gd name="connsiteY1" fmla="*/ 487436 h 492262"/>
              <a:gd name="connsiteX2" fmla="*/ 2071260 w 5024220"/>
              <a:gd name="connsiteY2" fmla="*/ 0 h 492262"/>
              <a:gd name="connsiteX3" fmla="*/ 3921930 w 5024220"/>
              <a:gd name="connsiteY3" fmla="*/ 16273 h 492262"/>
              <a:gd name="connsiteX4" fmla="*/ 5024220 w 5024220"/>
              <a:gd name="connsiteY4" fmla="*/ 492262 h 492262"/>
              <a:gd name="connsiteX0" fmla="*/ 0 w 5020472"/>
              <a:gd name="connsiteY0" fmla="*/ 479942 h 492262"/>
              <a:gd name="connsiteX1" fmla="*/ 845660 w 5020472"/>
              <a:gd name="connsiteY1" fmla="*/ 487436 h 492262"/>
              <a:gd name="connsiteX2" fmla="*/ 2067512 w 5020472"/>
              <a:gd name="connsiteY2" fmla="*/ 0 h 492262"/>
              <a:gd name="connsiteX3" fmla="*/ 3918182 w 5020472"/>
              <a:gd name="connsiteY3" fmla="*/ 16273 h 492262"/>
              <a:gd name="connsiteX4" fmla="*/ 5020472 w 5020472"/>
              <a:gd name="connsiteY4" fmla="*/ 492262 h 492262"/>
              <a:gd name="connsiteX0" fmla="*/ 0 w 5020472"/>
              <a:gd name="connsiteY0" fmla="*/ 494932 h 494932"/>
              <a:gd name="connsiteX1" fmla="*/ 845660 w 5020472"/>
              <a:gd name="connsiteY1" fmla="*/ 487436 h 494932"/>
              <a:gd name="connsiteX2" fmla="*/ 2067512 w 5020472"/>
              <a:gd name="connsiteY2" fmla="*/ 0 h 494932"/>
              <a:gd name="connsiteX3" fmla="*/ 3918182 w 5020472"/>
              <a:gd name="connsiteY3" fmla="*/ 16273 h 494932"/>
              <a:gd name="connsiteX4" fmla="*/ 5020472 w 5020472"/>
              <a:gd name="connsiteY4" fmla="*/ 492262 h 494932"/>
              <a:gd name="connsiteX0" fmla="*/ 0 w 5009229"/>
              <a:gd name="connsiteY0" fmla="*/ 479941 h 492262"/>
              <a:gd name="connsiteX1" fmla="*/ 834417 w 5009229"/>
              <a:gd name="connsiteY1" fmla="*/ 487436 h 492262"/>
              <a:gd name="connsiteX2" fmla="*/ 2056269 w 5009229"/>
              <a:gd name="connsiteY2" fmla="*/ 0 h 492262"/>
              <a:gd name="connsiteX3" fmla="*/ 3906939 w 5009229"/>
              <a:gd name="connsiteY3" fmla="*/ 16273 h 492262"/>
              <a:gd name="connsiteX4" fmla="*/ 5009229 w 5009229"/>
              <a:gd name="connsiteY4" fmla="*/ 492262 h 492262"/>
              <a:gd name="connsiteX0" fmla="*/ 0 w 5009229"/>
              <a:gd name="connsiteY0" fmla="*/ 491183 h 492262"/>
              <a:gd name="connsiteX1" fmla="*/ 834417 w 5009229"/>
              <a:gd name="connsiteY1" fmla="*/ 487436 h 492262"/>
              <a:gd name="connsiteX2" fmla="*/ 2056269 w 5009229"/>
              <a:gd name="connsiteY2" fmla="*/ 0 h 492262"/>
              <a:gd name="connsiteX3" fmla="*/ 3906939 w 5009229"/>
              <a:gd name="connsiteY3" fmla="*/ 16273 h 492262"/>
              <a:gd name="connsiteX4" fmla="*/ 5009229 w 5009229"/>
              <a:gd name="connsiteY4" fmla="*/ 492262 h 492262"/>
              <a:gd name="connsiteX0" fmla="*/ 0 w 5009229"/>
              <a:gd name="connsiteY0" fmla="*/ 519881 h 520960"/>
              <a:gd name="connsiteX1" fmla="*/ 834417 w 5009229"/>
              <a:gd name="connsiteY1" fmla="*/ 516134 h 520960"/>
              <a:gd name="connsiteX2" fmla="*/ 2056269 w 5009229"/>
              <a:gd name="connsiteY2" fmla="*/ 28698 h 520960"/>
              <a:gd name="connsiteX3" fmla="*/ 3663349 w 5009229"/>
              <a:gd name="connsiteY3" fmla="*/ 0 h 520960"/>
              <a:gd name="connsiteX4" fmla="*/ 5009229 w 5009229"/>
              <a:gd name="connsiteY4" fmla="*/ 520960 h 520960"/>
              <a:gd name="connsiteX0" fmla="*/ 0 w 4953016"/>
              <a:gd name="connsiteY0" fmla="*/ 519881 h 558436"/>
              <a:gd name="connsiteX1" fmla="*/ 834417 w 4953016"/>
              <a:gd name="connsiteY1" fmla="*/ 516134 h 558436"/>
              <a:gd name="connsiteX2" fmla="*/ 2056269 w 4953016"/>
              <a:gd name="connsiteY2" fmla="*/ 28698 h 558436"/>
              <a:gd name="connsiteX3" fmla="*/ 3663349 w 4953016"/>
              <a:gd name="connsiteY3" fmla="*/ 0 h 558436"/>
              <a:gd name="connsiteX4" fmla="*/ 4953016 w 4953016"/>
              <a:gd name="connsiteY4" fmla="*/ 558436 h 558436"/>
              <a:gd name="connsiteX0" fmla="*/ 0 w 4953016"/>
              <a:gd name="connsiteY0" fmla="*/ 519881 h 558436"/>
              <a:gd name="connsiteX1" fmla="*/ 834417 w 4953016"/>
              <a:gd name="connsiteY1" fmla="*/ 516134 h 558436"/>
              <a:gd name="connsiteX2" fmla="*/ 2056269 w 4953016"/>
              <a:gd name="connsiteY2" fmla="*/ 28698 h 558436"/>
              <a:gd name="connsiteX3" fmla="*/ 3663349 w 4953016"/>
              <a:gd name="connsiteY3" fmla="*/ 0 h 558436"/>
              <a:gd name="connsiteX4" fmla="*/ 4631805 w 4953016"/>
              <a:gd name="connsiteY4" fmla="*/ 415156 h 558436"/>
              <a:gd name="connsiteX5" fmla="*/ 4953016 w 4953016"/>
              <a:gd name="connsiteY5" fmla="*/ 558436 h 558436"/>
              <a:gd name="connsiteX0" fmla="*/ 0 w 5676291"/>
              <a:gd name="connsiteY0" fmla="*/ 519881 h 558436"/>
              <a:gd name="connsiteX1" fmla="*/ 834417 w 5676291"/>
              <a:gd name="connsiteY1" fmla="*/ 516134 h 558436"/>
              <a:gd name="connsiteX2" fmla="*/ 2056269 w 5676291"/>
              <a:gd name="connsiteY2" fmla="*/ 28698 h 558436"/>
              <a:gd name="connsiteX3" fmla="*/ 3663349 w 5676291"/>
              <a:gd name="connsiteY3" fmla="*/ 0 h 558436"/>
              <a:gd name="connsiteX4" fmla="*/ 4631805 w 5676291"/>
              <a:gd name="connsiteY4" fmla="*/ 415156 h 558436"/>
              <a:gd name="connsiteX5" fmla="*/ 5676291 w 5676291"/>
              <a:gd name="connsiteY5" fmla="*/ 558436 h 558436"/>
              <a:gd name="connsiteX0" fmla="*/ 0 w 5676291"/>
              <a:gd name="connsiteY0" fmla="*/ 519881 h 558436"/>
              <a:gd name="connsiteX1" fmla="*/ 834417 w 5676291"/>
              <a:gd name="connsiteY1" fmla="*/ 516134 h 558436"/>
              <a:gd name="connsiteX2" fmla="*/ 2056269 w 5676291"/>
              <a:gd name="connsiteY2" fmla="*/ 28698 h 558436"/>
              <a:gd name="connsiteX3" fmla="*/ 3663349 w 5676291"/>
              <a:gd name="connsiteY3" fmla="*/ 0 h 558436"/>
              <a:gd name="connsiteX4" fmla="*/ 4909124 w 5676291"/>
              <a:gd name="connsiteY4" fmla="*/ 527582 h 558436"/>
              <a:gd name="connsiteX5" fmla="*/ 5676291 w 5676291"/>
              <a:gd name="connsiteY5" fmla="*/ 558436 h 558436"/>
              <a:gd name="connsiteX0" fmla="*/ 0 w 5672543"/>
              <a:gd name="connsiteY0" fmla="*/ 519881 h 535951"/>
              <a:gd name="connsiteX1" fmla="*/ 834417 w 5672543"/>
              <a:gd name="connsiteY1" fmla="*/ 516134 h 535951"/>
              <a:gd name="connsiteX2" fmla="*/ 2056269 w 5672543"/>
              <a:gd name="connsiteY2" fmla="*/ 28698 h 535951"/>
              <a:gd name="connsiteX3" fmla="*/ 3663349 w 5672543"/>
              <a:gd name="connsiteY3" fmla="*/ 0 h 535951"/>
              <a:gd name="connsiteX4" fmla="*/ 4909124 w 5672543"/>
              <a:gd name="connsiteY4" fmla="*/ 527582 h 535951"/>
              <a:gd name="connsiteX5" fmla="*/ 5672543 w 5672543"/>
              <a:gd name="connsiteY5" fmla="*/ 535951 h 535951"/>
              <a:gd name="connsiteX0" fmla="*/ 0 w 5676290"/>
              <a:gd name="connsiteY0" fmla="*/ 519881 h 528456"/>
              <a:gd name="connsiteX1" fmla="*/ 834417 w 5676290"/>
              <a:gd name="connsiteY1" fmla="*/ 516134 h 528456"/>
              <a:gd name="connsiteX2" fmla="*/ 2056269 w 5676290"/>
              <a:gd name="connsiteY2" fmla="*/ 28698 h 528456"/>
              <a:gd name="connsiteX3" fmla="*/ 3663349 w 5676290"/>
              <a:gd name="connsiteY3" fmla="*/ 0 h 528456"/>
              <a:gd name="connsiteX4" fmla="*/ 4909124 w 5676290"/>
              <a:gd name="connsiteY4" fmla="*/ 527582 h 528456"/>
              <a:gd name="connsiteX5" fmla="*/ 5676290 w 5676290"/>
              <a:gd name="connsiteY5" fmla="*/ 528456 h 528456"/>
              <a:gd name="connsiteX0" fmla="*/ 0 w 5676290"/>
              <a:gd name="connsiteY0" fmla="*/ 519881 h 528456"/>
              <a:gd name="connsiteX1" fmla="*/ 834417 w 5676290"/>
              <a:gd name="connsiteY1" fmla="*/ 516134 h 528456"/>
              <a:gd name="connsiteX2" fmla="*/ 2052521 w 5676290"/>
              <a:gd name="connsiteY2" fmla="*/ 6213 h 528456"/>
              <a:gd name="connsiteX3" fmla="*/ 3663349 w 5676290"/>
              <a:gd name="connsiteY3" fmla="*/ 0 h 528456"/>
              <a:gd name="connsiteX4" fmla="*/ 4909124 w 5676290"/>
              <a:gd name="connsiteY4" fmla="*/ 527582 h 528456"/>
              <a:gd name="connsiteX5" fmla="*/ 5676290 w 5676290"/>
              <a:gd name="connsiteY5" fmla="*/ 528456 h 528456"/>
              <a:gd name="connsiteX0" fmla="*/ 0 w 5676290"/>
              <a:gd name="connsiteY0" fmla="*/ 528658 h 537233"/>
              <a:gd name="connsiteX1" fmla="*/ 834417 w 5676290"/>
              <a:gd name="connsiteY1" fmla="*/ 524911 h 537233"/>
              <a:gd name="connsiteX2" fmla="*/ 2052521 w 5676290"/>
              <a:gd name="connsiteY2" fmla="*/ 0 h 537233"/>
              <a:gd name="connsiteX3" fmla="*/ 3663349 w 5676290"/>
              <a:gd name="connsiteY3" fmla="*/ 8777 h 537233"/>
              <a:gd name="connsiteX4" fmla="*/ 4909124 w 5676290"/>
              <a:gd name="connsiteY4" fmla="*/ 536359 h 537233"/>
              <a:gd name="connsiteX5" fmla="*/ 5676290 w 5676290"/>
              <a:gd name="connsiteY5" fmla="*/ 537233 h 537233"/>
              <a:gd name="connsiteX0" fmla="*/ 0 w 5676290"/>
              <a:gd name="connsiteY0" fmla="*/ 528658 h 537233"/>
              <a:gd name="connsiteX1" fmla="*/ 834417 w 5676290"/>
              <a:gd name="connsiteY1" fmla="*/ 524911 h 537233"/>
              <a:gd name="connsiteX2" fmla="*/ 2052521 w 5676290"/>
              <a:gd name="connsiteY2" fmla="*/ 0 h 537233"/>
              <a:gd name="connsiteX3" fmla="*/ 3637117 w 5676290"/>
              <a:gd name="connsiteY3" fmla="*/ 1282 h 537233"/>
              <a:gd name="connsiteX4" fmla="*/ 4909124 w 5676290"/>
              <a:gd name="connsiteY4" fmla="*/ 536359 h 537233"/>
              <a:gd name="connsiteX5" fmla="*/ 5676290 w 5676290"/>
              <a:gd name="connsiteY5" fmla="*/ 537233 h 537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76290" h="537233">
                <a:moveTo>
                  <a:pt x="0" y="528658"/>
                </a:moveTo>
                <a:lnTo>
                  <a:pt x="834417" y="524911"/>
                </a:lnTo>
                <a:lnTo>
                  <a:pt x="2052521" y="0"/>
                </a:lnTo>
                <a:lnTo>
                  <a:pt x="3637117" y="1282"/>
                </a:lnTo>
                <a:lnTo>
                  <a:pt x="4909124" y="536359"/>
                </a:lnTo>
                <a:lnTo>
                  <a:pt x="5676290" y="537233"/>
                </a:lnTo>
              </a:path>
            </a:pathLst>
          </a:custGeom>
          <a:noFill/>
          <a:ln w="5715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16605048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2">
                                            <p:txEl>
                                              <p:pRg st="0" end="0"/>
                                            </p:txEl>
                                          </p:spTgt>
                                        </p:tgtEl>
                                        <p:attrNameLst>
                                          <p:attrName>style.visibility</p:attrName>
                                        </p:attrNameLst>
                                      </p:cBhvr>
                                      <p:to>
                                        <p:strVal val="visible"/>
                                      </p:to>
                                    </p:set>
                                    <p:animEffect transition="in" filter="dissolve">
                                      <p:cBhvr>
                                        <p:cTn id="7" dur="500"/>
                                        <p:tgtEl>
                                          <p:spTgt spid="152">
                                            <p:txEl>
                                              <p:pRg st="0" end="0"/>
                                            </p:txEl>
                                          </p:spTgt>
                                        </p:tgtEl>
                                      </p:cBhvr>
                                    </p:animEffect>
                                  </p:childTnLst>
                                </p:cTn>
                              </p:par>
                              <p:par>
                                <p:cTn id="8" presetID="9" presetClass="exit" presetSubtype="0" fill="hold" grpId="0" nodeType="withEffect">
                                  <p:stCondLst>
                                    <p:cond delay="0"/>
                                  </p:stCondLst>
                                  <p:childTnLst>
                                    <p:animEffect transition="out" filter="dissolve">
                                      <p:cBhvr>
                                        <p:cTn id="9" dur="500"/>
                                        <p:tgtEl>
                                          <p:spTgt spid="300"/>
                                        </p:tgtEl>
                                      </p:cBhvr>
                                    </p:animEffect>
                                    <p:set>
                                      <p:cBhvr>
                                        <p:cTn id="10" dur="1" fill="hold">
                                          <p:stCondLst>
                                            <p:cond delay="499"/>
                                          </p:stCondLst>
                                        </p:cTn>
                                        <p:tgtEl>
                                          <p:spTgt spid="300"/>
                                        </p:tgtEl>
                                        <p:attrNameLst>
                                          <p:attrName>style.visibility</p:attrName>
                                        </p:attrNameLst>
                                      </p:cBhvr>
                                      <p:to>
                                        <p:strVal val="hidden"/>
                                      </p:to>
                                    </p:set>
                                  </p:childTnLst>
                                </p:cTn>
                              </p:par>
                            </p:childTnLst>
                          </p:cTn>
                        </p:par>
                        <p:par>
                          <p:cTn id="11" fill="hold">
                            <p:stCondLst>
                              <p:cond delay="500"/>
                            </p:stCondLst>
                            <p:childTnLst>
                              <p:par>
                                <p:cTn id="12" presetID="22" presetClass="entr" presetSubtype="8" fill="hold" grpId="0" nodeType="afterEffect">
                                  <p:stCondLst>
                                    <p:cond delay="0"/>
                                  </p:stCondLst>
                                  <p:childTnLst>
                                    <p:set>
                                      <p:cBhvr>
                                        <p:cTn id="13" dur="1" fill="hold">
                                          <p:stCondLst>
                                            <p:cond delay="0"/>
                                          </p:stCondLst>
                                        </p:cTn>
                                        <p:tgtEl>
                                          <p:spTgt spid="298"/>
                                        </p:tgtEl>
                                        <p:attrNameLst>
                                          <p:attrName>style.visibility</p:attrName>
                                        </p:attrNameLst>
                                      </p:cBhvr>
                                      <p:to>
                                        <p:strVal val="visible"/>
                                      </p:to>
                                    </p:set>
                                    <p:animEffect transition="in" filter="wipe(left)">
                                      <p:cBhvr>
                                        <p:cTn id="14" dur="500"/>
                                        <p:tgtEl>
                                          <p:spTgt spid="298"/>
                                        </p:tgtEl>
                                      </p:cBhvr>
                                    </p:animEffect>
                                  </p:childTnLst>
                                </p:cTn>
                              </p:par>
                            </p:childTnLst>
                          </p:cTn>
                        </p:par>
                      </p:childTnLst>
                    </p:cTn>
                  </p:par>
                  <p:par>
                    <p:cTn id="15" fill="hold">
                      <p:stCondLst>
                        <p:cond delay="indefinite"/>
                      </p:stCondLst>
                      <p:childTnLst>
                        <p:par>
                          <p:cTn id="16" fill="hold">
                            <p:stCondLst>
                              <p:cond delay="0"/>
                            </p:stCondLst>
                            <p:childTnLst>
                              <p:par>
                                <p:cTn id="17" presetID="9" presetClass="entr" presetSubtype="0" fill="hold" nodeType="clickEffect">
                                  <p:stCondLst>
                                    <p:cond delay="0"/>
                                  </p:stCondLst>
                                  <p:childTnLst>
                                    <p:set>
                                      <p:cBhvr>
                                        <p:cTn id="18" dur="1" fill="hold">
                                          <p:stCondLst>
                                            <p:cond delay="0"/>
                                          </p:stCondLst>
                                        </p:cTn>
                                        <p:tgtEl>
                                          <p:spTgt spid="152">
                                            <p:txEl>
                                              <p:pRg st="1" end="1"/>
                                            </p:txEl>
                                          </p:spTgt>
                                        </p:tgtEl>
                                        <p:attrNameLst>
                                          <p:attrName>style.visibility</p:attrName>
                                        </p:attrNameLst>
                                      </p:cBhvr>
                                      <p:to>
                                        <p:strVal val="visible"/>
                                      </p:to>
                                    </p:set>
                                    <p:animEffect transition="in" filter="dissolve">
                                      <p:cBhvr>
                                        <p:cTn id="19" dur="500"/>
                                        <p:tgtEl>
                                          <p:spTgt spid="152">
                                            <p:txEl>
                                              <p:pRg st="1" end="1"/>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153"/>
                                        </p:tgtEl>
                                        <p:attrNameLst>
                                          <p:attrName>style.visibility</p:attrName>
                                        </p:attrNameLst>
                                      </p:cBhvr>
                                      <p:to>
                                        <p:strVal val="visible"/>
                                      </p:to>
                                    </p:set>
                                    <p:animEffect transition="in" filter="dissolve">
                                      <p:cBhvr>
                                        <p:cTn id="24" dur="500"/>
                                        <p:tgtEl>
                                          <p:spTgt spid="1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 grpId="0"/>
      <p:bldP spid="298" grpId="0" animBg="1"/>
      <p:bldP spid="300" grpId="0" animBg="1"/>
    </p:bldLst>
  </p:timing>
</p:sld>
</file>

<file path=ppt/slides/slide6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pSp>
        <p:nvGrpSpPr>
          <p:cNvPr id="304" name="Group 303">
            <a:extLst>
              <a:ext uri="{FF2B5EF4-FFF2-40B4-BE49-F238E27FC236}">
                <a16:creationId xmlns:a16="http://schemas.microsoft.com/office/drawing/2014/main" id="{34A0280E-1B37-684D-9F61-81611D0B2C79}"/>
              </a:ext>
            </a:extLst>
          </p:cNvPr>
          <p:cNvGrpSpPr/>
          <p:nvPr/>
        </p:nvGrpSpPr>
        <p:grpSpPr>
          <a:xfrm>
            <a:off x="2509218" y="1275410"/>
            <a:ext cx="6875191" cy="2404002"/>
            <a:chOff x="943464" y="1363093"/>
            <a:chExt cx="6875191" cy="2404002"/>
          </a:xfrm>
        </p:grpSpPr>
        <p:grpSp>
          <p:nvGrpSpPr>
            <p:cNvPr id="305" name="Group 1612">
              <a:extLst>
                <a:ext uri="{FF2B5EF4-FFF2-40B4-BE49-F238E27FC236}">
                  <a16:creationId xmlns:a16="http://schemas.microsoft.com/office/drawing/2014/main" id="{7A1A9C4E-0BE7-994B-A5A6-7C974C41F47C}"/>
                </a:ext>
              </a:extLst>
            </p:cNvPr>
            <p:cNvGrpSpPr>
              <a:grpSpLocks/>
            </p:cNvGrpSpPr>
            <p:nvPr/>
          </p:nvGrpSpPr>
          <p:grpSpPr bwMode="auto">
            <a:xfrm flipH="1">
              <a:off x="943464" y="2441244"/>
              <a:ext cx="855053" cy="655887"/>
              <a:chOff x="2839" y="3501"/>
              <a:chExt cx="755" cy="803"/>
            </a:xfrm>
          </p:grpSpPr>
          <p:pic>
            <p:nvPicPr>
              <p:cNvPr id="446" name="Picture 1613" descr="desktop_computer_stylized_medium">
                <a:extLst>
                  <a:ext uri="{FF2B5EF4-FFF2-40B4-BE49-F238E27FC236}">
                    <a16:creationId xmlns:a16="http://schemas.microsoft.com/office/drawing/2014/main" id="{A7BA478E-2CCC-C348-8264-BF99D7C0450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447" name="Freeform 1614">
                <a:extLst>
                  <a:ext uri="{FF2B5EF4-FFF2-40B4-BE49-F238E27FC236}">
                    <a16:creationId xmlns:a16="http://schemas.microsoft.com/office/drawing/2014/main" id="{1168E9FF-EDB4-7F43-A0CA-DA640A2A046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06" name="Freeform 3">
              <a:extLst>
                <a:ext uri="{FF2B5EF4-FFF2-40B4-BE49-F238E27FC236}">
                  <a16:creationId xmlns:a16="http://schemas.microsoft.com/office/drawing/2014/main" id="{862E1C82-76BD-3D48-BC16-0652D77CF1A7}"/>
                </a:ext>
              </a:extLst>
            </p:cNvPr>
            <p:cNvSpPr>
              <a:spLocks/>
            </p:cNvSpPr>
            <p:nvPr/>
          </p:nvSpPr>
          <p:spPr bwMode="auto">
            <a:xfrm>
              <a:off x="2059747" y="1363093"/>
              <a:ext cx="5142041" cy="2404002"/>
            </a:xfrm>
            <a:custGeom>
              <a:avLst/>
              <a:gdLst>
                <a:gd name="T0" fmla="*/ 0 w 2250"/>
                <a:gd name="T1" fmla="*/ 624 h 1409"/>
                <a:gd name="T2" fmla="*/ 219 w 2250"/>
                <a:gd name="T3" fmla="*/ 321 h 1409"/>
                <a:gd name="T4" fmla="*/ 529 w 2250"/>
                <a:gd name="T5" fmla="*/ 35 h 1409"/>
                <a:gd name="T6" fmla="*/ 1551 w 2250"/>
                <a:gd name="T7" fmla="*/ 111 h 1409"/>
                <a:gd name="T8" fmla="*/ 1968 w 2250"/>
                <a:gd name="T9" fmla="*/ 483 h 1409"/>
                <a:gd name="T10" fmla="*/ 2199 w 2250"/>
                <a:gd name="T11" fmla="*/ 906 h 1409"/>
                <a:gd name="T12" fmla="*/ 1659 w 2250"/>
                <a:gd name="T13" fmla="*/ 1314 h 1409"/>
                <a:gd name="T14" fmla="*/ 993 w 2250"/>
                <a:gd name="T15" fmla="*/ 1386 h 1409"/>
                <a:gd name="T16" fmla="*/ 465 w 2250"/>
                <a:gd name="T17" fmla="*/ 1356 h 1409"/>
                <a:gd name="T18" fmla="*/ 102 w 2250"/>
                <a:gd name="T19" fmla="*/ 1068 h 1409"/>
                <a:gd name="T20" fmla="*/ 0 w 2250"/>
                <a:gd name="T21" fmla="*/ 624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07" name="Freeform 4">
              <a:extLst>
                <a:ext uri="{FF2B5EF4-FFF2-40B4-BE49-F238E27FC236}">
                  <a16:creationId xmlns:a16="http://schemas.microsoft.com/office/drawing/2014/main" id="{F98435AB-4F6C-F94C-A72A-9011705077E4}"/>
                </a:ext>
              </a:extLst>
            </p:cNvPr>
            <p:cNvSpPr>
              <a:spLocks/>
            </p:cNvSpPr>
            <p:nvPr/>
          </p:nvSpPr>
          <p:spPr bwMode="auto">
            <a:xfrm>
              <a:off x="2834105" y="2267385"/>
              <a:ext cx="781590" cy="317349"/>
            </a:xfrm>
            <a:custGeom>
              <a:avLst/>
              <a:gdLst>
                <a:gd name="T0" fmla="*/ 0 w 342"/>
                <a:gd name="T1" fmla="*/ 186 h 186"/>
                <a:gd name="T2" fmla="*/ 34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8" name="Freeform 35">
              <a:extLst>
                <a:ext uri="{FF2B5EF4-FFF2-40B4-BE49-F238E27FC236}">
                  <a16:creationId xmlns:a16="http://schemas.microsoft.com/office/drawing/2014/main" id="{15E5087C-7665-1448-8A55-FE8FD716FE21}"/>
                </a:ext>
              </a:extLst>
            </p:cNvPr>
            <p:cNvSpPr>
              <a:spLocks/>
            </p:cNvSpPr>
            <p:nvPr/>
          </p:nvSpPr>
          <p:spPr bwMode="auto">
            <a:xfrm>
              <a:off x="5254292" y="2313451"/>
              <a:ext cx="2285" cy="890624"/>
            </a:xfrm>
            <a:custGeom>
              <a:avLst/>
              <a:gdLst>
                <a:gd name="T0" fmla="*/ 0 w 1"/>
                <a:gd name="T1" fmla="*/ 0 h 522"/>
                <a:gd name="T2" fmla="*/ 0 w 1"/>
                <a:gd name="T3" fmla="*/ 522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9" name="Freeform 36">
              <a:extLst>
                <a:ext uri="{FF2B5EF4-FFF2-40B4-BE49-F238E27FC236}">
                  <a16:creationId xmlns:a16="http://schemas.microsoft.com/office/drawing/2014/main" id="{3935C04E-C5C9-E24F-A9AD-1744D25FC935}"/>
                </a:ext>
              </a:extLst>
            </p:cNvPr>
            <p:cNvSpPr>
              <a:spLocks/>
            </p:cNvSpPr>
            <p:nvPr/>
          </p:nvSpPr>
          <p:spPr bwMode="auto">
            <a:xfrm>
              <a:off x="3670544" y="2323688"/>
              <a:ext cx="2285" cy="916217"/>
            </a:xfrm>
            <a:custGeom>
              <a:avLst/>
              <a:gdLst>
                <a:gd name="T0" fmla="*/ 0 w 1"/>
                <a:gd name="T1" fmla="*/ 0 h 537"/>
                <a:gd name="T2" fmla="*/ 0 w 1"/>
                <a:gd name="T3" fmla="*/ 537 h 537"/>
                <a:gd name="T4" fmla="*/ 0 60000 65536"/>
                <a:gd name="T5" fmla="*/ 0 60000 65536"/>
                <a:gd name="T6" fmla="*/ 0 w 1"/>
                <a:gd name="T7" fmla="*/ 0 h 537"/>
                <a:gd name="T8" fmla="*/ 1 w 1"/>
                <a:gd name="T9" fmla="*/ 537 h 537"/>
              </a:gdLst>
              <a:ahLst/>
              <a:cxnLst>
                <a:cxn ang="T4">
                  <a:pos x="T0" y="T1"/>
                </a:cxn>
                <a:cxn ang="T5">
                  <a:pos x="T2" y="T3"/>
                </a:cxn>
              </a:cxnLst>
              <a:rect l="T6" t="T7" r="T8" b="T9"/>
              <a:pathLst>
                <a:path w="1" h="537">
                  <a:moveTo>
                    <a:pt x="0" y="0"/>
                  </a:moveTo>
                  <a:lnTo>
                    <a:pt x="0" y="537"/>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0" name="Freeform 37">
              <a:extLst>
                <a:ext uri="{FF2B5EF4-FFF2-40B4-BE49-F238E27FC236}">
                  <a16:creationId xmlns:a16="http://schemas.microsoft.com/office/drawing/2014/main" id="{CEECEC50-04B0-2647-B641-39231C0C227A}"/>
                </a:ext>
              </a:extLst>
            </p:cNvPr>
            <p:cNvSpPr>
              <a:spLocks/>
            </p:cNvSpPr>
            <p:nvPr/>
          </p:nvSpPr>
          <p:spPr bwMode="auto">
            <a:xfrm>
              <a:off x="3736497" y="2298095"/>
              <a:ext cx="1462948" cy="1050313"/>
            </a:xfrm>
            <a:custGeom>
              <a:avLst/>
              <a:gdLst>
                <a:gd name="T0" fmla="*/ 0 w 378"/>
                <a:gd name="T1" fmla="*/ 142610238 h 174"/>
                <a:gd name="T2" fmla="*/ 8951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1" name="Freeform 38">
              <a:extLst>
                <a:ext uri="{FF2B5EF4-FFF2-40B4-BE49-F238E27FC236}">
                  <a16:creationId xmlns:a16="http://schemas.microsoft.com/office/drawing/2014/main" id="{F6519774-52BA-6F40-822C-52BB2380B045}"/>
                </a:ext>
              </a:extLst>
            </p:cNvPr>
            <p:cNvSpPr>
              <a:spLocks/>
            </p:cNvSpPr>
            <p:nvPr/>
          </p:nvSpPr>
          <p:spPr bwMode="auto">
            <a:xfrm>
              <a:off x="5292247" y="2891845"/>
              <a:ext cx="1161856" cy="455711"/>
            </a:xfrm>
            <a:custGeom>
              <a:avLst/>
              <a:gdLst>
                <a:gd name="T0" fmla="*/ 0 w 366"/>
                <a:gd name="T1" fmla="*/ 270 h 270"/>
                <a:gd name="T2" fmla="*/ 36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2" name="Freeform 39">
              <a:extLst>
                <a:ext uri="{FF2B5EF4-FFF2-40B4-BE49-F238E27FC236}">
                  <a16:creationId xmlns:a16="http://schemas.microsoft.com/office/drawing/2014/main" id="{24215A43-6854-B54A-BC13-286ED0971C5B}"/>
                </a:ext>
              </a:extLst>
            </p:cNvPr>
            <p:cNvSpPr>
              <a:spLocks/>
            </p:cNvSpPr>
            <p:nvPr/>
          </p:nvSpPr>
          <p:spPr bwMode="auto">
            <a:xfrm flipV="1">
              <a:off x="4022465" y="3327268"/>
              <a:ext cx="908330" cy="45719"/>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3" name="Freeform 40">
              <a:extLst>
                <a:ext uri="{FF2B5EF4-FFF2-40B4-BE49-F238E27FC236}">
                  <a16:creationId xmlns:a16="http://schemas.microsoft.com/office/drawing/2014/main" id="{3EEADCA8-4EED-9744-98D0-B5D6F81C62E1}"/>
                </a:ext>
              </a:extLst>
            </p:cNvPr>
            <p:cNvSpPr>
              <a:spLocks/>
            </p:cNvSpPr>
            <p:nvPr/>
          </p:nvSpPr>
          <p:spPr bwMode="auto">
            <a:xfrm>
              <a:off x="2710696" y="2820186"/>
              <a:ext cx="630757" cy="450430"/>
            </a:xfrm>
            <a:custGeom>
              <a:avLst/>
              <a:gdLst>
                <a:gd name="T0" fmla="*/ 276 w 276"/>
                <a:gd name="T1" fmla="*/ 264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4" name="Freeform 41">
              <a:extLst>
                <a:ext uri="{FF2B5EF4-FFF2-40B4-BE49-F238E27FC236}">
                  <a16:creationId xmlns:a16="http://schemas.microsoft.com/office/drawing/2014/main" id="{FE766A70-BB42-7E40-B5AF-B9D72EEBDF0E}"/>
                </a:ext>
              </a:extLst>
            </p:cNvPr>
            <p:cNvSpPr>
              <a:spLocks/>
            </p:cNvSpPr>
            <p:nvPr/>
          </p:nvSpPr>
          <p:spPr bwMode="auto">
            <a:xfrm>
              <a:off x="4047627" y="2195725"/>
              <a:ext cx="836439" cy="1706"/>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5" name="Freeform 42">
              <a:extLst>
                <a:ext uri="{FF2B5EF4-FFF2-40B4-BE49-F238E27FC236}">
                  <a16:creationId xmlns:a16="http://schemas.microsoft.com/office/drawing/2014/main" id="{2B4598F4-8ABA-6146-B304-09A494982C19}"/>
                </a:ext>
              </a:extLst>
            </p:cNvPr>
            <p:cNvSpPr>
              <a:spLocks/>
            </p:cNvSpPr>
            <p:nvPr/>
          </p:nvSpPr>
          <p:spPr bwMode="auto">
            <a:xfrm>
              <a:off x="5572253" y="2248471"/>
              <a:ext cx="922986" cy="397685"/>
            </a:xfrm>
            <a:custGeom>
              <a:avLst/>
              <a:gdLst>
                <a:gd name="T0" fmla="*/ 396 w 396"/>
                <a:gd name="T1" fmla="*/ 267 h 267"/>
                <a:gd name="T2" fmla="*/ 0 w 396"/>
                <a:gd name="T3" fmla="*/ 0 h 267"/>
                <a:gd name="T4" fmla="*/ 0 60000 65536"/>
                <a:gd name="T5" fmla="*/ 0 60000 65536"/>
                <a:gd name="T6" fmla="*/ 0 w 396"/>
                <a:gd name="T7" fmla="*/ 0 h 267"/>
                <a:gd name="T8" fmla="*/ 396 w 396"/>
                <a:gd name="T9" fmla="*/ 267 h 267"/>
              </a:gdLst>
              <a:ahLst/>
              <a:cxnLst>
                <a:cxn ang="T4">
                  <a:pos x="T0" y="T1"/>
                </a:cxn>
                <a:cxn ang="T5">
                  <a:pos x="T2" y="T3"/>
                </a:cxn>
              </a:cxnLst>
              <a:rect l="T6" t="T7" r="T8" b="T9"/>
              <a:pathLst>
                <a:path w="396" h="267">
                  <a:moveTo>
                    <a:pt x="396" y="267"/>
                  </a:moveTo>
                  <a:lnTo>
                    <a:pt x="0" y="0"/>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6" name="Freeform 43">
              <a:extLst>
                <a:ext uri="{FF2B5EF4-FFF2-40B4-BE49-F238E27FC236}">
                  <a16:creationId xmlns:a16="http://schemas.microsoft.com/office/drawing/2014/main" id="{9B7D5C70-1858-3548-A1D2-DF173D24FF86}"/>
                </a:ext>
              </a:extLst>
            </p:cNvPr>
            <p:cNvSpPr>
              <a:spLocks/>
            </p:cNvSpPr>
            <p:nvPr/>
          </p:nvSpPr>
          <p:spPr bwMode="auto">
            <a:xfrm>
              <a:off x="2580431" y="1458657"/>
              <a:ext cx="2536740" cy="1100484"/>
            </a:xfrm>
            <a:custGeom>
              <a:avLst/>
              <a:gdLst>
                <a:gd name="T0" fmla="*/ 1110 w 1110"/>
                <a:gd name="T1" fmla="*/ 342 h 645"/>
                <a:gd name="T2" fmla="*/ 0 w 1110"/>
                <a:gd name="T3" fmla="*/ 645 h 645"/>
                <a:gd name="T4" fmla="*/ 0 60000 65536"/>
                <a:gd name="T5" fmla="*/ 0 60000 65536"/>
                <a:gd name="T6" fmla="*/ 0 w 1110"/>
                <a:gd name="T7" fmla="*/ 0 h 645"/>
                <a:gd name="T8" fmla="*/ 1110 w 1110"/>
                <a:gd name="T9" fmla="*/ 645 h 645"/>
              </a:gdLst>
              <a:ahLst/>
              <a:cxnLst>
                <a:cxn ang="T4">
                  <a:pos x="T0" y="T1"/>
                </a:cxn>
                <a:cxn ang="T5">
                  <a:pos x="T2" y="T3"/>
                </a:cxn>
              </a:cxnLst>
              <a:rect l="T6" t="T7" r="T8" b="T9"/>
              <a:pathLst>
                <a:path w="1110" h="645">
                  <a:moveTo>
                    <a:pt x="1110" y="342"/>
                  </a:moveTo>
                  <a:cubicBezTo>
                    <a:pt x="1104" y="0"/>
                    <a:pt x="21" y="63"/>
                    <a:pt x="0" y="645"/>
                  </a:cubicBez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7" name="Text Box 62">
              <a:extLst>
                <a:ext uri="{FF2B5EF4-FFF2-40B4-BE49-F238E27FC236}">
                  <a16:creationId xmlns:a16="http://schemas.microsoft.com/office/drawing/2014/main" id="{E9C6C532-7B09-B543-99FC-E31F8B5A1952}"/>
                </a:ext>
              </a:extLst>
            </p:cNvPr>
            <p:cNvSpPr txBox="1">
              <a:spLocks noChangeArrowheads="1"/>
            </p:cNvSpPr>
            <p:nvPr/>
          </p:nvSpPr>
          <p:spPr bwMode="auto">
            <a:xfrm>
              <a:off x="2822678" y="2178663"/>
              <a:ext cx="447929" cy="39412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8" name="Text Box 63">
              <a:extLst>
                <a:ext uri="{FF2B5EF4-FFF2-40B4-BE49-F238E27FC236}">
                  <a16:creationId xmlns:a16="http://schemas.microsoft.com/office/drawing/2014/main" id="{0A99317D-3568-EF4D-A723-76AADE9F061F}"/>
                </a:ext>
              </a:extLst>
            </p:cNvPr>
            <p:cNvSpPr txBox="1">
              <a:spLocks noChangeArrowheads="1"/>
            </p:cNvSpPr>
            <p:nvPr/>
          </p:nvSpPr>
          <p:spPr bwMode="auto">
            <a:xfrm>
              <a:off x="3617981" y="2552316"/>
              <a:ext cx="447929" cy="39412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9" name="Text Box 64">
              <a:extLst>
                <a:ext uri="{FF2B5EF4-FFF2-40B4-BE49-F238E27FC236}">
                  <a16:creationId xmlns:a16="http://schemas.microsoft.com/office/drawing/2014/main" id="{856CDF8E-EE88-C646-92B6-211909BF3C00}"/>
                </a:ext>
              </a:extLst>
            </p:cNvPr>
            <p:cNvSpPr txBox="1">
              <a:spLocks noChangeArrowheads="1"/>
            </p:cNvSpPr>
            <p:nvPr/>
          </p:nvSpPr>
          <p:spPr bwMode="auto">
            <a:xfrm>
              <a:off x="2623853" y="2915732"/>
              <a:ext cx="447929" cy="39412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0" name="Text Box 65">
              <a:extLst>
                <a:ext uri="{FF2B5EF4-FFF2-40B4-BE49-F238E27FC236}">
                  <a16:creationId xmlns:a16="http://schemas.microsoft.com/office/drawing/2014/main" id="{FE09FFF8-AAB4-664E-9D7F-F0E8F5B10D53}"/>
                </a:ext>
              </a:extLst>
            </p:cNvPr>
            <p:cNvSpPr txBox="1">
              <a:spLocks noChangeArrowheads="1"/>
            </p:cNvSpPr>
            <p:nvPr/>
          </p:nvSpPr>
          <p:spPr bwMode="auto">
            <a:xfrm>
              <a:off x="4495556" y="2710990"/>
              <a:ext cx="447929" cy="39412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1" name="Text Box 66">
              <a:extLst>
                <a:ext uri="{FF2B5EF4-FFF2-40B4-BE49-F238E27FC236}">
                  <a16:creationId xmlns:a16="http://schemas.microsoft.com/office/drawing/2014/main" id="{ED1E277A-76C4-2841-92C2-515DB259665F}"/>
                </a:ext>
              </a:extLst>
            </p:cNvPr>
            <p:cNvSpPr txBox="1">
              <a:spLocks noChangeArrowheads="1"/>
            </p:cNvSpPr>
            <p:nvPr/>
          </p:nvSpPr>
          <p:spPr bwMode="auto">
            <a:xfrm>
              <a:off x="4351579" y="3314977"/>
              <a:ext cx="447929" cy="39412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2" name="Text Box 67">
              <a:extLst>
                <a:ext uri="{FF2B5EF4-FFF2-40B4-BE49-F238E27FC236}">
                  <a16:creationId xmlns:a16="http://schemas.microsoft.com/office/drawing/2014/main" id="{6C2CF0D3-5A12-304F-9B12-35C0DC6088B2}"/>
                </a:ext>
              </a:extLst>
            </p:cNvPr>
            <p:cNvSpPr txBox="1">
              <a:spLocks noChangeArrowheads="1"/>
            </p:cNvSpPr>
            <p:nvPr/>
          </p:nvSpPr>
          <p:spPr bwMode="auto">
            <a:xfrm>
              <a:off x="5174305" y="2583027"/>
              <a:ext cx="447929" cy="39412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3" name="Text Box 68">
              <a:extLst>
                <a:ext uri="{FF2B5EF4-FFF2-40B4-BE49-F238E27FC236}">
                  <a16:creationId xmlns:a16="http://schemas.microsoft.com/office/drawing/2014/main" id="{A70BD26B-DEF9-9D4F-9B95-D8E411BB92D7}"/>
                </a:ext>
              </a:extLst>
            </p:cNvPr>
            <p:cNvSpPr txBox="1">
              <a:spLocks noChangeArrowheads="1"/>
            </p:cNvSpPr>
            <p:nvPr/>
          </p:nvSpPr>
          <p:spPr bwMode="auto">
            <a:xfrm>
              <a:off x="5997032" y="3033458"/>
              <a:ext cx="447929" cy="39412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4" name="Text Box 69">
              <a:extLst>
                <a:ext uri="{FF2B5EF4-FFF2-40B4-BE49-F238E27FC236}">
                  <a16:creationId xmlns:a16="http://schemas.microsoft.com/office/drawing/2014/main" id="{BF43A2CB-D47A-6F44-AFE7-D9277DCB5B40}"/>
                </a:ext>
              </a:extLst>
            </p:cNvPr>
            <p:cNvSpPr txBox="1">
              <a:spLocks noChangeArrowheads="1"/>
            </p:cNvSpPr>
            <p:nvPr/>
          </p:nvSpPr>
          <p:spPr bwMode="auto">
            <a:xfrm>
              <a:off x="5935327" y="2117241"/>
              <a:ext cx="447929" cy="39412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5</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5" name="Text Box 70">
              <a:extLst>
                <a:ext uri="{FF2B5EF4-FFF2-40B4-BE49-F238E27FC236}">
                  <a16:creationId xmlns:a16="http://schemas.microsoft.com/office/drawing/2014/main" id="{36C3AD09-41D6-4E40-A665-3733BB8757B0}"/>
                </a:ext>
              </a:extLst>
            </p:cNvPr>
            <p:cNvSpPr txBox="1">
              <a:spLocks noChangeArrowheads="1"/>
            </p:cNvSpPr>
            <p:nvPr/>
          </p:nvSpPr>
          <p:spPr bwMode="auto">
            <a:xfrm>
              <a:off x="4255594" y="1861315"/>
              <a:ext cx="447929" cy="39412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6" name="Text Box 71">
              <a:extLst>
                <a:ext uri="{FF2B5EF4-FFF2-40B4-BE49-F238E27FC236}">
                  <a16:creationId xmlns:a16="http://schemas.microsoft.com/office/drawing/2014/main" id="{12D1AD8F-8BC6-5F46-8A7D-071C2B7D5BCD}"/>
                </a:ext>
              </a:extLst>
            </p:cNvPr>
            <p:cNvSpPr txBox="1">
              <a:spLocks noChangeArrowheads="1"/>
            </p:cNvSpPr>
            <p:nvPr/>
          </p:nvSpPr>
          <p:spPr bwMode="auto">
            <a:xfrm>
              <a:off x="3453435" y="1405766"/>
              <a:ext cx="447929" cy="39412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5</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27" name="Group 1507">
              <a:extLst>
                <a:ext uri="{FF2B5EF4-FFF2-40B4-BE49-F238E27FC236}">
                  <a16:creationId xmlns:a16="http://schemas.microsoft.com/office/drawing/2014/main" id="{C559921E-B9C2-0042-9E6C-A661502DC8AF}"/>
                </a:ext>
              </a:extLst>
            </p:cNvPr>
            <p:cNvGrpSpPr>
              <a:grpSpLocks/>
            </p:cNvGrpSpPr>
            <p:nvPr/>
          </p:nvGrpSpPr>
          <p:grpSpPr bwMode="auto">
            <a:xfrm>
              <a:off x="7391175" y="2426604"/>
              <a:ext cx="427480" cy="711995"/>
              <a:chOff x="4140" y="429"/>
              <a:chExt cx="1425" cy="2396"/>
            </a:xfrm>
          </p:grpSpPr>
          <p:sp>
            <p:nvSpPr>
              <p:cNvPr id="414" name="Freeform 1508">
                <a:extLst>
                  <a:ext uri="{FF2B5EF4-FFF2-40B4-BE49-F238E27FC236}">
                    <a16:creationId xmlns:a16="http://schemas.microsoft.com/office/drawing/2014/main" id="{5A4BEC17-590A-4543-9F29-1CF0B38C3736}"/>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5" name="Rectangle 1509">
                <a:extLst>
                  <a:ext uri="{FF2B5EF4-FFF2-40B4-BE49-F238E27FC236}">
                    <a16:creationId xmlns:a16="http://schemas.microsoft.com/office/drawing/2014/main" id="{A98FBE95-481D-8F47-8981-46EDD8E97414}"/>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6" name="Freeform 1510">
                <a:extLst>
                  <a:ext uri="{FF2B5EF4-FFF2-40B4-BE49-F238E27FC236}">
                    <a16:creationId xmlns:a16="http://schemas.microsoft.com/office/drawing/2014/main" id="{EE41BFE7-A16A-3243-9517-E8023C4F317B}"/>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7" name="Freeform 1511">
                <a:extLst>
                  <a:ext uri="{FF2B5EF4-FFF2-40B4-BE49-F238E27FC236}">
                    <a16:creationId xmlns:a16="http://schemas.microsoft.com/office/drawing/2014/main" id="{2D734235-2C97-9B44-8B59-EFCEFDEC1268}"/>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8" name="Rectangle 1512">
                <a:extLst>
                  <a:ext uri="{FF2B5EF4-FFF2-40B4-BE49-F238E27FC236}">
                    <a16:creationId xmlns:a16="http://schemas.microsoft.com/office/drawing/2014/main" id="{916BFACE-E488-F841-9687-DD32E652715F}"/>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419" name="Group 1513">
                <a:extLst>
                  <a:ext uri="{FF2B5EF4-FFF2-40B4-BE49-F238E27FC236}">
                    <a16:creationId xmlns:a16="http://schemas.microsoft.com/office/drawing/2014/main" id="{E4DAEBB9-2602-554D-B536-D0600B2B4DCE}"/>
                  </a:ext>
                </a:extLst>
              </p:cNvPr>
              <p:cNvGrpSpPr>
                <a:grpSpLocks/>
              </p:cNvGrpSpPr>
              <p:nvPr/>
            </p:nvGrpSpPr>
            <p:grpSpPr bwMode="auto">
              <a:xfrm>
                <a:off x="4749" y="668"/>
                <a:ext cx="581" cy="145"/>
                <a:chOff x="614" y="2568"/>
                <a:chExt cx="725" cy="139"/>
              </a:xfrm>
            </p:grpSpPr>
            <p:sp>
              <p:nvSpPr>
                <p:cNvPr id="444" name="AutoShape 1514">
                  <a:extLst>
                    <a:ext uri="{FF2B5EF4-FFF2-40B4-BE49-F238E27FC236}">
                      <a16:creationId xmlns:a16="http://schemas.microsoft.com/office/drawing/2014/main" id="{DD1B8DFA-FCC7-674E-996F-A1FBD250CC0E}"/>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5" name="AutoShape 1515">
                  <a:extLst>
                    <a:ext uri="{FF2B5EF4-FFF2-40B4-BE49-F238E27FC236}">
                      <a16:creationId xmlns:a16="http://schemas.microsoft.com/office/drawing/2014/main" id="{14A870AC-7411-F946-B590-D85A88AF10B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20" name="Rectangle 1516">
                <a:extLst>
                  <a:ext uri="{FF2B5EF4-FFF2-40B4-BE49-F238E27FC236}">
                    <a16:creationId xmlns:a16="http://schemas.microsoft.com/office/drawing/2014/main" id="{F0940D2C-FEFC-D549-8746-A8523AFD533C}"/>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421" name="Group 1517">
                <a:extLst>
                  <a:ext uri="{FF2B5EF4-FFF2-40B4-BE49-F238E27FC236}">
                    <a16:creationId xmlns:a16="http://schemas.microsoft.com/office/drawing/2014/main" id="{6ADF3A52-0897-2545-98B5-137A84813609}"/>
                  </a:ext>
                </a:extLst>
              </p:cNvPr>
              <p:cNvGrpSpPr>
                <a:grpSpLocks/>
              </p:cNvGrpSpPr>
              <p:nvPr/>
            </p:nvGrpSpPr>
            <p:grpSpPr bwMode="auto">
              <a:xfrm>
                <a:off x="4747" y="994"/>
                <a:ext cx="581" cy="134"/>
                <a:chOff x="614" y="2568"/>
                <a:chExt cx="725" cy="139"/>
              </a:xfrm>
            </p:grpSpPr>
            <p:sp>
              <p:nvSpPr>
                <p:cNvPr id="442" name="AutoShape 1518">
                  <a:extLst>
                    <a:ext uri="{FF2B5EF4-FFF2-40B4-BE49-F238E27FC236}">
                      <a16:creationId xmlns:a16="http://schemas.microsoft.com/office/drawing/2014/main" id="{FDC39CDD-16C8-7D4D-8275-C1710C631610}"/>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3" name="AutoShape 1519">
                  <a:extLst>
                    <a:ext uri="{FF2B5EF4-FFF2-40B4-BE49-F238E27FC236}">
                      <a16:creationId xmlns:a16="http://schemas.microsoft.com/office/drawing/2014/main" id="{6853AB63-2301-0946-A174-AE28245DB095}"/>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22" name="Rectangle 1520">
                <a:extLst>
                  <a:ext uri="{FF2B5EF4-FFF2-40B4-BE49-F238E27FC236}">
                    <a16:creationId xmlns:a16="http://schemas.microsoft.com/office/drawing/2014/main" id="{4EDC7779-F322-974C-A13E-0F5161D4B331}"/>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3" name="Rectangle 1521">
                <a:extLst>
                  <a:ext uri="{FF2B5EF4-FFF2-40B4-BE49-F238E27FC236}">
                    <a16:creationId xmlns:a16="http://schemas.microsoft.com/office/drawing/2014/main" id="{B39F0706-91BA-9F4D-8D0F-337754FAC9B1}"/>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424" name="Group 1522">
                <a:extLst>
                  <a:ext uri="{FF2B5EF4-FFF2-40B4-BE49-F238E27FC236}">
                    <a16:creationId xmlns:a16="http://schemas.microsoft.com/office/drawing/2014/main" id="{088E2790-CA68-C846-BD0F-F7BBF682350E}"/>
                  </a:ext>
                </a:extLst>
              </p:cNvPr>
              <p:cNvGrpSpPr>
                <a:grpSpLocks/>
              </p:cNvGrpSpPr>
              <p:nvPr/>
            </p:nvGrpSpPr>
            <p:grpSpPr bwMode="auto">
              <a:xfrm>
                <a:off x="4735" y="1627"/>
                <a:ext cx="582" cy="151"/>
                <a:chOff x="614" y="2568"/>
                <a:chExt cx="725" cy="139"/>
              </a:xfrm>
            </p:grpSpPr>
            <p:sp>
              <p:nvSpPr>
                <p:cNvPr id="440" name="AutoShape 1523">
                  <a:extLst>
                    <a:ext uri="{FF2B5EF4-FFF2-40B4-BE49-F238E27FC236}">
                      <a16:creationId xmlns:a16="http://schemas.microsoft.com/office/drawing/2014/main" id="{8952BAA7-F061-3B4A-BF31-D37E6425DCDD}"/>
                    </a:ext>
                  </a:extLst>
                </p:cNvPr>
                <p:cNvSpPr>
                  <a:spLocks noChangeArrowheads="1"/>
                </p:cNvSpPr>
                <p:nvPr/>
              </p:nvSpPr>
              <p:spPr bwMode="auto">
                <a:xfrm>
                  <a:off x="618" y="2579"/>
                  <a:ext cx="720" cy="131"/>
                </a:xfrm>
                <a:prstGeom prst="roundRect">
                  <a:avLst>
                    <a:gd name="adj" fmla="val 50000"/>
                  </a:avLst>
                </a:pr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1" name="AutoShape 1524">
                  <a:extLst>
                    <a:ext uri="{FF2B5EF4-FFF2-40B4-BE49-F238E27FC236}">
                      <a16:creationId xmlns:a16="http://schemas.microsoft.com/office/drawing/2014/main" id="{0E27D760-9B8B-4945-9863-BC9F0C41F9A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25" name="Freeform 1525">
                <a:extLst>
                  <a:ext uri="{FF2B5EF4-FFF2-40B4-BE49-F238E27FC236}">
                    <a16:creationId xmlns:a16="http://schemas.microsoft.com/office/drawing/2014/main" id="{7320D145-C685-7149-A68E-8925075E0936}"/>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426" name="Group 1526">
                <a:extLst>
                  <a:ext uri="{FF2B5EF4-FFF2-40B4-BE49-F238E27FC236}">
                    <a16:creationId xmlns:a16="http://schemas.microsoft.com/office/drawing/2014/main" id="{A58F7467-420F-E345-9BD5-439C10D37BE4}"/>
                  </a:ext>
                </a:extLst>
              </p:cNvPr>
              <p:cNvGrpSpPr>
                <a:grpSpLocks/>
              </p:cNvGrpSpPr>
              <p:nvPr/>
            </p:nvGrpSpPr>
            <p:grpSpPr bwMode="auto">
              <a:xfrm>
                <a:off x="4739" y="1327"/>
                <a:ext cx="582" cy="139"/>
                <a:chOff x="614" y="2568"/>
                <a:chExt cx="725" cy="139"/>
              </a:xfrm>
            </p:grpSpPr>
            <p:sp>
              <p:nvSpPr>
                <p:cNvPr id="438" name="AutoShape 1527">
                  <a:extLst>
                    <a:ext uri="{FF2B5EF4-FFF2-40B4-BE49-F238E27FC236}">
                      <a16:creationId xmlns:a16="http://schemas.microsoft.com/office/drawing/2014/main" id="{15FD94B1-0C23-1844-B9EC-328B31810310}"/>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9" name="AutoShape 1528">
                  <a:extLst>
                    <a:ext uri="{FF2B5EF4-FFF2-40B4-BE49-F238E27FC236}">
                      <a16:creationId xmlns:a16="http://schemas.microsoft.com/office/drawing/2014/main" id="{11D88682-9EAF-E844-9EDA-915A36C1EB9E}"/>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27" name="Rectangle 1529">
                <a:extLst>
                  <a:ext uri="{FF2B5EF4-FFF2-40B4-BE49-F238E27FC236}">
                    <a16:creationId xmlns:a16="http://schemas.microsoft.com/office/drawing/2014/main" id="{87A3DBB5-122D-AA42-AA5F-DCE83699921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8" name="Freeform 1530">
                <a:extLst>
                  <a:ext uri="{FF2B5EF4-FFF2-40B4-BE49-F238E27FC236}">
                    <a16:creationId xmlns:a16="http://schemas.microsoft.com/office/drawing/2014/main" id="{DB3BDAEB-C0A1-E740-AECD-F50278175F7E}"/>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9" name="Freeform 1531">
                <a:extLst>
                  <a:ext uri="{FF2B5EF4-FFF2-40B4-BE49-F238E27FC236}">
                    <a16:creationId xmlns:a16="http://schemas.microsoft.com/office/drawing/2014/main" id="{9532A3AC-833E-7A43-8329-81247A5E6B3F}"/>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40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0" name="Oval 1532">
                <a:extLst>
                  <a:ext uri="{FF2B5EF4-FFF2-40B4-BE49-F238E27FC236}">
                    <a16:creationId xmlns:a16="http://schemas.microsoft.com/office/drawing/2014/main" id="{288EBEE3-4297-224C-AD46-28879E6A1B59}"/>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1" name="Freeform 1533">
                <a:extLst>
                  <a:ext uri="{FF2B5EF4-FFF2-40B4-BE49-F238E27FC236}">
                    <a16:creationId xmlns:a16="http://schemas.microsoft.com/office/drawing/2014/main" id="{3FE7CEBE-4BC6-F644-B9B1-CCCE6990FC67}"/>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2" name="AutoShape 1534">
                <a:extLst>
                  <a:ext uri="{FF2B5EF4-FFF2-40B4-BE49-F238E27FC236}">
                    <a16:creationId xmlns:a16="http://schemas.microsoft.com/office/drawing/2014/main" id="{978B2207-20F5-804B-A3B3-4C26DFE98ADC}"/>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3" name="AutoShape 1535">
                <a:extLst>
                  <a:ext uri="{FF2B5EF4-FFF2-40B4-BE49-F238E27FC236}">
                    <a16:creationId xmlns:a16="http://schemas.microsoft.com/office/drawing/2014/main" id="{33928060-4AE4-1F4D-BEE3-C45BB6D2EF5D}"/>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4" name="Oval 1536">
                <a:extLst>
                  <a:ext uri="{FF2B5EF4-FFF2-40B4-BE49-F238E27FC236}">
                    <a16:creationId xmlns:a16="http://schemas.microsoft.com/office/drawing/2014/main" id="{F9FB74F8-49C8-6E4B-824C-D9D631D498EA}"/>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5" name="Oval 1537">
                <a:extLst>
                  <a:ext uri="{FF2B5EF4-FFF2-40B4-BE49-F238E27FC236}">
                    <a16:creationId xmlns:a16="http://schemas.microsoft.com/office/drawing/2014/main" id="{10618A8B-63CD-6442-8B7A-099C5459AE53}"/>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36" name="Oval 1538">
                <a:extLst>
                  <a:ext uri="{FF2B5EF4-FFF2-40B4-BE49-F238E27FC236}">
                    <a16:creationId xmlns:a16="http://schemas.microsoft.com/office/drawing/2014/main" id="{97727A51-FDBA-8D4B-910B-17DBF18A46E3}"/>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7" name="Rectangle 1539">
                <a:extLst>
                  <a:ext uri="{FF2B5EF4-FFF2-40B4-BE49-F238E27FC236}">
                    <a16:creationId xmlns:a16="http://schemas.microsoft.com/office/drawing/2014/main" id="{970EDF53-297E-EA44-92BE-C2F97533DFBA}"/>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cxnSp>
          <p:nvCxnSpPr>
            <p:cNvPr id="328" name="Straight Connector 327">
              <a:extLst>
                <a:ext uri="{FF2B5EF4-FFF2-40B4-BE49-F238E27FC236}">
                  <a16:creationId xmlns:a16="http://schemas.microsoft.com/office/drawing/2014/main" id="{CC1738F7-B8A1-9947-9EA4-1523E924127F}"/>
                </a:ext>
              </a:extLst>
            </p:cNvPr>
            <p:cNvCxnSpPr/>
            <p:nvPr/>
          </p:nvCxnSpPr>
          <p:spPr bwMode="auto">
            <a:xfrm>
              <a:off x="1682405" y="2744686"/>
              <a:ext cx="526774" cy="0"/>
            </a:xfrm>
            <a:prstGeom prst="line">
              <a:avLst/>
            </a:prstGeom>
            <a:solidFill>
              <a:srgbClr val="00CC99"/>
            </a:solidFill>
            <a:ln w="9525" cap="flat" cmpd="sng" algn="ctr">
              <a:solidFill>
                <a:srgbClr val="000000"/>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329" name="Straight Connector 328">
              <a:extLst>
                <a:ext uri="{FF2B5EF4-FFF2-40B4-BE49-F238E27FC236}">
                  <a16:creationId xmlns:a16="http://schemas.microsoft.com/office/drawing/2014/main" id="{39855349-2D43-7C4A-B353-74029E8BA4BD}"/>
                </a:ext>
              </a:extLst>
            </p:cNvPr>
            <p:cNvCxnSpPr/>
            <p:nvPr/>
          </p:nvCxnSpPr>
          <p:spPr bwMode="auto">
            <a:xfrm>
              <a:off x="6895267" y="2779855"/>
              <a:ext cx="526774" cy="0"/>
            </a:xfrm>
            <a:prstGeom prst="line">
              <a:avLst/>
            </a:prstGeom>
            <a:solidFill>
              <a:srgbClr val="00CC99"/>
            </a:solidFill>
            <a:ln w="9525" cap="flat" cmpd="sng" algn="ctr">
              <a:solidFill>
                <a:srgbClr val="000000"/>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nvGrpSpPr>
            <p:cNvPr id="330" name="Group 329">
              <a:extLst>
                <a:ext uri="{FF2B5EF4-FFF2-40B4-BE49-F238E27FC236}">
                  <a16:creationId xmlns:a16="http://schemas.microsoft.com/office/drawing/2014/main" id="{54C81718-AB53-EC48-8CA0-41A17EEA9C4F}"/>
                </a:ext>
              </a:extLst>
            </p:cNvPr>
            <p:cNvGrpSpPr/>
            <p:nvPr/>
          </p:nvGrpSpPr>
          <p:grpSpPr>
            <a:xfrm>
              <a:off x="3414626" y="1982945"/>
              <a:ext cx="687402" cy="571677"/>
              <a:chOff x="1736090" y="2893762"/>
              <a:chExt cx="565150" cy="413310"/>
            </a:xfrm>
          </p:grpSpPr>
          <p:grpSp>
            <p:nvGrpSpPr>
              <p:cNvPr id="401" name="Group 327">
                <a:extLst>
                  <a:ext uri="{FF2B5EF4-FFF2-40B4-BE49-F238E27FC236}">
                    <a16:creationId xmlns:a16="http://schemas.microsoft.com/office/drawing/2014/main" id="{DA91FBE5-CFD0-764B-9319-580E8A886F26}"/>
                  </a:ext>
                </a:extLst>
              </p:cNvPr>
              <p:cNvGrpSpPr>
                <a:grpSpLocks/>
              </p:cNvGrpSpPr>
              <p:nvPr/>
            </p:nvGrpSpPr>
            <p:grpSpPr bwMode="auto">
              <a:xfrm>
                <a:off x="1736090" y="2893762"/>
                <a:ext cx="565150" cy="292100"/>
                <a:chOff x="1871277" y="1576300"/>
                <a:chExt cx="1128371" cy="437861"/>
              </a:xfrm>
            </p:grpSpPr>
            <p:sp>
              <p:nvSpPr>
                <p:cNvPr id="405" name="Oval 404">
                  <a:extLst>
                    <a:ext uri="{FF2B5EF4-FFF2-40B4-BE49-F238E27FC236}">
                      <a16:creationId xmlns:a16="http://schemas.microsoft.com/office/drawing/2014/main" id="{AB5BE366-3696-3444-BEED-B2D3E9A552B4}"/>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06" name="Rectangle 405">
                  <a:extLst>
                    <a:ext uri="{FF2B5EF4-FFF2-40B4-BE49-F238E27FC236}">
                      <a16:creationId xmlns:a16="http://schemas.microsoft.com/office/drawing/2014/main" id="{014C0E46-985C-064D-9955-6DBD816F7710}"/>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07" name="Oval 406">
                  <a:extLst>
                    <a:ext uri="{FF2B5EF4-FFF2-40B4-BE49-F238E27FC236}">
                      <a16:creationId xmlns:a16="http://schemas.microsoft.com/office/drawing/2014/main" id="{B8592CE9-885E-7948-9885-40869BFBEECC}"/>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08" name="Freeform 407">
                  <a:extLst>
                    <a:ext uri="{FF2B5EF4-FFF2-40B4-BE49-F238E27FC236}">
                      <a16:creationId xmlns:a16="http://schemas.microsoft.com/office/drawing/2014/main" id="{B2A3A479-23C9-374A-AD09-A3B80F0EF409}"/>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09" name="Freeform 408">
                  <a:extLst>
                    <a:ext uri="{FF2B5EF4-FFF2-40B4-BE49-F238E27FC236}">
                      <a16:creationId xmlns:a16="http://schemas.microsoft.com/office/drawing/2014/main" id="{7E3C8C30-970D-AA49-8416-454E3AD9F4EB}"/>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10" name="Freeform 409">
                  <a:extLst>
                    <a:ext uri="{FF2B5EF4-FFF2-40B4-BE49-F238E27FC236}">
                      <a16:creationId xmlns:a16="http://schemas.microsoft.com/office/drawing/2014/main" id="{DA5747D1-6ED5-2C46-94C9-0EB423C8C5D2}"/>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11" name="Freeform 410">
                  <a:extLst>
                    <a:ext uri="{FF2B5EF4-FFF2-40B4-BE49-F238E27FC236}">
                      <a16:creationId xmlns:a16="http://schemas.microsoft.com/office/drawing/2014/main" id="{DF23003A-4DCD-DC4B-8861-7B76CD1E54F4}"/>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12" name="Straight Connector 411">
                  <a:extLst>
                    <a:ext uri="{FF2B5EF4-FFF2-40B4-BE49-F238E27FC236}">
                      <a16:creationId xmlns:a16="http://schemas.microsoft.com/office/drawing/2014/main" id="{365A8E44-4CBE-0E4C-82AF-500CF5C75E81}"/>
                    </a:ext>
                  </a:extLst>
                </p:cNvPr>
                <p:cNvCxnSpPr>
                  <a:endCxn id="407"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413" name="Straight Connector 412">
                  <a:extLst>
                    <a:ext uri="{FF2B5EF4-FFF2-40B4-BE49-F238E27FC236}">
                      <a16:creationId xmlns:a16="http://schemas.microsoft.com/office/drawing/2014/main" id="{C26017F9-54C2-314E-B28C-087D5A4210BF}"/>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402" name="Group 401">
                <a:extLst>
                  <a:ext uri="{FF2B5EF4-FFF2-40B4-BE49-F238E27FC236}">
                    <a16:creationId xmlns:a16="http://schemas.microsoft.com/office/drawing/2014/main" id="{05B2825B-A7A6-B346-A195-362C44BBE9A9}"/>
                  </a:ext>
                </a:extLst>
              </p:cNvPr>
              <p:cNvGrpSpPr/>
              <p:nvPr/>
            </p:nvGrpSpPr>
            <p:grpSpPr>
              <a:xfrm>
                <a:off x="1844715" y="2907714"/>
                <a:ext cx="356365" cy="399358"/>
                <a:chOff x="741398" y="1743005"/>
                <a:chExt cx="356365" cy="399358"/>
              </a:xfrm>
            </p:grpSpPr>
            <p:sp>
              <p:nvSpPr>
                <p:cNvPr id="403" name="Oval 402">
                  <a:extLst>
                    <a:ext uri="{FF2B5EF4-FFF2-40B4-BE49-F238E27FC236}">
                      <a16:creationId xmlns:a16="http://schemas.microsoft.com/office/drawing/2014/main" id="{711DAB05-728C-6A49-AC89-08153D128077}"/>
                    </a:ext>
                  </a:extLst>
                </p:cNvPr>
                <p:cNvSpPr/>
                <p:nvPr/>
              </p:nvSpPr>
              <p:spPr bwMode="auto">
                <a:xfrm>
                  <a:off x="741398" y="1850752"/>
                  <a:ext cx="356365" cy="168450"/>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04" name="TextBox 403">
                  <a:extLst>
                    <a:ext uri="{FF2B5EF4-FFF2-40B4-BE49-F238E27FC236}">
                      <a16:creationId xmlns:a16="http://schemas.microsoft.com/office/drawing/2014/main" id="{698467EC-D43B-314B-94F0-6D24FE81E796}"/>
                    </a:ext>
                  </a:extLst>
                </p:cNvPr>
                <p:cNvSpPr txBox="1"/>
                <p:nvPr/>
              </p:nvSpPr>
              <p:spPr>
                <a:xfrm>
                  <a:off x="783895" y="1743005"/>
                  <a:ext cx="288887" cy="399358"/>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Arial" charset="0"/>
                      <a:ea typeface="ＭＳ Ｐゴシック" charset="0"/>
                    </a:rPr>
                    <a:t>v</a:t>
                  </a:r>
                </a:p>
              </p:txBody>
            </p:sp>
          </p:grpSp>
        </p:grpSp>
        <p:grpSp>
          <p:nvGrpSpPr>
            <p:cNvPr id="331" name="Group 330">
              <a:extLst>
                <a:ext uri="{FF2B5EF4-FFF2-40B4-BE49-F238E27FC236}">
                  <a16:creationId xmlns:a16="http://schemas.microsoft.com/office/drawing/2014/main" id="{4E6BDBA9-3548-B946-98EB-9AE749E9F937}"/>
                </a:ext>
              </a:extLst>
            </p:cNvPr>
            <p:cNvGrpSpPr/>
            <p:nvPr/>
          </p:nvGrpSpPr>
          <p:grpSpPr>
            <a:xfrm>
              <a:off x="4888811" y="1979830"/>
              <a:ext cx="687402" cy="480963"/>
              <a:chOff x="1736090" y="2893762"/>
              <a:chExt cx="565150" cy="347726"/>
            </a:xfrm>
          </p:grpSpPr>
          <p:grpSp>
            <p:nvGrpSpPr>
              <p:cNvPr id="388" name="Group 327">
                <a:extLst>
                  <a:ext uri="{FF2B5EF4-FFF2-40B4-BE49-F238E27FC236}">
                    <a16:creationId xmlns:a16="http://schemas.microsoft.com/office/drawing/2014/main" id="{F646075B-0210-E145-92F7-2C7F57A21E91}"/>
                  </a:ext>
                </a:extLst>
              </p:cNvPr>
              <p:cNvGrpSpPr>
                <a:grpSpLocks/>
              </p:cNvGrpSpPr>
              <p:nvPr/>
            </p:nvGrpSpPr>
            <p:grpSpPr bwMode="auto">
              <a:xfrm>
                <a:off x="1736090" y="2893762"/>
                <a:ext cx="565150" cy="292100"/>
                <a:chOff x="1871277" y="1576300"/>
                <a:chExt cx="1128371" cy="437861"/>
              </a:xfrm>
            </p:grpSpPr>
            <p:sp>
              <p:nvSpPr>
                <p:cNvPr id="392" name="Oval 391">
                  <a:extLst>
                    <a:ext uri="{FF2B5EF4-FFF2-40B4-BE49-F238E27FC236}">
                      <a16:creationId xmlns:a16="http://schemas.microsoft.com/office/drawing/2014/main" id="{81AFD18E-0D9A-B449-8E1B-E5E544ED512D}"/>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93" name="Rectangle 392">
                  <a:extLst>
                    <a:ext uri="{FF2B5EF4-FFF2-40B4-BE49-F238E27FC236}">
                      <a16:creationId xmlns:a16="http://schemas.microsoft.com/office/drawing/2014/main" id="{09742F60-F878-CC40-B53A-2F912DCBE337}"/>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94" name="Oval 393">
                  <a:extLst>
                    <a:ext uri="{FF2B5EF4-FFF2-40B4-BE49-F238E27FC236}">
                      <a16:creationId xmlns:a16="http://schemas.microsoft.com/office/drawing/2014/main" id="{D089913E-3116-5942-BC7E-07C6208B204A}"/>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95" name="Freeform 394">
                  <a:extLst>
                    <a:ext uri="{FF2B5EF4-FFF2-40B4-BE49-F238E27FC236}">
                      <a16:creationId xmlns:a16="http://schemas.microsoft.com/office/drawing/2014/main" id="{7691F655-F63F-2347-97E3-F8AD9695B5B6}"/>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96" name="Freeform 395">
                  <a:extLst>
                    <a:ext uri="{FF2B5EF4-FFF2-40B4-BE49-F238E27FC236}">
                      <a16:creationId xmlns:a16="http://schemas.microsoft.com/office/drawing/2014/main" id="{97D4BABA-50C0-C64B-BDF1-E0D6998D7CFA}"/>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97" name="Freeform 396">
                  <a:extLst>
                    <a:ext uri="{FF2B5EF4-FFF2-40B4-BE49-F238E27FC236}">
                      <a16:creationId xmlns:a16="http://schemas.microsoft.com/office/drawing/2014/main" id="{0A01411A-9D7A-994A-A0CE-3453871ED908}"/>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98" name="Freeform 397">
                  <a:extLst>
                    <a:ext uri="{FF2B5EF4-FFF2-40B4-BE49-F238E27FC236}">
                      <a16:creationId xmlns:a16="http://schemas.microsoft.com/office/drawing/2014/main" id="{5C18C6F3-1443-CE44-AEA8-5EB74E9B300A}"/>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99" name="Straight Connector 398">
                  <a:extLst>
                    <a:ext uri="{FF2B5EF4-FFF2-40B4-BE49-F238E27FC236}">
                      <a16:creationId xmlns:a16="http://schemas.microsoft.com/office/drawing/2014/main" id="{836DA7B6-225C-CA4C-BE47-00A59751C43C}"/>
                    </a:ext>
                  </a:extLst>
                </p:cNvPr>
                <p:cNvCxnSpPr>
                  <a:endCxn id="394"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400" name="Straight Connector 399">
                  <a:extLst>
                    <a:ext uri="{FF2B5EF4-FFF2-40B4-BE49-F238E27FC236}">
                      <a16:creationId xmlns:a16="http://schemas.microsoft.com/office/drawing/2014/main" id="{DEF7E2A6-FA97-154A-BD4D-79EE8753D930}"/>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389" name="Group 388">
                <a:extLst>
                  <a:ext uri="{FF2B5EF4-FFF2-40B4-BE49-F238E27FC236}">
                    <a16:creationId xmlns:a16="http://schemas.microsoft.com/office/drawing/2014/main" id="{E3DC6576-9970-E447-99D0-AC11398D26FE}"/>
                  </a:ext>
                </a:extLst>
              </p:cNvPr>
              <p:cNvGrpSpPr/>
              <p:nvPr/>
            </p:nvGrpSpPr>
            <p:grpSpPr>
              <a:xfrm>
                <a:off x="1844715" y="2907714"/>
                <a:ext cx="378664" cy="333774"/>
                <a:chOff x="741398" y="1743005"/>
                <a:chExt cx="378664" cy="333774"/>
              </a:xfrm>
            </p:grpSpPr>
            <p:sp>
              <p:nvSpPr>
                <p:cNvPr id="390" name="Oval 389">
                  <a:extLst>
                    <a:ext uri="{FF2B5EF4-FFF2-40B4-BE49-F238E27FC236}">
                      <a16:creationId xmlns:a16="http://schemas.microsoft.com/office/drawing/2014/main" id="{98BB2803-575E-E049-B163-D2026BE7F0B0}"/>
                    </a:ext>
                  </a:extLst>
                </p:cNvPr>
                <p:cNvSpPr/>
                <p:nvPr/>
              </p:nvSpPr>
              <p:spPr bwMode="auto">
                <a:xfrm>
                  <a:off x="741398" y="1850752"/>
                  <a:ext cx="356365" cy="168450"/>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91" name="TextBox 390">
                  <a:extLst>
                    <a:ext uri="{FF2B5EF4-FFF2-40B4-BE49-F238E27FC236}">
                      <a16:creationId xmlns:a16="http://schemas.microsoft.com/office/drawing/2014/main" id="{18716BE7-82ED-D14C-9928-AF15495F05EC}"/>
                    </a:ext>
                  </a:extLst>
                </p:cNvPr>
                <p:cNvSpPr txBox="1"/>
                <p:nvPr/>
              </p:nvSpPr>
              <p:spPr>
                <a:xfrm>
                  <a:off x="767915" y="1743005"/>
                  <a:ext cx="352147" cy="333774"/>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Arial" charset="0"/>
                      <a:ea typeface="ＭＳ Ｐゴシック" charset="0"/>
                    </a:rPr>
                    <a:t>w</a:t>
                  </a:r>
                </a:p>
              </p:txBody>
            </p:sp>
          </p:grpSp>
        </p:grpSp>
        <p:grpSp>
          <p:nvGrpSpPr>
            <p:cNvPr id="332" name="Group 331">
              <a:extLst>
                <a:ext uri="{FF2B5EF4-FFF2-40B4-BE49-F238E27FC236}">
                  <a16:creationId xmlns:a16="http://schemas.microsoft.com/office/drawing/2014/main" id="{1DD8783F-1A55-EB4C-B3C4-852DAE0C6CF0}"/>
                </a:ext>
              </a:extLst>
            </p:cNvPr>
            <p:cNvGrpSpPr/>
            <p:nvPr/>
          </p:nvGrpSpPr>
          <p:grpSpPr>
            <a:xfrm>
              <a:off x="2206359" y="2517647"/>
              <a:ext cx="687402" cy="480963"/>
              <a:chOff x="1736090" y="2893762"/>
              <a:chExt cx="565150" cy="347726"/>
            </a:xfrm>
          </p:grpSpPr>
          <p:grpSp>
            <p:nvGrpSpPr>
              <p:cNvPr id="375" name="Group 327">
                <a:extLst>
                  <a:ext uri="{FF2B5EF4-FFF2-40B4-BE49-F238E27FC236}">
                    <a16:creationId xmlns:a16="http://schemas.microsoft.com/office/drawing/2014/main" id="{269FEBD4-E3E1-5645-BF55-D2033B31ED09}"/>
                  </a:ext>
                </a:extLst>
              </p:cNvPr>
              <p:cNvGrpSpPr>
                <a:grpSpLocks/>
              </p:cNvGrpSpPr>
              <p:nvPr/>
            </p:nvGrpSpPr>
            <p:grpSpPr bwMode="auto">
              <a:xfrm>
                <a:off x="1736090" y="2893762"/>
                <a:ext cx="565150" cy="292100"/>
                <a:chOff x="1871277" y="1576300"/>
                <a:chExt cx="1128371" cy="437861"/>
              </a:xfrm>
            </p:grpSpPr>
            <p:sp>
              <p:nvSpPr>
                <p:cNvPr id="379" name="Oval 378">
                  <a:extLst>
                    <a:ext uri="{FF2B5EF4-FFF2-40B4-BE49-F238E27FC236}">
                      <a16:creationId xmlns:a16="http://schemas.microsoft.com/office/drawing/2014/main" id="{7E1FC68E-A1FE-574A-94C0-90C1E270401E}"/>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80" name="Rectangle 379">
                  <a:extLst>
                    <a:ext uri="{FF2B5EF4-FFF2-40B4-BE49-F238E27FC236}">
                      <a16:creationId xmlns:a16="http://schemas.microsoft.com/office/drawing/2014/main" id="{E97E3D1C-D3CA-8D44-AB02-74B31DF8CE35}"/>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81" name="Oval 380">
                  <a:extLst>
                    <a:ext uri="{FF2B5EF4-FFF2-40B4-BE49-F238E27FC236}">
                      <a16:creationId xmlns:a16="http://schemas.microsoft.com/office/drawing/2014/main" id="{DA4F6523-8F37-7047-BC5F-19E4B1E17DBD}"/>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82" name="Freeform 381">
                  <a:extLst>
                    <a:ext uri="{FF2B5EF4-FFF2-40B4-BE49-F238E27FC236}">
                      <a16:creationId xmlns:a16="http://schemas.microsoft.com/office/drawing/2014/main" id="{B5E52805-9174-A644-8ABD-91F588F0CDF9}"/>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83" name="Freeform 382">
                  <a:extLst>
                    <a:ext uri="{FF2B5EF4-FFF2-40B4-BE49-F238E27FC236}">
                      <a16:creationId xmlns:a16="http://schemas.microsoft.com/office/drawing/2014/main" id="{76D2CD28-1F92-3D41-B7AE-29A160B712AE}"/>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84" name="Freeform 383">
                  <a:extLst>
                    <a:ext uri="{FF2B5EF4-FFF2-40B4-BE49-F238E27FC236}">
                      <a16:creationId xmlns:a16="http://schemas.microsoft.com/office/drawing/2014/main" id="{04612F60-D252-974D-93EB-FDB70B903443}"/>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85" name="Freeform 384">
                  <a:extLst>
                    <a:ext uri="{FF2B5EF4-FFF2-40B4-BE49-F238E27FC236}">
                      <a16:creationId xmlns:a16="http://schemas.microsoft.com/office/drawing/2014/main" id="{923BAC06-842B-F147-83CF-E13A0EA0CCBC}"/>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86" name="Straight Connector 385">
                  <a:extLst>
                    <a:ext uri="{FF2B5EF4-FFF2-40B4-BE49-F238E27FC236}">
                      <a16:creationId xmlns:a16="http://schemas.microsoft.com/office/drawing/2014/main" id="{40C05CBD-7D1C-8541-92D2-BC763E8E8EED}"/>
                    </a:ext>
                  </a:extLst>
                </p:cNvPr>
                <p:cNvCxnSpPr>
                  <a:endCxn id="381"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387" name="Straight Connector 386">
                  <a:extLst>
                    <a:ext uri="{FF2B5EF4-FFF2-40B4-BE49-F238E27FC236}">
                      <a16:creationId xmlns:a16="http://schemas.microsoft.com/office/drawing/2014/main" id="{D6AD7786-A1F4-C449-A6DD-1E2537A37721}"/>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376" name="Group 375">
                <a:extLst>
                  <a:ext uri="{FF2B5EF4-FFF2-40B4-BE49-F238E27FC236}">
                    <a16:creationId xmlns:a16="http://schemas.microsoft.com/office/drawing/2014/main" id="{CB56850E-A076-8247-B3B4-11EC70C4086D}"/>
                  </a:ext>
                </a:extLst>
              </p:cNvPr>
              <p:cNvGrpSpPr/>
              <p:nvPr/>
            </p:nvGrpSpPr>
            <p:grpSpPr>
              <a:xfrm>
                <a:off x="1844715" y="2907714"/>
                <a:ext cx="356365" cy="333774"/>
                <a:chOff x="741398" y="1743005"/>
                <a:chExt cx="356365" cy="333774"/>
              </a:xfrm>
            </p:grpSpPr>
            <p:sp>
              <p:nvSpPr>
                <p:cNvPr id="377" name="Oval 376">
                  <a:extLst>
                    <a:ext uri="{FF2B5EF4-FFF2-40B4-BE49-F238E27FC236}">
                      <a16:creationId xmlns:a16="http://schemas.microsoft.com/office/drawing/2014/main" id="{824D8097-5CC3-2E4C-9F15-B993F3A6D5A5}"/>
                    </a:ext>
                  </a:extLst>
                </p:cNvPr>
                <p:cNvSpPr/>
                <p:nvPr/>
              </p:nvSpPr>
              <p:spPr bwMode="auto">
                <a:xfrm>
                  <a:off x="741398" y="1850752"/>
                  <a:ext cx="356365" cy="168450"/>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78" name="TextBox 377">
                  <a:extLst>
                    <a:ext uri="{FF2B5EF4-FFF2-40B4-BE49-F238E27FC236}">
                      <a16:creationId xmlns:a16="http://schemas.microsoft.com/office/drawing/2014/main" id="{E11DE245-B5B5-3649-868A-4CD4FF70FE95}"/>
                    </a:ext>
                  </a:extLst>
                </p:cNvPr>
                <p:cNvSpPr txBox="1"/>
                <p:nvPr/>
              </p:nvSpPr>
              <p:spPr>
                <a:xfrm>
                  <a:off x="783895" y="1743005"/>
                  <a:ext cx="292553" cy="333774"/>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Arial" charset="0"/>
                      <a:ea typeface="ＭＳ Ｐゴシック" charset="0"/>
                    </a:rPr>
                    <a:t>u</a:t>
                  </a:r>
                </a:p>
              </p:txBody>
            </p:sp>
          </p:grpSp>
        </p:grpSp>
        <p:grpSp>
          <p:nvGrpSpPr>
            <p:cNvPr id="333" name="Group 332">
              <a:extLst>
                <a:ext uri="{FF2B5EF4-FFF2-40B4-BE49-F238E27FC236}">
                  <a16:creationId xmlns:a16="http://schemas.microsoft.com/office/drawing/2014/main" id="{431BBE16-D442-054B-BAC5-76CAFD6BD2A5}"/>
                </a:ext>
              </a:extLst>
            </p:cNvPr>
            <p:cNvGrpSpPr/>
            <p:nvPr/>
          </p:nvGrpSpPr>
          <p:grpSpPr>
            <a:xfrm>
              <a:off x="6285253" y="2579331"/>
              <a:ext cx="687402" cy="480963"/>
              <a:chOff x="1736090" y="2893762"/>
              <a:chExt cx="565150" cy="347726"/>
            </a:xfrm>
          </p:grpSpPr>
          <p:grpSp>
            <p:nvGrpSpPr>
              <p:cNvPr id="362" name="Group 327">
                <a:extLst>
                  <a:ext uri="{FF2B5EF4-FFF2-40B4-BE49-F238E27FC236}">
                    <a16:creationId xmlns:a16="http://schemas.microsoft.com/office/drawing/2014/main" id="{838F87CD-61CF-C943-AC83-B826FFFF7A3F}"/>
                  </a:ext>
                </a:extLst>
              </p:cNvPr>
              <p:cNvGrpSpPr>
                <a:grpSpLocks/>
              </p:cNvGrpSpPr>
              <p:nvPr/>
            </p:nvGrpSpPr>
            <p:grpSpPr bwMode="auto">
              <a:xfrm>
                <a:off x="1736090" y="2893762"/>
                <a:ext cx="565150" cy="292100"/>
                <a:chOff x="1871277" y="1576300"/>
                <a:chExt cx="1128371" cy="437861"/>
              </a:xfrm>
            </p:grpSpPr>
            <p:sp>
              <p:nvSpPr>
                <p:cNvPr id="366" name="Oval 365">
                  <a:extLst>
                    <a:ext uri="{FF2B5EF4-FFF2-40B4-BE49-F238E27FC236}">
                      <a16:creationId xmlns:a16="http://schemas.microsoft.com/office/drawing/2014/main" id="{0ED521EC-D0D3-1247-B3BB-E47DF2D2F0C7}"/>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67" name="Rectangle 366">
                  <a:extLst>
                    <a:ext uri="{FF2B5EF4-FFF2-40B4-BE49-F238E27FC236}">
                      <a16:creationId xmlns:a16="http://schemas.microsoft.com/office/drawing/2014/main" id="{3F6E4DA5-C998-6F45-A49A-5B26D59B20C1}"/>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68" name="Oval 367">
                  <a:extLst>
                    <a:ext uri="{FF2B5EF4-FFF2-40B4-BE49-F238E27FC236}">
                      <a16:creationId xmlns:a16="http://schemas.microsoft.com/office/drawing/2014/main" id="{E05A0AC1-DC1A-964A-97CC-83B9E3375C59}"/>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69" name="Freeform 368">
                  <a:extLst>
                    <a:ext uri="{FF2B5EF4-FFF2-40B4-BE49-F238E27FC236}">
                      <a16:creationId xmlns:a16="http://schemas.microsoft.com/office/drawing/2014/main" id="{42E7681D-A64C-F04C-94F3-FA8697E4D3AF}"/>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70" name="Freeform 369">
                  <a:extLst>
                    <a:ext uri="{FF2B5EF4-FFF2-40B4-BE49-F238E27FC236}">
                      <a16:creationId xmlns:a16="http://schemas.microsoft.com/office/drawing/2014/main" id="{BBF48F50-0417-D740-ADB8-939BE1EA867A}"/>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71" name="Freeform 370">
                  <a:extLst>
                    <a:ext uri="{FF2B5EF4-FFF2-40B4-BE49-F238E27FC236}">
                      <a16:creationId xmlns:a16="http://schemas.microsoft.com/office/drawing/2014/main" id="{36FD4761-DA58-F74F-8F44-310BBFFE0DED}"/>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72" name="Freeform 371">
                  <a:extLst>
                    <a:ext uri="{FF2B5EF4-FFF2-40B4-BE49-F238E27FC236}">
                      <a16:creationId xmlns:a16="http://schemas.microsoft.com/office/drawing/2014/main" id="{F8DF6EB3-3D4E-344A-B8CD-29D84ECE8F7B}"/>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73" name="Straight Connector 372">
                  <a:extLst>
                    <a:ext uri="{FF2B5EF4-FFF2-40B4-BE49-F238E27FC236}">
                      <a16:creationId xmlns:a16="http://schemas.microsoft.com/office/drawing/2014/main" id="{549A5C46-56F8-A240-9B8D-EFB1D85344AA}"/>
                    </a:ext>
                  </a:extLst>
                </p:cNvPr>
                <p:cNvCxnSpPr>
                  <a:endCxn id="368"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374" name="Straight Connector 373">
                  <a:extLst>
                    <a:ext uri="{FF2B5EF4-FFF2-40B4-BE49-F238E27FC236}">
                      <a16:creationId xmlns:a16="http://schemas.microsoft.com/office/drawing/2014/main" id="{85F33945-95FF-464E-B661-0CC95E3B1DCF}"/>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363" name="Group 362">
                <a:extLst>
                  <a:ext uri="{FF2B5EF4-FFF2-40B4-BE49-F238E27FC236}">
                    <a16:creationId xmlns:a16="http://schemas.microsoft.com/office/drawing/2014/main" id="{3F98D8AA-23AB-DD4F-8F23-362741C6E1CA}"/>
                  </a:ext>
                </a:extLst>
              </p:cNvPr>
              <p:cNvGrpSpPr/>
              <p:nvPr/>
            </p:nvGrpSpPr>
            <p:grpSpPr>
              <a:xfrm>
                <a:off x="1844715" y="2907714"/>
                <a:ext cx="356365" cy="333774"/>
                <a:chOff x="741398" y="1743005"/>
                <a:chExt cx="356365" cy="333774"/>
              </a:xfrm>
            </p:grpSpPr>
            <p:sp>
              <p:nvSpPr>
                <p:cNvPr id="364" name="Oval 363">
                  <a:extLst>
                    <a:ext uri="{FF2B5EF4-FFF2-40B4-BE49-F238E27FC236}">
                      <a16:creationId xmlns:a16="http://schemas.microsoft.com/office/drawing/2014/main" id="{C4070F47-79D5-1D43-8087-8F32388338D0}"/>
                    </a:ext>
                  </a:extLst>
                </p:cNvPr>
                <p:cNvSpPr/>
                <p:nvPr/>
              </p:nvSpPr>
              <p:spPr bwMode="auto">
                <a:xfrm>
                  <a:off x="741398" y="1850752"/>
                  <a:ext cx="356365" cy="168450"/>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65" name="TextBox 364">
                  <a:extLst>
                    <a:ext uri="{FF2B5EF4-FFF2-40B4-BE49-F238E27FC236}">
                      <a16:creationId xmlns:a16="http://schemas.microsoft.com/office/drawing/2014/main" id="{7018147D-1608-E247-AF2F-0A3FA61F6872}"/>
                    </a:ext>
                  </a:extLst>
                </p:cNvPr>
                <p:cNvSpPr txBox="1"/>
                <p:nvPr/>
              </p:nvSpPr>
              <p:spPr>
                <a:xfrm>
                  <a:off x="783895" y="1743005"/>
                  <a:ext cx="278343" cy="333774"/>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Arial" charset="0"/>
                      <a:ea typeface="ＭＳ Ｐゴシック" charset="0"/>
                    </a:rPr>
                    <a:t>z</a:t>
                  </a:r>
                </a:p>
              </p:txBody>
            </p:sp>
          </p:grpSp>
        </p:grpSp>
        <p:grpSp>
          <p:nvGrpSpPr>
            <p:cNvPr id="334" name="Group 333">
              <a:extLst>
                <a:ext uri="{FF2B5EF4-FFF2-40B4-BE49-F238E27FC236}">
                  <a16:creationId xmlns:a16="http://schemas.microsoft.com/office/drawing/2014/main" id="{61A2A150-9A5E-2E46-B3B6-B8E0444FDA40}"/>
                </a:ext>
              </a:extLst>
            </p:cNvPr>
            <p:cNvGrpSpPr/>
            <p:nvPr/>
          </p:nvGrpSpPr>
          <p:grpSpPr>
            <a:xfrm>
              <a:off x="4927962" y="3152913"/>
              <a:ext cx="687402" cy="480963"/>
              <a:chOff x="1736090" y="2893762"/>
              <a:chExt cx="565150" cy="347726"/>
            </a:xfrm>
          </p:grpSpPr>
          <p:grpSp>
            <p:nvGrpSpPr>
              <p:cNvPr id="349" name="Group 327">
                <a:extLst>
                  <a:ext uri="{FF2B5EF4-FFF2-40B4-BE49-F238E27FC236}">
                    <a16:creationId xmlns:a16="http://schemas.microsoft.com/office/drawing/2014/main" id="{D9B4429C-85AB-E840-84D8-FA40FE4AAD7B}"/>
                  </a:ext>
                </a:extLst>
              </p:cNvPr>
              <p:cNvGrpSpPr>
                <a:grpSpLocks/>
              </p:cNvGrpSpPr>
              <p:nvPr/>
            </p:nvGrpSpPr>
            <p:grpSpPr bwMode="auto">
              <a:xfrm>
                <a:off x="1736090" y="2893762"/>
                <a:ext cx="565150" cy="292100"/>
                <a:chOff x="1871277" y="1576300"/>
                <a:chExt cx="1128371" cy="437861"/>
              </a:xfrm>
            </p:grpSpPr>
            <p:sp>
              <p:nvSpPr>
                <p:cNvPr id="353" name="Oval 352">
                  <a:extLst>
                    <a:ext uri="{FF2B5EF4-FFF2-40B4-BE49-F238E27FC236}">
                      <a16:creationId xmlns:a16="http://schemas.microsoft.com/office/drawing/2014/main" id="{EAB42D73-2A2D-FA4C-9CE4-AB00D07503EF}"/>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54" name="Rectangle 353">
                  <a:extLst>
                    <a:ext uri="{FF2B5EF4-FFF2-40B4-BE49-F238E27FC236}">
                      <a16:creationId xmlns:a16="http://schemas.microsoft.com/office/drawing/2014/main" id="{64BE1C9C-3344-3D42-8250-14C1226B42B2}"/>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55" name="Oval 354">
                  <a:extLst>
                    <a:ext uri="{FF2B5EF4-FFF2-40B4-BE49-F238E27FC236}">
                      <a16:creationId xmlns:a16="http://schemas.microsoft.com/office/drawing/2014/main" id="{4EA0FEC9-B172-2F49-B3E9-B131F0BBAFF3}"/>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56" name="Freeform 355">
                  <a:extLst>
                    <a:ext uri="{FF2B5EF4-FFF2-40B4-BE49-F238E27FC236}">
                      <a16:creationId xmlns:a16="http://schemas.microsoft.com/office/drawing/2014/main" id="{DB5061C7-9E8A-D046-B17E-E5570300DE1D}"/>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57" name="Freeform 356">
                  <a:extLst>
                    <a:ext uri="{FF2B5EF4-FFF2-40B4-BE49-F238E27FC236}">
                      <a16:creationId xmlns:a16="http://schemas.microsoft.com/office/drawing/2014/main" id="{62A5B80A-DD73-F74C-9F2C-58AECB292CB1}"/>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58" name="Freeform 357">
                  <a:extLst>
                    <a:ext uri="{FF2B5EF4-FFF2-40B4-BE49-F238E27FC236}">
                      <a16:creationId xmlns:a16="http://schemas.microsoft.com/office/drawing/2014/main" id="{FCD61B9F-ACCC-6247-8A0D-B092E4119A1F}"/>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59" name="Freeform 358">
                  <a:extLst>
                    <a:ext uri="{FF2B5EF4-FFF2-40B4-BE49-F238E27FC236}">
                      <a16:creationId xmlns:a16="http://schemas.microsoft.com/office/drawing/2014/main" id="{94E1C9C7-8C08-6549-B805-129570A13983}"/>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60" name="Straight Connector 359">
                  <a:extLst>
                    <a:ext uri="{FF2B5EF4-FFF2-40B4-BE49-F238E27FC236}">
                      <a16:creationId xmlns:a16="http://schemas.microsoft.com/office/drawing/2014/main" id="{A4659640-7F4B-0B49-BF24-166017C6A55C}"/>
                    </a:ext>
                  </a:extLst>
                </p:cNvPr>
                <p:cNvCxnSpPr>
                  <a:endCxn id="355"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361" name="Straight Connector 360">
                  <a:extLst>
                    <a:ext uri="{FF2B5EF4-FFF2-40B4-BE49-F238E27FC236}">
                      <a16:creationId xmlns:a16="http://schemas.microsoft.com/office/drawing/2014/main" id="{FCB37C50-EDC1-DA4D-9C1E-43EC565B4844}"/>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350" name="Group 349">
                <a:extLst>
                  <a:ext uri="{FF2B5EF4-FFF2-40B4-BE49-F238E27FC236}">
                    <a16:creationId xmlns:a16="http://schemas.microsoft.com/office/drawing/2014/main" id="{4CCC8E41-AE12-2E45-9CDA-81815FBE6A31}"/>
                  </a:ext>
                </a:extLst>
              </p:cNvPr>
              <p:cNvGrpSpPr/>
              <p:nvPr/>
            </p:nvGrpSpPr>
            <p:grpSpPr>
              <a:xfrm>
                <a:off x="1844715" y="2907714"/>
                <a:ext cx="356365" cy="333774"/>
                <a:chOff x="741398" y="1743005"/>
                <a:chExt cx="356365" cy="333774"/>
              </a:xfrm>
            </p:grpSpPr>
            <p:sp>
              <p:nvSpPr>
                <p:cNvPr id="351" name="Oval 350">
                  <a:extLst>
                    <a:ext uri="{FF2B5EF4-FFF2-40B4-BE49-F238E27FC236}">
                      <a16:creationId xmlns:a16="http://schemas.microsoft.com/office/drawing/2014/main" id="{EE9F6CD0-DD61-534F-B730-D6272896CA5F}"/>
                    </a:ext>
                  </a:extLst>
                </p:cNvPr>
                <p:cNvSpPr/>
                <p:nvPr/>
              </p:nvSpPr>
              <p:spPr bwMode="auto">
                <a:xfrm>
                  <a:off x="741398" y="1850752"/>
                  <a:ext cx="356365" cy="168450"/>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52" name="TextBox 351">
                  <a:extLst>
                    <a:ext uri="{FF2B5EF4-FFF2-40B4-BE49-F238E27FC236}">
                      <a16:creationId xmlns:a16="http://schemas.microsoft.com/office/drawing/2014/main" id="{606A2E50-67A7-944A-BFBE-007FE0561769}"/>
                    </a:ext>
                  </a:extLst>
                </p:cNvPr>
                <p:cNvSpPr txBox="1"/>
                <p:nvPr/>
              </p:nvSpPr>
              <p:spPr>
                <a:xfrm>
                  <a:off x="783895" y="1743005"/>
                  <a:ext cx="278343" cy="333774"/>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Arial" charset="0"/>
                      <a:ea typeface="ＭＳ Ｐゴシック" charset="0"/>
                    </a:rPr>
                    <a:t>y</a:t>
                  </a:r>
                </a:p>
              </p:txBody>
            </p:sp>
          </p:grpSp>
        </p:grpSp>
        <p:grpSp>
          <p:nvGrpSpPr>
            <p:cNvPr id="335" name="Group 334">
              <a:extLst>
                <a:ext uri="{FF2B5EF4-FFF2-40B4-BE49-F238E27FC236}">
                  <a16:creationId xmlns:a16="http://schemas.microsoft.com/office/drawing/2014/main" id="{197C3411-8ACC-A144-B943-909C445C648C}"/>
                </a:ext>
              </a:extLst>
            </p:cNvPr>
            <p:cNvGrpSpPr/>
            <p:nvPr/>
          </p:nvGrpSpPr>
          <p:grpSpPr>
            <a:xfrm>
              <a:off x="3337414" y="3136841"/>
              <a:ext cx="687402" cy="480963"/>
              <a:chOff x="1736090" y="2893762"/>
              <a:chExt cx="565150" cy="347726"/>
            </a:xfrm>
          </p:grpSpPr>
          <p:grpSp>
            <p:nvGrpSpPr>
              <p:cNvPr id="336" name="Group 327">
                <a:extLst>
                  <a:ext uri="{FF2B5EF4-FFF2-40B4-BE49-F238E27FC236}">
                    <a16:creationId xmlns:a16="http://schemas.microsoft.com/office/drawing/2014/main" id="{FA996CF8-59FA-CC40-ABE8-FDC6CACF059D}"/>
                  </a:ext>
                </a:extLst>
              </p:cNvPr>
              <p:cNvGrpSpPr>
                <a:grpSpLocks/>
              </p:cNvGrpSpPr>
              <p:nvPr/>
            </p:nvGrpSpPr>
            <p:grpSpPr bwMode="auto">
              <a:xfrm>
                <a:off x="1736090" y="2893762"/>
                <a:ext cx="565150" cy="292100"/>
                <a:chOff x="1871277" y="1576300"/>
                <a:chExt cx="1128371" cy="437861"/>
              </a:xfrm>
            </p:grpSpPr>
            <p:sp>
              <p:nvSpPr>
                <p:cNvPr id="340" name="Oval 339">
                  <a:extLst>
                    <a:ext uri="{FF2B5EF4-FFF2-40B4-BE49-F238E27FC236}">
                      <a16:creationId xmlns:a16="http://schemas.microsoft.com/office/drawing/2014/main" id="{22C80AE6-A280-4F4B-BB3C-510377C8C0F4}"/>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41" name="Rectangle 340">
                  <a:extLst>
                    <a:ext uri="{FF2B5EF4-FFF2-40B4-BE49-F238E27FC236}">
                      <a16:creationId xmlns:a16="http://schemas.microsoft.com/office/drawing/2014/main" id="{7A7898E7-4AEB-F249-8E1A-BB05B6E7C9A1}"/>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42" name="Oval 341">
                  <a:extLst>
                    <a:ext uri="{FF2B5EF4-FFF2-40B4-BE49-F238E27FC236}">
                      <a16:creationId xmlns:a16="http://schemas.microsoft.com/office/drawing/2014/main" id="{9F50EA59-1055-3C43-B49F-67EE49989A84}"/>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43" name="Freeform 342">
                  <a:extLst>
                    <a:ext uri="{FF2B5EF4-FFF2-40B4-BE49-F238E27FC236}">
                      <a16:creationId xmlns:a16="http://schemas.microsoft.com/office/drawing/2014/main" id="{D1F158B9-CEAB-D242-AB06-53FBCFA9D5B2}"/>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44" name="Freeform 343">
                  <a:extLst>
                    <a:ext uri="{FF2B5EF4-FFF2-40B4-BE49-F238E27FC236}">
                      <a16:creationId xmlns:a16="http://schemas.microsoft.com/office/drawing/2014/main" id="{08E9302C-A5DE-0241-BE60-AE05D920ACD3}"/>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45" name="Freeform 344">
                  <a:extLst>
                    <a:ext uri="{FF2B5EF4-FFF2-40B4-BE49-F238E27FC236}">
                      <a16:creationId xmlns:a16="http://schemas.microsoft.com/office/drawing/2014/main" id="{EAAE4EC6-E487-8A47-8AF3-2A052E995BCF}"/>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46" name="Freeform 345">
                  <a:extLst>
                    <a:ext uri="{FF2B5EF4-FFF2-40B4-BE49-F238E27FC236}">
                      <a16:creationId xmlns:a16="http://schemas.microsoft.com/office/drawing/2014/main" id="{0164778C-A0F6-7F4F-9284-7AE8E2F673FA}"/>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47" name="Straight Connector 346">
                  <a:extLst>
                    <a:ext uri="{FF2B5EF4-FFF2-40B4-BE49-F238E27FC236}">
                      <a16:creationId xmlns:a16="http://schemas.microsoft.com/office/drawing/2014/main" id="{ACED6B67-F910-AB41-9E13-0CA1E6D4BA56}"/>
                    </a:ext>
                  </a:extLst>
                </p:cNvPr>
                <p:cNvCxnSpPr>
                  <a:endCxn id="342"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348" name="Straight Connector 347">
                  <a:extLst>
                    <a:ext uri="{FF2B5EF4-FFF2-40B4-BE49-F238E27FC236}">
                      <a16:creationId xmlns:a16="http://schemas.microsoft.com/office/drawing/2014/main" id="{6F5908E8-6AF8-F24C-9B0C-EA7C236DCA30}"/>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337" name="Group 336">
                <a:extLst>
                  <a:ext uri="{FF2B5EF4-FFF2-40B4-BE49-F238E27FC236}">
                    <a16:creationId xmlns:a16="http://schemas.microsoft.com/office/drawing/2014/main" id="{FF9A239B-8694-AE47-A6A5-D2E2B19846A6}"/>
                  </a:ext>
                </a:extLst>
              </p:cNvPr>
              <p:cNvGrpSpPr/>
              <p:nvPr/>
            </p:nvGrpSpPr>
            <p:grpSpPr>
              <a:xfrm>
                <a:off x="1844715" y="2907714"/>
                <a:ext cx="356365" cy="333774"/>
                <a:chOff x="741398" y="1743005"/>
                <a:chExt cx="356365" cy="333774"/>
              </a:xfrm>
            </p:grpSpPr>
            <p:sp>
              <p:nvSpPr>
                <p:cNvPr id="338" name="Oval 337">
                  <a:extLst>
                    <a:ext uri="{FF2B5EF4-FFF2-40B4-BE49-F238E27FC236}">
                      <a16:creationId xmlns:a16="http://schemas.microsoft.com/office/drawing/2014/main" id="{2B59912B-55F6-B640-9431-9D0C0A4BCB3C}"/>
                    </a:ext>
                  </a:extLst>
                </p:cNvPr>
                <p:cNvSpPr/>
                <p:nvPr/>
              </p:nvSpPr>
              <p:spPr bwMode="auto">
                <a:xfrm>
                  <a:off x="741398" y="1850752"/>
                  <a:ext cx="356365" cy="168450"/>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39" name="TextBox 338">
                  <a:extLst>
                    <a:ext uri="{FF2B5EF4-FFF2-40B4-BE49-F238E27FC236}">
                      <a16:creationId xmlns:a16="http://schemas.microsoft.com/office/drawing/2014/main" id="{972EBFF0-B83B-E347-8110-C86DE56A7485}"/>
                    </a:ext>
                  </a:extLst>
                </p:cNvPr>
                <p:cNvSpPr txBox="1"/>
                <p:nvPr/>
              </p:nvSpPr>
              <p:spPr>
                <a:xfrm>
                  <a:off x="783895" y="1743005"/>
                  <a:ext cx="278343" cy="333774"/>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Arial" charset="0"/>
                      <a:ea typeface="ＭＳ Ｐゴシック" charset="0"/>
                    </a:rPr>
                    <a:t>x</a:t>
                  </a:r>
                </a:p>
              </p:txBody>
            </p:sp>
          </p:grpSp>
        </p:grpSp>
      </p:grpSp>
      <p:sp>
        <p:nvSpPr>
          <p:cNvPr id="3" name="Title 2">
            <a:extLst>
              <a:ext uri="{FF2B5EF4-FFF2-40B4-BE49-F238E27FC236}">
                <a16:creationId xmlns:a16="http://schemas.microsoft.com/office/drawing/2014/main" id="{FECD85E7-B9DB-9043-B7EC-8C0919E801A1}"/>
              </a:ext>
            </a:extLst>
          </p:cNvPr>
          <p:cNvSpPr>
            <a:spLocks noGrp="1"/>
          </p:cNvSpPr>
          <p:nvPr>
            <p:ph type="title"/>
          </p:nvPr>
        </p:nvSpPr>
        <p:spPr>
          <a:xfrm>
            <a:off x="838199" y="364139"/>
            <a:ext cx="10710797" cy="894622"/>
          </a:xfrm>
        </p:spPr>
        <p:txBody>
          <a:bodyPr>
            <a:normAutofit fontScale="90000"/>
          </a:bodyPr>
          <a:lstStyle/>
          <a:p>
            <a:r>
              <a:rPr lang="en-US" dirty="0"/>
              <a:t>Traffic engineering: difficult with traditional routing</a:t>
            </a:r>
          </a:p>
        </p:txBody>
      </p:sp>
      <p:sp>
        <p:nvSpPr>
          <p:cNvPr id="4" name="Slide Number Placeholder 3">
            <a:extLst>
              <a:ext uri="{FF2B5EF4-FFF2-40B4-BE49-F238E27FC236}">
                <a16:creationId xmlns:a16="http://schemas.microsoft.com/office/drawing/2014/main" id="{A8F71119-17C6-6045-B8FE-FECA68C801C0}"/>
              </a:ext>
            </a:extLst>
          </p:cNvPr>
          <p:cNvSpPr>
            <a:spLocks noGrp="1"/>
          </p:cNvSpPr>
          <p:nvPr>
            <p:ph type="sldNum" sz="quarter" idx="4"/>
          </p:nvPr>
        </p:nvSpPr>
        <p:spPr/>
        <p:txBody>
          <a:bodyPr/>
          <a:lstStyle/>
          <a:p>
            <a:r>
              <a:rPr lang="en-US" dirty="0"/>
              <a:t>Network Layer: 5-</a:t>
            </a:r>
            <a:fld id="{C4204591-24BD-A542-B9D5-F8D8A88D2FEE}" type="slidenum">
              <a:rPr lang="en-US" smtClean="0"/>
              <a:pPr/>
              <a:t>64</a:t>
            </a:fld>
            <a:endParaRPr lang="en-US" dirty="0"/>
          </a:p>
        </p:txBody>
      </p:sp>
      <p:sp>
        <p:nvSpPr>
          <p:cNvPr id="300" name="TextBox 299">
            <a:extLst>
              <a:ext uri="{FF2B5EF4-FFF2-40B4-BE49-F238E27FC236}">
                <a16:creationId xmlns:a16="http://schemas.microsoft.com/office/drawing/2014/main" id="{FA073D9B-37E7-E64E-96CA-547CD0B3CCE6}"/>
              </a:ext>
            </a:extLst>
          </p:cNvPr>
          <p:cNvSpPr txBox="1"/>
          <p:nvPr/>
        </p:nvSpPr>
        <p:spPr>
          <a:xfrm>
            <a:off x="2623386" y="4329157"/>
            <a:ext cx="7417563" cy="1384995"/>
          </a:xfrm>
          <a:prstGeom prst="rect">
            <a:avLst/>
          </a:prstGeom>
          <a:noFill/>
        </p:spPr>
        <p:txBody>
          <a:bodyPr wrap="square" rtlCol="0">
            <a:spAutoFit/>
          </a:bodyPr>
          <a:lstStyle/>
          <a:p>
            <a:r>
              <a:rPr lang="en-US" sz="2800" i="1" u="sng" dirty="0">
                <a:solidFill>
                  <a:srgbClr val="000090"/>
                </a:solidFill>
              </a:rPr>
              <a:t>Q: </a:t>
            </a:r>
            <a:r>
              <a:rPr lang="en-US" sz="2800" dirty="0"/>
              <a:t>what if network operator wants to split  u-to-z traffic along uvwz </a:t>
            </a:r>
            <a:r>
              <a:rPr lang="en-US" sz="2800" i="1" dirty="0">
                <a:solidFill>
                  <a:srgbClr val="CC0000"/>
                </a:solidFill>
              </a:rPr>
              <a:t>and</a:t>
            </a:r>
            <a:r>
              <a:rPr lang="en-US" sz="2800" dirty="0"/>
              <a:t> uxyz (load balancing)?</a:t>
            </a:r>
          </a:p>
          <a:p>
            <a:r>
              <a:rPr lang="en-US" sz="2800" i="1" u="sng" dirty="0">
                <a:solidFill>
                  <a:srgbClr val="000090"/>
                </a:solidFill>
              </a:rPr>
              <a:t>A: </a:t>
            </a:r>
            <a:r>
              <a:rPr lang="en-US" sz="2800" dirty="0"/>
              <a:t>can’t do it (or need a new routing algorithm)</a:t>
            </a:r>
          </a:p>
        </p:txBody>
      </p:sp>
      <p:grpSp>
        <p:nvGrpSpPr>
          <p:cNvPr id="301" name="Group 300">
            <a:extLst>
              <a:ext uri="{FF2B5EF4-FFF2-40B4-BE49-F238E27FC236}">
                <a16:creationId xmlns:a16="http://schemas.microsoft.com/office/drawing/2014/main" id="{5D2685C4-8AFE-C64F-82B9-C2917F255438}"/>
              </a:ext>
            </a:extLst>
          </p:cNvPr>
          <p:cNvGrpSpPr/>
          <p:nvPr/>
        </p:nvGrpSpPr>
        <p:grpSpPr>
          <a:xfrm>
            <a:off x="3389946" y="2087513"/>
            <a:ext cx="1838752" cy="1207922"/>
            <a:chOff x="1800839" y="2199110"/>
            <a:chExt cx="1838752" cy="1207922"/>
          </a:xfrm>
        </p:grpSpPr>
        <p:sp>
          <p:nvSpPr>
            <p:cNvPr id="302" name="Freeform 301">
              <a:extLst>
                <a:ext uri="{FF2B5EF4-FFF2-40B4-BE49-F238E27FC236}">
                  <a16:creationId xmlns:a16="http://schemas.microsoft.com/office/drawing/2014/main" id="{7C98F31C-E02C-894D-B8D6-652C4F3EC9FD}"/>
                </a:ext>
              </a:extLst>
            </p:cNvPr>
            <p:cNvSpPr/>
            <p:nvPr/>
          </p:nvSpPr>
          <p:spPr>
            <a:xfrm>
              <a:off x="1800839" y="2199110"/>
              <a:ext cx="1838752" cy="549777"/>
            </a:xfrm>
            <a:custGeom>
              <a:avLst/>
              <a:gdLst>
                <a:gd name="connsiteX0" fmla="*/ 0 w 1876665"/>
                <a:gd name="connsiteY0" fmla="*/ 739356 h 739356"/>
                <a:gd name="connsiteX1" fmla="*/ 985723 w 1876665"/>
                <a:gd name="connsiteY1" fmla="*/ 720399 h 739356"/>
                <a:gd name="connsiteX2" fmla="*/ 1876665 w 1876665"/>
                <a:gd name="connsiteY2" fmla="*/ 0 h 739356"/>
                <a:gd name="connsiteX0" fmla="*/ 0 w 1876665"/>
                <a:gd name="connsiteY0" fmla="*/ 739356 h 739356"/>
                <a:gd name="connsiteX1" fmla="*/ 818495 w 1876665"/>
                <a:gd name="connsiteY1" fmla="*/ 720399 h 739356"/>
                <a:gd name="connsiteX2" fmla="*/ 1876665 w 1876665"/>
                <a:gd name="connsiteY2" fmla="*/ 0 h 739356"/>
                <a:gd name="connsiteX0" fmla="*/ 0 w 1802341"/>
                <a:gd name="connsiteY0" fmla="*/ 630627 h 630627"/>
                <a:gd name="connsiteX1" fmla="*/ 818495 w 1802341"/>
                <a:gd name="connsiteY1" fmla="*/ 611670 h 630627"/>
                <a:gd name="connsiteX2" fmla="*/ 1802341 w 1802341"/>
                <a:gd name="connsiteY2" fmla="*/ 0 h 630627"/>
              </a:gdLst>
              <a:ahLst/>
              <a:cxnLst>
                <a:cxn ang="0">
                  <a:pos x="connsiteX0" y="connsiteY0"/>
                </a:cxn>
                <a:cxn ang="0">
                  <a:pos x="connsiteX1" y="connsiteY1"/>
                </a:cxn>
                <a:cxn ang="0">
                  <a:pos x="connsiteX2" y="connsiteY2"/>
                </a:cxn>
              </a:cxnLst>
              <a:rect l="l" t="t" r="r" b="b"/>
              <a:pathLst>
                <a:path w="1802341" h="630627">
                  <a:moveTo>
                    <a:pt x="0" y="630627"/>
                  </a:moveTo>
                  <a:lnTo>
                    <a:pt x="818495" y="611670"/>
                  </a:lnTo>
                  <a:lnTo>
                    <a:pt x="1802341" y="0"/>
                  </a:lnTo>
                </a:path>
              </a:pathLst>
            </a:custGeom>
            <a:ln w="50800" cmpd="sng">
              <a:solidFill>
                <a:srgbClr val="CC0000"/>
              </a:solidFill>
              <a:tailEnd type="triangle"/>
            </a:ln>
          </p:spPr>
          <p:txBody>
            <a:bodyPr rtlCol="0" anchor="ctr"/>
            <a:lstStyle/>
            <a:p>
              <a:pPr algn="ctr"/>
              <a:endParaRPr lang="en-US" dirty="0"/>
            </a:p>
          </p:txBody>
        </p:sp>
        <p:sp>
          <p:nvSpPr>
            <p:cNvPr id="303" name="Freeform 302">
              <a:extLst>
                <a:ext uri="{FF2B5EF4-FFF2-40B4-BE49-F238E27FC236}">
                  <a16:creationId xmlns:a16="http://schemas.microsoft.com/office/drawing/2014/main" id="{A72301BF-F676-BD4D-99F2-0250E62D90CF}"/>
                </a:ext>
              </a:extLst>
            </p:cNvPr>
            <p:cNvSpPr/>
            <p:nvPr/>
          </p:nvSpPr>
          <p:spPr>
            <a:xfrm flipV="1">
              <a:off x="1801588" y="2749626"/>
              <a:ext cx="1741891" cy="657406"/>
            </a:xfrm>
            <a:custGeom>
              <a:avLst/>
              <a:gdLst>
                <a:gd name="connsiteX0" fmla="*/ 0 w 1876665"/>
                <a:gd name="connsiteY0" fmla="*/ 739356 h 739356"/>
                <a:gd name="connsiteX1" fmla="*/ 985723 w 1876665"/>
                <a:gd name="connsiteY1" fmla="*/ 720399 h 739356"/>
                <a:gd name="connsiteX2" fmla="*/ 1876665 w 1876665"/>
                <a:gd name="connsiteY2" fmla="*/ 0 h 739356"/>
                <a:gd name="connsiteX0" fmla="*/ 0 w 1876665"/>
                <a:gd name="connsiteY0" fmla="*/ 739356 h 739356"/>
                <a:gd name="connsiteX1" fmla="*/ 818495 w 1876665"/>
                <a:gd name="connsiteY1" fmla="*/ 720399 h 739356"/>
                <a:gd name="connsiteX2" fmla="*/ 1876665 w 1876665"/>
                <a:gd name="connsiteY2" fmla="*/ 0 h 739356"/>
                <a:gd name="connsiteX0" fmla="*/ 0 w 1802341"/>
                <a:gd name="connsiteY0" fmla="*/ 630627 h 630627"/>
                <a:gd name="connsiteX1" fmla="*/ 818495 w 1802341"/>
                <a:gd name="connsiteY1" fmla="*/ 611670 h 630627"/>
                <a:gd name="connsiteX2" fmla="*/ 1802341 w 1802341"/>
                <a:gd name="connsiteY2" fmla="*/ 0 h 630627"/>
                <a:gd name="connsiteX0" fmla="*/ 0 w 1707398"/>
                <a:gd name="connsiteY0" fmla="*/ 754084 h 754084"/>
                <a:gd name="connsiteX1" fmla="*/ 818495 w 1707398"/>
                <a:gd name="connsiteY1" fmla="*/ 735127 h 754084"/>
                <a:gd name="connsiteX2" fmla="*/ 1707398 w 1707398"/>
                <a:gd name="connsiteY2" fmla="*/ 0 h 754084"/>
              </a:gdLst>
              <a:ahLst/>
              <a:cxnLst>
                <a:cxn ang="0">
                  <a:pos x="connsiteX0" y="connsiteY0"/>
                </a:cxn>
                <a:cxn ang="0">
                  <a:pos x="connsiteX1" y="connsiteY1"/>
                </a:cxn>
                <a:cxn ang="0">
                  <a:pos x="connsiteX2" y="connsiteY2"/>
                </a:cxn>
              </a:cxnLst>
              <a:rect l="l" t="t" r="r" b="b"/>
              <a:pathLst>
                <a:path w="1707398" h="754084">
                  <a:moveTo>
                    <a:pt x="0" y="754084"/>
                  </a:moveTo>
                  <a:lnTo>
                    <a:pt x="818495" y="735127"/>
                  </a:lnTo>
                  <a:lnTo>
                    <a:pt x="1707398" y="0"/>
                  </a:lnTo>
                </a:path>
              </a:pathLst>
            </a:custGeom>
            <a:ln w="50800" cmpd="sng">
              <a:solidFill>
                <a:srgbClr val="CC0000"/>
              </a:solidFill>
              <a:tailEnd type="triangle"/>
            </a:ln>
          </p:spPr>
          <p:txBody>
            <a:bodyPr rtlCol="0" anchor="ctr"/>
            <a:lstStyle/>
            <a:p>
              <a:pPr algn="ctr"/>
              <a:endParaRPr lang="en-US" dirty="0"/>
            </a:p>
          </p:txBody>
        </p:sp>
      </p:grpSp>
    </p:spTree>
    <p:extLst>
      <p:ext uri="{BB962C8B-B14F-4D97-AF65-F5344CB8AC3E}">
        <p14:creationId xmlns:p14="http://schemas.microsoft.com/office/powerpoint/2010/main" val="6946879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00">
                                            <p:txEl>
                                              <p:pRg st="0" end="0"/>
                                            </p:txEl>
                                          </p:spTgt>
                                        </p:tgtEl>
                                        <p:attrNameLst>
                                          <p:attrName>style.visibility</p:attrName>
                                        </p:attrNameLst>
                                      </p:cBhvr>
                                      <p:to>
                                        <p:strVal val="visible"/>
                                      </p:to>
                                    </p:set>
                                    <p:animEffect transition="in" filter="dissolve">
                                      <p:cBhvr>
                                        <p:cTn id="7" dur="500"/>
                                        <p:tgtEl>
                                          <p:spTgt spid="300">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301"/>
                                        </p:tgtEl>
                                        <p:attrNameLst>
                                          <p:attrName>style.visibility</p:attrName>
                                        </p:attrNameLst>
                                      </p:cBhvr>
                                      <p:to>
                                        <p:strVal val="visible"/>
                                      </p:to>
                                    </p:set>
                                    <p:animEffect transition="in" filter="dissolve">
                                      <p:cBhvr>
                                        <p:cTn id="10" dur="500"/>
                                        <p:tgtEl>
                                          <p:spTgt spid="301"/>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300">
                                            <p:txEl>
                                              <p:pRg st="1" end="1"/>
                                            </p:txEl>
                                          </p:spTgt>
                                        </p:tgtEl>
                                        <p:attrNameLst>
                                          <p:attrName>style.visibility</p:attrName>
                                        </p:attrNameLst>
                                      </p:cBhvr>
                                      <p:to>
                                        <p:strVal val="visible"/>
                                      </p:to>
                                    </p:set>
                                    <p:animEffect transition="in" filter="dissolve">
                                      <p:cBhvr>
                                        <p:cTn id="15" dur="500"/>
                                        <p:tgtEl>
                                          <p:spTgt spid="300">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ECD85E7-B9DB-9043-B7EC-8C0919E801A1}"/>
              </a:ext>
            </a:extLst>
          </p:cNvPr>
          <p:cNvSpPr>
            <a:spLocks noGrp="1"/>
          </p:cNvSpPr>
          <p:nvPr>
            <p:ph type="title"/>
          </p:nvPr>
        </p:nvSpPr>
        <p:spPr>
          <a:xfrm>
            <a:off x="838199" y="364139"/>
            <a:ext cx="10710797" cy="894622"/>
          </a:xfrm>
        </p:spPr>
        <p:txBody>
          <a:bodyPr>
            <a:normAutofit fontScale="90000"/>
          </a:bodyPr>
          <a:lstStyle/>
          <a:p>
            <a:r>
              <a:rPr lang="en-US" dirty="0"/>
              <a:t>Traffic engineering: difficult with traditional routing</a:t>
            </a:r>
          </a:p>
        </p:txBody>
      </p:sp>
      <p:sp>
        <p:nvSpPr>
          <p:cNvPr id="4" name="Slide Number Placeholder 3">
            <a:extLst>
              <a:ext uri="{FF2B5EF4-FFF2-40B4-BE49-F238E27FC236}">
                <a16:creationId xmlns:a16="http://schemas.microsoft.com/office/drawing/2014/main" id="{A8F71119-17C6-6045-B8FE-FECA68C801C0}"/>
              </a:ext>
            </a:extLst>
          </p:cNvPr>
          <p:cNvSpPr>
            <a:spLocks noGrp="1"/>
          </p:cNvSpPr>
          <p:nvPr>
            <p:ph type="sldNum" sz="quarter" idx="4"/>
          </p:nvPr>
        </p:nvSpPr>
        <p:spPr/>
        <p:txBody>
          <a:bodyPr/>
          <a:lstStyle/>
          <a:p>
            <a:r>
              <a:rPr lang="en-US" dirty="0"/>
              <a:t>Network Layer: 5-</a:t>
            </a:r>
            <a:fld id="{C4204591-24BD-A542-B9D5-F8D8A88D2FEE}" type="slidenum">
              <a:rPr lang="en-US" smtClean="0"/>
              <a:pPr/>
              <a:t>65</a:t>
            </a:fld>
            <a:endParaRPr lang="en-US" dirty="0"/>
          </a:p>
        </p:txBody>
      </p:sp>
      <p:sp>
        <p:nvSpPr>
          <p:cNvPr id="152" name="TextBox 151">
            <a:extLst>
              <a:ext uri="{FF2B5EF4-FFF2-40B4-BE49-F238E27FC236}">
                <a16:creationId xmlns:a16="http://schemas.microsoft.com/office/drawing/2014/main" id="{B8C4E43C-52C5-9843-9797-566EB715CE33}"/>
              </a:ext>
            </a:extLst>
          </p:cNvPr>
          <p:cNvSpPr txBox="1"/>
          <p:nvPr/>
        </p:nvSpPr>
        <p:spPr>
          <a:xfrm>
            <a:off x="1207432" y="4302204"/>
            <a:ext cx="10513513" cy="1107996"/>
          </a:xfrm>
          <a:prstGeom prst="rect">
            <a:avLst/>
          </a:prstGeom>
          <a:noFill/>
        </p:spPr>
        <p:txBody>
          <a:bodyPr wrap="square" rtlCol="0">
            <a:spAutoFit/>
          </a:bodyPr>
          <a:lstStyle/>
          <a:p>
            <a:pPr eaLnBrk="0" fontAlgn="base" hangingPunct="0">
              <a:spcBef>
                <a:spcPct val="0"/>
              </a:spcBef>
              <a:spcAft>
                <a:spcPct val="0"/>
              </a:spcAft>
            </a:pPr>
            <a:r>
              <a:rPr lang="en-US" sz="2800" i="1" u="sng" dirty="0">
                <a:solidFill>
                  <a:srgbClr val="000090"/>
                </a:solidFill>
                <a:ea typeface="ＭＳ Ｐゴシック" charset="0"/>
              </a:rPr>
              <a:t>Q: </a:t>
            </a:r>
            <a:r>
              <a:rPr lang="en-US" sz="2800" dirty="0"/>
              <a:t>what if w wants to route blue and red traffic differently from w to z?</a:t>
            </a:r>
          </a:p>
          <a:p>
            <a:pPr eaLnBrk="0" fontAlgn="base" hangingPunct="0">
              <a:spcBef>
                <a:spcPts val="1200"/>
              </a:spcBef>
              <a:spcAft>
                <a:spcPct val="0"/>
              </a:spcAft>
            </a:pPr>
            <a:r>
              <a:rPr lang="en-US" sz="2800" i="1" u="sng" dirty="0">
                <a:solidFill>
                  <a:srgbClr val="000090"/>
                </a:solidFill>
                <a:ea typeface="ＭＳ Ｐゴシック" charset="0"/>
              </a:rPr>
              <a:t>A: </a:t>
            </a:r>
            <a:r>
              <a:rPr lang="en-US" sz="2800" dirty="0"/>
              <a:t>can’t do it (with destination-based forwarding, and LS, DV routing)</a:t>
            </a:r>
            <a:endParaRPr lang="en-US" sz="2400" dirty="0">
              <a:solidFill>
                <a:srgbClr val="000000"/>
              </a:solidFill>
              <a:ea typeface="ＭＳ Ｐゴシック" charset="0"/>
            </a:endParaRPr>
          </a:p>
        </p:txBody>
      </p:sp>
      <p:grpSp>
        <p:nvGrpSpPr>
          <p:cNvPr id="297" name="Group 296">
            <a:extLst>
              <a:ext uri="{FF2B5EF4-FFF2-40B4-BE49-F238E27FC236}">
                <a16:creationId xmlns:a16="http://schemas.microsoft.com/office/drawing/2014/main" id="{A94D9CBD-C23E-8E41-A1FD-57F5454A51C2}"/>
              </a:ext>
            </a:extLst>
          </p:cNvPr>
          <p:cNvGrpSpPr/>
          <p:nvPr/>
        </p:nvGrpSpPr>
        <p:grpSpPr>
          <a:xfrm>
            <a:off x="2509218" y="1275410"/>
            <a:ext cx="6875191" cy="2404002"/>
            <a:chOff x="943464" y="1363093"/>
            <a:chExt cx="6875191" cy="2404002"/>
          </a:xfrm>
        </p:grpSpPr>
        <p:grpSp>
          <p:nvGrpSpPr>
            <p:cNvPr id="154" name="Group 1612">
              <a:extLst>
                <a:ext uri="{FF2B5EF4-FFF2-40B4-BE49-F238E27FC236}">
                  <a16:creationId xmlns:a16="http://schemas.microsoft.com/office/drawing/2014/main" id="{0BD8AB97-2D6D-9043-9508-FC2F9B50DE4C}"/>
                </a:ext>
              </a:extLst>
            </p:cNvPr>
            <p:cNvGrpSpPr>
              <a:grpSpLocks/>
            </p:cNvGrpSpPr>
            <p:nvPr/>
          </p:nvGrpSpPr>
          <p:grpSpPr bwMode="auto">
            <a:xfrm flipH="1">
              <a:off x="943464" y="2441244"/>
              <a:ext cx="855053" cy="655887"/>
              <a:chOff x="2839" y="3501"/>
              <a:chExt cx="755" cy="803"/>
            </a:xfrm>
          </p:grpSpPr>
          <p:pic>
            <p:nvPicPr>
              <p:cNvPr id="155" name="Picture 1613" descr="desktop_computer_stylized_medium">
                <a:extLst>
                  <a:ext uri="{FF2B5EF4-FFF2-40B4-BE49-F238E27FC236}">
                    <a16:creationId xmlns:a16="http://schemas.microsoft.com/office/drawing/2014/main" id="{00E6DCF3-67BA-4E41-887B-347DDF9653C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56" name="Freeform 1614">
                <a:extLst>
                  <a:ext uri="{FF2B5EF4-FFF2-40B4-BE49-F238E27FC236}">
                    <a16:creationId xmlns:a16="http://schemas.microsoft.com/office/drawing/2014/main" id="{09FB0C63-6B22-4043-96F0-FC9B82E593A2}"/>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57" name="Freeform 3">
              <a:extLst>
                <a:ext uri="{FF2B5EF4-FFF2-40B4-BE49-F238E27FC236}">
                  <a16:creationId xmlns:a16="http://schemas.microsoft.com/office/drawing/2014/main" id="{8E69ABA6-8634-5845-9434-96BFB8B841E4}"/>
                </a:ext>
              </a:extLst>
            </p:cNvPr>
            <p:cNvSpPr>
              <a:spLocks/>
            </p:cNvSpPr>
            <p:nvPr/>
          </p:nvSpPr>
          <p:spPr bwMode="auto">
            <a:xfrm>
              <a:off x="2059747" y="1363093"/>
              <a:ext cx="5142041" cy="2404002"/>
            </a:xfrm>
            <a:custGeom>
              <a:avLst/>
              <a:gdLst>
                <a:gd name="T0" fmla="*/ 0 w 2250"/>
                <a:gd name="T1" fmla="*/ 624 h 1409"/>
                <a:gd name="T2" fmla="*/ 219 w 2250"/>
                <a:gd name="T3" fmla="*/ 321 h 1409"/>
                <a:gd name="T4" fmla="*/ 529 w 2250"/>
                <a:gd name="T5" fmla="*/ 35 h 1409"/>
                <a:gd name="T6" fmla="*/ 1551 w 2250"/>
                <a:gd name="T7" fmla="*/ 111 h 1409"/>
                <a:gd name="T8" fmla="*/ 1968 w 2250"/>
                <a:gd name="T9" fmla="*/ 483 h 1409"/>
                <a:gd name="T10" fmla="*/ 2199 w 2250"/>
                <a:gd name="T11" fmla="*/ 906 h 1409"/>
                <a:gd name="T12" fmla="*/ 1659 w 2250"/>
                <a:gd name="T13" fmla="*/ 1314 h 1409"/>
                <a:gd name="T14" fmla="*/ 993 w 2250"/>
                <a:gd name="T15" fmla="*/ 1386 h 1409"/>
                <a:gd name="T16" fmla="*/ 465 w 2250"/>
                <a:gd name="T17" fmla="*/ 1356 h 1409"/>
                <a:gd name="T18" fmla="*/ 102 w 2250"/>
                <a:gd name="T19" fmla="*/ 1068 h 1409"/>
                <a:gd name="T20" fmla="*/ 0 w 2250"/>
                <a:gd name="T21" fmla="*/ 624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8" name="Freeform 4">
              <a:extLst>
                <a:ext uri="{FF2B5EF4-FFF2-40B4-BE49-F238E27FC236}">
                  <a16:creationId xmlns:a16="http://schemas.microsoft.com/office/drawing/2014/main" id="{8D497D06-6BFF-794A-BBB9-2BD260DF6FE3}"/>
                </a:ext>
              </a:extLst>
            </p:cNvPr>
            <p:cNvSpPr>
              <a:spLocks/>
            </p:cNvSpPr>
            <p:nvPr/>
          </p:nvSpPr>
          <p:spPr bwMode="auto">
            <a:xfrm>
              <a:off x="2834105" y="2267385"/>
              <a:ext cx="781590" cy="317349"/>
            </a:xfrm>
            <a:custGeom>
              <a:avLst/>
              <a:gdLst>
                <a:gd name="T0" fmla="*/ 0 w 342"/>
                <a:gd name="T1" fmla="*/ 186 h 186"/>
                <a:gd name="T2" fmla="*/ 34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9" name="Freeform 35">
              <a:extLst>
                <a:ext uri="{FF2B5EF4-FFF2-40B4-BE49-F238E27FC236}">
                  <a16:creationId xmlns:a16="http://schemas.microsoft.com/office/drawing/2014/main" id="{4365C0F0-386F-5444-A46B-58693A027568}"/>
                </a:ext>
              </a:extLst>
            </p:cNvPr>
            <p:cNvSpPr>
              <a:spLocks/>
            </p:cNvSpPr>
            <p:nvPr/>
          </p:nvSpPr>
          <p:spPr bwMode="auto">
            <a:xfrm>
              <a:off x="5254292" y="2313451"/>
              <a:ext cx="2285" cy="890624"/>
            </a:xfrm>
            <a:custGeom>
              <a:avLst/>
              <a:gdLst>
                <a:gd name="T0" fmla="*/ 0 w 1"/>
                <a:gd name="T1" fmla="*/ 0 h 522"/>
                <a:gd name="T2" fmla="*/ 0 w 1"/>
                <a:gd name="T3" fmla="*/ 522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0" name="Freeform 36">
              <a:extLst>
                <a:ext uri="{FF2B5EF4-FFF2-40B4-BE49-F238E27FC236}">
                  <a16:creationId xmlns:a16="http://schemas.microsoft.com/office/drawing/2014/main" id="{C77BBDC2-B941-6546-9C6F-9F6FE73C0C1B}"/>
                </a:ext>
              </a:extLst>
            </p:cNvPr>
            <p:cNvSpPr>
              <a:spLocks/>
            </p:cNvSpPr>
            <p:nvPr/>
          </p:nvSpPr>
          <p:spPr bwMode="auto">
            <a:xfrm>
              <a:off x="3670544" y="2323688"/>
              <a:ext cx="2285" cy="916217"/>
            </a:xfrm>
            <a:custGeom>
              <a:avLst/>
              <a:gdLst>
                <a:gd name="T0" fmla="*/ 0 w 1"/>
                <a:gd name="T1" fmla="*/ 0 h 537"/>
                <a:gd name="T2" fmla="*/ 0 w 1"/>
                <a:gd name="T3" fmla="*/ 537 h 537"/>
                <a:gd name="T4" fmla="*/ 0 60000 65536"/>
                <a:gd name="T5" fmla="*/ 0 60000 65536"/>
                <a:gd name="T6" fmla="*/ 0 w 1"/>
                <a:gd name="T7" fmla="*/ 0 h 537"/>
                <a:gd name="T8" fmla="*/ 1 w 1"/>
                <a:gd name="T9" fmla="*/ 537 h 537"/>
              </a:gdLst>
              <a:ahLst/>
              <a:cxnLst>
                <a:cxn ang="T4">
                  <a:pos x="T0" y="T1"/>
                </a:cxn>
                <a:cxn ang="T5">
                  <a:pos x="T2" y="T3"/>
                </a:cxn>
              </a:cxnLst>
              <a:rect l="T6" t="T7" r="T8" b="T9"/>
              <a:pathLst>
                <a:path w="1" h="537">
                  <a:moveTo>
                    <a:pt x="0" y="0"/>
                  </a:moveTo>
                  <a:lnTo>
                    <a:pt x="0" y="537"/>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1" name="Freeform 37">
              <a:extLst>
                <a:ext uri="{FF2B5EF4-FFF2-40B4-BE49-F238E27FC236}">
                  <a16:creationId xmlns:a16="http://schemas.microsoft.com/office/drawing/2014/main" id="{23546693-3BF2-A145-ABBB-84180074DDE1}"/>
                </a:ext>
              </a:extLst>
            </p:cNvPr>
            <p:cNvSpPr>
              <a:spLocks/>
            </p:cNvSpPr>
            <p:nvPr/>
          </p:nvSpPr>
          <p:spPr bwMode="auto">
            <a:xfrm>
              <a:off x="3736497" y="2298095"/>
              <a:ext cx="1462948" cy="1050313"/>
            </a:xfrm>
            <a:custGeom>
              <a:avLst/>
              <a:gdLst>
                <a:gd name="T0" fmla="*/ 0 w 378"/>
                <a:gd name="T1" fmla="*/ 142610238 h 174"/>
                <a:gd name="T2" fmla="*/ 8951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2" name="Freeform 38">
              <a:extLst>
                <a:ext uri="{FF2B5EF4-FFF2-40B4-BE49-F238E27FC236}">
                  <a16:creationId xmlns:a16="http://schemas.microsoft.com/office/drawing/2014/main" id="{4B108790-D860-1A40-8A30-29BC147110C8}"/>
                </a:ext>
              </a:extLst>
            </p:cNvPr>
            <p:cNvSpPr>
              <a:spLocks/>
            </p:cNvSpPr>
            <p:nvPr/>
          </p:nvSpPr>
          <p:spPr bwMode="auto">
            <a:xfrm>
              <a:off x="5292247" y="2891845"/>
              <a:ext cx="1161856" cy="455711"/>
            </a:xfrm>
            <a:custGeom>
              <a:avLst/>
              <a:gdLst>
                <a:gd name="T0" fmla="*/ 0 w 366"/>
                <a:gd name="T1" fmla="*/ 270 h 270"/>
                <a:gd name="T2" fmla="*/ 36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3" name="Freeform 39">
              <a:extLst>
                <a:ext uri="{FF2B5EF4-FFF2-40B4-BE49-F238E27FC236}">
                  <a16:creationId xmlns:a16="http://schemas.microsoft.com/office/drawing/2014/main" id="{673850FE-4FB2-384A-95A9-0192EBDCBEC4}"/>
                </a:ext>
              </a:extLst>
            </p:cNvPr>
            <p:cNvSpPr>
              <a:spLocks/>
            </p:cNvSpPr>
            <p:nvPr/>
          </p:nvSpPr>
          <p:spPr bwMode="auto">
            <a:xfrm flipV="1">
              <a:off x="4022465" y="3327268"/>
              <a:ext cx="908330" cy="45719"/>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4" name="Freeform 40">
              <a:extLst>
                <a:ext uri="{FF2B5EF4-FFF2-40B4-BE49-F238E27FC236}">
                  <a16:creationId xmlns:a16="http://schemas.microsoft.com/office/drawing/2014/main" id="{831F2C0E-017B-6F47-B699-72D1057035A7}"/>
                </a:ext>
              </a:extLst>
            </p:cNvPr>
            <p:cNvSpPr>
              <a:spLocks/>
            </p:cNvSpPr>
            <p:nvPr/>
          </p:nvSpPr>
          <p:spPr bwMode="auto">
            <a:xfrm>
              <a:off x="2710696" y="2820186"/>
              <a:ext cx="630757" cy="450430"/>
            </a:xfrm>
            <a:custGeom>
              <a:avLst/>
              <a:gdLst>
                <a:gd name="T0" fmla="*/ 276 w 276"/>
                <a:gd name="T1" fmla="*/ 264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5" name="Freeform 41">
              <a:extLst>
                <a:ext uri="{FF2B5EF4-FFF2-40B4-BE49-F238E27FC236}">
                  <a16:creationId xmlns:a16="http://schemas.microsoft.com/office/drawing/2014/main" id="{6A4B4D8E-FA05-2C41-84E8-F4C9EDC49C0D}"/>
                </a:ext>
              </a:extLst>
            </p:cNvPr>
            <p:cNvSpPr>
              <a:spLocks/>
            </p:cNvSpPr>
            <p:nvPr/>
          </p:nvSpPr>
          <p:spPr bwMode="auto">
            <a:xfrm>
              <a:off x="4047627" y="2195725"/>
              <a:ext cx="836439" cy="1706"/>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6" name="Freeform 42">
              <a:extLst>
                <a:ext uri="{FF2B5EF4-FFF2-40B4-BE49-F238E27FC236}">
                  <a16:creationId xmlns:a16="http://schemas.microsoft.com/office/drawing/2014/main" id="{918A6C29-ABC4-E04D-BD68-BEAFDF1C9DFA}"/>
                </a:ext>
              </a:extLst>
            </p:cNvPr>
            <p:cNvSpPr>
              <a:spLocks/>
            </p:cNvSpPr>
            <p:nvPr/>
          </p:nvSpPr>
          <p:spPr bwMode="auto">
            <a:xfrm>
              <a:off x="5572253" y="2248471"/>
              <a:ext cx="922986" cy="397685"/>
            </a:xfrm>
            <a:custGeom>
              <a:avLst/>
              <a:gdLst>
                <a:gd name="T0" fmla="*/ 396 w 396"/>
                <a:gd name="T1" fmla="*/ 267 h 267"/>
                <a:gd name="T2" fmla="*/ 0 w 396"/>
                <a:gd name="T3" fmla="*/ 0 h 267"/>
                <a:gd name="T4" fmla="*/ 0 60000 65536"/>
                <a:gd name="T5" fmla="*/ 0 60000 65536"/>
                <a:gd name="T6" fmla="*/ 0 w 396"/>
                <a:gd name="T7" fmla="*/ 0 h 267"/>
                <a:gd name="T8" fmla="*/ 396 w 396"/>
                <a:gd name="T9" fmla="*/ 267 h 267"/>
              </a:gdLst>
              <a:ahLst/>
              <a:cxnLst>
                <a:cxn ang="T4">
                  <a:pos x="T0" y="T1"/>
                </a:cxn>
                <a:cxn ang="T5">
                  <a:pos x="T2" y="T3"/>
                </a:cxn>
              </a:cxnLst>
              <a:rect l="T6" t="T7" r="T8" b="T9"/>
              <a:pathLst>
                <a:path w="396" h="267">
                  <a:moveTo>
                    <a:pt x="396" y="267"/>
                  </a:moveTo>
                  <a:lnTo>
                    <a:pt x="0" y="0"/>
                  </a:ln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7" name="Freeform 43">
              <a:extLst>
                <a:ext uri="{FF2B5EF4-FFF2-40B4-BE49-F238E27FC236}">
                  <a16:creationId xmlns:a16="http://schemas.microsoft.com/office/drawing/2014/main" id="{EB32E367-2118-A94D-BF00-9C13677782C2}"/>
                </a:ext>
              </a:extLst>
            </p:cNvPr>
            <p:cNvSpPr>
              <a:spLocks/>
            </p:cNvSpPr>
            <p:nvPr/>
          </p:nvSpPr>
          <p:spPr bwMode="auto">
            <a:xfrm>
              <a:off x="2580431" y="1458657"/>
              <a:ext cx="2536740" cy="1100484"/>
            </a:xfrm>
            <a:custGeom>
              <a:avLst/>
              <a:gdLst>
                <a:gd name="T0" fmla="*/ 1110 w 1110"/>
                <a:gd name="T1" fmla="*/ 342 h 645"/>
                <a:gd name="T2" fmla="*/ 0 w 1110"/>
                <a:gd name="T3" fmla="*/ 645 h 645"/>
                <a:gd name="T4" fmla="*/ 0 60000 65536"/>
                <a:gd name="T5" fmla="*/ 0 60000 65536"/>
                <a:gd name="T6" fmla="*/ 0 w 1110"/>
                <a:gd name="T7" fmla="*/ 0 h 645"/>
                <a:gd name="T8" fmla="*/ 1110 w 1110"/>
                <a:gd name="T9" fmla="*/ 645 h 645"/>
              </a:gdLst>
              <a:ahLst/>
              <a:cxnLst>
                <a:cxn ang="T4">
                  <a:pos x="T0" y="T1"/>
                </a:cxn>
                <a:cxn ang="T5">
                  <a:pos x="T2" y="T3"/>
                </a:cxn>
              </a:cxnLst>
              <a:rect l="T6" t="T7" r="T8" b="T9"/>
              <a:pathLst>
                <a:path w="1110" h="645">
                  <a:moveTo>
                    <a:pt x="1110" y="342"/>
                  </a:moveTo>
                  <a:cubicBezTo>
                    <a:pt x="1104" y="0"/>
                    <a:pt x="21" y="63"/>
                    <a:pt x="0" y="645"/>
                  </a:cubicBezTo>
                </a:path>
              </a:pathLst>
            </a:custGeom>
            <a:noFill/>
            <a:ln w="12700">
              <a:solidFill>
                <a:srgbClr val="00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8" name="Text Box 62">
              <a:extLst>
                <a:ext uri="{FF2B5EF4-FFF2-40B4-BE49-F238E27FC236}">
                  <a16:creationId xmlns:a16="http://schemas.microsoft.com/office/drawing/2014/main" id="{40CFA898-AE18-AA4C-B890-BC5A32115436}"/>
                </a:ext>
              </a:extLst>
            </p:cNvPr>
            <p:cNvSpPr txBox="1">
              <a:spLocks noChangeArrowheads="1"/>
            </p:cNvSpPr>
            <p:nvPr/>
          </p:nvSpPr>
          <p:spPr bwMode="auto">
            <a:xfrm>
              <a:off x="2822678" y="2178663"/>
              <a:ext cx="447929" cy="39412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9" name="Text Box 63">
              <a:extLst>
                <a:ext uri="{FF2B5EF4-FFF2-40B4-BE49-F238E27FC236}">
                  <a16:creationId xmlns:a16="http://schemas.microsoft.com/office/drawing/2014/main" id="{7F410C6B-8CD5-444B-B3B5-0BE3A1A00F03}"/>
                </a:ext>
              </a:extLst>
            </p:cNvPr>
            <p:cNvSpPr txBox="1">
              <a:spLocks noChangeArrowheads="1"/>
            </p:cNvSpPr>
            <p:nvPr/>
          </p:nvSpPr>
          <p:spPr bwMode="auto">
            <a:xfrm>
              <a:off x="3617981" y="2552316"/>
              <a:ext cx="447929" cy="39412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0" name="Text Box 64">
              <a:extLst>
                <a:ext uri="{FF2B5EF4-FFF2-40B4-BE49-F238E27FC236}">
                  <a16:creationId xmlns:a16="http://schemas.microsoft.com/office/drawing/2014/main" id="{E8BAF6B1-6822-6740-9788-557793FE7F01}"/>
                </a:ext>
              </a:extLst>
            </p:cNvPr>
            <p:cNvSpPr txBox="1">
              <a:spLocks noChangeArrowheads="1"/>
            </p:cNvSpPr>
            <p:nvPr/>
          </p:nvSpPr>
          <p:spPr bwMode="auto">
            <a:xfrm>
              <a:off x="2623853" y="2915732"/>
              <a:ext cx="447929" cy="39412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1" name="Text Box 65">
              <a:extLst>
                <a:ext uri="{FF2B5EF4-FFF2-40B4-BE49-F238E27FC236}">
                  <a16:creationId xmlns:a16="http://schemas.microsoft.com/office/drawing/2014/main" id="{9B6FC99A-D559-1742-9432-5A6A153482E8}"/>
                </a:ext>
              </a:extLst>
            </p:cNvPr>
            <p:cNvSpPr txBox="1">
              <a:spLocks noChangeArrowheads="1"/>
            </p:cNvSpPr>
            <p:nvPr/>
          </p:nvSpPr>
          <p:spPr bwMode="auto">
            <a:xfrm>
              <a:off x="4495556" y="2710990"/>
              <a:ext cx="447929" cy="39412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2" name="Text Box 66">
              <a:extLst>
                <a:ext uri="{FF2B5EF4-FFF2-40B4-BE49-F238E27FC236}">
                  <a16:creationId xmlns:a16="http://schemas.microsoft.com/office/drawing/2014/main" id="{F6A2F549-C6AA-564D-9B19-4C5435640D96}"/>
                </a:ext>
              </a:extLst>
            </p:cNvPr>
            <p:cNvSpPr txBox="1">
              <a:spLocks noChangeArrowheads="1"/>
            </p:cNvSpPr>
            <p:nvPr/>
          </p:nvSpPr>
          <p:spPr bwMode="auto">
            <a:xfrm>
              <a:off x="4351579" y="3314977"/>
              <a:ext cx="447929" cy="39412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3" name="Text Box 67">
              <a:extLst>
                <a:ext uri="{FF2B5EF4-FFF2-40B4-BE49-F238E27FC236}">
                  <a16:creationId xmlns:a16="http://schemas.microsoft.com/office/drawing/2014/main" id="{2DF2DEE5-DD0B-5C4A-A7A2-9E21D9EE3A18}"/>
                </a:ext>
              </a:extLst>
            </p:cNvPr>
            <p:cNvSpPr txBox="1">
              <a:spLocks noChangeArrowheads="1"/>
            </p:cNvSpPr>
            <p:nvPr/>
          </p:nvSpPr>
          <p:spPr bwMode="auto">
            <a:xfrm>
              <a:off x="5174305" y="2583027"/>
              <a:ext cx="447929" cy="39412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1</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4" name="Text Box 68">
              <a:extLst>
                <a:ext uri="{FF2B5EF4-FFF2-40B4-BE49-F238E27FC236}">
                  <a16:creationId xmlns:a16="http://schemas.microsoft.com/office/drawing/2014/main" id="{C755B828-30E8-C041-9870-4446F2CA45CA}"/>
                </a:ext>
              </a:extLst>
            </p:cNvPr>
            <p:cNvSpPr txBox="1">
              <a:spLocks noChangeArrowheads="1"/>
            </p:cNvSpPr>
            <p:nvPr/>
          </p:nvSpPr>
          <p:spPr bwMode="auto">
            <a:xfrm>
              <a:off x="5997032" y="3033458"/>
              <a:ext cx="447929" cy="39412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2</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5" name="Text Box 69">
              <a:extLst>
                <a:ext uri="{FF2B5EF4-FFF2-40B4-BE49-F238E27FC236}">
                  <a16:creationId xmlns:a16="http://schemas.microsoft.com/office/drawing/2014/main" id="{BE7844F9-45FF-334E-8175-B2939E1BB8D6}"/>
                </a:ext>
              </a:extLst>
            </p:cNvPr>
            <p:cNvSpPr txBox="1">
              <a:spLocks noChangeArrowheads="1"/>
            </p:cNvSpPr>
            <p:nvPr/>
          </p:nvSpPr>
          <p:spPr bwMode="auto">
            <a:xfrm>
              <a:off x="5935327" y="2117241"/>
              <a:ext cx="447929" cy="39412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5</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6" name="Text Box 70">
              <a:extLst>
                <a:ext uri="{FF2B5EF4-FFF2-40B4-BE49-F238E27FC236}">
                  <a16:creationId xmlns:a16="http://schemas.microsoft.com/office/drawing/2014/main" id="{4001CA90-07A9-534E-BEBA-99903C0B7D29}"/>
                </a:ext>
              </a:extLst>
            </p:cNvPr>
            <p:cNvSpPr txBox="1">
              <a:spLocks noChangeArrowheads="1"/>
            </p:cNvSpPr>
            <p:nvPr/>
          </p:nvSpPr>
          <p:spPr bwMode="auto">
            <a:xfrm>
              <a:off x="4255594" y="1861315"/>
              <a:ext cx="447929" cy="39412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3</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7" name="Text Box 71">
              <a:extLst>
                <a:ext uri="{FF2B5EF4-FFF2-40B4-BE49-F238E27FC236}">
                  <a16:creationId xmlns:a16="http://schemas.microsoft.com/office/drawing/2014/main" id="{66FFC234-ABD7-A34C-9CAA-28A69EBD05CB}"/>
                </a:ext>
              </a:extLst>
            </p:cNvPr>
            <p:cNvSpPr txBox="1">
              <a:spLocks noChangeArrowheads="1"/>
            </p:cNvSpPr>
            <p:nvPr/>
          </p:nvSpPr>
          <p:spPr bwMode="auto">
            <a:xfrm>
              <a:off x="3453435" y="1405766"/>
              <a:ext cx="447929" cy="39412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5</a:t>
              </a: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78" name="Group 1507">
              <a:extLst>
                <a:ext uri="{FF2B5EF4-FFF2-40B4-BE49-F238E27FC236}">
                  <a16:creationId xmlns:a16="http://schemas.microsoft.com/office/drawing/2014/main" id="{BDCCE051-86D6-FF44-A3CF-726B13876185}"/>
                </a:ext>
              </a:extLst>
            </p:cNvPr>
            <p:cNvGrpSpPr>
              <a:grpSpLocks/>
            </p:cNvGrpSpPr>
            <p:nvPr/>
          </p:nvGrpSpPr>
          <p:grpSpPr bwMode="auto">
            <a:xfrm>
              <a:off x="7391175" y="2426604"/>
              <a:ext cx="427480" cy="711995"/>
              <a:chOff x="4140" y="429"/>
              <a:chExt cx="1425" cy="2396"/>
            </a:xfrm>
          </p:grpSpPr>
          <p:sp>
            <p:nvSpPr>
              <p:cNvPr id="179" name="Freeform 1508">
                <a:extLst>
                  <a:ext uri="{FF2B5EF4-FFF2-40B4-BE49-F238E27FC236}">
                    <a16:creationId xmlns:a16="http://schemas.microsoft.com/office/drawing/2014/main" id="{96985BD9-1EBB-5048-A404-89C3430CE2DF}"/>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80" name="Rectangle 1509">
                <a:extLst>
                  <a:ext uri="{FF2B5EF4-FFF2-40B4-BE49-F238E27FC236}">
                    <a16:creationId xmlns:a16="http://schemas.microsoft.com/office/drawing/2014/main" id="{EBC1A6A1-C52E-B240-AA5F-AD38052E4C3A}"/>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81" name="Freeform 1510">
                <a:extLst>
                  <a:ext uri="{FF2B5EF4-FFF2-40B4-BE49-F238E27FC236}">
                    <a16:creationId xmlns:a16="http://schemas.microsoft.com/office/drawing/2014/main" id="{A55FF62B-453D-0144-8D3A-790924C62579}"/>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82" name="Freeform 1511">
                <a:extLst>
                  <a:ext uri="{FF2B5EF4-FFF2-40B4-BE49-F238E27FC236}">
                    <a16:creationId xmlns:a16="http://schemas.microsoft.com/office/drawing/2014/main" id="{09704F97-85BB-CC48-A684-04599496D92C}"/>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83" name="Rectangle 1512">
                <a:extLst>
                  <a:ext uri="{FF2B5EF4-FFF2-40B4-BE49-F238E27FC236}">
                    <a16:creationId xmlns:a16="http://schemas.microsoft.com/office/drawing/2014/main" id="{884A67DF-619B-ED4E-AC3D-21AB000470A4}"/>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84" name="Group 1513">
                <a:extLst>
                  <a:ext uri="{FF2B5EF4-FFF2-40B4-BE49-F238E27FC236}">
                    <a16:creationId xmlns:a16="http://schemas.microsoft.com/office/drawing/2014/main" id="{5BEA2F45-C020-AA43-A2F3-A46C75D266CD}"/>
                  </a:ext>
                </a:extLst>
              </p:cNvPr>
              <p:cNvGrpSpPr>
                <a:grpSpLocks/>
              </p:cNvGrpSpPr>
              <p:nvPr/>
            </p:nvGrpSpPr>
            <p:grpSpPr bwMode="auto">
              <a:xfrm>
                <a:off x="4749" y="668"/>
                <a:ext cx="581" cy="145"/>
                <a:chOff x="614" y="2568"/>
                <a:chExt cx="725" cy="139"/>
              </a:xfrm>
            </p:grpSpPr>
            <p:sp>
              <p:nvSpPr>
                <p:cNvPr id="209" name="AutoShape 1514">
                  <a:extLst>
                    <a:ext uri="{FF2B5EF4-FFF2-40B4-BE49-F238E27FC236}">
                      <a16:creationId xmlns:a16="http://schemas.microsoft.com/office/drawing/2014/main" id="{70D4B9E7-296E-0642-B673-79A2D94158A0}"/>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0" name="AutoShape 1515">
                  <a:extLst>
                    <a:ext uri="{FF2B5EF4-FFF2-40B4-BE49-F238E27FC236}">
                      <a16:creationId xmlns:a16="http://schemas.microsoft.com/office/drawing/2014/main" id="{AA93C4D3-C495-5046-A8E9-F2A7E980B28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85" name="Rectangle 1516">
                <a:extLst>
                  <a:ext uri="{FF2B5EF4-FFF2-40B4-BE49-F238E27FC236}">
                    <a16:creationId xmlns:a16="http://schemas.microsoft.com/office/drawing/2014/main" id="{D8B79EE5-423F-7444-81CA-736BD5E2A4C6}"/>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86" name="Group 1517">
                <a:extLst>
                  <a:ext uri="{FF2B5EF4-FFF2-40B4-BE49-F238E27FC236}">
                    <a16:creationId xmlns:a16="http://schemas.microsoft.com/office/drawing/2014/main" id="{37C890AE-D818-BF45-B21B-D1B6C466BFB5}"/>
                  </a:ext>
                </a:extLst>
              </p:cNvPr>
              <p:cNvGrpSpPr>
                <a:grpSpLocks/>
              </p:cNvGrpSpPr>
              <p:nvPr/>
            </p:nvGrpSpPr>
            <p:grpSpPr bwMode="auto">
              <a:xfrm>
                <a:off x="4747" y="994"/>
                <a:ext cx="581" cy="134"/>
                <a:chOff x="614" y="2568"/>
                <a:chExt cx="725" cy="139"/>
              </a:xfrm>
            </p:grpSpPr>
            <p:sp>
              <p:nvSpPr>
                <p:cNvPr id="207" name="AutoShape 1518">
                  <a:extLst>
                    <a:ext uri="{FF2B5EF4-FFF2-40B4-BE49-F238E27FC236}">
                      <a16:creationId xmlns:a16="http://schemas.microsoft.com/office/drawing/2014/main" id="{6F23D5AB-733A-5249-8006-6597617C9959}"/>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8" name="AutoShape 1519">
                  <a:extLst>
                    <a:ext uri="{FF2B5EF4-FFF2-40B4-BE49-F238E27FC236}">
                      <a16:creationId xmlns:a16="http://schemas.microsoft.com/office/drawing/2014/main" id="{57310829-30E6-DA40-B6D5-EB6E78A6A04F}"/>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87" name="Rectangle 1520">
                <a:extLst>
                  <a:ext uri="{FF2B5EF4-FFF2-40B4-BE49-F238E27FC236}">
                    <a16:creationId xmlns:a16="http://schemas.microsoft.com/office/drawing/2014/main" id="{ED536B88-CB7A-A448-873C-F9B4921A0662}"/>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88" name="Rectangle 1521">
                <a:extLst>
                  <a:ext uri="{FF2B5EF4-FFF2-40B4-BE49-F238E27FC236}">
                    <a16:creationId xmlns:a16="http://schemas.microsoft.com/office/drawing/2014/main" id="{0BD5D15A-96F4-1E43-BA8D-CA897B1ECF5F}"/>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89" name="Group 1522">
                <a:extLst>
                  <a:ext uri="{FF2B5EF4-FFF2-40B4-BE49-F238E27FC236}">
                    <a16:creationId xmlns:a16="http://schemas.microsoft.com/office/drawing/2014/main" id="{ACD0D4F4-7531-684D-BF06-52E8951CA2E6}"/>
                  </a:ext>
                </a:extLst>
              </p:cNvPr>
              <p:cNvGrpSpPr>
                <a:grpSpLocks/>
              </p:cNvGrpSpPr>
              <p:nvPr/>
            </p:nvGrpSpPr>
            <p:grpSpPr bwMode="auto">
              <a:xfrm>
                <a:off x="4735" y="1627"/>
                <a:ext cx="582" cy="151"/>
                <a:chOff x="614" y="2568"/>
                <a:chExt cx="725" cy="139"/>
              </a:xfrm>
            </p:grpSpPr>
            <p:sp>
              <p:nvSpPr>
                <p:cNvPr id="205" name="AutoShape 1523">
                  <a:extLst>
                    <a:ext uri="{FF2B5EF4-FFF2-40B4-BE49-F238E27FC236}">
                      <a16:creationId xmlns:a16="http://schemas.microsoft.com/office/drawing/2014/main" id="{37699AFB-C392-2E4A-8E48-55F40CF67BA3}"/>
                    </a:ext>
                  </a:extLst>
                </p:cNvPr>
                <p:cNvSpPr>
                  <a:spLocks noChangeArrowheads="1"/>
                </p:cNvSpPr>
                <p:nvPr/>
              </p:nvSpPr>
              <p:spPr bwMode="auto">
                <a:xfrm>
                  <a:off x="618" y="2579"/>
                  <a:ext cx="720" cy="131"/>
                </a:xfrm>
                <a:prstGeom prst="roundRect">
                  <a:avLst>
                    <a:gd name="adj" fmla="val 50000"/>
                  </a:avLst>
                </a:pr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6" name="AutoShape 1524">
                  <a:extLst>
                    <a:ext uri="{FF2B5EF4-FFF2-40B4-BE49-F238E27FC236}">
                      <a16:creationId xmlns:a16="http://schemas.microsoft.com/office/drawing/2014/main" id="{CE0317EE-B4C0-5D42-95BC-29707D2FCFDA}"/>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90" name="Freeform 1525">
                <a:extLst>
                  <a:ext uri="{FF2B5EF4-FFF2-40B4-BE49-F238E27FC236}">
                    <a16:creationId xmlns:a16="http://schemas.microsoft.com/office/drawing/2014/main" id="{58FA48BF-5BEB-3649-B255-981849965023}"/>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91" name="Group 1526">
                <a:extLst>
                  <a:ext uri="{FF2B5EF4-FFF2-40B4-BE49-F238E27FC236}">
                    <a16:creationId xmlns:a16="http://schemas.microsoft.com/office/drawing/2014/main" id="{426B7E5E-5886-A941-849E-119A9FC704E2}"/>
                  </a:ext>
                </a:extLst>
              </p:cNvPr>
              <p:cNvGrpSpPr>
                <a:grpSpLocks/>
              </p:cNvGrpSpPr>
              <p:nvPr/>
            </p:nvGrpSpPr>
            <p:grpSpPr bwMode="auto">
              <a:xfrm>
                <a:off x="4739" y="1327"/>
                <a:ext cx="582" cy="139"/>
                <a:chOff x="614" y="2568"/>
                <a:chExt cx="725" cy="139"/>
              </a:xfrm>
            </p:grpSpPr>
            <p:sp>
              <p:nvSpPr>
                <p:cNvPr id="203" name="AutoShape 1527">
                  <a:extLst>
                    <a:ext uri="{FF2B5EF4-FFF2-40B4-BE49-F238E27FC236}">
                      <a16:creationId xmlns:a16="http://schemas.microsoft.com/office/drawing/2014/main" id="{FEEE27D4-C7E7-FA4E-857E-93ABC50DDA59}"/>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4" name="AutoShape 1528">
                  <a:extLst>
                    <a:ext uri="{FF2B5EF4-FFF2-40B4-BE49-F238E27FC236}">
                      <a16:creationId xmlns:a16="http://schemas.microsoft.com/office/drawing/2014/main" id="{91BF4DF9-F566-6447-8DDA-39EFA14AC0E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92" name="Rectangle 1529">
                <a:extLst>
                  <a:ext uri="{FF2B5EF4-FFF2-40B4-BE49-F238E27FC236}">
                    <a16:creationId xmlns:a16="http://schemas.microsoft.com/office/drawing/2014/main" id="{21A34DD1-4C7B-B64E-85BE-35537CC7B92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3" name="Freeform 1530">
                <a:extLst>
                  <a:ext uri="{FF2B5EF4-FFF2-40B4-BE49-F238E27FC236}">
                    <a16:creationId xmlns:a16="http://schemas.microsoft.com/office/drawing/2014/main" id="{C603D6E1-AAFA-184D-89A9-72B6A6EAB1F6}"/>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4" name="Freeform 1531">
                <a:extLst>
                  <a:ext uri="{FF2B5EF4-FFF2-40B4-BE49-F238E27FC236}">
                    <a16:creationId xmlns:a16="http://schemas.microsoft.com/office/drawing/2014/main" id="{90AB7BB6-28E1-D445-B0FB-681F6A7E9996}"/>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40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5" name="Oval 1532">
                <a:extLst>
                  <a:ext uri="{FF2B5EF4-FFF2-40B4-BE49-F238E27FC236}">
                    <a16:creationId xmlns:a16="http://schemas.microsoft.com/office/drawing/2014/main" id="{2E3BA9CB-71B1-E146-B00D-2A6A4254EAF2}"/>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6" name="Freeform 1533">
                <a:extLst>
                  <a:ext uri="{FF2B5EF4-FFF2-40B4-BE49-F238E27FC236}">
                    <a16:creationId xmlns:a16="http://schemas.microsoft.com/office/drawing/2014/main" id="{3FBB51DC-60AC-004B-9988-DFC6F2C5E22C}"/>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7" name="AutoShape 1534">
                <a:extLst>
                  <a:ext uri="{FF2B5EF4-FFF2-40B4-BE49-F238E27FC236}">
                    <a16:creationId xmlns:a16="http://schemas.microsoft.com/office/drawing/2014/main" id="{C7D92014-93F6-FD42-B391-41AFA50F9E44}"/>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8" name="AutoShape 1535">
                <a:extLst>
                  <a:ext uri="{FF2B5EF4-FFF2-40B4-BE49-F238E27FC236}">
                    <a16:creationId xmlns:a16="http://schemas.microsoft.com/office/drawing/2014/main" id="{E1E9DDBF-EA47-9840-A949-BA74FC4701A4}"/>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9" name="Oval 1536">
                <a:extLst>
                  <a:ext uri="{FF2B5EF4-FFF2-40B4-BE49-F238E27FC236}">
                    <a16:creationId xmlns:a16="http://schemas.microsoft.com/office/drawing/2014/main" id="{0DB1E3FB-C59B-1646-8EE3-E608AB063E9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0" name="Oval 1537">
                <a:extLst>
                  <a:ext uri="{FF2B5EF4-FFF2-40B4-BE49-F238E27FC236}">
                    <a16:creationId xmlns:a16="http://schemas.microsoft.com/office/drawing/2014/main" id="{340DC864-66D1-7E49-9A72-B3F8F5C2C58E}"/>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01" name="Oval 1538">
                <a:extLst>
                  <a:ext uri="{FF2B5EF4-FFF2-40B4-BE49-F238E27FC236}">
                    <a16:creationId xmlns:a16="http://schemas.microsoft.com/office/drawing/2014/main" id="{75A0ADC4-73B5-B648-A6A2-76D3FC07A2C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2" name="Rectangle 1539">
                <a:extLst>
                  <a:ext uri="{FF2B5EF4-FFF2-40B4-BE49-F238E27FC236}">
                    <a16:creationId xmlns:a16="http://schemas.microsoft.com/office/drawing/2014/main" id="{E031E688-0428-B34F-B6AF-D877388491AC}"/>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cxnSp>
          <p:nvCxnSpPr>
            <p:cNvPr id="211" name="Straight Connector 210">
              <a:extLst>
                <a:ext uri="{FF2B5EF4-FFF2-40B4-BE49-F238E27FC236}">
                  <a16:creationId xmlns:a16="http://schemas.microsoft.com/office/drawing/2014/main" id="{FD8ABA05-7BC6-134E-9842-E13088DD5085}"/>
                </a:ext>
              </a:extLst>
            </p:cNvPr>
            <p:cNvCxnSpPr/>
            <p:nvPr/>
          </p:nvCxnSpPr>
          <p:spPr bwMode="auto">
            <a:xfrm>
              <a:off x="1682405" y="2744686"/>
              <a:ext cx="526774" cy="0"/>
            </a:xfrm>
            <a:prstGeom prst="line">
              <a:avLst/>
            </a:prstGeom>
            <a:solidFill>
              <a:srgbClr val="00CC99"/>
            </a:solidFill>
            <a:ln w="9525" cap="flat" cmpd="sng" algn="ctr">
              <a:solidFill>
                <a:srgbClr val="000000"/>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cxnSp>
          <p:nvCxnSpPr>
            <p:cNvPr id="212" name="Straight Connector 211">
              <a:extLst>
                <a:ext uri="{FF2B5EF4-FFF2-40B4-BE49-F238E27FC236}">
                  <a16:creationId xmlns:a16="http://schemas.microsoft.com/office/drawing/2014/main" id="{2972B3E4-2EF5-1C4D-BA48-9E2DBFF13DD6}"/>
                </a:ext>
              </a:extLst>
            </p:cNvPr>
            <p:cNvCxnSpPr/>
            <p:nvPr/>
          </p:nvCxnSpPr>
          <p:spPr bwMode="auto">
            <a:xfrm>
              <a:off x="6895267" y="2779855"/>
              <a:ext cx="526774" cy="0"/>
            </a:xfrm>
            <a:prstGeom prst="line">
              <a:avLst/>
            </a:prstGeom>
            <a:solidFill>
              <a:srgbClr val="00CC99"/>
            </a:solidFill>
            <a:ln w="9525" cap="flat" cmpd="sng" algn="ctr">
              <a:solidFill>
                <a:srgbClr val="000000"/>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grpSp>
          <p:nvGrpSpPr>
            <p:cNvPr id="213" name="Group 212">
              <a:extLst>
                <a:ext uri="{FF2B5EF4-FFF2-40B4-BE49-F238E27FC236}">
                  <a16:creationId xmlns:a16="http://schemas.microsoft.com/office/drawing/2014/main" id="{1B62057E-7CD5-784D-AF16-F589A9C2A126}"/>
                </a:ext>
              </a:extLst>
            </p:cNvPr>
            <p:cNvGrpSpPr/>
            <p:nvPr/>
          </p:nvGrpSpPr>
          <p:grpSpPr>
            <a:xfrm>
              <a:off x="3414626" y="1982945"/>
              <a:ext cx="687402" cy="571677"/>
              <a:chOff x="1736090" y="2893762"/>
              <a:chExt cx="565150" cy="413310"/>
            </a:xfrm>
          </p:grpSpPr>
          <p:grpSp>
            <p:nvGrpSpPr>
              <p:cNvPr id="214" name="Group 327">
                <a:extLst>
                  <a:ext uri="{FF2B5EF4-FFF2-40B4-BE49-F238E27FC236}">
                    <a16:creationId xmlns:a16="http://schemas.microsoft.com/office/drawing/2014/main" id="{93A249A5-94E0-DD46-8A08-0F2A4B828A9B}"/>
                  </a:ext>
                </a:extLst>
              </p:cNvPr>
              <p:cNvGrpSpPr>
                <a:grpSpLocks/>
              </p:cNvGrpSpPr>
              <p:nvPr/>
            </p:nvGrpSpPr>
            <p:grpSpPr bwMode="auto">
              <a:xfrm>
                <a:off x="1736090" y="2893762"/>
                <a:ext cx="565150" cy="292100"/>
                <a:chOff x="1871277" y="1576300"/>
                <a:chExt cx="1128371" cy="437861"/>
              </a:xfrm>
            </p:grpSpPr>
            <p:sp>
              <p:nvSpPr>
                <p:cNvPr id="218" name="Oval 217">
                  <a:extLst>
                    <a:ext uri="{FF2B5EF4-FFF2-40B4-BE49-F238E27FC236}">
                      <a16:creationId xmlns:a16="http://schemas.microsoft.com/office/drawing/2014/main" id="{3F2A420C-9228-DC44-8575-064D82A5F82B}"/>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219" name="Rectangle 218">
                  <a:extLst>
                    <a:ext uri="{FF2B5EF4-FFF2-40B4-BE49-F238E27FC236}">
                      <a16:creationId xmlns:a16="http://schemas.microsoft.com/office/drawing/2014/main" id="{4B0BD2B3-55EF-BC4D-99F1-1B2D1ECE76BA}"/>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20" name="Oval 219">
                  <a:extLst>
                    <a:ext uri="{FF2B5EF4-FFF2-40B4-BE49-F238E27FC236}">
                      <a16:creationId xmlns:a16="http://schemas.microsoft.com/office/drawing/2014/main" id="{41023A7C-8CE9-1142-A7AB-F6A4085CC159}"/>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221" name="Freeform 220">
                  <a:extLst>
                    <a:ext uri="{FF2B5EF4-FFF2-40B4-BE49-F238E27FC236}">
                      <a16:creationId xmlns:a16="http://schemas.microsoft.com/office/drawing/2014/main" id="{B3447922-7710-ED42-A095-3F29AAAAE27C}"/>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22" name="Freeform 221">
                  <a:extLst>
                    <a:ext uri="{FF2B5EF4-FFF2-40B4-BE49-F238E27FC236}">
                      <a16:creationId xmlns:a16="http://schemas.microsoft.com/office/drawing/2014/main" id="{B95E7BF2-F4C0-D540-BEB2-B8D00E34EC7A}"/>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23" name="Freeform 222">
                  <a:extLst>
                    <a:ext uri="{FF2B5EF4-FFF2-40B4-BE49-F238E27FC236}">
                      <a16:creationId xmlns:a16="http://schemas.microsoft.com/office/drawing/2014/main" id="{9C765D4A-55C5-3E4F-990F-F1DDDA19366B}"/>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24" name="Freeform 223">
                  <a:extLst>
                    <a:ext uri="{FF2B5EF4-FFF2-40B4-BE49-F238E27FC236}">
                      <a16:creationId xmlns:a16="http://schemas.microsoft.com/office/drawing/2014/main" id="{D0F89FFE-2A39-B248-9E77-478786D44164}"/>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225" name="Straight Connector 224">
                  <a:extLst>
                    <a:ext uri="{FF2B5EF4-FFF2-40B4-BE49-F238E27FC236}">
                      <a16:creationId xmlns:a16="http://schemas.microsoft.com/office/drawing/2014/main" id="{90ED5833-7FE8-B445-9816-C17A89B3786B}"/>
                    </a:ext>
                  </a:extLst>
                </p:cNvPr>
                <p:cNvCxnSpPr>
                  <a:endCxn id="220"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226" name="Straight Connector 225">
                  <a:extLst>
                    <a:ext uri="{FF2B5EF4-FFF2-40B4-BE49-F238E27FC236}">
                      <a16:creationId xmlns:a16="http://schemas.microsoft.com/office/drawing/2014/main" id="{B7F901BF-BDFF-904E-B0FC-6E44C7DE552B}"/>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215" name="Group 214">
                <a:extLst>
                  <a:ext uri="{FF2B5EF4-FFF2-40B4-BE49-F238E27FC236}">
                    <a16:creationId xmlns:a16="http://schemas.microsoft.com/office/drawing/2014/main" id="{69196583-C3F0-CE45-A74B-E4899AB2ED27}"/>
                  </a:ext>
                </a:extLst>
              </p:cNvPr>
              <p:cNvGrpSpPr/>
              <p:nvPr/>
            </p:nvGrpSpPr>
            <p:grpSpPr>
              <a:xfrm>
                <a:off x="1844715" y="2907714"/>
                <a:ext cx="356365" cy="399358"/>
                <a:chOff x="741398" y="1743005"/>
                <a:chExt cx="356365" cy="399358"/>
              </a:xfrm>
            </p:grpSpPr>
            <p:sp>
              <p:nvSpPr>
                <p:cNvPr id="216" name="Oval 215">
                  <a:extLst>
                    <a:ext uri="{FF2B5EF4-FFF2-40B4-BE49-F238E27FC236}">
                      <a16:creationId xmlns:a16="http://schemas.microsoft.com/office/drawing/2014/main" id="{8A4F8C42-5E86-E244-8596-BEF6A12DA5F2}"/>
                    </a:ext>
                  </a:extLst>
                </p:cNvPr>
                <p:cNvSpPr/>
                <p:nvPr/>
              </p:nvSpPr>
              <p:spPr bwMode="auto">
                <a:xfrm>
                  <a:off x="741398" y="1850752"/>
                  <a:ext cx="356365" cy="168450"/>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17" name="TextBox 216">
                  <a:extLst>
                    <a:ext uri="{FF2B5EF4-FFF2-40B4-BE49-F238E27FC236}">
                      <a16:creationId xmlns:a16="http://schemas.microsoft.com/office/drawing/2014/main" id="{E4B1ABDE-7C4C-FD4B-930B-55A7063D558B}"/>
                    </a:ext>
                  </a:extLst>
                </p:cNvPr>
                <p:cNvSpPr txBox="1"/>
                <p:nvPr/>
              </p:nvSpPr>
              <p:spPr>
                <a:xfrm>
                  <a:off x="783895" y="1743005"/>
                  <a:ext cx="288887" cy="399358"/>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Arial" charset="0"/>
                      <a:ea typeface="ＭＳ Ｐゴシック" charset="0"/>
                    </a:rPr>
                    <a:t>v</a:t>
                  </a:r>
                </a:p>
              </p:txBody>
            </p:sp>
          </p:grpSp>
        </p:grpSp>
        <p:grpSp>
          <p:nvGrpSpPr>
            <p:cNvPr id="227" name="Group 226">
              <a:extLst>
                <a:ext uri="{FF2B5EF4-FFF2-40B4-BE49-F238E27FC236}">
                  <a16:creationId xmlns:a16="http://schemas.microsoft.com/office/drawing/2014/main" id="{BB40F0D0-1681-A642-8442-C8696E3F8350}"/>
                </a:ext>
              </a:extLst>
            </p:cNvPr>
            <p:cNvGrpSpPr/>
            <p:nvPr/>
          </p:nvGrpSpPr>
          <p:grpSpPr>
            <a:xfrm>
              <a:off x="4888811" y="1979830"/>
              <a:ext cx="687402" cy="480963"/>
              <a:chOff x="1736090" y="2893762"/>
              <a:chExt cx="565150" cy="347726"/>
            </a:xfrm>
          </p:grpSpPr>
          <p:grpSp>
            <p:nvGrpSpPr>
              <p:cNvPr id="228" name="Group 327">
                <a:extLst>
                  <a:ext uri="{FF2B5EF4-FFF2-40B4-BE49-F238E27FC236}">
                    <a16:creationId xmlns:a16="http://schemas.microsoft.com/office/drawing/2014/main" id="{BBD74363-E296-CB47-97E2-38C963491948}"/>
                  </a:ext>
                </a:extLst>
              </p:cNvPr>
              <p:cNvGrpSpPr>
                <a:grpSpLocks/>
              </p:cNvGrpSpPr>
              <p:nvPr/>
            </p:nvGrpSpPr>
            <p:grpSpPr bwMode="auto">
              <a:xfrm>
                <a:off x="1736090" y="2893762"/>
                <a:ext cx="565150" cy="292100"/>
                <a:chOff x="1871277" y="1576300"/>
                <a:chExt cx="1128371" cy="437861"/>
              </a:xfrm>
            </p:grpSpPr>
            <p:sp>
              <p:nvSpPr>
                <p:cNvPr id="232" name="Oval 231">
                  <a:extLst>
                    <a:ext uri="{FF2B5EF4-FFF2-40B4-BE49-F238E27FC236}">
                      <a16:creationId xmlns:a16="http://schemas.microsoft.com/office/drawing/2014/main" id="{40A23250-28E2-4140-BD06-5BC0EF037CEF}"/>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233" name="Rectangle 232">
                  <a:extLst>
                    <a:ext uri="{FF2B5EF4-FFF2-40B4-BE49-F238E27FC236}">
                      <a16:creationId xmlns:a16="http://schemas.microsoft.com/office/drawing/2014/main" id="{F03F3BEF-3FA5-5A4F-89E4-C489D0348533}"/>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34" name="Oval 233">
                  <a:extLst>
                    <a:ext uri="{FF2B5EF4-FFF2-40B4-BE49-F238E27FC236}">
                      <a16:creationId xmlns:a16="http://schemas.microsoft.com/office/drawing/2014/main" id="{30C68CB3-9FD0-7F4C-9398-ACD7ADE72C8D}"/>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235" name="Freeform 234">
                  <a:extLst>
                    <a:ext uri="{FF2B5EF4-FFF2-40B4-BE49-F238E27FC236}">
                      <a16:creationId xmlns:a16="http://schemas.microsoft.com/office/drawing/2014/main" id="{89617952-F6E8-134F-8A66-706B8A6A1BB1}"/>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36" name="Freeform 235">
                  <a:extLst>
                    <a:ext uri="{FF2B5EF4-FFF2-40B4-BE49-F238E27FC236}">
                      <a16:creationId xmlns:a16="http://schemas.microsoft.com/office/drawing/2014/main" id="{FE82D86E-5093-454D-B8F9-E82414DE6A78}"/>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37" name="Freeform 236">
                  <a:extLst>
                    <a:ext uri="{FF2B5EF4-FFF2-40B4-BE49-F238E27FC236}">
                      <a16:creationId xmlns:a16="http://schemas.microsoft.com/office/drawing/2014/main" id="{12203A1F-D864-CF45-BE84-52982D97F8CF}"/>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38" name="Freeform 237">
                  <a:extLst>
                    <a:ext uri="{FF2B5EF4-FFF2-40B4-BE49-F238E27FC236}">
                      <a16:creationId xmlns:a16="http://schemas.microsoft.com/office/drawing/2014/main" id="{DDD0C91B-747F-1F40-BE95-2DEDEFFD28F0}"/>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239" name="Straight Connector 238">
                  <a:extLst>
                    <a:ext uri="{FF2B5EF4-FFF2-40B4-BE49-F238E27FC236}">
                      <a16:creationId xmlns:a16="http://schemas.microsoft.com/office/drawing/2014/main" id="{60855AB5-38E2-5047-94CF-F93AEDE48463}"/>
                    </a:ext>
                  </a:extLst>
                </p:cNvPr>
                <p:cNvCxnSpPr>
                  <a:endCxn id="234"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240" name="Straight Connector 239">
                  <a:extLst>
                    <a:ext uri="{FF2B5EF4-FFF2-40B4-BE49-F238E27FC236}">
                      <a16:creationId xmlns:a16="http://schemas.microsoft.com/office/drawing/2014/main" id="{E9F2AF81-8A25-1748-839B-04227AB45EBE}"/>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229" name="Group 228">
                <a:extLst>
                  <a:ext uri="{FF2B5EF4-FFF2-40B4-BE49-F238E27FC236}">
                    <a16:creationId xmlns:a16="http://schemas.microsoft.com/office/drawing/2014/main" id="{7964B355-4810-014B-A1C5-041691B6C17A}"/>
                  </a:ext>
                </a:extLst>
              </p:cNvPr>
              <p:cNvGrpSpPr/>
              <p:nvPr/>
            </p:nvGrpSpPr>
            <p:grpSpPr>
              <a:xfrm>
                <a:off x="1844715" y="2907714"/>
                <a:ext cx="378664" cy="333774"/>
                <a:chOff x="741398" y="1743005"/>
                <a:chExt cx="378664" cy="333774"/>
              </a:xfrm>
            </p:grpSpPr>
            <p:sp>
              <p:nvSpPr>
                <p:cNvPr id="230" name="Oval 229">
                  <a:extLst>
                    <a:ext uri="{FF2B5EF4-FFF2-40B4-BE49-F238E27FC236}">
                      <a16:creationId xmlns:a16="http://schemas.microsoft.com/office/drawing/2014/main" id="{214D36DA-D0EB-D543-A626-A7D40DAEB48E}"/>
                    </a:ext>
                  </a:extLst>
                </p:cNvPr>
                <p:cNvSpPr/>
                <p:nvPr/>
              </p:nvSpPr>
              <p:spPr bwMode="auto">
                <a:xfrm>
                  <a:off x="741398" y="1850752"/>
                  <a:ext cx="356365" cy="168450"/>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31" name="TextBox 230">
                  <a:extLst>
                    <a:ext uri="{FF2B5EF4-FFF2-40B4-BE49-F238E27FC236}">
                      <a16:creationId xmlns:a16="http://schemas.microsoft.com/office/drawing/2014/main" id="{9DEC418F-B51C-C844-81EE-773597B27C20}"/>
                    </a:ext>
                  </a:extLst>
                </p:cNvPr>
                <p:cNvSpPr txBox="1"/>
                <p:nvPr/>
              </p:nvSpPr>
              <p:spPr>
                <a:xfrm>
                  <a:off x="767915" y="1743005"/>
                  <a:ext cx="352147" cy="333774"/>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Arial" charset="0"/>
                      <a:ea typeface="ＭＳ Ｐゴシック" charset="0"/>
                    </a:rPr>
                    <a:t>w</a:t>
                  </a:r>
                </a:p>
              </p:txBody>
            </p:sp>
          </p:grpSp>
        </p:grpSp>
        <p:grpSp>
          <p:nvGrpSpPr>
            <p:cNvPr id="241" name="Group 240">
              <a:extLst>
                <a:ext uri="{FF2B5EF4-FFF2-40B4-BE49-F238E27FC236}">
                  <a16:creationId xmlns:a16="http://schemas.microsoft.com/office/drawing/2014/main" id="{6F7C5052-E03F-3F44-9006-7B4324064CF0}"/>
                </a:ext>
              </a:extLst>
            </p:cNvPr>
            <p:cNvGrpSpPr/>
            <p:nvPr/>
          </p:nvGrpSpPr>
          <p:grpSpPr>
            <a:xfrm>
              <a:off x="2206359" y="2517647"/>
              <a:ext cx="687402" cy="480963"/>
              <a:chOff x="1736090" y="2893762"/>
              <a:chExt cx="565150" cy="347726"/>
            </a:xfrm>
          </p:grpSpPr>
          <p:grpSp>
            <p:nvGrpSpPr>
              <p:cNvPr id="242" name="Group 327">
                <a:extLst>
                  <a:ext uri="{FF2B5EF4-FFF2-40B4-BE49-F238E27FC236}">
                    <a16:creationId xmlns:a16="http://schemas.microsoft.com/office/drawing/2014/main" id="{6FF0A418-9FF8-0142-A079-37FA364359F8}"/>
                  </a:ext>
                </a:extLst>
              </p:cNvPr>
              <p:cNvGrpSpPr>
                <a:grpSpLocks/>
              </p:cNvGrpSpPr>
              <p:nvPr/>
            </p:nvGrpSpPr>
            <p:grpSpPr bwMode="auto">
              <a:xfrm>
                <a:off x="1736090" y="2893762"/>
                <a:ext cx="565150" cy="292100"/>
                <a:chOff x="1871277" y="1576300"/>
                <a:chExt cx="1128371" cy="437861"/>
              </a:xfrm>
            </p:grpSpPr>
            <p:sp>
              <p:nvSpPr>
                <p:cNvPr id="246" name="Oval 245">
                  <a:extLst>
                    <a:ext uri="{FF2B5EF4-FFF2-40B4-BE49-F238E27FC236}">
                      <a16:creationId xmlns:a16="http://schemas.microsoft.com/office/drawing/2014/main" id="{AB990880-7418-D044-9529-416A5ED05A19}"/>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247" name="Rectangle 246">
                  <a:extLst>
                    <a:ext uri="{FF2B5EF4-FFF2-40B4-BE49-F238E27FC236}">
                      <a16:creationId xmlns:a16="http://schemas.microsoft.com/office/drawing/2014/main" id="{1D705EBC-50CA-2A42-8813-5D96DE5B1ABE}"/>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48" name="Oval 247">
                  <a:extLst>
                    <a:ext uri="{FF2B5EF4-FFF2-40B4-BE49-F238E27FC236}">
                      <a16:creationId xmlns:a16="http://schemas.microsoft.com/office/drawing/2014/main" id="{7EFB9376-B654-4543-AA2A-0DACC7370FC8}"/>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249" name="Freeform 248">
                  <a:extLst>
                    <a:ext uri="{FF2B5EF4-FFF2-40B4-BE49-F238E27FC236}">
                      <a16:creationId xmlns:a16="http://schemas.microsoft.com/office/drawing/2014/main" id="{831C19D8-CB06-A44F-90E3-1ECF60BAD47C}"/>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50" name="Freeform 249">
                  <a:extLst>
                    <a:ext uri="{FF2B5EF4-FFF2-40B4-BE49-F238E27FC236}">
                      <a16:creationId xmlns:a16="http://schemas.microsoft.com/office/drawing/2014/main" id="{81C1E223-772D-EE4D-ADE8-4A33BDBF011B}"/>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51" name="Freeform 250">
                  <a:extLst>
                    <a:ext uri="{FF2B5EF4-FFF2-40B4-BE49-F238E27FC236}">
                      <a16:creationId xmlns:a16="http://schemas.microsoft.com/office/drawing/2014/main" id="{3A21FED8-257D-4D4F-8266-417E16396504}"/>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52" name="Freeform 251">
                  <a:extLst>
                    <a:ext uri="{FF2B5EF4-FFF2-40B4-BE49-F238E27FC236}">
                      <a16:creationId xmlns:a16="http://schemas.microsoft.com/office/drawing/2014/main" id="{48608EE4-3075-7F4C-AE2B-A2C6F83CC6A4}"/>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253" name="Straight Connector 252">
                  <a:extLst>
                    <a:ext uri="{FF2B5EF4-FFF2-40B4-BE49-F238E27FC236}">
                      <a16:creationId xmlns:a16="http://schemas.microsoft.com/office/drawing/2014/main" id="{5825568B-5099-AF44-AC2F-41690811932A}"/>
                    </a:ext>
                  </a:extLst>
                </p:cNvPr>
                <p:cNvCxnSpPr>
                  <a:endCxn id="248"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254" name="Straight Connector 253">
                  <a:extLst>
                    <a:ext uri="{FF2B5EF4-FFF2-40B4-BE49-F238E27FC236}">
                      <a16:creationId xmlns:a16="http://schemas.microsoft.com/office/drawing/2014/main" id="{5F28E881-2020-0D42-B363-6D96ED5803B0}"/>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243" name="Group 242">
                <a:extLst>
                  <a:ext uri="{FF2B5EF4-FFF2-40B4-BE49-F238E27FC236}">
                    <a16:creationId xmlns:a16="http://schemas.microsoft.com/office/drawing/2014/main" id="{8942E785-C91F-D449-B979-854D754BD3E4}"/>
                  </a:ext>
                </a:extLst>
              </p:cNvPr>
              <p:cNvGrpSpPr/>
              <p:nvPr/>
            </p:nvGrpSpPr>
            <p:grpSpPr>
              <a:xfrm>
                <a:off x="1844715" y="2907714"/>
                <a:ext cx="356365" cy="333774"/>
                <a:chOff x="741398" y="1743005"/>
                <a:chExt cx="356365" cy="333774"/>
              </a:xfrm>
            </p:grpSpPr>
            <p:sp>
              <p:nvSpPr>
                <p:cNvPr id="244" name="Oval 243">
                  <a:extLst>
                    <a:ext uri="{FF2B5EF4-FFF2-40B4-BE49-F238E27FC236}">
                      <a16:creationId xmlns:a16="http://schemas.microsoft.com/office/drawing/2014/main" id="{5E94977C-1E2D-8947-8A9C-60855CC9E8D6}"/>
                    </a:ext>
                  </a:extLst>
                </p:cNvPr>
                <p:cNvSpPr/>
                <p:nvPr/>
              </p:nvSpPr>
              <p:spPr bwMode="auto">
                <a:xfrm>
                  <a:off x="741398" y="1850752"/>
                  <a:ext cx="356365" cy="168450"/>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45" name="TextBox 244">
                  <a:extLst>
                    <a:ext uri="{FF2B5EF4-FFF2-40B4-BE49-F238E27FC236}">
                      <a16:creationId xmlns:a16="http://schemas.microsoft.com/office/drawing/2014/main" id="{1B734CED-54CE-704F-AE6B-10957858188E}"/>
                    </a:ext>
                  </a:extLst>
                </p:cNvPr>
                <p:cNvSpPr txBox="1"/>
                <p:nvPr/>
              </p:nvSpPr>
              <p:spPr>
                <a:xfrm>
                  <a:off x="783895" y="1743005"/>
                  <a:ext cx="292553" cy="333774"/>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Arial" charset="0"/>
                      <a:ea typeface="ＭＳ Ｐゴシック" charset="0"/>
                    </a:rPr>
                    <a:t>u</a:t>
                  </a:r>
                </a:p>
              </p:txBody>
            </p:sp>
          </p:grpSp>
        </p:grpSp>
        <p:grpSp>
          <p:nvGrpSpPr>
            <p:cNvPr id="255" name="Group 254">
              <a:extLst>
                <a:ext uri="{FF2B5EF4-FFF2-40B4-BE49-F238E27FC236}">
                  <a16:creationId xmlns:a16="http://schemas.microsoft.com/office/drawing/2014/main" id="{C73C2842-BC87-F64D-93B6-3A74B566211B}"/>
                </a:ext>
              </a:extLst>
            </p:cNvPr>
            <p:cNvGrpSpPr/>
            <p:nvPr/>
          </p:nvGrpSpPr>
          <p:grpSpPr>
            <a:xfrm>
              <a:off x="6285253" y="2579331"/>
              <a:ext cx="687402" cy="480963"/>
              <a:chOff x="1736090" y="2893762"/>
              <a:chExt cx="565150" cy="347726"/>
            </a:xfrm>
          </p:grpSpPr>
          <p:grpSp>
            <p:nvGrpSpPr>
              <p:cNvPr id="256" name="Group 327">
                <a:extLst>
                  <a:ext uri="{FF2B5EF4-FFF2-40B4-BE49-F238E27FC236}">
                    <a16:creationId xmlns:a16="http://schemas.microsoft.com/office/drawing/2014/main" id="{DBD0C7BB-475C-C54A-A290-4C368241C8D3}"/>
                  </a:ext>
                </a:extLst>
              </p:cNvPr>
              <p:cNvGrpSpPr>
                <a:grpSpLocks/>
              </p:cNvGrpSpPr>
              <p:nvPr/>
            </p:nvGrpSpPr>
            <p:grpSpPr bwMode="auto">
              <a:xfrm>
                <a:off x="1736090" y="2893762"/>
                <a:ext cx="565150" cy="292100"/>
                <a:chOff x="1871277" y="1576300"/>
                <a:chExt cx="1128371" cy="437861"/>
              </a:xfrm>
            </p:grpSpPr>
            <p:sp>
              <p:nvSpPr>
                <p:cNvPr id="260" name="Oval 259">
                  <a:extLst>
                    <a:ext uri="{FF2B5EF4-FFF2-40B4-BE49-F238E27FC236}">
                      <a16:creationId xmlns:a16="http://schemas.microsoft.com/office/drawing/2014/main" id="{F8843434-4582-0843-9F4A-1008055D6DF2}"/>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261" name="Rectangle 260">
                  <a:extLst>
                    <a:ext uri="{FF2B5EF4-FFF2-40B4-BE49-F238E27FC236}">
                      <a16:creationId xmlns:a16="http://schemas.microsoft.com/office/drawing/2014/main" id="{A9A40BF1-CB31-E949-A261-1F2A4DFAF06C}"/>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62" name="Oval 261">
                  <a:extLst>
                    <a:ext uri="{FF2B5EF4-FFF2-40B4-BE49-F238E27FC236}">
                      <a16:creationId xmlns:a16="http://schemas.microsoft.com/office/drawing/2014/main" id="{49DC5033-E57A-E141-A201-4131DC4C631A}"/>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263" name="Freeform 262">
                  <a:extLst>
                    <a:ext uri="{FF2B5EF4-FFF2-40B4-BE49-F238E27FC236}">
                      <a16:creationId xmlns:a16="http://schemas.microsoft.com/office/drawing/2014/main" id="{0214BA56-A328-6F4F-A2BE-0749009F07CF}"/>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64" name="Freeform 263">
                  <a:extLst>
                    <a:ext uri="{FF2B5EF4-FFF2-40B4-BE49-F238E27FC236}">
                      <a16:creationId xmlns:a16="http://schemas.microsoft.com/office/drawing/2014/main" id="{C65ECECE-0DE1-EF4A-A9B8-9A0333FF13CB}"/>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65" name="Freeform 264">
                  <a:extLst>
                    <a:ext uri="{FF2B5EF4-FFF2-40B4-BE49-F238E27FC236}">
                      <a16:creationId xmlns:a16="http://schemas.microsoft.com/office/drawing/2014/main" id="{961A33AE-7BC4-964E-A16D-5F0E752527D4}"/>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66" name="Freeform 265">
                  <a:extLst>
                    <a:ext uri="{FF2B5EF4-FFF2-40B4-BE49-F238E27FC236}">
                      <a16:creationId xmlns:a16="http://schemas.microsoft.com/office/drawing/2014/main" id="{A6CC4429-65CD-1642-AECF-7C1343F2F0E2}"/>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267" name="Straight Connector 266">
                  <a:extLst>
                    <a:ext uri="{FF2B5EF4-FFF2-40B4-BE49-F238E27FC236}">
                      <a16:creationId xmlns:a16="http://schemas.microsoft.com/office/drawing/2014/main" id="{5D432486-69DB-1345-B0F3-ED8A873DCB5E}"/>
                    </a:ext>
                  </a:extLst>
                </p:cNvPr>
                <p:cNvCxnSpPr>
                  <a:endCxn id="262"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268" name="Straight Connector 267">
                  <a:extLst>
                    <a:ext uri="{FF2B5EF4-FFF2-40B4-BE49-F238E27FC236}">
                      <a16:creationId xmlns:a16="http://schemas.microsoft.com/office/drawing/2014/main" id="{E78B3E25-A5E6-7F45-A0A0-E859C35ED6B8}"/>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257" name="Group 256">
                <a:extLst>
                  <a:ext uri="{FF2B5EF4-FFF2-40B4-BE49-F238E27FC236}">
                    <a16:creationId xmlns:a16="http://schemas.microsoft.com/office/drawing/2014/main" id="{3F4386B1-C072-514B-8E42-6DBFE6D4CFE4}"/>
                  </a:ext>
                </a:extLst>
              </p:cNvPr>
              <p:cNvGrpSpPr/>
              <p:nvPr/>
            </p:nvGrpSpPr>
            <p:grpSpPr>
              <a:xfrm>
                <a:off x="1844715" y="2907714"/>
                <a:ext cx="356365" cy="333774"/>
                <a:chOff x="741398" y="1743005"/>
                <a:chExt cx="356365" cy="333774"/>
              </a:xfrm>
            </p:grpSpPr>
            <p:sp>
              <p:nvSpPr>
                <p:cNvPr id="258" name="Oval 257">
                  <a:extLst>
                    <a:ext uri="{FF2B5EF4-FFF2-40B4-BE49-F238E27FC236}">
                      <a16:creationId xmlns:a16="http://schemas.microsoft.com/office/drawing/2014/main" id="{CF8E4305-903D-2B48-9BDE-E2C9AA960E7E}"/>
                    </a:ext>
                  </a:extLst>
                </p:cNvPr>
                <p:cNvSpPr/>
                <p:nvPr/>
              </p:nvSpPr>
              <p:spPr bwMode="auto">
                <a:xfrm>
                  <a:off x="741398" y="1850752"/>
                  <a:ext cx="356365" cy="168450"/>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59" name="TextBox 258">
                  <a:extLst>
                    <a:ext uri="{FF2B5EF4-FFF2-40B4-BE49-F238E27FC236}">
                      <a16:creationId xmlns:a16="http://schemas.microsoft.com/office/drawing/2014/main" id="{6F4540FF-A271-7F4F-BBE3-820E3626E6AB}"/>
                    </a:ext>
                  </a:extLst>
                </p:cNvPr>
                <p:cNvSpPr txBox="1"/>
                <p:nvPr/>
              </p:nvSpPr>
              <p:spPr>
                <a:xfrm>
                  <a:off x="783895" y="1743005"/>
                  <a:ext cx="278343" cy="333774"/>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Arial" charset="0"/>
                      <a:ea typeface="ＭＳ Ｐゴシック" charset="0"/>
                    </a:rPr>
                    <a:t>z</a:t>
                  </a:r>
                </a:p>
              </p:txBody>
            </p:sp>
          </p:grpSp>
        </p:grpSp>
        <p:grpSp>
          <p:nvGrpSpPr>
            <p:cNvPr id="269" name="Group 268">
              <a:extLst>
                <a:ext uri="{FF2B5EF4-FFF2-40B4-BE49-F238E27FC236}">
                  <a16:creationId xmlns:a16="http://schemas.microsoft.com/office/drawing/2014/main" id="{F06FFBAB-9268-9D4B-9E0A-DCC585BF1D65}"/>
                </a:ext>
              </a:extLst>
            </p:cNvPr>
            <p:cNvGrpSpPr/>
            <p:nvPr/>
          </p:nvGrpSpPr>
          <p:grpSpPr>
            <a:xfrm>
              <a:off x="4927962" y="3152913"/>
              <a:ext cx="687402" cy="480963"/>
              <a:chOff x="1736090" y="2893762"/>
              <a:chExt cx="565150" cy="347726"/>
            </a:xfrm>
          </p:grpSpPr>
          <p:grpSp>
            <p:nvGrpSpPr>
              <p:cNvPr id="270" name="Group 327">
                <a:extLst>
                  <a:ext uri="{FF2B5EF4-FFF2-40B4-BE49-F238E27FC236}">
                    <a16:creationId xmlns:a16="http://schemas.microsoft.com/office/drawing/2014/main" id="{9E2D60CF-76F8-3843-92F3-50D9E0242799}"/>
                  </a:ext>
                </a:extLst>
              </p:cNvPr>
              <p:cNvGrpSpPr>
                <a:grpSpLocks/>
              </p:cNvGrpSpPr>
              <p:nvPr/>
            </p:nvGrpSpPr>
            <p:grpSpPr bwMode="auto">
              <a:xfrm>
                <a:off x="1736090" y="2893762"/>
                <a:ext cx="565150" cy="292100"/>
                <a:chOff x="1871277" y="1576300"/>
                <a:chExt cx="1128371" cy="437861"/>
              </a:xfrm>
            </p:grpSpPr>
            <p:sp>
              <p:nvSpPr>
                <p:cNvPr id="274" name="Oval 273">
                  <a:extLst>
                    <a:ext uri="{FF2B5EF4-FFF2-40B4-BE49-F238E27FC236}">
                      <a16:creationId xmlns:a16="http://schemas.microsoft.com/office/drawing/2014/main" id="{E2796E7A-4522-1740-9C93-D723E5BE5A12}"/>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275" name="Rectangle 274">
                  <a:extLst>
                    <a:ext uri="{FF2B5EF4-FFF2-40B4-BE49-F238E27FC236}">
                      <a16:creationId xmlns:a16="http://schemas.microsoft.com/office/drawing/2014/main" id="{57FCA721-4235-434E-9F5B-731DB7B25D92}"/>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76" name="Oval 275">
                  <a:extLst>
                    <a:ext uri="{FF2B5EF4-FFF2-40B4-BE49-F238E27FC236}">
                      <a16:creationId xmlns:a16="http://schemas.microsoft.com/office/drawing/2014/main" id="{AD3266EF-03F4-CD46-8377-C2E54F3E0AA1}"/>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277" name="Freeform 276">
                  <a:extLst>
                    <a:ext uri="{FF2B5EF4-FFF2-40B4-BE49-F238E27FC236}">
                      <a16:creationId xmlns:a16="http://schemas.microsoft.com/office/drawing/2014/main" id="{427D0060-E833-BB40-975E-DDC3D3F318F4}"/>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78" name="Freeform 277">
                  <a:extLst>
                    <a:ext uri="{FF2B5EF4-FFF2-40B4-BE49-F238E27FC236}">
                      <a16:creationId xmlns:a16="http://schemas.microsoft.com/office/drawing/2014/main" id="{27B8B9DD-0624-CC4A-9EBD-343860A97402}"/>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79" name="Freeform 278">
                  <a:extLst>
                    <a:ext uri="{FF2B5EF4-FFF2-40B4-BE49-F238E27FC236}">
                      <a16:creationId xmlns:a16="http://schemas.microsoft.com/office/drawing/2014/main" id="{46653F1B-468B-6D44-AC59-FCD05DD98609}"/>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80" name="Freeform 279">
                  <a:extLst>
                    <a:ext uri="{FF2B5EF4-FFF2-40B4-BE49-F238E27FC236}">
                      <a16:creationId xmlns:a16="http://schemas.microsoft.com/office/drawing/2014/main" id="{66341352-4465-F948-88CD-0DF7F30D5051}"/>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281" name="Straight Connector 280">
                  <a:extLst>
                    <a:ext uri="{FF2B5EF4-FFF2-40B4-BE49-F238E27FC236}">
                      <a16:creationId xmlns:a16="http://schemas.microsoft.com/office/drawing/2014/main" id="{EBAAB9DD-CF43-DE40-875C-A58E46E15251}"/>
                    </a:ext>
                  </a:extLst>
                </p:cNvPr>
                <p:cNvCxnSpPr>
                  <a:endCxn id="276"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282" name="Straight Connector 281">
                  <a:extLst>
                    <a:ext uri="{FF2B5EF4-FFF2-40B4-BE49-F238E27FC236}">
                      <a16:creationId xmlns:a16="http://schemas.microsoft.com/office/drawing/2014/main" id="{AF65CEB3-91DB-E246-AF96-E16A191475A5}"/>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271" name="Group 270">
                <a:extLst>
                  <a:ext uri="{FF2B5EF4-FFF2-40B4-BE49-F238E27FC236}">
                    <a16:creationId xmlns:a16="http://schemas.microsoft.com/office/drawing/2014/main" id="{0F61F705-7F75-D443-9776-8FCCA4C0CDE7}"/>
                  </a:ext>
                </a:extLst>
              </p:cNvPr>
              <p:cNvGrpSpPr/>
              <p:nvPr/>
            </p:nvGrpSpPr>
            <p:grpSpPr>
              <a:xfrm>
                <a:off x="1844715" y="2907714"/>
                <a:ext cx="356365" cy="333774"/>
                <a:chOff x="741398" y="1743005"/>
                <a:chExt cx="356365" cy="333774"/>
              </a:xfrm>
            </p:grpSpPr>
            <p:sp>
              <p:nvSpPr>
                <p:cNvPr id="272" name="Oval 271">
                  <a:extLst>
                    <a:ext uri="{FF2B5EF4-FFF2-40B4-BE49-F238E27FC236}">
                      <a16:creationId xmlns:a16="http://schemas.microsoft.com/office/drawing/2014/main" id="{D2E419CF-FF59-6547-A602-DC62BC454686}"/>
                    </a:ext>
                  </a:extLst>
                </p:cNvPr>
                <p:cNvSpPr/>
                <p:nvPr/>
              </p:nvSpPr>
              <p:spPr bwMode="auto">
                <a:xfrm>
                  <a:off x="741398" y="1850752"/>
                  <a:ext cx="356365" cy="168450"/>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73" name="TextBox 272">
                  <a:extLst>
                    <a:ext uri="{FF2B5EF4-FFF2-40B4-BE49-F238E27FC236}">
                      <a16:creationId xmlns:a16="http://schemas.microsoft.com/office/drawing/2014/main" id="{08FC805C-5378-7142-9D2C-F267CF6568D7}"/>
                    </a:ext>
                  </a:extLst>
                </p:cNvPr>
                <p:cNvSpPr txBox="1"/>
                <p:nvPr/>
              </p:nvSpPr>
              <p:spPr>
                <a:xfrm>
                  <a:off x="783895" y="1743005"/>
                  <a:ext cx="278343" cy="333774"/>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Arial" charset="0"/>
                      <a:ea typeface="ＭＳ Ｐゴシック" charset="0"/>
                    </a:rPr>
                    <a:t>y</a:t>
                  </a:r>
                </a:p>
              </p:txBody>
            </p:sp>
          </p:grpSp>
        </p:grpSp>
        <p:grpSp>
          <p:nvGrpSpPr>
            <p:cNvPr id="283" name="Group 282">
              <a:extLst>
                <a:ext uri="{FF2B5EF4-FFF2-40B4-BE49-F238E27FC236}">
                  <a16:creationId xmlns:a16="http://schemas.microsoft.com/office/drawing/2014/main" id="{D5092B0D-E5F5-194B-813D-67A3F6D11D28}"/>
                </a:ext>
              </a:extLst>
            </p:cNvPr>
            <p:cNvGrpSpPr/>
            <p:nvPr/>
          </p:nvGrpSpPr>
          <p:grpSpPr>
            <a:xfrm>
              <a:off x="3337414" y="3136841"/>
              <a:ext cx="687402" cy="480963"/>
              <a:chOff x="1736090" y="2893762"/>
              <a:chExt cx="565150" cy="347726"/>
            </a:xfrm>
          </p:grpSpPr>
          <p:grpSp>
            <p:nvGrpSpPr>
              <p:cNvPr id="284" name="Group 327">
                <a:extLst>
                  <a:ext uri="{FF2B5EF4-FFF2-40B4-BE49-F238E27FC236}">
                    <a16:creationId xmlns:a16="http://schemas.microsoft.com/office/drawing/2014/main" id="{CC880B25-57E8-3E49-A44B-E22B95743771}"/>
                  </a:ext>
                </a:extLst>
              </p:cNvPr>
              <p:cNvGrpSpPr>
                <a:grpSpLocks/>
              </p:cNvGrpSpPr>
              <p:nvPr/>
            </p:nvGrpSpPr>
            <p:grpSpPr bwMode="auto">
              <a:xfrm>
                <a:off x="1736090" y="2893762"/>
                <a:ext cx="565150" cy="292100"/>
                <a:chOff x="1871277" y="1576300"/>
                <a:chExt cx="1128371" cy="437861"/>
              </a:xfrm>
            </p:grpSpPr>
            <p:sp>
              <p:nvSpPr>
                <p:cNvPr id="288" name="Oval 287">
                  <a:extLst>
                    <a:ext uri="{FF2B5EF4-FFF2-40B4-BE49-F238E27FC236}">
                      <a16:creationId xmlns:a16="http://schemas.microsoft.com/office/drawing/2014/main" id="{EAEA361B-12C2-D240-B391-D3E93CE399B1}"/>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289" name="Rectangle 288">
                  <a:extLst>
                    <a:ext uri="{FF2B5EF4-FFF2-40B4-BE49-F238E27FC236}">
                      <a16:creationId xmlns:a16="http://schemas.microsoft.com/office/drawing/2014/main" id="{5DEA8AC2-81D9-1E48-B9A5-42237FF4F86E}"/>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90" name="Oval 289">
                  <a:extLst>
                    <a:ext uri="{FF2B5EF4-FFF2-40B4-BE49-F238E27FC236}">
                      <a16:creationId xmlns:a16="http://schemas.microsoft.com/office/drawing/2014/main" id="{9EA8E302-D309-3445-AF9E-77C489DDA721}"/>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291" name="Freeform 290">
                  <a:extLst>
                    <a:ext uri="{FF2B5EF4-FFF2-40B4-BE49-F238E27FC236}">
                      <a16:creationId xmlns:a16="http://schemas.microsoft.com/office/drawing/2014/main" id="{B9A89D72-61A0-1142-AF3F-FE8B2EB5433B}"/>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92" name="Freeform 291">
                  <a:extLst>
                    <a:ext uri="{FF2B5EF4-FFF2-40B4-BE49-F238E27FC236}">
                      <a16:creationId xmlns:a16="http://schemas.microsoft.com/office/drawing/2014/main" id="{66FE1286-64A8-D841-BB84-F9A16C15EC4E}"/>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93" name="Freeform 292">
                  <a:extLst>
                    <a:ext uri="{FF2B5EF4-FFF2-40B4-BE49-F238E27FC236}">
                      <a16:creationId xmlns:a16="http://schemas.microsoft.com/office/drawing/2014/main" id="{6E1013B2-FB9A-9643-A3CD-C4A3A5A083EB}"/>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94" name="Freeform 293">
                  <a:extLst>
                    <a:ext uri="{FF2B5EF4-FFF2-40B4-BE49-F238E27FC236}">
                      <a16:creationId xmlns:a16="http://schemas.microsoft.com/office/drawing/2014/main" id="{E439E20D-546B-B24F-AC7A-2BA85C329D8B}"/>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295" name="Straight Connector 294">
                  <a:extLst>
                    <a:ext uri="{FF2B5EF4-FFF2-40B4-BE49-F238E27FC236}">
                      <a16:creationId xmlns:a16="http://schemas.microsoft.com/office/drawing/2014/main" id="{7540BE15-9182-9544-A6CE-B6E1CA592097}"/>
                    </a:ext>
                  </a:extLst>
                </p:cNvPr>
                <p:cNvCxnSpPr>
                  <a:endCxn id="290"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296" name="Straight Connector 295">
                  <a:extLst>
                    <a:ext uri="{FF2B5EF4-FFF2-40B4-BE49-F238E27FC236}">
                      <a16:creationId xmlns:a16="http://schemas.microsoft.com/office/drawing/2014/main" id="{FF4B6776-17EA-2D43-9D3F-6F2BBF3C1234}"/>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285" name="Group 284">
                <a:extLst>
                  <a:ext uri="{FF2B5EF4-FFF2-40B4-BE49-F238E27FC236}">
                    <a16:creationId xmlns:a16="http://schemas.microsoft.com/office/drawing/2014/main" id="{05552A60-CDAD-BC43-B8BC-B7439F5C3402}"/>
                  </a:ext>
                </a:extLst>
              </p:cNvPr>
              <p:cNvGrpSpPr/>
              <p:nvPr/>
            </p:nvGrpSpPr>
            <p:grpSpPr>
              <a:xfrm>
                <a:off x="1844715" y="2907714"/>
                <a:ext cx="356365" cy="333774"/>
                <a:chOff x="741398" y="1743005"/>
                <a:chExt cx="356365" cy="333774"/>
              </a:xfrm>
            </p:grpSpPr>
            <p:sp>
              <p:nvSpPr>
                <p:cNvPr id="286" name="Oval 285">
                  <a:extLst>
                    <a:ext uri="{FF2B5EF4-FFF2-40B4-BE49-F238E27FC236}">
                      <a16:creationId xmlns:a16="http://schemas.microsoft.com/office/drawing/2014/main" id="{5BF2E95A-EACF-9143-B987-FD7A353ADE6F}"/>
                    </a:ext>
                  </a:extLst>
                </p:cNvPr>
                <p:cNvSpPr/>
                <p:nvPr/>
              </p:nvSpPr>
              <p:spPr bwMode="auto">
                <a:xfrm>
                  <a:off x="741398" y="1850752"/>
                  <a:ext cx="356365" cy="168450"/>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87" name="TextBox 286">
                  <a:extLst>
                    <a:ext uri="{FF2B5EF4-FFF2-40B4-BE49-F238E27FC236}">
                      <a16:creationId xmlns:a16="http://schemas.microsoft.com/office/drawing/2014/main" id="{AA2DCF6D-54DC-0A47-8B69-0F1B77FF66B0}"/>
                    </a:ext>
                  </a:extLst>
                </p:cNvPr>
                <p:cNvSpPr txBox="1"/>
                <p:nvPr/>
              </p:nvSpPr>
              <p:spPr>
                <a:xfrm>
                  <a:off x="783895" y="1743005"/>
                  <a:ext cx="278343" cy="333774"/>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Arial" charset="0"/>
                      <a:ea typeface="ＭＳ Ｐゴシック" charset="0"/>
                    </a:rPr>
                    <a:t>x</a:t>
                  </a:r>
                </a:p>
              </p:txBody>
            </p:sp>
          </p:grpSp>
        </p:grpSp>
      </p:grpSp>
      <p:sp>
        <p:nvSpPr>
          <p:cNvPr id="298" name="Freeform 297">
            <a:extLst>
              <a:ext uri="{FF2B5EF4-FFF2-40B4-BE49-F238E27FC236}">
                <a16:creationId xmlns:a16="http://schemas.microsoft.com/office/drawing/2014/main" id="{AD8B86B2-93D9-A745-9897-F855B37ADC0B}"/>
              </a:ext>
            </a:extLst>
          </p:cNvPr>
          <p:cNvSpPr/>
          <p:nvPr/>
        </p:nvSpPr>
        <p:spPr>
          <a:xfrm>
            <a:off x="3283003" y="2075675"/>
            <a:ext cx="5676290" cy="537233"/>
          </a:xfrm>
          <a:custGeom>
            <a:avLst/>
            <a:gdLst>
              <a:gd name="connsiteX0" fmla="*/ 0 w 5035463"/>
              <a:gd name="connsiteY0" fmla="*/ 551145 h 551145"/>
              <a:gd name="connsiteX1" fmla="*/ 901874 w 5035463"/>
              <a:gd name="connsiteY1" fmla="*/ 551145 h 551145"/>
              <a:gd name="connsiteX2" fmla="*/ 2329841 w 5035463"/>
              <a:gd name="connsiteY2" fmla="*/ 0 h 551145"/>
              <a:gd name="connsiteX3" fmla="*/ 3933173 w 5035463"/>
              <a:gd name="connsiteY3" fmla="*/ 12526 h 551145"/>
              <a:gd name="connsiteX4" fmla="*/ 5035463 w 5035463"/>
              <a:gd name="connsiteY4" fmla="*/ 488515 h 551145"/>
              <a:gd name="connsiteX0" fmla="*/ 0 w 5035463"/>
              <a:gd name="connsiteY0" fmla="*/ 554892 h 554892"/>
              <a:gd name="connsiteX1" fmla="*/ 901874 w 5035463"/>
              <a:gd name="connsiteY1" fmla="*/ 554892 h 554892"/>
              <a:gd name="connsiteX2" fmla="*/ 2082503 w 5035463"/>
              <a:gd name="connsiteY2" fmla="*/ 0 h 554892"/>
              <a:gd name="connsiteX3" fmla="*/ 3933173 w 5035463"/>
              <a:gd name="connsiteY3" fmla="*/ 16273 h 554892"/>
              <a:gd name="connsiteX4" fmla="*/ 5035463 w 5035463"/>
              <a:gd name="connsiteY4" fmla="*/ 492262 h 554892"/>
              <a:gd name="connsiteX0" fmla="*/ 0 w 5035463"/>
              <a:gd name="connsiteY0" fmla="*/ 554892 h 554892"/>
              <a:gd name="connsiteX1" fmla="*/ 860651 w 5035463"/>
              <a:gd name="connsiteY1" fmla="*/ 487436 h 554892"/>
              <a:gd name="connsiteX2" fmla="*/ 2082503 w 5035463"/>
              <a:gd name="connsiteY2" fmla="*/ 0 h 554892"/>
              <a:gd name="connsiteX3" fmla="*/ 3933173 w 5035463"/>
              <a:gd name="connsiteY3" fmla="*/ 16273 h 554892"/>
              <a:gd name="connsiteX4" fmla="*/ 5035463 w 5035463"/>
              <a:gd name="connsiteY4" fmla="*/ 492262 h 554892"/>
              <a:gd name="connsiteX0" fmla="*/ 0 w 5024220"/>
              <a:gd name="connsiteY0" fmla="*/ 491184 h 492262"/>
              <a:gd name="connsiteX1" fmla="*/ 849408 w 5024220"/>
              <a:gd name="connsiteY1" fmla="*/ 487436 h 492262"/>
              <a:gd name="connsiteX2" fmla="*/ 2071260 w 5024220"/>
              <a:gd name="connsiteY2" fmla="*/ 0 h 492262"/>
              <a:gd name="connsiteX3" fmla="*/ 3921930 w 5024220"/>
              <a:gd name="connsiteY3" fmla="*/ 16273 h 492262"/>
              <a:gd name="connsiteX4" fmla="*/ 5024220 w 5024220"/>
              <a:gd name="connsiteY4" fmla="*/ 492262 h 492262"/>
              <a:gd name="connsiteX0" fmla="*/ 0 w 5020472"/>
              <a:gd name="connsiteY0" fmla="*/ 479942 h 492262"/>
              <a:gd name="connsiteX1" fmla="*/ 845660 w 5020472"/>
              <a:gd name="connsiteY1" fmla="*/ 487436 h 492262"/>
              <a:gd name="connsiteX2" fmla="*/ 2067512 w 5020472"/>
              <a:gd name="connsiteY2" fmla="*/ 0 h 492262"/>
              <a:gd name="connsiteX3" fmla="*/ 3918182 w 5020472"/>
              <a:gd name="connsiteY3" fmla="*/ 16273 h 492262"/>
              <a:gd name="connsiteX4" fmla="*/ 5020472 w 5020472"/>
              <a:gd name="connsiteY4" fmla="*/ 492262 h 492262"/>
              <a:gd name="connsiteX0" fmla="*/ 0 w 5020472"/>
              <a:gd name="connsiteY0" fmla="*/ 494932 h 494932"/>
              <a:gd name="connsiteX1" fmla="*/ 845660 w 5020472"/>
              <a:gd name="connsiteY1" fmla="*/ 487436 h 494932"/>
              <a:gd name="connsiteX2" fmla="*/ 2067512 w 5020472"/>
              <a:gd name="connsiteY2" fmla="*/ 0 h 494932"/>
              <a:gd name="connsiteX3" fmla="*/ 3918182 w 5020472"/>
              <a:gd name="connsiteY3" fmla="*/ 16273 h 494932"/>
              <a:gd name="connsiteX4" fmla="*/ 5020472 w 5020472"/>
              <a:gd name="connsiteY4" fmla="*/ 492262 h 494932"/>
              <a:gd name="connsiteX0" fmla="*/ 0 w 5009229"/>
              <a:gd name="connsiteY0" fmla="*/ 479941 h 492262"/>
              <a:gd name="connsiteX1" fmla="*/ 834417 w 5009229"/>
              <a:gd name="connsiteY1" fmla="*/ 487436 h 492262"/>
              <a:gd name="connsiteX2" fmla="*/ 2056269 w 5009229"/>
              <a:gd name="connsiteY2" fmla="*/ 0 h 492262"/>
              <a:gd name="connsiteX3" fmla="*/ 3906939 w 5009229"/>
              <a:gd name="connsiteY3" fmla="*/ 16273 h 492262"/>
              <a:gd name="connsiteX4" fmla="*/ 5009229 w 5009229"/>
              <a:gd name="connsiteY4" fmla="*/ 492262 h 492262"/>
              <a:gd name="connsiteX0" fmla="*/ 0 w 5009229"/>
              <a:gd name="connsiteY0" fmla="*/ 491183 h 492262"/>
              <a:gd name="connsiteX1" fmla="*/ 834417 w 5009229"/>
              <a:gd name="connsiteY1" fmla="*/ 487436 h 492262"/>
              <a:gd name="connsiteX2" fmla="*/ 2056269 w 5009229"/>
              <a:gd name="connsiteY2" fmla="*/ 0 h 492262"/>
              <a:gd name="connsiteX3" fmla="*/ 3906939 w 5009229"/>
              <a:gd name="connsiteY3" fmla="*/ 16273 h 492262"/>
              <a:gd name="connsiteX4" fmla="*/ 5009229 w 5009229"/>
              <a:gd name="connsiteY4" fmla="*/ 492262 h 492262"/>
              <a:gd name="connsiteX0" fmla="*/ 0 w 5009229"/>
              <a:gd name="connsiteY0" fmla="*/ 519881 h 520960"/>
              <a:gd name="connsiteX1" fmla="*/ 834417 w 5009229"/>
              <a:gd name="connsiteY1" fmla="*/ 516134 h 520960"/>
              <a:gd name="connsiteX2" fmla="*/ 2056269 w 5009229"/>
              <a:gd name="connsiteY2" fmla="*/ 28698 h 520960"/>
              <a:gd name="connsiteX3" fmla="*/ 3663349 w 5009229"/>
              <a:gd name="connsiteY3" fmla="*/ 0 h 520960"/>
              <a:gd name="connsiteX4" fmla="*/ 5009229 w 5009229"/>
              <a:gd name="connsiteY4" fmla="*/ 520960 h 520960"/>
              <a:gd name="connsiteX0" fmla="*/ 0 w 4953016"/>
              <a:gd name="connsiteY0" fmla="*/ 519881 h 558436"/>
              <a:gd name="connsiteX1" fmla="*/ 834417 w 4953016"/>
              <a:gd name="connsiteY1" fmla="*/ 516134 h 558436"/>
              <a:gd name="connsiteX2" fmla="*/ 2056269 w 4953016"/>
              <a:gd name="connsiteY2" fmla="*/ 28698 h 558436"/>
              <a:gd name="connsiteX3" fmla="*/ 3663349 w 4953016"/>
              <a:gd name="connsiteY3" fmla="*/ 0 h 558436"/>
              <a:gd name="connsiteX4" fmla="*/ 4953016 w 4953016"/>
              <a:gd name="connsiteY4" fmla="*/ 558436 h 558436"/>
              <a:gd name="connsiteX0" fmla="*/ 0 w 4953016"/>
              <a:gd name="connsiteY0" fmla="*/ 519881 h 558436"/>
              <a:gd name="connsiteX1" fmla="*/ 834417 w 4953016"/>
              <a:gd name="connsiteY1" fmla="*/ 516134 h 558436"/>
              <a:gd name="connsiteX2" fmla="*/ 2056269 w 4953016"/>
              <a:gd name="connsiteY2" fmla="*/ 28698 h 558436"/>
              <a:gd name="connsiteX3" fmla="*/ 3663349 w 4953016"/>
              <a:gd name="connsiteY3" fmla="*/ 0 h 558436"/>
              <a:gd name="connsiteX4" fmla="*/ 4631805 w 4953016"/>
              <a:gd name="connsiteY4" fmla="*/ 415156 h 558436"/>
              <a:gd name="connsiteX5" fmla="*/ 4953016 w 4953016"/>
              <a:gd name="connsiteY5" fmla="*/ 558436 h 558436"/>
              <a:gd name="connsiteX0" fmla="*/ 0 w 5676291"/>
              <a:gd name="connsiteY0" fmla="*/ 519881 h 558436"/>
              <a:gd name="connsiteX1" fmla="*/ 834417 w 5676291"/>
              <a:gd name="connsiteY1" fmla="*/ 516134 h 558436"/>
              <a:gd name="connsiteX2" fmla="*/ 2056269 w 5676291"/>
              <a:gd name="connsiteY2" fmla="*/ 28698 h 558436"/>
              <a:gd name="connsiteX3" fmla="*/ 3663349 w 5676291"/>
              <a:gd name="connsiteY3" fmla="*/ 0 h 558436"/>
              <a:gd name="connsiteX4" fmla="*/ 4631805 w 5676291"/>
              <a:gd name="connsiteY4" fmla="*/ 415156 h 558436"/>
              <a:gd name="connsiteX5" fmla="*/ 5676291 w 5676291"/>
              <a:gd name="connsiteY5" fmla="*/ 558436 h 558436"/>
              <a:gd name="connsiteX0" fmla="*/ 0 w 5676291"/>
              <a:gd name="connsiteY0" fmla="*/ 519881 h 558436"/>
              <a:gd name="connsiteX1" fmla="*/ 834417 w 5676291"/>
              <a:gd name="connsiteY1" fmla="*/ 516134 h 558436"/>
              <a:gd name="connsiteX2" fmla="*/ 2056269 w 5676291"/>
              <a:gd name="connsiteY2" fmla="*/ 28698 h 558436"/>
              <a:gd name="connsiteX3" fmla="*/ 3663349 w 5676291"/>
              <a:gd name="connsiteY3" fmla="*/ 0 h 558436"/>
              <a:gd name="connsiteX4" fmla="*/ 4909124 w 5676291"/>
              <a:gd name="connsiteY4" fmla="*/ 527582 h 558436"/>
              <a:gd name="connsiteX5" fmla="*/ 5676291 w 5676291"/>
              <a:gd name="connsiteY5" fmla="*/ 558436 h 558436"/>
              <a:gd name="connsiteX0" fmla="*/ 0 w 5672543"/>
              <a:gd name="connsiteY0" fmla="*/ 519881 h 535951"/>
              <a:gd name="connsiteX1" fmla="*/ 834417 w 5672543"/>
              <a:gd name="connsiteY1" fmla="*/ 516134 h 535951"/>
              <a:gd name="connsiteX2" fmla="*/ 2056269 w 5672543"/>
              <a:gd name="connsiteY2" fmla="*/ 28698 h 535951"/>
              <a:gd name="connsiteX3" fmla="*/ 3663349 w 5672543"/>
              <a:gd name="connsiteY3" fmla="*/ 0 h 535951"/>
              <a:gd name="connsiteX4" fmla="*/ 4909124 w 5672543"/>
              <a:gd name="connsiteY4" fmla="*/ 527582 h 535951"/>
              <a:gd name="connsiteX5" fmla="*/ 5672543 w 5672543"/>
              <a:gd name="connsiteY5" fmla="*/ 535951 h 535951"/>
              <a:gd name="connsiteX0" fmla="*/ 0 w 5676290"/>
              <a:gd name="connsiteY0" fmla="*/ 519881 h 528456"/>
              <a:gd name="connsiteX1" fmla="*/ 834417 w 5676290"/>
              <a:gd name="connsiteY1" fmla="*/ 516134 h 528456"/>
              <a:gd name="connsiteX2" fmla="*/ 2056269 w 5676290"/>
              <a:gd name="connsiteY2" fmla="*/ 28698 h 528456"/>
              <a:gd name="connsiteX3" fmla="*/ 3663349 w 5676290"/>
              <a:gd name="connsiteY3" fmla="*/ 0 h 528456"/>
              <a:gd name="connsiteX4" fmla="*/ 4909124 w 5676290"/>
              <a:gd name="connsiteY4" fmla="*/ 527582 h 528456"/>
              <a:gd name="connsiteX5" fmla="*/ 5676290 w 5676290"/>
              <a:gd name="connsiteY5" fmla="*/ 528456 h 528456"/>
              <a:gd name="connsiteX0" fmla="*/ 0 w 5676290"/>
              <a:gd name="connsiteY0" fmla="*/ 519881 h 528456"/>
              <a:gd name="connsiteX1" fmla="*/ 834417 w 5676290"/>
              <a:gd name="connsiteY1" fmla="*/ 516134 h 528456"/>
              <a:gd name="connsiteX2" fmla="*/ 2052521 w 5676290"/>
              <a:gd name="connsiteY2" fmla="*/ 6213 h 528456"/>
              <a:gd name="connsiteX3" fmla="*/ 3663349 w 5676290"/>
              <a:gd name="connsiteY3" fmla="*/ 0 h 528456"/>
              <a:gd name="connsiteX4" fmla="*/ 4909124 w 5676290"/>
              <a:gd name="connsiteY4" fmla="*/ 527582 h 528456"/>
              <a:gd name="connsiteX5" fmla="*/ 5676290 w 5676290"/>
              <a:gd name="connsiteY5" fmla="*/ 528456 h 528456"/>
              <a:gd name="connsiteX0" fmla="*/ 0 w 5676290"/>
              <a:gd name="connsiteY0" fmla="*/ 528658 h 537233"/>
              <a:gd name="connsiteX1" fmla="*/ 834417 w 5676290"/>
              <a:gd name="connsiteY1" fmla="*/ 524911 h 537233"/>
              <a:gd name="connsiteX2" fmla="*/ 2052521 w 5676290"/>
              <a:gd name="connsiteY2" fmla="*/ 0 h 537233"/>
              <a:gd name="connsiteX3" fmla="*/ 3663349 w 5676290"/>
              <a:gd name="connsiteY3" fmla="*/ 8777 h 537233"/>
              <a:gd name="connsiteX4" fmla="*/ 4909124 w 5676290"/>
              <a:gd name="connsiteY4" fmla="*/ 536359 h 537233"/>
              <a:gd name="connsiteX5" fmla="*/ 5676290 w 5676290"/>
              <a:gd name="connsiteY5" fmla="*/ 537233 h 537233"/>
              <a:gd name="connsiteX0" fmla="*/ 0 w 5676290"/>
              <a:gd name="connsiteY0" fmla="*/ 528658 h 537233"/>
              <a:gd name="connsiteX1" fmla="*/ 834417 w 5676290"/>
              <a:gd name="connsiteY1" fmla="*/ 524911 h 537233"/>
              <a:gd name="connsiteX2" fmla="*/ 2052521 w 5676290"/>
              <a:gd name="connsiteY2" fmla="*/ 0 h 537233"/>
              <a:gd name="connsiteX3" fmla="*/ 3637117 w 5676290"/>
              <a:gd name="connsiteY3" fmla="*/ 1282 h 537233"/>
              <a:gd name="connsiteX4" fmla="*/ 4909124 w 5676290"/>
              <a:gd name="connsiteY4" fmla="*/ 536359 h 537233"/>
              <a:gd name="connsiteX5" fmla="*/ 5676290 w 5676290"/>
              <a:gd name="connsiteY5" fmla="*/ 537233 h 537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76290" h="537233">
                <a:moveTo>
                  <a:pt x="0" y="528658"/>
                </a:moveTo>
                <a:lnTo>
                  <a:pt x="834417" y="524911"/>
                </a:lnTo>
                <a:lnTo>
                  <a:pt x="2052521" y="0"/>
                </a:lnTo>
                <a:lnTo>
                  <a:pt x="3637117" y="1282"/>
                </a:lnTo>
                <a:lnTo>
                  <a:pt x="4909124" y="536359"/>
                </a:lnTo>
                <a:lnTo>
                  <a:pt x="5676290" y="537233"/>
                </a:lnTo>
              </a:path>
            </a:pathLst>
          </a:custGeom>
          <a:noFill/>
          <a:ln w="5715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9" name="Freeform 298">
            <a:extLst>
              <a:ext uri="{FF2B5EF4-FFF2-40B4-BE49-F238E27FC236}">
                <a16:creationId xmlns:a16="http://schemas.microsoft.com/office/drawing/2014/main" id="{5B662D9B-5836-4A49-AEF3-3844A1A658DF}"/>
              </a:ext>
            </a:extLst>
          </p:cNvPr>
          <p:cNvSpPr/>
          <p:nvPr/>
        </p:nvSpPr>
        <p:spPr>
          <a:xfrm>
            <a:off x="5246494" y="2202412"/>
            <a:ext cx="3684951" cy="1712667"/>
          </a:xfrm>
          <a:custGeom>
            <a:avLst/>
            <a:gdLst>
              <a:gd name="connsiteX0" fmla="*/ 0 w 3494761"/>
              <a:gd name="connsiteY0" fmla="*/ 1202498 h 1202498"/>
              <a:gd name="connsiteX1" fmla="*/ 1415441 w 3494761"/>
              <a:gd name="connsiteY1" fmla="*/ 0 h 1202498"/>
              <a:gd name="connsiteX2" fmla="*/ 1427967 w 3494761"/>
              <a:gd name="connsiteY2" fmla="*/ 1027134 h 1202498"/>
              <a:gd name="connsiteX3" fmla="*/ 2793304 w 3494761"/>
              <a:gd name="connsiteY3" fmla="*/ 538619 h 1202498"/>
              <a:gd name="connsiteX4" fmla="*/ 3494761 w 3494761"/>
              <a:gd name="connsiteY4" fmla="*/ 551145 h 1202498"/>
              <a:gd name="connsiteX0" fmla="*/ 0 w 3494761"/>
              <a:gd name="connsiteY0" fmla="*/ 1202498 h 1202498"/>
              <a:gd name="connsiteX1" fmla="*/ 1415441 w 3494761"/>
              <a:gd name="connsiteY1" fmla="*/ 0 h 1202498"/>
              <a:gd name="connsiteX2" fmla="*/ 1490597 w 3494761"/>
              <a:gd name="connsiteY2" fmla="*/ 1102290 h 1202498"/>
              <a:gd name="connsiteX3" fmla="*/ 2793304 w 3494761"/>
              <a:gd name="connsiteY3" fmla="*/ 538619 h 1202498"/>
              <a:gd name="connsiteX4" fmla="*/ 3494761 w 3494761"/>
              <a:gd name="connsiteY4" fmla="*/ 551145 h 1202498"/>
              <a:gd name="connsiteX0" fmla="*/ 0 w 3494761"/>
              <a:gd name="connsiteY0" fmla="*/ 1202498 h 1202498"/>
              <a:gd name="connsiteX1" fmla="*/ 1415441 w 3494761"/>
              <a:gd name="connsiteY1" fmla="*/ 0 h 1202498"/>
              <a:gd name="connsiteX2" fmla="*/ 1472012 w 3494761"/>
              <a:gd name="connsiteY2" fmla="*/ 1050251 h 1202498"/>
              <a:gd name="connsiteX3" fmla="*/ 2793304 w 3494761"/>
              <a:gd name="connsiteY3" fmla="*/ 538619 h 1202498"/>
              <a:gd name="connsiteX4" fmla="*/ 3494761 w 3494761"/>
              <a:gd name="connsiteY4" fmla="*/ 551145 h 1202498"/>
              <a:gd name="connsiteX0" fmla="*/ 0 w 3494761"/>
              <a:gd name="connsiteY0" fmla="*/ 1202498 h 1202498"/>
              <a:gd name="connsiteX1" fmla="*/ 1415441 w 3494761"/>
              <a:gd name="connsiteY1" fmla="*/ 0 h 1202498"/>
              <a:gd name="connsiteX2" fmla="*/ 1438558 w 3494761"/>
              <a:gd name="connsiteY2" fmla="*/ 1050251 h 1202498"/>
              <a:gd name="connsiteX3" fmla="*/ 2793304 w 3494761"/>
              <a:gd name="connsiteY3" fmla="*/ 538619 h 1202498"/>
              <a:gd name="connsiteX4" fmla="*/ 3494761 w 3494761"/>
              <a:gd name="connsiteY4" fmla="*/ 551145 h 1202498"/>
              <a:gd name="connsiteX0" fmla="*/ 0 w 3494761"/>
              <a:gd name="connsiteY0" fmla="*/ 1217367 h 1217367"/>
              <a:gd name="connsiteX1" fmla="*/ 1441460 w 3494761"/>
              <a:gd name="connsiteY1" fmla="*/ 0 h 1217367"/>
              <a:gd name="connsiteX2" fmla="*/ 1438558 w 3494761"/>
              <a:gd name="connsiteY2" fmla="*/ 1065120 h 1217367"/>
              <a:gd name="connsiteX3" fmla="*/ 2793304 w 3494761"/>
              <a:gd name="connsiteY3" fmla="*/ 553488 h 1217367"/>
              <a:gd name="connsiteX4" fmla="*/ 3494761 w 3494761"/>
              <a:gd name="connsiteY4" fmla="*/ 566014 h 1217367"/>
              <a:gd name="connsiteX0" fmla="*/ 0 w 3494761"/>
              <a:gd name="connsiteY0" fmla="*/ 1217367 h 1217367"/>
              <a:gd name="connsiteX1" fmla="*/ 1441460 w 3494761"/>
              <a:gd name="connsiteY1" fmla="*/ 0 h 1217367"/>
              <a:gd name="connsiteX2" fmla="*/ 1438558 w 3494761"/>
              <a:gd name="connsiteY2" fmla="*/ 1065120 h 1217367"/>
              <a:gd name="connsiteX3" fmla="*/ 2808172 w 3494761"/>
              <a:gd name="connsiteY3" fmla="*/ 557205 h 1217367"/>
              <a:gd name="connsiteX4" fmla="*/ 3494761 w 3494761"/>
              <a:gd name="connsiteY4" fmla="*/ 566014 h 1217367"/>
              <a:gd name="connsiteX0" fmla="*/ 0 w 3494761"/>
              <a:gd name="connsiteY0" fmla="*/ 1217367 h 1217367"/>
              <a:gd name="connsiteX1" fmla="*/ 1441460 w 3494761"/>
              <a:gd name="connsiteY1" fmla="*/ 0 h 1217367"/>
              <a:gd name="connsiteX2" fmla="*/ 1438558 w 3494761"/>
              <a:gd name="connsiteY2" fmla="*/ 1065120 h 1217367"/>
              <a:gd name="connsiteX3" fmla="*/ 2808172 w 3494761"/>
              <a:gd name="connsiteY3" fmla="*/ 572073 h 1217367"/>
              <a:gd name="connsiteX4" fmla="*/ 3494761 w 3494761"/>
              <a:gd name="connsiteY4" fmla="*/ 566014 h 1217367"/>
              <a:gd name="connsiteX0" fmla="*/ 0 w 3505912"/>
              <a:gd name="connsiteY0" fmla="*/ 1217367 h 1217367"/>
              <a:gd name="connsiteX1" fmla="*/ 1441460 w 3505912"/>
              <a:gd name="connsiteY1" fmla="*/ 0 h 1217367"/>
              <a:gd name="connsiteX2" fmla="*/ 1438558 w 3505912"/>
              <a:gd name="connsiteY2" fmla="*/ 1065120 h 1217367"/>
              <a:gd name="connsiteX3" fmla="*/ 2808172 w 3505912"/>
              <a:gd name="connsiteY3" fmla="*/ 572073 h 1217367"/>
              <a:gd name="connsiteX4" fmla="*/ 3505912 w 3505912"/>
              <a:gd name="connsiteY4" fmla="*/ 588317 h 1217367"/>
              <a:gd name="connsiteX0" fmla="*/ 0 w 3505912"/>
              <a:gd name="connsiteY0" fmla="*/ 1217367 h 1217367"/>
              <a:gd name="connsiteX1" fmla="*/ 1441460 w 3505912"/>
              <a:gd name="connsiteY1" fmla="*/ 0 h 1217367"/>
              <a:gd name="connsiteX2" fmla="*/ 1438558 w 3505912"/>
              <a:gd name="connsiteY2" fmla="*/ 1065120 h 1217367"/>
              <a:gd name="connsiteX3" fmla="*/ 2845343 w 3505912"/>
              <a:gd name="connsiteY3" fmla="*/ 583224 h 1217367"/>
              <a:gd name="connsiteX4" fmla="*/ 3505912 w 3505912"/>
              <a:gd name="connsiteY4" fmla="*/ 588317 h 1217367"/>
              <a:gd name="connsiteX0" fmla="*/ 0 w 3505912"/>
              <a:gd name="connsiteY0" fmla="*/ 1217367 h 1217367"/>
              <a:gd name="connsiteX1" fmla="*/ 1441460 w 3505912"/>
              <a:gd name="connsiteY1" fmla="*/ 0 h 1217367"/>
              <a:gd name="connsiteX2" fmla="*/ 1438558 w 3505912"/>
              <a:gd name="connsiteY2" fmla="*/ 1065120 h 1217367"/>
              <a:gd name="connsiteX3" fmla="*/ 2785870 w 3505912"/>
              <a:gd name="connsiteY3" fmla="*/ 564639 h 1217367"/>
              <a:gd name="connsiteX4" fmla="*/ 3505912 w 3505912"/>
              <a:gd name="connsiteY4" fmla="*/ 588317 h 1217367"/>
              <a:gd name="connsiteX0" fmla="*/ 0 w 3557951"/>
              <a:gd name="connsiteY0" fmla="*/ 1217367 h 1217367"/>
              <a:gd name="connsiteX1" fmla="*/ 1441460 w 3557951"/>
              <a:gd name="connsiteY1" fmla="*/ 0 h 1217367"/>
              <a:gd name="connsiteX2" fmla="*/ 1438558 w 3557951"/>
              <a:gd name="connsiteY2" fmla="*/ 1065120 h 1217367"/>
              <a:gd name="connsiteX3" fmla="*/ 2785870 w 3557951"/>
              <a:gd name="connsiteY3" fmla="*/ 564639 h 1217367"/>
              <a:gd name="connsiteX4" fmla="*/ 3557951 w 3557951"/>
              <a:gd name="connsiteY4" fmla="*/ 577165 h 1217367"/>
              <a:gd name="connsiteX0" fmla="*/ 0 w 3557951"/>
              <a:gd name="connsiteY0" fmla="*/ 1217367 h 1217367"/>
              <a:gd name="connsiteX1" fmla="*/ 71632 w 3557951"/>
              <a:gd name="connsiteY1" fmla="*/ 1153564 h 1217367"/>
              <a:gd name="connsiteX2" fmla="*/ 1441460 w 3557951"/>
              <a:gd name="connsiteY2" fmla="*/ 0 h 1217367"/>
              <a:gd name="connsiteX3" fmla="*/ 1438558 w 3557951"/>
              <a:gd name="connsiteY3" fmla="*/ 1065120 h 1217367"/>
              <a:gd name="connsiteX4" fmla="*/ 2785870 w 3557951"/>
              <a:gd name="connsiteY4" fmla="*/ 564639 h 1217367"/>
              <a:gd name="connsiteX5" fmla="*/ 3557951 w 3557951"/>
              <a:gd name="connsiteY5" fmla="*/ 577165 h 1217367"/>
              <a:gd name="connsiteX0" fmla="*/ 0 w 3831001"/>
              <a:gd name="connsiteY0" fmla="*/ 1595192 h 1595192"/>
              <a:gd name="connsiteX1" fmla="*/ 344682 w 3831001"/>
              <a:gd name="connsiteY1" fmla="*/ 1153564 h 1595192"/>
              <a:gd name="connsiteX2" fmla="*/ 1714510 w 3831001"/>
              <a:gd name="connsiteY2" fmla="*/ 0 h 1595192"/>
              <a:gd name="connsiteX3" fmla="*/ 1711608 w 3831001"/>
              <a:gd name="connsiteY3" fmla="*/ 1065120 h 1595192"/>
              <a:gd name="connsiteX4" fmla="*/ 3058920 w 3831001"/>
              <a:gd name="connsiteY4" fmla="*/ 564639 h 1595192"/>
              <a:gd name="connsiteX5" fmla="*/ 3831001 w 3831001"/>
              <a:gd name="connsiteY5" fmla="*/ 577165 h 1595192"/>
              <a:gd name="connsiteX0" fmla="*/ 0 w 3831001"/>
              <a:gd name="connsiteY0" fmla="*/ 1595192 h 1595192"/>
              <a:gd name="connsiteX1" fmla="*/ 125607 w 3831001"/>
              <a:gd name="connsiteY1" fmla="*/ 1226589 h 1595192"/>
              <a:gd name="connsiteX2" fmla="*/ 1714510 w 3831001"/>
              <a:gd name="connsiteY2" fmla="*/ 0 h 1595192"/>
              <a:gd name="connsiteX3" fmla="*/ 1711608 w 3831001"/>
              <a:gd name="connsiteY3" fmla="*/ 1065120 h 1595192"/>
              <a:gd name="connsiteX4" fmla="*/ 3058920 w 3831001"/>
              <a:gd name="connsiteY4" fmla="*/ 564639 h 1595192"/>
              <a:gd name="connsiteX5" fmla="*/ 3831001 w 3831001"/>
              <a:gd name="connsiteY5" fmla="*/ 577165 h 1595192"/>
              <a:gd name="connsiteX0" fmla="*/ 0 w 3831001"/>
              <a:gd name="connsiteY0" fmla="*/ 1595192 h 1595192"/>
              <a:gd name="connsiteX1" fmla="*/ 131957 w 3831001"/>
              <a:gd name="connsiteY1" fmla="*/ 1220239 h 1595192"/>
              <a:gd name="connsiteX2" fmla="*/ 1714510 w 3831001"/>
              <a:gd name="connsiteY2" fmla="*/ 0 h 1595192"/>
              <a:gd name="connsiteX3" fmla="*/ 1711608 w 3831001"/>
              <a:gd name="connsiteY3" fmla="*/ 1065120 h 1595192"/>
              <a:gd name="connsiteX4" fmla="*/ 3058920 w 3831001"/>
              <a:gd name="connsiteY4" fmla="*/ 564639 h 1595192"/>
              <a:gd name="connsiteX5" fmla="*/ 3831001 w 3831001"/>
              <a:gd name="connsiteY5" fmla="*/ 577165 h 1595192"/>
              <a:gd name="connsiteX0" fmla="*/ 0 w 3831001"/>
              <a:gd name="connsiteY0" fmla="*/ 1595192 h 1595192"/>
              <a:gd name="connsiteX1" fmla="*/ 147832 w 3831001"/>
              <a:gd name="connsiteY1" fmla="*/ 1051964 h 1595192"/>
              <a:gd name="connsiteX2" fmla="*/ 1714510 w 3831001"/>
              <a:gd name="connsiteY2" fmla="*/ 0 h 1595192"/>
              <a:gd name="connsiteX3" fmla="*/ 1711608 w 3831001"/>
              <a:gd name="connsiteY3" fmla="*/ 1065120 h 1595192"/>
              <a:gd name="connsiteX4" fmla="*/ 3058920 w 3831001"/>
              <a:gd name="connsiteY4" fmla="*/ 564639 h 1595192"/>
              <a:gd name="connsiteX5" fmla="*/ 3831001 w 3831001"/>
              <a:gd name="connsiteY5" fmla="*/ 577165 h 1595192"/>
              <a:gd name="connsiteX0" fmla="*/ 0 w 3688126"/>
              <a:gd name="connsiteY0" fmla="*/ 1680917 h 1680917"/>
              <a:gd name="connsiteX1" fmla="*/ 4957 w 3688126"/>
              <a:gd name="connsiteY1" fmla="*/ 1051964 h 1680917"/>
              <a:gd name="connsiteX2" fmla="*/ 1571635 w 3688126"/>
              <a:gd name="connsiteY2" fmla="*/ 0 h 1680917"/>
              <a:gd name="connsiteX3" fmla="*/ 1568733 w 3688126"/>
              <a:gd name="connsiteY3" fmla="*/ 1065120 h 1680917"/>
              <a:gd name="connsiteX4" fmla="*/ 2916045 w 3688126"/>
              <a:gd name="connsiteY4" fmla="*/ 564639 h 1680917"/>
              <a:gd name="connsiteX5" fmla="*/ 3688126 w 3688126"/>
              <a:gd name="connsiteY5" fmla="*/ 577165 h 1680917"/>
              <a:gd name="connsiteX0" fmla="*/ 0 w 3684951"/>
              <a:gd name="connsiteY0" fmla="*/ 1712667 h 1712667"/>
              <a:gd name="connsiteX1" fmla="*/ 1782 w 3684951"/>
              <a:gd name="connsiteY1" fmla="*/ 1051964 h 1712667"/>
              <a:gd name="connsiteX2" fmla="*/ 1568460 w 3684951"/>
              <a:gd name="connsiteY2" fmla="*/ 0 h 1712667"/>
              <a:gd name="connsiteX3" fmla="*/ 1565558 w 3684951"/>
              <a:gd name="connsiteY3" fmla="*/ 1065120 h 1712667"/>
              <a:gd name="connsiteX4" fmla="*/ 2912870 w 3684951"/>
              <a:gd name="connsiteY4" fmla="*/ 564639 h 1712667"/>
              <a:gd name="connsiteX5" fmla="*/ 3684951 w 3684951"/>
              <a:gd name="connsiteY5" fmla="*/ 577165 h 1712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84951" h="1712667">
                <a:moveTo>
                  <a:pt x="0" y="1712667"/>
                </a:moveTo>
                <a:cubicBezTo>
                  <a:pt x="1652" y="1503016"/>
                  <a:pt x="130" y="1261615"/>
                  <a:pt x="1782" y="1051964"/>
                </a:cubicBezTo>
                <a:lnTo>
                  <a:pt x="1568460" y="0"/>
                </a:lnTo>
                <a:cubicBezTo>
                  <a:pt x="1567493" y="355040"/>
                  <a:pt x="1566525" y="710080"/>
                  <a:pt x="1565558" y="1065120"/>
                </a:cubicBezTo>
                <a:lnTo>
                  <a:pt x="2912870" y="564639"/>
                </a:lnTo>
                <a:lnTo>
                  <a:pt x="3684951" y="577165"/>
                </a:lnTo>
              </a:path>
            </a:pathLst>
          </a:custGeom>
          <a:noFill/>
          <a:ln w="47625">
            <a:solidFill>
              <a:srgbClr val="0000A8"/>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0" name="TextBox 299">
            <a:extLst>
              <a:ext uri="{FF2B5EF4-FFF2-40B4-BE49-F238E27FC236}">
                <a16:creationId xmlns:a16="http://schemas.microsoft.com/office/drawing/2014/main" id="{4BA8D4EB-6400-5347-8FCF-BA0939582BD3}"/>
              </a:ext>
            </a:extLst>
          </p:cNvPr>
          <p:cNvSpPr txBox="1"/>
          <p:nvPr/>
        </p:nvSpPr>
        <p:spPr>
          <a:xfrm>
            <a:off x="1351953" y="5524714"/>
            <a:ext cx="9783686" cy="954107"/>
          </a:xfrm>
          <a:prstGeom prst="rect">
            <a:avLst/>
          </a:prstGeom>
          <a:noFill/>
        </p:spPr>
        <p:txBody>
          <a:bodyPr wrap="square" rtlCol="0">
            <a:spAutoFit/>
          </a:bodyPr>
          <a:lstStyle/>
          <a:p>
            <a:pPr algn="ctr" eaLnBrk="0" fontAlgn="base" hangingPunct="0">
              <a:spcBef>
                <a:spcPct val="0"/>
              </a:spcBef>
              <a:spcAft>
                <a:spcPct val="0"/>
              </a:spcAft>
            </a:pPr>
            <a:r>
              <a:rPr lang="en-US" sz="2800" dirty="0">
                <a:solidFill>
                  <a:srgbClr val="CC0000"/>
                </a:solidFill>
                <a:ea typeface="ＭＳ Ｐゴシック" charset="0"/>
              </a:rPr>
              <a:t>We learned in Chapter 4 that generalized forwarding and SDN can be used to achieve </a:t>
            </a:r>
            <a:r>
              <a:rPr lang="en-US" sz="2800" i="1" dirty="0">
                <a:solidFill>
                  <a:srgbClr val="CC0000"/>
                </a:solidFill>
                <a:ea typeface="ＭＳ Ｐゴシック" charset="0"/>
              </a:rPr>
              <a:t>any</a:t>
            </a:r>
            <a:r>
              <a:rPr lang="en-US" sz="2800" dirty="0">
                <a:solidFill>
                  <a:srgbClr val="CC0000"/>
                </a:solidFill>
                <a:ea typeface="ＭＳ Ｐゴシック" charset="0"/>
              </a:rPr>
              <a:t> routing desired</a:t>
            </a:r>
          </a:p>
        </p:txBody>
      </p:sp>
    </p:spTree>
    <p:extLst>
      <p:ext uri="{BB962C8B-B14F-4D97-AF65-F5344CB8AC3E}">
        <p14:creationId xmlns:p14="http://schemas.microsoft.com/office/powerpoint/2010/main" val="23014775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2">
                                            <p:txEl>
                                              <p:pRg st="0" end="0"/>
                                            </p:txEl>
                                          </p:spTgt>
                                        </p:tgtEl>
                                        <p:attrNameLst>
                                          <p:attrName>style.visibility</p:attrName>
                                        </p:attrNameLst>
                                      </p:cBhvr>
                                      <p:to>
                                        <p:strVal val="visible"/>
                                      </p:to>
                                    </p:set>
                                    <p:animEffect transition="in" filter="dissolve">
                                      <p:cBhvr>
                                        <p:cTn id="7" dur="500"/>
                                        <p:tgtEl>
                                          <p:spTgt spid="152">
                                            <p:txEl>
                                              <p:pRg st="0" end="0"/>
                                            </p:txEl>
                                          </p:spTgt>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298"/>
                                        </p:tgtEl>
                                        <p:attrNameLst>
                                          <p:attrName>style.visibility</p:attrName>
                                        </p:attrNameLst>
                                      </p:cBhvr>
                                      <p:to>
                                        <p:strVal val="visible"/>
                                      </p:to>
                                    </p:set>
                                    <p:animEffect transition="in" filter="wipe(left)">
                                      <p:cBhvr>
                                        <p:cTn id="11" dur="500"/>
                                        <p:tgtEl>
                                          <p:spTgt spid="298"/>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299"/>
                                        </p:tgtEl>
                                        <p:attrNameLst>
                                          <p:attrName>style.visibility</p:attrName>
                                        </p:attrNameLst>
                                      </p:cBhvr>
                                      <p:to>
                                        <p:strVal val="visible"/>
                                      </p:to>
                                    </p:set>
                                    <p:animEffect transition="in" filter="wipe(left)">
                                      <p:cBhvr>
                                        <p:cTn id="15" dur="500"/>
                                        <p:tgtEl>
                                          <p:spTgt spid="299"/>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152">
                                            <p:txEl>
                                              <p:pRg st="1" end="1"/>
                                            </p:txEl>
                                          </p:spTgt>
                                        </p:tgtEl>
                                        <p:attrNameLst>
                                          <p:attrName>style.visibility</p:attrName>
                                        </p:attrNameLst>
                                      </p:cBhvr>
                                      <p:to>
                                        <p:strVal val="visible"/>
                                      </p:to>
                                    </p:set>
                                    <p:animEffect transition="in" filter="dissolve">
                                      <p:cBhvr>
                                        <p:cTn id="20" dur="500"/>
                                        <p:tgtEl>
                                          <p:spTgt spid="152">
                                            <p:txEl>
                                              <p:pRg st="1" end="1"/>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300"/>
                                        </p:tgtEl>
                                        <p:attrNameLst>
                                          <p:attrName>style.visibility</p:attrName>
                                        </p:attrNameLst>
                                      </p:cBhvr>
                                      <p:to>
                                        <p:strVal val="visible"/>
                                      </p:to>
                                    </p:set>
                                    <p:animEffect transition="in" filter="dissolve">
                                      <p:cBhvr>
                                        <p:cTn id="25" dur="500"/>
                                        <p:tgtEl>
                                          <p:spTgt spid="3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8" grpId="0" animBg="1"/>
      <p:bldP spid="299" grpId="0" animBg="1"/>
      <p:bldP spid="300"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ECD85E7-B9DB-9043-B7EC-8C0919E801A1}"/>
              </a:ext>
            </a:extLst>
          </p:cNvPr>
          <p:cNvSpPr>
            <a:spLocks noGrp="1"/>
          </p:cNvSpPr>
          <p:nvPr>
            <p:ph type="title"/>
          </p:nvPr>
        </p:nvSpPr>
        <p:spPr>
          <a:xfrm>
            <a:off x="838200" y="364139"/>
            <a:ext cx="10515600" cy="894622"/>
          </a:xfrm>
        </p:spPr>
        <p:txBody>
          <a:bodyPr>
            <a:normAutofit/>
          </a:bodyPr>
          <a:lstStyle/>
          <a:p>
            <a:r>
              <a:rPr lang="en-US" dirty="0"/>
              <a:t>Software defined networking (SDN)</a:t>
            </a:r>
          </a:p>
        </p:txBody>
      </p:sp>
      <p:sp>
        <p:nvSpPr>
          <p:cNvPr id="4" name="Slide Number Placeholder 3">
            <a:extLst>
              <a:ext uri="{FF2B5EF4-FFF2-40B4-BE49-F238E27FC236}">
                <a16:creationId xmlns:a16="http://schemas.microsoft.com/office/drawing/2014/main" id="{A8F71119-17C6-6045-B8FE-FECA68C801C0}"/>
              </a:ext>
            </a:extLst>
          </p:cNvPr>
          <p:cNvSpPr>
            <a:spLocks noGrp="1"/>
          </p:cNvSpPr>
          <p:nvPr>
            <p:ph type="sldNum" sz="quarter" idx="4"/>
          </p:nvPr>
        </p:nvSpPr>
        <p:spPr/>
        <p:txBody>
          <a:bodyPr/>
          <a:lstStyle/>
          <a:p>
            <a:r>
              <a:rPr lang="en-US" dirty="0"/>
              <a:t>Network Layer: 5-</a:t>
            </a:r>
            <a:fld id="{C4204591-24BD-A542-B9D5-F8D8A88D2FEE}" type="slidenum">
              <a:rPr lang="en-US" smtClean="0"/>
              <a:pPr/>
              <a:t>66</a:t>
            </a:fld>
            <a:endParaRPr lang="en-US" dirty="0"/>
          </a:p>
        </p:txBody>
      </p:sp>
      <p:grpSp>
        <p:nvGrpSpPr>
          <p:cNvPr id="368" name="Group 367">
            <a:extLst>
              <a:ext uri="{FF2B5EF4-FFF2-40B4-BE49-F238E27FC236}">
                <a16:creationId xmlns:a16="http://schemas.microsoft.com/office/drawing/2014/main" id="{97528339-91BF-A047-B131-DB1084069AD0}"/>
              </a:ext>
            </a:extLst>
          </p:cNvPr>
          <p:cNvGrpSpPr/>
          <p:nvPr/>
        </p:nvGrpSpPr>
        <p:grpSpPr>
          <a:xfrm>
            <a:off x="3056815" y="1998116"/>
            <a:ext cx="7050773" cy="4668701"/>
            <a:chOff x="1453484" y="1555350"/>
            <a:chExt cx="7050773" cy="4668701"/>
          </a:xfrm>
        </p:grpSpPr>
        <p:grpSp>
          <p:nvGrpSpPr>
            <p:cNvPr id="369" name="Group 368">
              <a:extLst>
                <a:ext uri="{FF2B5EF4-FFF2-40B4-BE49-F238E27FC236}">
                  <a16:creationId xmlns:a16="http://schemas.microsoft.com/office/drawing/2014/main" id="{65D1C995-A844-2B42-9010-C4218A5CA77D}"/>
                </a:ext>
              </a:extLst>
            </p:cNvPr>
            <p:cNvGrpSpPr/>
            <p:nvPr/>
          </p:nvGrpSpPr>
          <p:grpSpPr>
            <a:xfrm>
              <a:off x="1453484" y="1555350"/>
              <a:ext cx="6027737" cy="1440135"/>
              <a:chOff x="1492879" y="2061336"/>
              <a:chExt cx="6027737" cy="1440135"/>
            </a:xfrm>
          </p:grpSpPr>
          <p:sp>
            <p:nvSpPr>
              <p:cNvPr id="641" name="Rectangle 640">
                <a:extLst>
                  <a:ext uri="{FF2B5EF4-FFF2-40B4-BE49-F238E27FC236}">
                    <a16:creationId xmlns:a16="http://schemas.microsoft.com/office/drawing/2014/main" id="{0E8C8ADE-E45C-8948-918B-042EEC2FAE7D}"/>
                  </a:ext>
                </a:extLst>
              </p:cNvPr>
              <p:cNvSpPr/>
              <p:nvPr/>
            </p:nvSpPr>
            <p:spPr bwMode="auto">
              <a:xfrm>
                <a:off x="1929251" y="2064703"/>
                <a:ext cx="5043488" cy="1017588"/>
              </a:xfrm>
              <a:prstGeom prst="rect">
                <a:avLst/>
              </a:prstGeom>
              <a:solidFill>
                <a:srgbClr val="2D2DB9">
                  <a:lumMod val="20000"/>
                  <a:lumOff val="80000"/>
                </a:srgbClr>
              </a:solidFill>
              <a:ln w="317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642" name="Freeform 641">
                <a:extLst>
                  <a:ext uri="{FF2B5EF4-FFF2-40B4-BE49-F238E27FC236}">
                    <a16:creationId xmlns:a16="http://schemas.microsoft.com/office/drawing/2014/main" id="{4C064E57-91B4-C64F-BC29-DB5B58D5D836}"/>
                  </a:ext>
                </a:extLst>
              </p:cNvPr>
              <p:cNvSpPr/>
              <p:nvPr/>
            </p:nvSpPr>
            <p:spPr bwMode="auto">
              <a:xfrm>
                <a:off x="1739747" y="2067585"/>
                <a:ext cx="198437" cy="1385888"/>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855" h="1385496">
                    <a:moveTo>
                      <a:pt x="0" y="745656"/>
                    </a:moveTo>
                    <a:lnTo>
                      <a:pt x="193920" y="0"/>
                    </a:lnTo>
                    <a:cubicBezTo>
                      <a:pt x="195898" y="342623"/>
                      <a:pt x="197877" y="685246"/>
                      <a:pt x="199855" y="1027869"/>
                    </a:cubicBezTo>
                    <a:lnTo>
                      <a:pt x="4471" y="1385496"/>
                    </a:lnTo>
                    <a:cubicBezTo>
                      <a:pt x="2981" y="1172216"/>
                      <a:pt x="1490" y="958936"/>
                      <a:pt x="0" y="745656"/>
                    </a:cubicBezTo>
                    <a:close/>
                  </a:path>
                </a:pathLst>
              </a:custGeom>
              <a:gradFill rotWithShape="1">
                <a:gsLst>
                  <a:gs pos="0">
                    <a:srgbClr val="FFFFFF">
                      <a:lumMod val="95000"/>
                    </a:srgbClr>
                  </a:gs>
                  <a:gs pos="100000">
                    <a:srgbClr val="2D2DB9">
                      <a:lumMod val="20000"/>
                      <a:lumOff val="80000"/>
                    </a:srgbClr>
                  </a:gs>
                </a:gsLst>
                <a:lin ang="0" scaled="0"/>
              </a:gra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643" name="Freeform 642">
                <a:extLst>
                  <a:ext uri="{FF2B5EF4-FFF2-40B4-BE49-F238E27FC236}">
                    <a16:creationId xmlns:a16="http://schemas.microsoft.com/office/drawing/2014/main" id="{FA5C362A-704A-E343-9748-70DE7380E98C}"/>
                  </a:ext>
                </a:extLst>
              </p:cNvPr>
              <p:cNvSpPr/>
              <p:nvPr/>
            </p:nvSpPr>
            <p:spPr bwMode="auto">
              <a:xfrm flipH="1">
                <a:off x="6969078" y="2061336"/>
                <a:ext cx="220427" cy="1370587"/>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 name="connsiteX0" fmla="*/ 0 w 219519"/>
                  <a:gd name="connsiteY0" fmla="*/ 730359 h 1370199"/>
                  <a:gd name="connsiteX1" fmla="*/ 219401 w 219519"/>
                  <a:gd name="connsiteY1" fmla="*/ 0 h 1370199"/>
                  <a:gd name="connsiteX2" fmla="*/ 199855 w 219519"/>
                  <a:gd name="connsiteY2" fmla="*/ 1012572 h 1370199"/>
                  <a:gd name="connsiteX3" fmla="*/ 4471 w 219519"/>
                  <a:gd name="connsiteY3" fmla="*/ 1370199 h 1370199"/>
                  <a:gd name="connsiteX4" fmla="*/ 0 w 219519"/>
                  <a:gd name="connsiteY4" fmla="*/ 730359 h 1370199"/>
                  <a:gd name="connsiteX0" fmla="*/ 0 w 219602"/>
                  <a:gd name="connsiteY0" fmla="*/ 730359 h 1370199"/>
                  <a:gd name="connsiteX1" fmla="*/ 219401 w 219602"/>
                  <a:gd name="connsiteY1" fmla="*/ 0 h 1370199"/>
                  <a:gd name="connsiteX2" fmla="*/ 210047 w 219602"/>
                  <a:gd name="connsiteY2" fmla="*/ 1007473 h 1370199"/>
                  <a:gd name="connsiteX3" fmla="*/ 4471 w 219602"/>
                  <a:gd name="connsiteY3" fmla="*/ 1370199 h 1370199"/>
                  <a:gd name="connsiteX4" fmla="*/ 0 w 219602"/>
                  <a:gd name="connsiteY4" fmla="*/ 730359 h 1370199"/>
                  <a:gd name="connsiteX0" fmla="*/ 0 w 220239"/>
                  <a:gd name="connsiteY0" fmla="*/ 730359 h 1370199"/>
                  <a:gd name="connsiteX1" fmla="*/ 219401 w 220239"/>
                  <a:gd name="connsiteY1" fmla="*/ 0 h 1370199"/>
                  <a:gd name="connsiteX2" fmla="*/ 220239 w 220239"/>
                  <a:gd name="connsiteY2" fmla="*/ 1007473 h 1370199"/>
                  <a:gd name="connsiteX3" fmla="*/ 4471 w 220239"/>
                  <a:gd name="connsiteY3" fmla="*/ 1370199 h 1370199"/>
                  <a:gd name="connsiteX4" fmla="*/ 0 w 220239"/>
                  <a:gd name="connsiteY4" fmla="*/ 730359 h 1370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239" h="1370199">
                    <a:moveTo>
                      <a:pt x="0" y="730359"/>
                    </a:moveTo>
                    <a:cubicBezTo>
                      <a:pt x="64640" y="481807"/>
                      <a:pt x="154761" y="248552"/>
                      <a:pt x="219401" y="0"/>
                    </a:cubicBezTo>
                    <a:cubicBezTo>
                      <a:pt x="221379" y="342623"/>
                      <a:pt x="218261" y="664850"/>
                      <a:pt x="220239" y="1007473"/>
                    </a:cubicBezTo>
                    <a:lnTo>
                      <a:pt x="4471" y="1370199"/>
                    </a:lnTo>
                    <a:cubicBezTo>
                      <a:pt x="2981" y="1156919"/>
                      <a:pt x="1490" y="943639"/>
                      <a:pt x="0" y="730359"/>
                    </a:cubicBezTo>
                    <a:close/>
                  </a:path>
                </a:pathLst>
              </a:custGeom>
              <a:gradFill rotWithShape="1">
                <a:gsLst>
                  <a:gs pos="0">
                    <a:srgbClr val="2D2DB9">
                      <a:lumMod val="20000"/>
                      <a:lumOff val="80000"/>
                    </a:srgbClr>
                  </a:gs>
                  <a:gs pos="100000">
                    <a:srgbClr val="FFFFFF"/>
                  </a:gs>
                </a:gsLst>
                <a:lin ang="10800000" scaled="0"/>
              </a:gra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644" name="Group 950">
                <a:extLst>
                  <a:ext uri="{FF2B5EF4-FFF2-40B4-BE49-F238E27FC236}">
                    <a16:creationId xmlns:a16="http://schemas.microsoft.com/office/drawing/2014/main" id="{BFB22C9B-BC09-B440-A46F-2D76736973CC}"/>
                  </a:ext>
                </a:extLst>
              </p:cNvPr>
              <p:cNvGrpSpPr>
                <a:grpSpLocks/>
              </p:cNvGrpSpPr>
              <p:nvPr/>
            </p:nvGrpSpPr>
            <p:grpSpPr bwMode="auto">
              <a:xfrm>
                <a:off x="1492879" y="2820676"/>
                <a:ext cx="338137" cy="653816"/>
                <a:chOff x="4140" y="429"/>
                <a:chExt cx="1425" cy="2396"/>
              </a:xfrm>
            </p:grpSpPr>
            <p:sp>
              <p:nvSpPr>
                <p:cNvPr id="678" name="Freeform 951">
                  <a:extLst>
                    <a:ext uri="{FF2B5EF4-FFF2-40B4-BE49-F238E27FC236}">
                      <a16:creationId xmlns:a16="http://schemas.microsoft.com/office/drawing/2014/main" id="{C93B17FF-0040-E143-8CD8-47B3382C9ED6}"/>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79" name="Rectangle 952">
                  <a:extLst>
                    <a:ext uri="{FF2B5EF4-FFF2-40B4-BE49-F238E27FC236}">
                      <a16:creationId xmlns:a16="http://schemas.microsoft.com/office/drawing/2014/main" id="{94E3F1D7-858E-134B-B23C-9AEF0360420A}"/>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80" name="Freeform 953">
                  <a:extLst>
                    <a:ext uri="{FF2B5EF4-FFF2-40B4-BE49-F238E27FC236}">
                      <a16:creationId xmlns:a16="http://schemas.microsoft.com/office/drawing/2014/main" id="{A5ADCD62-7F66-5342-A67A-0AAD6E629801}"/>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81" name="Freeform 954">
                  <a:extLst>
                    <a:ext uri="{FF2B5EF4-FFF2-40B4-BE49-F238E27FC236}">
                      <a16:creationId xmlns:a16="http://schemas.microsoft.com/office/drawing/2014/main" id="{798CC50B-B3EC-314B-9757-048EDA87280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82" name="Rectangle 955">
                  <a:extLst>
                    <a:ext uri="{FF2B5EF4-FFF2-40B4-BE49-F238E27FC236}">
                      <a16:creationId xmlns:a16="http://schemas.microsoft.com/office/drawing/2014/main" id="{8AC0730C-7FD1-954C-9651-01160E90FBBD}"/>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683" name="Group 956">
                  <a:extLst>
                    <a:ext uri="{FF2B5EF4-FFF2-40B4-BE49-F238E27FC236}">
                      <a16:creationId xmlns:a16="http://schemas.microsoft.com/office/drawing/2014/main" id="{46F1238A-3BE5-7E4D-9C16-6AF856100F5B}"/>
                    </a:ext>
                  </a:extLst>
                </p:cNvPr>
                <p:cNvGrpSpPr>
                  <a:grpSpLocks/>
                </p:cNvGrpSpPr>
                <p:nvPr/>
              </p:nvGrpSpPr>
              <p:grpSpPr bwMode="auto">
                <a:xfrm>
                  <a:off x="4749" y="668"/>
                  <a:ext cx="581" cy="145"/>
                  <a:chOff x="614" y="2568"/>
                  <a:chExt cx="725" cy="139"/>
                </a:xfrm>
              </p:grpSpPr>
              <p:sp>
                <p:nvSpPr>
                  <p:cNvPr id="708" name="AutoShape 957">
                    <a:extLst>
                      <a:ext uri="{FF2B5EF4-FFF2-40B4-BE49-F238E27FC236}">
                        <a16:creationId xmlns:a16="http://schemas.microsoft.com/office/drawing/2014/main" id="{8F3DFBFB-DFA3-5F48-8418-ED7B15AEE23E}"/>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09" name="AutoShape 958">
                    <a:extLst>
                      <a:ext uri="{FF2B5EF4-FFF2-40B4-BE49-F238E27FC236}">
                        <a16:creationId xmlns:a16="http://schemas.microsoft.com/office/drawing/2014/main" id="{3EF6C38B-BA43-AE4B-8950-AC4EC3C4696C}"/>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84" name="Rectangle 959">
                  <a:extLst>
                    <a:ext uri="{FF2B5EF4-FFF2-40B4-BE49-F238E27FC236}">
                      <a16:creationId xmlns:a16="http://schemas.microsoft.com/office/drawing/2014/main" id="{A5086A21-7AAE-C24B-A458-7EA58661E9EA}"/>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685" name="Group 960">
                  <a:extLst>
                    <a:ext uri="{FF2B5EF4-FFF2-40B4-BE49-F238E27FC236}">
                      <a16:creationId xmlns:a16="http://schemas.microsoft.com/office/drawing/2014/main" id="{DC0F35FB-5641-C341-93CC-CF394A1D806B}"/>
                    </a:ext>
                  </a:extLst>
                </p:cNvPr>
                <p:cNvGrpSpPr>
                  <a:grpSpLocks/>
                </p:cNvGrpSpPr>
                <p:nvPr/>
              </p:nvGrpSpPr>
              <p:grpSpPr bwMode="auto">
                <a:xfrm>
                  <a:off x="4747" y="994"/>
                  <a:ext cx="581" cy="134"/>
                  <a:chOff x="614" y="2568"/>
                  <a:chExt cx="725" cy="139"/>
                </a:xfrm>
              </p:grpSpPr>
              <p:sp>
                <p:nvSpPr>
                  <p:cNvPr id="706" name="AutoShape 961">
                    <a:extLst>
                      <a:ext uri="{FF2B5EF4-FFF2-40B4-BE49-F238E27FC236}">
                        <a16:creationId xmlns:a16="http://schemas.microsoft.com/office/drawing/2014/main" id="{77FB2B1D-3750-5049-9EFA-8AC3214A62C5}"/>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07" name="AutoShape 962">
                    <a:extLst>
                      <a:ext uri="{FF2B5EF4-FFF2-40B4-BE49-F238E27FC236}">
                        <a16:creationId xmlns:a16="http://schemas.microsoft.com/office/drawing/2014/main" id="{956944B6-375A-5147-8F14-3875730F0727}"/>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86" name="Rectangle 963">
                  <a:extLst>
                    <a:ext uri="{FF2B5EF4-FFF2-40B4-BE49-F238E27FC236}">
                      <a16:creationId xmlns:a16="http://schemas.microsoft.com/office/drawing/2014/main" id="{51250F08-E9E0-8947-B41A-98CA619BEBE0}"/>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87" name="Rectangle 964">
                  <a:extLst>
                    <a:ext uri="{FF2B5EF4-FFF2-40B4-BE49-F238E27FC236}">
                      <a16:creationId xmlns:a16="http://schemas.microsoft.com/office/drawing/2014/main" id="{A7290D91-148F-E442-B5BE-7041CAA1277C}"/>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688" name="Group 965">
                  <a:extLst>
                    <a:ext uri="{FF2B5EF4-FFF2-40B4-BE49-F238E27FC236}">
                      <a16:creationId xmlns:a16="http://schemas.microsoft.com/office/drawing/2014/main" id="{A4AC7B26-9599-E447-9575-F78EA7DB36A9}"/>
                    </a:ext>
                  </a:extLst>
                </p:cNvPr>
                <p:cNvGrpSpPr>
                  <a:grpSpLocks/>
                </p:cNvGrpSpPr>
                <p:nvPr/>
              </p:nvGrpSpPr>
              <p:grpSpPr bwMode="auto">
                <a:xfrm>
                  <a:off x="4735" y="1627"/>
                  <a:ext cx="582" cy="151"/>
                  <a:chOff x="614" y="2568"/>
                  <a:chExt cx="725" cy="139"/>
                </a:xfrm>
              </p:grpSpPr>
              <p:sp>
                <p:nvSpPr>
                  <p:cNvPr id="704" name="AutoShape 966">
                    <a:extLst>
                      <a:ext uri="{FF2B5EF4-FFF2-40B4-BE49-F238E27FC236}">
                        <a16:creationId xmlns:a16="http://schemas.microsoft.com/office/drawing/2014/main" id="{16872CF0-ABED-9445-8EA2-8FBA6496009D}"/>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05" name="AutoShape 967">
                    <a:extLst>
                      <a:ext uri="{FF2B5EF4-FFF2-40B4-BE49-F238E27FC236}">
                        <a16:creationId xmlns:a16="http://schemas.microsoft.com/office/drawing/2014/main" id="{64523BD2-4BE8-E847-BE4E-D2CBBC05CE7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89" name="Freeform 968">
                  <a:extLst>
                    <a:ext uri="{FF2B5EF4-FFF2-40B4-BE49-F238E27FC236}">
                      <a16:creationId xmlns:a16="http://schemas.microsoft.com/office/drawing/2014/main" id="{766AF934-6B9F-7A4A-BA2F-5AC0F59DDC5F}"/>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690" name="Group 969">
                  <a:extLst>
                    <a:ext uri="{FF2B5EF4-FFF2-40B4-BE49-F238E27FC236}">
                      <a16:creationId xmlns:a16="http://schemas.microsoft.com/office/drawing/2014/main" id="{01B1207E-761E-8B48-A649-9F16B0E817FF}"/>
                    </a:ext>
                  </a:extLst>
                </p:cNvPr>
                <p:cNvGrpSpPr>
                  <a:grpSpLocks/>
                </p:cNvGrpSpPr>
                <p:nvPr/>
              </p:nvGrpSpPr>
              <p:grpSpPr bwMode="auto">
                <a:xfrm>
                  <a:off x="4739" y="1327"/>
                  <a:ext cx="582" cy="139"/>
                  <a:chOff x="614" y="2568"/>
                  <a:chExt cx="725" cy="139"/>
                </a:xfrm>
              </p:grpSpPr>
              <p:sp>
                <p:nvSpPr>
                  <p:cNvPr id="702" name="AutoShape 970">
                    <a:extLst>
                      <a:ext uri="{FF2B5EF4-FFF2-40B4-BE49-F238E27FC236}">
                        <a16:creationId xmlns:a16="http://schemas.microsoft.com/office/drawing/2014/main" id="{08367B9F-30AC-DB4D-86E0-8706AB6F17B4}"/>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03" name="AutoShape 971">
                    <a:extLst>
                      <a:ext uri="{FF2B5EF4-FFF2-40B4-BE49-F238E27FC236}">
                        <a16:creationId xmlns:a16="http://schemas.microsoft.com/office/drawing/2014/main" id="{0CCF312D-E5E0-DD42-BC43-029376F07D0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91" name="Rectangle 972">
                  <a:extLst>
                    <a:ext uri="{FF2B5EF4-FFF2-40B4-BE49-F238E27FC236}">
                      <a16:creationId xmlns:a16="http://schemas.microsoft.com/office/drawing/2014/main" id="{77C87858-B0B9-CD40-83EF-2AE4B8CE36A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92" name="Freeform 973">
                  <a:extLst>
                    <a:ext uri="{FF2B5EF4-FFF2-40B4-BE49-F238E27FC236}">
                      <a16:creationId xmlns:a16="http://schemas.microsoft.com/office/drawing/2014/main" id="{A75FB760-53D9-F645-965D-EACA234C7B3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93" name="Freeform 974">
                  <a:extLst>
                    <a:ext uri="{FF2B5EF4-FFF2-40B4-BE49-F238E27FC236}">
                      <a16:creationId xmlns:a16="http://schemas.microsoft.com/office/drawing/2014/main" id="{D0F6A067-0F6C-1542-93C8-8767BAB2817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94" name="Oval 975">
                  <a:extLst>
                    <a:ext uri="{FF2B5EF4-FFF2-40B4-BE49-F238E27FC236}">
                      <a16:creationId xmlns:a16="http://schemas.microsoft.com/office/drawing/2014/main" id="{B148E6EE-1086-9D40-820A-A5B06CF30732}"/>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95" name="Freeform 976">
                  <a:extLst>
                    <a:ext uri="{FF2B5EF4-FFF2-40B4-BE49-F238E27FC236}">
                      <a16:creationId xmlns:a16="http://schemas.microsoft.com/office/drawing/2014/main" id="{D8F25B87-4D7C-9E4E-A7D7-69EF334ADEA2}"/>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96" name="AutoShape 977">
                  <a:extLst>
                    <a:ext uri="{FF2B5EF4-FFF2-40B4-BE49-F238E27FC236}">
                      <a16:creationId xmlns:a16="http://schemas.microsoft.com/office/drawing/2014/main" id="{F19FCB47-2C02-3A4D-8F7C-5C007AACF9E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97" name="AutoShape 978">
                  <a:extLst>
                    <a:ext uri="{FF2B5EF4-FFF2-40B4-BE49-F238E27FC236}">
                      <a16:creationId xmlns:a16="http://schemas.microsoft.com/office/drawing/2014/main" id="{02DAEA9E-1C92-1E49-ADA1-E12E559547AD}"/>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98" name="Oval 979">
                  <a:extLst>
                    <a:ext uri="{FF2B5EF4-FFF2-40B4-BE49-F238E27FC236}">
                      <a16:creationId xmlns:a16="http://schemas.microsoft.com/office/drawing/2014/main" id="{05D8FE8F-A7EC-5C49-899C-04C2851574D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99" name="Oval 980">
                  <a:extLst>
                    <a:ext uri="{FF2B5EF4-FFF2-40B4-BE49-F238E27FC236}">
                      <a16:creationId xmlns:a16="http://schemas.microsoft.com/office/drawing/2014/main" id="{9EF3949A-4727-6545-8662-15885849059B}"/>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700" name="Oval 981">
                  <a:extLst>
                    <a:ext uri="{FF2B5EF4-FFF2-40B4-BE49-F238E27FC236}">
                      <a16:creationId xmlns:a16="http://schemas.microsoft.com/office/drawing/2014/main" id="{0403B0BF-BF1F-DA46-9D8B-5B8849E3B9AA}"/>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01" name="Rectangle 982">
                  <a:extLst>
                    <a:ext uri="{FF2B5EF4-FFF2-40B4-BE49-F238E27FC236}">
                      <a16:creationId xmlns:a16="http://schemas.microsoft.com/office/drawing/2014/main" id="{11732AD1-CADA-424C-B568-61AE7615F998}"/>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645" name="Group 950">
                <a:extLst>
                  <a:ext uri="{FF2B5EF4-FFF2-40B4-BE49-F238E27FC236}">
                    <a16:creationId xmlns:a16="http://schemas.microsoft.com/office/drawing/2014/main" id="{FECCC7AA-D327-D443-87B8-617FD0401735}"/>
                  </a:ext>
                </a:extLst>
              </p:cNvPr>
              <p:cNvGrpSpPr>
                <a:grpSpLocks/>
              </p:cNvGrpSpPr>
              <p:nvPr/>
            </p:nvGrpSpPr>
            <p:grpSpPr bwMode="auto">
              <a:xfrm>
                <a:off x="7182479" y="2847655"/>
                <a:ext cx="338137" cy="653816"/>
                <a:chOff x="4140" y="429"/>
                <a:chExt cx="1425" cy="2396"/>
              </a:xfrm>
            </p:grpSpPr>
            <p:sp>
              <p:nvSpPr>
                <p:cNvPr id="646" name="Freeform 951">
                  <a:extLst>
                    <a:ext uri="{FF2B5EF4-FFF2-40B4-BE49-F238E27FC236}">
                      <a16:creationId xmlns:a16="http://schemas.microsoft.com/office/drawing/2014/main" id="{D0EE5BDB-2A71-CE4D-A062-CF068F3292F9}"/>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7" name="Rectangle 952">
                  <a:extLst>
                    <a:ext uri="{FF2B5EF4-FFF2-40B4-BE49-F238E27FC236}">
                      <a16:creationId xmlns:a16="http://schemas.microsoft.com/office/drawing/2014/main" id="{9E873E53-60F1-0244-90AF-FCDF28B96398}"/>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8" name="Freeform 953">
                  <a:extLst>
                    <a:ext uri="{FF2B5EF4-FFF2-40B4-BE49-F238E27FC236}">
                      <a16:creationId xmlns:a16="http://schemas.microsoft.com/office/drawing/2014/main" id="{0FAA8939-0162-2647-AA4C-426D1152D4D4}"/>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9" name="Freeform 954">
                  <a:extLst>
                    <a:ext uri="{FF2B5EF4-FFF2-40B4-BE49-F238E27FC236}">
                      <a16:creationId xmlns:a16="http://schemas.microsoft.com/office/drawing/2014/main" id="{ACF078AF-FFA7-DC47-91FC-2294F2AE48F3}"/>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50" name="Rectangle 955">
                  <a:extLst>
                    <a:ext uri="{FF2B5EF4-FFF2-40B4-BE49-F238E27FC236}">
                      <a16:creationId xmlns:a16="http://schemas.microsoft.com/office/drawing/2014/main" id="{5AB29191-3455-804D-BDB2-439F7285B70C}"/>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651" name="Group 956">
                  <a:extLst>
                    <a:ext uri="{FF2B5EF4-FFF2-40B4-BE49-F238E27FC236}">
                      <a16:creationId xmlns:a16="http://schemas.microsoft.com/office/drawing/2014/main" id="{4B1AE814-DE01-8344-A38E-AB9760179910}"/>
                    </a:ext>
                  </a:extLst>
                </p:cNvPr>
                <p:cNvGrpSpPr>
                  <a:grpSpLocks/>
                </p:cNvGrpSpPr>
                <p:nvPr/>
              </p:nvGrpSpPr>
              <p:grpSpPr bwMode="auto">
                <a:xfrm>
                  <a:off x="4749" y="668"/>
                  <a:ext cx="581" cy="145"/>
                  <a:chOff x="614" y="2568"/>
                  <a:chExt cx="725" cy="139"/>
                </a:xfrm>
              </p:grpSpPr>
              <p:sp>
                <p:nvSpPr>
                  <p:cNvPr id="676" name="AutoShape 957">
                    <a:extLst>
                      <a:ext uri="{FF2B5EF4-FFF2-40B4-BE49-F238E27FC236}">
                        <a16:creationId xmlns:a16="http://schemas.microsoft.com/office/drawing/2014/main" id="{3D8B382B-4EE2-3044-AB03-ED5E89F6208E}"/>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77" name="AutoShape 958">
                    <a:extLst>
                      <a:ext uri="{FF2B5EF4-FFF2-40B4-BE49-F238E27FC236}">
                        <a16:creationId xmlns:a16="http://schemas.microsoft.com/office/drawing/2014/main" id="{EE12B379-2B8C-6249-85FA-34B6B72F8801}"/>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52" name="Rectangle 959">
                  <a:extLst>
                    <a:ext uri="{FF2B5EF4-FFF2-40B4-BE49-F238E27FC236}">
                      <a16:creationId xmlns:a16="http://schemas.microsoft.com/office/drawing/2014/main" id="{8B337E37-83E3-8A4F-A114-0556F0655BB0}"/>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653" name="Group 960">
                  <a:extLst>
                    <a:ext uri="{FF2B5EF4-FFF2-40B4-BE49-F238E27FC236}">
                      <a16:creationId xmlns:a16="http://schemas.microsoft.com/office/drawing/2014/main" id="{2B1B316A-27F7-544C-BB1F-529B81FEBCE0}"/>
                    </a:ext>
                  </a:extLst>
                </p:cNvPr>
                <p:cNvGrpSpPr>
                  <a:grpSpLocks/>
                </p:cNvGrpSpPr>
                <p:nvPr/>
              </p:nvGrpSpPr>
              <p:grpSpPr bwMode="auto">
                <a:xfrm>
                  <a:off x="4747" y="994"/>
                  <a:ext cx="581" cy="134"/>
                  <a:chOff x="614" y="2568"/>
                  <a:chExt cx="725" cy="139"/>
                </a:xfrm>
              </p:grpSpPr>
              <p:sp>
                <p:nvSpPr>
                  <p:cNvPr id="674" name="AutoShape 961">
                    <a:extLst>
                      <a:ext uri="{FF2B5EF4-FFF2-40B4-BE49-F238E27FC236}">
                        <a16:creationId xmlns:a16="http://schemas.microsoft.com/office/drawing/2014/main" id="{82CB4D18-8227-7449-A037-629C0FF8F636}"/>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75" name="AutoShape 962">
                    <a:extLst>
                      <a:ext uri="{FF2B5EF4-FFF2-40B4-BE49-F238E27FC236}">
                        <a16:creationId xmlns:a16="http://schemas.microsoft.com/office/drawing/2014/main" id="{77C4C892-C52D-2A43-9E00-5E5F89DAA9C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54" name="Rectangle 963">
                  <a:extLst>
                    <a:ext uri="{FF2B5EF4-FFF2-40B4-BE49-F238E27FC236}">
                      <a16:creationId xmlns:a16="http://schemas.microsoft.com/office/drawing/2014/main" id="{9B59ADB0-5FC1-6947-8652-152C4431F5FD}"/>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55" name="Rectangle 964">
                  <a:extLst>
                    <a:ext uri="{FF2B5EF4-FFF2-40B4-BE49-F238E27FC236}">
                      <a16:creationId xmlns:a16="http://schemas.microsoft.com/office/drawing/2014/main" id="{8036EA19-0F4F-4C4C-AB33-071D6E220F8E}"/>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656" name="Group 965">
                  <a:extLst>
                    <a:ext uri="{FF2B5EF4-FFF2-40B4-BE49-F238E27FC236}">
                      <a16:creationId xmlns:a16="http://schemas.microsoft.com/office/drawing/2014/main" id="{A1852D81-9CD2-8342-A865-F1FC4DE773FD}"/>
                    </a:ext>
                  </a:extLst>
                </p:cNvPr>
                <p:cNvGrpSpPr>
                  <a:grpSpLocks/>
                </p:cNvGrpSpPr>
                <p:nvPr/>
              </p:nvGrpSpPr>
              <p:grpSpPr bwMode="auto">
                <a:xfrm>
                  <a:off x="4735" y="1627"/>
                  <a:ext cx="582" cy="151"/>
                  <a:chOff x="614" y="2568"/>
                  <a:chExt cx="725" cy="139"/>
                </a:xfrm>
              </p:grpSpPr>
              <p:sp>
                <p:nvSpPr>
                  <p:cNvPr id="672" name="AutoShape 966">
                    <a:extLst>
                      <a:ext uri="{FF2B5EF4-FFF2-40B4-BE49-F238E27FC236}">
                        <a16:creationId xmlns:a16="http://schemas.microsoft.com/office/drawing/2014/main" id="{108E3B46-89A3-BF49-B0A1-1143515C5F28}"/>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73" name="AutoShape 967">
                    <a:extLst>
                      <a:ext uri="{FF2B5EF4-FFF2-40B4-BE49-F238E27FC236}">
                        <a16:creationId xmlns:a16="http://schemas.microsoft.com/office/drawing/2014/main" id="{EC7B04A0-DF7A-634B-9639-ECB3A2ECCD2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57" name="Freeform 968">
                  <a:extLst>
                    <a:ext uri="{FF2B5EF4-FFF2-40B4-BE49-F238E27FC236}">
                      <a16:creationId xmlns:a16="http://schemas.microsoft.com/office/drawing/2014/main" id="{CEABE947-354F-A444-B6A6-162F825E5B4C}"/>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658" name="Group 969">
                  <a:extLst>
                    <a:ext uri="{FF2B5EF4-FFF2-40B4-BE49-F238E27FC236}">
                      <a16:creationId xmlns:a16="http://schemas.microsoft.com/office/drawing/2014/main" id="{C17DC2A8-1A2D-024C-81BB-C671F1D74297}"/>
                    </a:ext>
                  </a:extLst>
                </p:cNvPr>
                <p:cNvGrpSpPr>
                  <a:grpSpLocks/>
                </p:cNvGrpSpPr>
                <p:nvPr/>
              </p:nvGrpSpPr>
              <p:grpSpPr bwMode="auto">
                <a:xfrm>
                  <a:off x="4739" y="1327"/>
                  <a:ext cx="582" cy="139"/>
                  <a:chOff x="614" y="2568"/>
                  <a:chExt cx="725" cy="139"/>
                </a:xfrm>
              </p:grpSpPr>
              <p:sp>
                <p:nvSpPr>
                  <p:cNvPr id="670" name="AutoShape 970">
                    <a:extLst>
                      <a:ext uri="{FF2B5EF4-FFF2-40B4-BE49-F238E27FC236}">
                        <a16:creationId xmlns:a16="http://schemas.microsoft.com/office/drawing/2014/main" id="{F160E30B-0993-AE40-BCC2-F036B6614B56}"/>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71" name="AutoShape 971">
                    <a:extLst>
                      <a:ext uri="{FF2B5EF4-FFF2-40B4-BE49-F238E27FC236}">
                        <a16:creationId xmlns:a16="http://schemas.microsoft.com/office/drawing/2014/main" id="{538FC7AE-F6DF-8747-A7AB-B6B79861FEE4}"/>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59" name="Rectangle 972">
                  <a:extLst>
                    <a:ext uri="{FF2B5EF4-FFF2-40B4-BE49-F238E27FC236}">
                      <a16:creationId xmlns:a16="http://schemas.microsoft.com/office/drawing/2014/main" id="{B8C1B32E-8389-0C40-AC5D-FE4DC23D4D2C}"/>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60" name="Freeform 973">
                  <a:extLst>
                    <a:ext uri="{FF2B5EF4-FFF2-40B4-BE49-F238E27FC236}">
                      <a16:creationId xmlns:a16="http://schemas.microsoft.com/office/drawing/2014/main" id="{C409700D-9137-5047-8DD1-2ADBEDCE3E06}"/>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61" name="Freeform 974">
                  <a:extLst>
                    <a:ext uri="{FF2B5EF4-FFF2-40B4-BE49-F238E27FC236}">
                      <a16:creationId xmlns:a16="http://schemas.microsoft.com/office/drawing/2014/main" id="{5B9FA4F0-FCB9-934A-B103-01E54A04CFF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62" name="Oval 975">
                  <a:extLst>
                    <a:ext uri="{FF2B5EF4-FFF2-40B4-BE49-F238E27FC236}">
                      <a16:creationId xmlns:a16="http://schemas.microsoft.com/office/drawing/2014/main" id="{023DC606-4CC2-3F4F-9F3C-9273A59A46D0}"/>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63" name="Freeform 976">
                  <a:extLst>
                    <a:ext uri="{FF2B5EF4-FFF2-40B4-BE49-F238E27FC236}">
                      <a16:creationId xmlns:a16="http://schemas.microsoft.com/office/drawing/2014/main" id="{53BD9118-EC44-984F-BEE7-589634D00B5F}"/>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64" name="AutoShape 977">
                  <a:extLst>
                    <a:ext uri="{FF2B5EF4-FFF2-40B4-BE49-F238E27FC236}">
                      <a16:creationId xmlns:a16="http://schemas.microsoft.com/office/drawing/2014/main" id="{EAE28A53-589D-8949-97F5-B64BCC5E9414}"/>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65" name="AutoShape 978">
                  <a:extLst>
                    <a:ext uri="{FF2B5EF4-FFF2-40B4-BE49-F238E27FC236}">
                      <a16:creationId xmlns:a16="http://schemas.microsoft.com/office/drawing/2014/main" id="{B726ADB7-E2D7-4A4D-8A36-F54F820A7D77}"/>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66" name="Oval 979">
                  <a:extLst>
                    <a:ext uri="{FF2B5EF4-FFF2-40B4-BE49-F238E27FC236}">
                      <a16:creationId xmlns:a16="http://schemas.microsoft.com/office/drawing/2014/main" id="{72BFBA95-D735-264D-9CF3-6336547B057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67" name="Oval 980">
                  <a:extLst>
                    <a:ext uri="{FF2B5EF4-FFF2-40B4-BE49-F238E27FC236}">
                      <a16:creationId xmlns:a16="http://schemas.microsoft.com/office/drawing/2014/main" id="{17EC0A8D-B065-BF41-B9E4-498E2464722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668" name="Oval 981">
                  <a:extLst>
                    <a:ext uri="{FF2B5EF4-FFF2-40B4-BE49-F238E27FC236}">
                      <a16:creationId xmlns:a16="http://schemas.microsoft.com/office/drawing/2014/main" id="{D57BC389-6B5C-B547-B5A5-0A29CCF6C153}"/>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69" name="Rectangle 982">
                  <a:extLst>
                    <a:ext uri="{FF2B5EF4-FFF2-40B4-BE49-F238E27FC236}">
                      <a16:creationId xmlns:a16="http://schemas.microsoft.com/office/drawing/2014/main" id="{B32EABF4-6F89-1849-A226-D1AAB432C6B6}"/>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370" name="Freeform 2">
              <a:extLst>
                <a:ext uri="{FF2B5EF4-FFF2-40B4-BE49-F238E27FC236}">
                  <a16:creationId xmlns:a16="http://schemas.microsoft.com/office/drawing/2014/main" id="{3BB28199-D5FC-D443-8567-6C0DFD261CDC}"/>
                </a:ext>
              </a:extLst>
            </p:cNvPr>
            <p:cNvSpPr>
              <a:spLocks/>
            </p:cNvSpPr>
            <p:nvPr/>
          </p:nvSpPr>
          <p:spPr bwMode="auto">
            <a:xfrm>
              <a:off x="2592388" y="5284251"/>
              <a:ext cx="4027487" cy="939800"/>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9CE0FA"/>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cxnSp>
          <p:nvCxnSpPr>
            <p:cNvPr id="371" name="Straight Connector 370">
              <a:extLst>
                <a:ext uri="{FF2B5EF4-FFF2-40B4-BE49-F238E27FC236}">
                  <a16:creationId xmlns:a16="http://schemas.microsoft.com/office/drawing/2014/main" id="{0FAAA199-AEB8-E64A-B909-18FBC3F37878}"/>
                </a:ext>
              </a:extLst>
            </p:cNvPr>
            <p:cNvCxnSpPr/>
            <p:nvPr/>
          </p:nvCxnSpPr>
          <p:spPr>
            <a:xfrm flipV="1">
              <a:off x="3262941" y="5435064"/>
              <a:ext cx="1316038" cy="131762"/>
            </a:xfrm>
            <a:prstGeom prst="line">
              <a:avLst/>
            </a:prstGeom>
            <a:noFill/>
            <a:ln w="12700" cap="flat" cmpd="sng" algn="ctr">
              <a:solidFill>
                <a:srgbClr val="000000"/>
              </a:solidFill>
              <a:prstDash val="solid"/>
            </a:ln>
            <a:effectLst/>
          </p:spPr>
        </p:cxnSp>
        <p:cxnSp>
          <p:nvCxnSpPr>
            <p:cNvPr id="372" name="Straight Connector 371">
              <a:extLst>
                <a:ext uri="{FF2B5EF4-FFF2-40B4-BE49-F238E27FC236}">
                  <a16:creationId xmlns:a16="http://schemas.microsoft.com/office/drawing/2014/main" id="{2ABBCC09-F2C0-4C45-87E5-813EA3F60370}"/>
                </a:ext>
              </a:extLst>
            </p:cNvPr>
            <p:cNvCxnSpPr/>
            <p:nvPr/>
          </p:nvCxnSpPr>
          <p:spPr>
            <a:xfrm>
              <a:off x="3151816" y="5622389"/>
              <a:ext cx="2259013" cy="298450"/>
            </a:xfrm>
            <a:prstGeom prst="line">
              <a:avLst/>
            </a:prstGeom>
            <a:noFill/>
            <a:ln w="12700" cap="flat" cmpd="sng" algn="ctr">
              <a:solidFill>
                <a:srgbClr val="000000"/>
              </a:solidFill>
              <a:prstDash val="solid"/>
            </a:ln>
            <a:effectLst/>
          </p:spPr>
        </p:cxnSp>
        <p:cxnSp>
          <p:nvCxnSpPr>
            <p:cNvPr id="373" name="Straight Connector 372">
              <a:extLst>
                <a:ext uri="{FF2B5EF4-FFF2-40B4-BE49-F238E27FC236}">
                  <a16:creationId xmlns:a16="http://schemas.microsoft.com/office/drawing/2014/main" id="{9AFB164F-4D28-5C4F-B4A4-CF779B610802}"/>
                </a:ext>
              </a:extLst>
            </p:cNvPr>
            <p:cNvCxnSpPr/>
            <p:nvPr/>
          </p:nvCxnSpPr>
          <p:spPr>
            <a:xfrm>
              <a:off x="3164516" y="5727164"/>
              <a:ext cx="714375" cy="276225"/>
            </a:xfrm>
            <a:prstGeom prst="line">
              <a:avLst/>
            </a:prstGeom>
            <a:noFill/>
            <a:ln w="12700" cap="flat" cmpd="sng" algn="ctr">
              <a:solidFill>
                <a:srgbClr val="000000"/>
              </a:solidFill>
              <a:prstDash val="solid"/>
            </a:ln>
            <a:effectLst/>
          </p:spPr>
        </p:cxnSp>
        <p:cxnSp>
          <p:nvCxnSpPr>
            <p:cNvPr id="374" name="Straight Connector 373">
              <a:extLst>
                <a:ext uri="{FF2B5EF4-FFF2-40B4-BE49-F238E27FC236}">
                  <a16:creationId xmlns:a16="http://schemas.microsoft.com/office/drawing/2014/main" id="{CA14130F-9391-1649-BCE9-D4C5BF17E520}"/>
                </a:ext>
              </a:extLst>
            </p:cNvPr>
            <p:cNvCxnSpPr/>
            <p:nvPr/>
          </p:nvCxnSpPr>
          <p:spPr>
            <a:xfrm flipV="1">
              <a:off x="4182104" y="5920839"/>
              <a:ext cx="1247775" cy="82550"/>
            </a:xfrm>
            <a:prstGeom prst="line">
              <a:avLst/>
            </a:prstGeom>
            <a:noFill/>
            <a:ln w="12700" cap="flat" cmpd="sng" algn="ctr">
              <a:solidFill>
                <a:srgbClr val="000000"/>
              </a:solidFill>
              <a:prstDash val="solid"/>
            </a:ln>
            <a:effectLst/>
          </p:spPr>
        </p:cxnSp>
        <p:cxnSp>
          <p:nvCxnSpPr>
            <p:cNvPr id="375" name="Straight Connector 374">
              <a:extLst>
                <a:ext uri="{FF2B5EF4-FFF2-40B4-BE49-F238E27FC236}">
                  <a16:creationId xmlns:a16="http://schemas.microsoft.com/office/drawing/2014/main" id="{C9F6F123-ABA3-F044-9B04-6AA48EA0F9DE}"/>
                </a:ext>
              </a:extLst>
            </p:cNvPr>
            <p:cNvCxnSpPr/>
            <p:nvPr/>
          </p:nvCxnSpPr>
          <p:spPr>
            <a:xfrm>
              <a:off x="4842504" y="5468401"/>
              <a:ext cx="1057275" cy="123825"/>
            </a:xfrm>
            <a:prstGeom prst="line">
              <a:avLst/>
            </a:prstGeom>
            <a:noFill/>
            <a:ln w="12700" cap="flat" cmpd="sng" algn="ctr">
              <a:solidFill>
                <a:srgbClr val="000000"/>
              </a:solidFill>
              <a:prstDash val="solid"/>
            </a:ln>
            <a:effectLst/>
          </p:spPr>
        </p:cxnSp>
        <p:cxnSp>
          <p:nvCxnSpPr>
            <p:cNvPr id="376" name="Straight Connector 375">
              <a:extLst>
                <a:ext uri="{FF2B5EF4-FFF2-40B4-BE49-F238E27FC236}">
                  <a16:creationId xmlns:a16="http://schemas.microsoft.com/office/drawing/2014/main" id="{4CE11005-F216-1D4E-B997-41E3293C9349}"/>
                </a:ext>
              </a:extLst>
            </p:cNvPr>
            <p:cNvCxnSpPr/>
            <p:nvPr/>
          </p:nvCxnSpPr>
          <p:spPr>
            <a:xfrm flipV="1">
              <a:off x="4126541" y="5622389"/>
              <a:ext cx="1790700" cy="298450"/>
            </a:xfrm>
            <a:prstGeom prst="line">
              <a:avLst/>
            </a:prstGeom>
            <a:noFill/>
            <a:ln w="12700" cap="flat" cmpd="sng" algn="ctr">
              <a:solidFill>
                <a:srgbClr val="000000"/>
              </a:solidFill>
              <a:prstDash val="solid"/>
            </a:ln>
            <a:effectLst/>
          </p:spPr>
        </p:cxnSp>
        <p:cxnSp>
          <p:nvCxnSpPr>
            <p:cNvPr id="377" name="Straight Connector 376">
              <a:extLst>
                <a:ext uri="{FF2B5EF4-FFF2-40B4-BE49-F238E27FC236}">
                  <a16:creationId xmlns:a16="http://schemas.microsoft.com/office/drawing/2014/main" id="{7B22F5BD-70D2-8045-8E17-1709AE17C5EB}"/>
                </a:ext>
              </a:extLst>
            </p:cNvPr>
            <p:cNvCxnSpPr/>
            <p:nvPr/>
          </p:nvCxnSpPr>
          <p:spPr>
            <a:xfrm flipV="1">
              <a:off x="5453691" y="5650964"/>
              <a:ext cx="588963" cy="269875"/>
            </a:xfrm>
            <a:prstGeom prst="line">
              <a:avLst/>
            </a:prstGeom>
            <a:noFill/>
            <a:ln w="12700" cap="flat" cmpd="sng" algn="ctr">
              <a:solidFill>
                <a:srgbClr val="000000"/>
              </a:solidFill>
              <a:prstDash val="solid"/>
            </a:ln>
            <a:effectLst/>
          </p:spPr>
        </p:cxnSp>
        <p:cxnSp>
          <p:nvCxnSpPr>
            <p:cNvPr id="378" name="Straight Connector 377">
              <a:extLst>
                <a:ext uri="{FF2B5EF4-FFF2-40B4-BE49-F238E27FC236}">
                  <a16:creationId xmlns:a16="http://schemas.microsoft.com/office/drawing/2014/main" id="{D473209B-0783-D043-91DD-0738BF606A6A}"/>
                </a:ext>
              </a:extLst>
            </p:cNvPr>
            <p:cNvCxnSpPr/>
            <p:nvPr/>
          </p:nvCxnSpPr>
          <p:spPr>
            <a:xfrm>
              <a:off x="4596441" y="5435064"/>
              <a:ext cx="814388" cy="401637"/>
            </a:xfrm>
            <a:prstGeom prst="line">
              <a:avLst/>
            </a:prstGeom>
            <a:noFill/>
            <a:ln w="12700" cap="flat" cmpd="sng" algn="ctr">
              <a:solidFill>
                <a:srgbClr val="000000"/>
              </a:solidFill>
              <a:prstDash val="solid"/>
            </a:ln>
            <a:effectLst/>
          </p:spPr>
        </p:cxnSp>
        <p:grpSp>
          <p:nvGrpSpPr>
            <p:cNvPr id="379" name="Group 378">
              <a:extLst>
                <a:ext uri="{FF2B5EF4-FFF2-40B4-BE49-F238E27FC236}">
                  <a16:creationId xmlns:a16="http://schemas.microsoft.com/office/drawing/2014/main" id="{924A91F2-B835-1641-AD58-010D594B46E6}"/>
                </a:ext>
              </a:extLst>
            </p:cNvPr>
            <p:cNvGrpSpPr/>
            <p:nvPr/>
          </p:nvGrpSpPr>
          <p:grpSpPr>
            <a:xfrm>
              <a:off x="1526216" y="2537824"/>
              <a:ext cx="6978041" cy="1096962"/>
              <a:chOff x="1526216" y="3003498"/>
              <a:chExt cx="6978041" cy="1096962"/>
            </a:xfrm>
          </p:grpSpPr>
          <p:sp>
            <p:nvSpPr>
              <p:cNvPr id="638" name="TextBox 399">
                <a:extLst>
                  <a:ext uri="{FF2B5EF4-FFF2-40B4-BE49-F238E27FC236}">
                    <a16:creationId xmlns:a16="http://schemas.microsoft.com/office/drawing/2014/main" id="{2DE4202B-F7AE-464D-85EF-3680ADAE96D5}"/>
                  </a:ext>
                </a:extLst>
              </p:cNvPr>
              <p:cNvSpPr txBox="1">
                <a:spLocks noChangeArrowheads="1"/>
              </p:cNvSpPr>
              <p:nvPr/>
            </p:nvSpPr>
            <p:spPr bwMode="auto">
              <a:xfrm>
                <a:off x="7714291" y="3628973"/>
                <a:ext cx="595313" cy="4714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ts val="1463"/>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rPr>
                  <a:t>data</a:t>
                </a:r>
              </a:p>
              <a:p>
                <a:pPr marL="0" marR="0" lvl="0" indent="0" algn="ctr" defTabSz="914400" eaLnBrk="0" fontAlgn="base" latinLnBrk="0" hangingPunct="0">
                  <a:lnSpc>
                    <a:spcPts val="1463"/>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rPr>
                  <a:t>plane</a:t>
                </a:r>
              </a:p>
            </p:txBody>
          </p:sp>
          <p:sp>
            <p:nvSpPr>
              <p:cNvPr id="639" name="TextBox 400">
                <a:extLst>
                  <a:ext uri="{FF2B5EF4-FFF2-40B4-BE49-F238E27FC236}">
                    <a16:creationId xmlns:a16="http://schemas.microsoft.com/office/drawing/2014/main" id="{53016057-1EB1-8A4A-B611-EED63CFF8FDD}"/>
                  </a:ext>
                </a:extLst>
              </p:cNvPr>
              <p:cNvSpPr txBox="1">
                <a:spLocks noChangeArrowheads="1"/>
              </p:cNvSpPr>
              <p:nvPr/>
            </p:nvSpPr>
            <p:spPr bwMode="auto">
              <a:xfrm>
                <a:off x="7728579" y="3003498"/>
                <a:ext cx="709612" cy="4714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ts val="1463"/>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rPr>
                  <a:t>control</a:t>
                </a:r>
              </a:p>
              <a:p>
                <a:pPr marL="0" marR="0" lvl="0" indent="0" algn="ctr" defTabSz="914400" eaLnBrk="0" fontAlgn="base" latinLnBrk="0" hangingPunct="0">
                  <a:lnSpc>
                    <a:spcPts val="1463"/>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rPr>
                  <a:t>plane</a:t>
                </a:r>
              </a:p>
            </p:txBody>
          </p:sp>
          <p:cxnSp>
            <p:nvCxnSpPr>
              <p:cNvPr id="640" name="Straight Connector 639">
                <a:extLst>
                  <a:ext uri="{FF2B5EF4-FFF2-40B4-BE49-F238E27FC236}">
                    <a16:creationId xmlns:a16="http://schemas.microsoft.com/office/drawing/2014/main" id="{EA6D2DB9-8854-0442-A96B-1D9E2F06B259}"/>
                  </a:ext>
                </a:extLst>
              </p:cNvPr>
              <p:cNvCxnSpPr/>
              <p:nvPr/>
            </p:nvCxnSpPr>
            <p:spPr bwMode="auto">
              <a:xfrm flipV="1">
                <a:off x="1526216" y="3579342"/>
                <a:ext cx="6978041" cy="12155"/>
              </a:xfrm>
              <a:prstGeom prst="line">
                <a:avLst/>
              </a:prstGeom>
              <a:noFill/>
              <a:ln w="25400" cap="flat" cmpd="sng" algn="ctr">
                <a:solidFill>
                  <a:srgbClr val="000000"/>
                </a:solidFill>
                <a:prstDash val="dash"/>
              </a:ln>
              <a:effectLst/>
            </p:spPr>
          </p:cxnSp>
        </p:grpSp>
        <p:grpSp>
          <p:nvGrpSpPr>
            <p:cNvPr id="380" name="Group 379">
              <a:extLst>
                <a:ext uri="{FF2B5EF4-FFF2-40B4-BE49-F238E27FC236}">
                  <a16:creationId xmlns:a16="http://schemas.microsoft.com/office/drawing/2014/main" id="{D9EF9FA8-A052-1E4B-8493-23C6F99BF5BD}"/>
                </a:ext>
              </a:extLst>
            </p:cNvPr>
            <p:cNvGrpSpPr/>
            <p:nvPr/>
          </p:nvGrpSpPr>
          <p:grpSpPr>
            <a:xfrm>
              <a:off x="2436115" y="2269434"/>
              <a:ext cx="4296530" cy="320561"/>
              <a:chOff x="2433511" y="2792111"/>
              <a:chExt cx="4296530" cy="320561"/>
            </a:xfrm>
          </p:grpSpPr>
          <p:grpSp>
            <p:nvGrpSpPr>
              <p:cNvPr id="613" name="Group 401">
                <a:extLst>
                  <a:ext uri="{FF2B5EF4-FFF2-40B4-BE49-F238E27FC236}">
                    <a16:creationId xmlns:a16="http://schemas.microsoft.com/office/drawing/2014/main" id="{05A4BF94-4385-8842-B7E2-E973047C10A2}"/>
                  </a:ext>
                </a:extLst>
              </p:cNvPr>
              <p:cNvGrpSpPr>
                <a:grpSpLocks/>
              </p:cNvGrpSpPr>
              <p:nvPr/>
            </p:nvGrpSpPr>
            <p:grpSpPr bwMode="auto">
              <a:xfrm>
                <a:off x="2433511" y="2794083"/>
                <a:ext cx="349250" cy="317387"/>
                <a:chOff x="2931664" y="3912603"/>
                <a:chExt cx="430450" cy="329314"/>
              </a:xfrm>
            </p:grpSpPr>
            <p:sp>
              <p:nvSpPr>
                <p:cNvPr id="634" name="Rectangle 633">
                  <a:extLst>
                    <a:ext uri="{FF2B5EF4-FFF2-40B4-BE49-F238E27FC236}">
                      <a16:creationId xmlns:a16="http://schemas.microsoft.com/office/drawing/2014/main" id="{D5B3C7B3-62DD-5C45-A7D4-49AF6317073F}"/>
                    </a:ext>
                  </a:extLst>
                </p:cNvPr>
                <p:cNvSpPr/>
                <p:nvPr/>
              </p:nvSpPr>
              <p:spPr>
                <a:xfrm>
                  <a:off x="2937534" y="3912858"/>
                  <a:ext cx="424580" cy="329431"/>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635" name="Straight Connector 634">
                  <a:extLst>
                    <a:ext uri="{FF2B5EF4-FFF2-40B4-BE49-F238E27FC236}">
                      <a16:creationId xmlns:a16="http://schemas.microsoft.com/office/drawing/2014/main" id="{3071C495-C991-484D-8473-774C4A4DE550}"/>
                    </a:ext>
                  </a:extLst>
                </p:cNvPr>
                <p:cNvCxnSpPr/>
                <p:nvPr/>
              </p:nvCxnSpPr>
              <p:spPr>
                <a:xfrm>
                  <a:off x="2931664" y="4005099"/>
                  <a:ext cx="424581" cy="0"/>
                </a:xfrm>
                <a:prstGeom prst="line">
                  <a:avLst/>
                </a:prstGeom>
                <a:noFill/>
                <a:ln w="3175" cap="flat" cmpd="sng" algn="ctr">
                  <a:solidFill>
                    <a:srgbClr val="CC0000"/>
                  </a:solidFill>
                  <a:prstDash val="solid"/>
                </a:ln>
                <a:effectLst/>
              </p:spPr>
            </p:cxnSp>
            <p:cxnSp>
              <p:nvCxnSpPr>
                <p:cNvPr id="636" name="Straight Connector 635">
                  <a:extLst>
                    <a:ext uri="{FF2B5EF4-FFF2-40B4-BE49-F238E27FC236}">
                      <a16:creationId xmlns:a16="http://schemas.microsoft.com/office/drawing/2014/main" id="{9162B16E-CB2C-D447-9356-87B6C1626E8A}"/>
                    </a:ext>
                  </a:extLst>
                </p:cNvPr>
                <p:cNvCxnSpPr/>
                <p:nvPr/>
              </p:nvCxnSpPr>
              <p:spPr>
                <a:xfrm>
                  <a:off x="2931664" y="4067691"/>
                  <a:ext cx="424581" cy="0"/>
                </a:xfrm>
                <a:prstGeom prst="line">
                  <a:avLst/>
                </a:prstGeom>
                <a:noFill/>
                <a:ln w="3175" cap="flat" cmpd="sng" algn="ctr">
                  <a:solidFill>
                    <a:srgbClr val="CC0000"/>
                  </a:solidFill>
                  <a:prstDash val="solid"/>
                </a:ln>
                <a:effectLst/>
              </p:spPr>
            </p:cxnSp>
            <p:cxnSp>
              <p:nvCxnSpPr>
                <p:cNvPr id="637" name="Straight Connector 636">
                  <a:extLst>
                    <a:ext uri="{FF2B5EF4-FFF2-40B4-BE49-F238E27FC236}">
                      <a16:creationId xmlns:a16="http://schemas.microsoft.com/office/drawing/2014/main" id="{72EF13CE-F094-AE46-8825-363CCE8D4D99}"/>
                    </a:ext>
                  </a:extLst>
                </p:cNvPr>
                <p:cNvCxnSpPr>
                  <a:stCxn id="634" idx="2"/>
                </p:cNvCxnSpPr>
                <p:nvPr/>
              </p:nvCxnSpPr>
              <p:spPr>
                <a:xfrm flipH="1" flipV="1">
                  <a:off x="3148846" y="4005099"/>
                  <a:ext cx="0" cy="237190"/>
                </a:xfrm>
                <a:prstGeom prst="line">
                  <a:avLst/>
                </a:prstGeom>
                <a:noFill/>
                <a:ln w="3175" cap="flat" cmpd="sng" algn="ctr">
                  <a:solidFill>
                    <a:srgbClr val="CC0000"/>
                  </a:solidFill>
                  <a:prstDash val="solid"/>
                </a:ln>
                <a:effectLst/>
              </p:spPr>
            </p:cxnSp>
          </p:grpSp>
          <p:grpSp>
            <p:nvGrpSpPr>
              <p:cNvPr id="614" name="Group 406">
                <a:extLst>
                  <a:ext uri="{FF2B5EF4-FFF2-40B4-BE49-F238E27FC236}">
                    <a16:creationId xmlns:a16="http://schemas.microsoft.com/office/drawing/2014/main" id="{0BA03DBB-9E31-ED41-B491-F9410189BCC7}"/>
                  </a:ext>
                </a:extLst>
              </p:cNvPr>
              <p:cNvGrpSpPr>
                <a:grpSpLocks/>
              </p:cNvGrpSpPr>
              <p:nvPr/>
            </p:nvGrpSpPr>
            <p:grpSpPr bwMode="auto">
              <a:xfrm>
                <a:off x="3348666" y="2792111"/>
                <a:ext cx="350838" cy="317387"/>
                <a:chOff x="2931664" y="3912603"/>
                <a:chExt cx="430450" cy="329314"/>
              </a:xfrm>
            </p:grpSpPr>
            <p:sp>
              <p:nvSpPr>
                <p:cNvPr id="630" name="Rectangle 629">
                  <a:extLst>
                    <a:ext uri="{FF2B5EF4-FFF2-40B4-BE49-F238E27FC236}">
                      <a16:creationId xmlns:a16="http://schemas.microsoft.com/office/drawing/2014/main" id="{F1EFA42E-9EE1-2C42-B7FE-074F7E0718DD}"/>
                    </a:ext>
                  </a:extLst>
                </p:cNvPr>
                <p:cNvSpPr/>
                <p:nvPr/>
              </p:nvSpPr>
              <p:spPr>
                <a:xfrm>
                  <a:off x="2937508" y="3912861"/>
                  <a:ext cx="424606" cy="329431"/>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631" name="Straight Connector 630">
                  <a:extLst>
                    <a:ext uri="{FF2B5EF4-FFF2-40B4-BE49-F238E27FC236}">
                      <a16:creationId xmlns:a16="http://schemas.microsoft.com/office/drawing/2014/main" id="{C24CBB58-24D5-8F4F-9DCA-1BD16C773ACC}"/>
                    </a:ext>
                  </a:extLst>
                </p:cNvPr>
                <p:cNvCxnSpPr/>
                <p:nvPr/>
              </p:nvCxnSpPr>
              <p:spPr>
                <a:xfrm>
                  <a:off x="2931664" y="4005102"/>
                  <a:ext cx="424606" cy="0"/>
                </a:xfrm>
                <a:prstGeom prst="line">
                  <a:avLst/>
                </a:prstGeom>
                <a:noFill/>
                <a:ln w="3175" cap="flat" cmpd="sng" algn="ctr">
                  <a:solidFill>
                    <a:srgbClr val="CC0000"/>
                  </a:solidFill>
                  <a:prstDash val="solid"/>
                </a:ln>
                <a:effectLst/>
              </p:spPr>
            </p:cxnSp>
            <p:cxnSp>
              <p:nvCxnSpPr>
                <p:cNvPr id="632" name="Straight Connector 631">
                  <a:extLst>
                    <a:ext uri="{FF2B5EF4-FFF2-40B4-BE49-F238E27FC236}">
                      <a16:creationId xmlns:a16="http://schemas.microsoft.com/office/drawing/2014/main" id="{6C95D30C-56CB-C54B-A1AA-B6796069204D}"/>
                    </a:ext>
                  </a:extLst>
                </p:cNvPr>
                <p:cNvCxnSpPr/>
                <p:nvPr/>
              </p:nvCxnSpPr>
              <p:spPr>
                <a:xfrm>
                  <a:off x="2931664" y="4067694"/>
                  <a:ext cx="424606" cy="0"/>
                </a:xfrm>
                <a:prstGeom prst="line">
                  <a:avLst/>
                </a:prstGeom>
                <a:noFill/>
                <a:ln w="3175" cap="flat" cmpd="sng" algn="ctr">
                  <a:solidFill>
                    <a:srgbClr val="CC0000"/>
                  </a:solidFill>
                  <a:prstDash val="solid"/>
                </a:ln>
                <a:effectLst/>
              </p:spPr>
            </p:cxnSp>
            <p:cxnSp>
              <p:nvCxnSpPr>
                <p:cNvPr id="633" name="Straight Connector 632">
                  <a:extLst>
                    <a:ext uri="{FF2B5EF4-FFF2-40B4-BE49-F238E27FC236}">
                      <a16:creationId xmlns:a16="http://schemas.microsoft.com/office/drawing/2014/main" id="{769665D5-2FA8-5949-BBD2-CB31A87F0C6A}"/>
                    </a:ext>
                  </a:extLst>
                </p:cNvPr>
                <p:cNvCxnSpPr>
                  <a:stCxn id="630" idx="2"/>
                </p:cNvCxnSpPr>
                <p:nvPr/>
              </p:nvCxnSpPr>
              <p:spPr>
                <a:xfrm flipH="1" flipV="1">
                  <a:off x="3147863" y="4005102"/>
                  <a:ext cx="1947" cy="237190"/>
                </a:xfrm>
                <a:prstGeom prst="line">
                  <a:avLst/>
                </a:prstGeom>
                <a:noFill/>
                <a:ln w="3175" cap="flat" cmpd="sng" algn="ctr">
                  <a:solidFill>
                    <a:srgbClr val="CC0000"/>
                  </a:solidFill>
                  <a:prstDash val="solid"/>
                </a:ln>
                <a:effectLst/>
              </p:spPr>
            </p:cxnSp>
          </p:grpSp>
          <p:grpSp>
            <p:nvGrpSpPr>
              <p:cNvPr id="615" name="Group 411">
                <a:extLst>
                  <a:ext uri="{FF2B5EF4-FFF2-40B4-BE49-F238E27FC236}">
                    <a16:creationId xmlns:a16="http://schemas.microsoft.com/office/drawing/2014/main" id="{C2E0C0F0-A088-804B-8FC7-0223E6ACFE4A}"/>
                  </a:ext>
                </a:extLst>
              </p:cNvPr>
              <p:cNvGrpSpPr>
                <a:grpSpLocks/>
              </p:cNvGrpSpPr>
              <p:nvPr/>
            </p:nvGrpSpPr>
            <p:grpSpPr bwMode="auto">
              <a:xfrm>
                <a:off x="4182104" y="2792111"/>
                <a:ext cx="350837" cy="317387"/>
                <a:chOff x="2931664" y="3912603"/>
                <a:chExt cx="430450" cy="329314"/>
              </a:xfrm>
            </p:grpSpPr>
            <p:sp>
              <p:nvSpPr>
                <p:cNvPr id="626" name="Rectangle 625">
                  <a:extLst>
                    <a:ext uri="{FF2B5EF4-FFF2-40B4-BE49-F238E27FC236}">
                      <a16:creationId xmlns:a16="http://schemas.microsoft.com/office/drawing/2014/main" id="{432910A3-D517-B541-8E55-8B64D1938FCA}"/>
                    </a:ext>
                  </a:extLst>
                </p:cNvPr>
                <p:cNvSpPr/>
                <p:nvPr/>
              </p:nvSpPr>
              <p:spPr>
                <a:xfrm>
                  <a:off x="2937507" y="3912861"/>
                  <a:ext cx="424607" cy="329431"/>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627" name="Straight Connector 626">
                  <a:extLst>
                    <a:ext uri="{FF2B5EF4-FFF2-40B4-BE49-F238E27FC236}">
                      <a16:creationId xmlns:a16="http://schemas.microsoft.com/office/drawing/2014/main" id="{7B39DF40-EF02-FE42-B7B6-8228C7C37D4C}"/>
                    </a:ext>
                  </a:extLst>
                </p:cNvPr>
                <p:cNvCxnSpPr/>
                <p:nvPr/>
              </p:nvCxnSpPr>
              <p:spPr>
                <a:xfrm>
                  <a:off x="2931664" y="4005102"/>
                  <a:ext cx="424607" cy="0"/>
                </a:xfrm>
                <a:prstGeom prst="line">
                  <a:avLst/>
                </a:prstGeom>
                <a:noFill/>
                <a:ln w="3175" cap="flat" cmpd="sng" algn="ctr">
                  <a:solidFill>
                    <a:srgbClr val="CC0000"/>
                  </a:solidFill>
                  <a:prstDash val="solid"/>
                </a:ln>
                <a:effectLst/>
              </p:spPr>
            </p:cxnSp>
            <p:cxnSp>
              <p:nvCxnSpPr>
                <p:cNvPr id="628" name="Straight Connector 627">
                  <a:extLst>
                    <a:ext uri="{FF2B5EF4-FFF2-40B4-BE49-F238E27FC236}">
                      <a16:creationId xmlns:a16="http://schemas.microsoft.com/office/drawing/2014/main" id="{139037D7-D9A4-8849-A9AD-B0AF003AC93C}"/>
                    </a:ext>
                  </a:extLst>
                </p:cNvPr>
                <p:cNvCxnSpPr/>
                <p:nvPr/>
              </p:nvCxnSpPr>
              <p:spPr>
                <a:xfrm>
                  <a:off x="2931664" y="4067694"/>
                  <a:ext cx="424607" cy="0"/>
                </a:xfrm>
                <a:prstGeom prst="line">
                  <a:avLst/>
                </a:prstGeom>
                <a:noFill/>
                <a:ln w="3175" cap="flat" cmpd="sng" algn="ctr">
                  <a:solidFill>
                    <a:srgbClr val="CC0000"/>
                  </a:solidFill>
                  <a:prstDash val="solid"/>
                </a:ln>
                <a:effectLst/>
              </p:spPr>
            </p:cxnSp>
            <p:cxnSp>
              <p:nvCxnSpPr>
                <p:cNvPr id="629" name="Straight Connector 628">
                  <a:extLst>
                    <a:ext uri="{FF2B5EF4-FFF2-40B4-BE49-F238E27FC236}">
                      <a16:creationId xmlns:a16="http://schemas.microsoft.com/office/drawing/2014/main" id="{1175C58C-5928-2242-B6BA-9262716F374A}"/>
                    </a:ext>
                  </a:extLst>
                </p:cNvPr>
                <p:cNvCxnSpPr>
                  <a:stCxn id="626" idx="2"/>
                </p:cNvCxnSpPr>
                <p:nvPr/>
              </p:nvCxnSpPr>
              <p:spPr>
                <a:xfrm flipH="1" flipV="1">
                  <a:off x="3147863" y="4005102"/>
                  <a:ext cx="1948" cy="237190"/>
                </a:xfrm>
                <a:prstGeom prst="line">
                  <a:avLst/>
                </a:prstGeom>
                <a:noFill/>
                <a:ln w="3175" cap="flat" cmpd="sng" algn="ctr">
                  <a:solidFill>
                    <a:srgbClr val="CC0000"/>
                  </a:solidFill>
                  <a:prstDash val="solid"/>
                </a:ln>
                <a:effectLst/>
              </p:spPr>
            </p:cxnSp>
          </p:grpSp>
          <p:grpSp>
            <p:nvGrpSpPr>
              <p:cNvPr id="616" name="Group 416">
                <a:extLst>
                  <a:ext uri="{FF2B5EF4-FFF2-40B4-BE49-F238E27FC236}">
                    <a16:creationId xmlns:a16="http://schemas.microsoft.com/office/drawing/2014/main" id="{83F96C8C-DAD5-EE46-B616-652B58803011}"/>
                  </a:ext>
                </a:extLst>
              </p:cNvPr>
              <p:cNvGrpSpPr>
                <a:grpSpLocks/>
              </p:cNvGrpSpPr>
              <p:nvPr/>
            </p:nvGrpSpPr>
            <p:grpSpPr bwMode="auto">
              <a:xfrm>
                <a:off x="5374316" y="2795285"/>
                <a:ext cx="349250" cy="317387"/>
                <a:chOff x="2931664" y="3912603"/>
                <a:chExt cx="430450" cy="329314"/>
              </a:xfrm>
            </p:grpSpPr>
            <p:sp>
              <p:nvSpPr>
                <p:cNvPr id="622" name="Rectangle 621">
                  <a:extLst>
                    <a:ext uri="{FF2B5EF4-FFF2-40B4-BE49-F238E27FC236}">
                      <a16:creationId xmlns:a16="http://schemas.microsoft.com/office/drawing/2014/main" id="{26AA9474-8579-BB43-9D7F-A06CED135615}"/>
                    </a:ext>
                  </a:extLst>
                </p:cNvPr>
                <p:cNvSpPr/>
                <p:nvPr/>
              </p:nvSpPr>
              <p:spPr>
                <a:xfrm>
                  <a:off x="2937534" y="3912862"/>
                  <a:ext cx="424580" cy="329431"/>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623" name="Straight Connector 622">
                  <a:extLst>
                    <a:ext uri="{FF2B5EF4-FFF2-40B4-BE49-F238E27FC236}">
                      <a16:creationId xmlns:a16="http://schemas.microsoft.com/office/drawing/2014/main" id="{EEF09EFB-9060-4A43-8519-AE0FB86E5704}"/>
                    </a:ext>
                  </a:extLst>
                </p:cNvPr>
                <p:cNvCxnSpPr/>
                <p:nvPr/>
              </p:nvCxnSpPr>
              <p:spPr>
                <a:xfrm>
                  <a:off x="2931664" y="4005103"/>
                  <a:ext cx="424581" cy="0"/>
                </a:xfrm>
                <a:prstGeom prst="line">
                  <a:avLst/>
                </a:prstGeom>
                <a:noFill/>
                <a:ln w="3175" cap="flat" cmpd="sng" algn="ctr">
                  <a:solidFill>
                    <a:srgbClr val="CC0000"/>
                  </a:solidFill>
                  <a:prstDash val="solid"/>
                </a:ln>
                <a:effectLst/>
              </p:spPr>
            </p:cxnSp>
            <p:cxnSp>
              <p:nvCxnSpPr>
                <p:cNvPr id="624" name="Straight Connector 623">
                  <a:extLst>
                    <a:ext uri="{FF2B5EF4-FFF2-40B4-BE49-F238E27FC236}">
                      <a16:creationId xmlns:a16="http://schemas.microsoft.com/office/drawing/2014/main" id="{6DCF03A3-A7BB-D447-88ED-3F203BF06D2F}"/>
                    </a:ext>
                  </a:extLst>
                </p:cNvPr>
                <p:cNvCxnSpPr/>
                <p:nvPr/>
              </p:nvCxnSpPr>
              <p:spPr>
                <a:xfrm>
                  <a:off x="2931664" y="4067695"/>
                  <a:ext cx="424581" cy="0"/>
                </a:xfrm>
                <a:prstGeom prst="line">
                  <a:avLst/>
                </a:prstGeom>
                <a:noFill/>
                <a:ln w="3175" cap="flat" cmpd="sng" algn="ctr">
                  <a:solidFill>
                    <a:srgbClr val="CC0000"/>
                  </a:solidFill>
                  <a:prstDash val="solid"/>
                </a:ln>
                <a:effectLst/>
              </p:spPr>
            </p:cxnSp>
            <p:cxnSp>
              <p:nvCxnSpPr>
                <p:cNvPr id="625" name="Straight Connector 624">
                  <a:extLst>
                    <a:ext uri="{FF2B5EF4-FFF2-40B4-BE49-F238E27FC236}">
                      <a16:creationId xmlns:a16="http://schemas.microsoft.com/office/drawing/2014/main" id="{436E5D85-A165-8F4C-8E01-98D7AB941B1A}"/>
                    </a:ext>
                  </a:extLst>
                </p:cNvPr>
                <p:cNvCxnSpPr>
                  <a:stCxn id="622" idx="2"/>
                </p:cNvCxnSpPr>
                <p:nvPr/>
              </p:nvCxnSpPr>
              <p:spPr>
                <a:xfrm flipH="1" flipV="1">
                  <a:off x="3148846" y="4005103"/>
                  <a:ext cx="0" cy="237190"/>
                </a:xfrm>
                <a:prstGeom prst="line">
                  <a:avLst/>
                </a:prstGeom>
                <a:noFill/>
                <a:ln w="3175" cap="flat" cmpd="sng" algn="ctr">
                  <a:solidFill>
                    <a:srgbClr val="CC0000"/>
                  </a:solidFill>
                  <a:prstDash val="solid"/>
                </a:ln>
                <a:effectLst/>
              </p:spPr>
            </p:cxnSp>
          </p:grpSp>
          <p:grpSp>
            <p:nvGrpSpPr>
              <p:cNvPr id="617" name="Group 421">
                <a:extLst>
                  <a:ext uri="{FF2B5EF4-FFF2-40B4-BE49-F238E27FC236}">
                    <a16:creationId xmlns:a16="http://schemas.microsoft.com/office/drawing/2014/main" id="{B3361BB7-7F3E-A244-9EEE-76BAF3743B55}"/>
                  </a:ext>
                </a:extLst>
              </p:cNvPr>
              <p:cNvGrpSpPr>
                <a:grpSpLocks/>
              </p:cNvGrpSpPr>
              <p:nvPr/>
            </p:nvGrpSpPr>
            <p:grpSpPr bwMode="auto">
              <a:xfrm>
                <a:off x="6379204" y="2792111"/>
                <a:ext cx="350837" cy="317387"/>
                <a:chOff x="2931664" y="3912603"/>
                <a:chExt cx="430450" cy="329314"/>
              </a:xfrm>
            </p:grpSpPr>
            <p:sp>
              <p:nvSpPr>
                <p:cNvPr id="618" name="Rectangle 617">
                  <a:extLst>
                    <a:ext uri="{FF2B5EF4-FFF2-40B4-BE49-F238E27FC236}">
                      <a16:creationId xmlns:a16="http://schemas.microsoft.com/office/drawing/2014/main" id="{9544BB1A-468F-EB42-B6D9-9D17394D11CB}"/>
                    </a:ext>
                  </a:extLst>
                </p:cNvPr>
                <p:cNvSpPr/>
                <p:nvPr/>
              </p:nvSpPr>
              <p:spPr>
                <a:xfrm>
                  <a:off x="2937507" y="3912861"/>
                  <a:ext cx="424607" cy="329431"/>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619" name="Straight Connector 618">
                  <a:extLst>
                    <a:ext uri="{FF2B5EF4-FFF2-40B4-BE49-F238E27FC236}">
                      <a16:creationId xmlns:a16="http://schemas.microsoft.com/office/drawing/2014/main" id="{E0C9CBDA-5A98-344F-9010-2ADC07A68287}"/>
                    </a:ext>
                  </a:extLst>
                </p:cNvPr>
                <p:cNvCxnSpPr/>
                <p:nvPr/>
              </p:nvCxnSpPr>
              <p:spPr>
                <a:xfrm>
                  <a:off x="2931664" y="4005102"/>
                  <a:ext cx="424607" cy="0"/>
                </a:xfrm>
                <a:prstGeom prst="line">
                  <a:avLst/>
                </a:prstGeom>
                <a:noFill/>
                <a:ln w="3175" cap="flat" cmpd="sng" algn="ctr">
                  <a:solidFill>
                    <a:srgbClr val="CC0000"/>
                  </a:solidFill>
                  <a:prstDash val="solid"/>
                </a:ln>
                <a:effectLst/>
              </p:spPr>
            </p:cxnSp>
            <p:cxnSp>
              <p:nvCxnSpPr>
                <p:cNvPr id="620" name="Straight Connector 619">
                  <a:extLst>
                    <a:ext uri="{FF2B5EF4-FFF2-40B4-BE49-F238E27FC236}">
                      <a16:creationId xmlns:a16="http://schemas.microsoft.com/office/drawing/2014/main" id="{6ABCC3E0-D16E-F045-B191-6DBE3FEDF800}"/>
                    </a:ext>
                  </a:extLst>
                </p:cNvPr>
                <p:cNvCxnSpPr/>
                <p:nvPr/>
              </p:nvCxnSpPr>
              <p:spPr>
                <a:xfrm>
                  <a:off x="2931664" y="4067694"/>
                  <a:ext cx="424607" cy="0"/>
                </a:xfrm>
                <a:prstGeom prst="line">
                  <a:avLst/>
                </a:prstGeom>
                <a:noFill/>
                <a:ln w="3175" cap="flat" cmpd="sng" algn="ctr">
                  <a:solidFill>
                    <a:srgbClr val="CC0000"/>
                  </a:solidFill>
                  <a:prstDash val="solid"/>
                </a:ln>
                <a:effectLst/>
              </p:spPr>
            </p:cxnSp>
            <p:cxnSp>
              <p:nvCxnSpPr>
                <p:cNvPr id="621" name="Straight Connector 620">
                  <a:extLst>
                    <a:ext uri="{FF2B5EF4-FFF2-40B4-BE49-F238E27FC236}">
                      <a16:creationId xmlns:a16="http://schemas.microsoft.com/office/drawing/2014/main" id="{ACAC7A61-3B84-D649-9CBA-582DC70E220C}"/>
                    </a:ext>
                  </a:extLst>
                </p:cNvPr>
                <p:cNvCxnSpPr>
                  <a:stCxn id="618" idx="2"/>
                </p:cNvCxnSpPr>
                <p:nvPr/>
              </p:nvCxnSpPr>
              <p:spPr>
                <a:xfrm flipH="1" flipV="1">
                  <a:off x="3147863" y="4005102"/>
                  <a:ext cx="1948" cy="237190"/>
                </a:xfrm>
                <a:prstGeom prst="line">
                  <a:avLst/>
                </a:prstGeom>
                <a:noFill/>
                <a:ln w="3175" cap="flat" cmpd="sng" algn="ctr">
                  <a:solidFill>
                    <a:srgbClr val="CC0000"/>
                  </a:solidFill>
                  <a:prstDash val="solid"/>
                </a:ln>
                <a:effectLst/>
              </p:spPr>
            </p:cxnSp>
          </p:grpSp>
        </p:grpSp>
        <p:grpSp>
          <p:nvGrpSpPr>
            <p:cNvPr id="381" name="Group 380">
              <a:extLst>
                <a:ext uri="{FF2B5EF4-FFF2-40B4-BE49-F238E27FC236}">
                  <a16:creationId xmlns:a16="http://schemas.microsoft.com/office/drawing/2014/main" id="{73E9270F-9772-3547-8D3A-075B55009534}"/>
                </a:ext>
              </a:extLst>
            </p:cNvPr>
            <p:cNvGrpSpPr/>
            <p:nvPr/>
          </p:nvGrpSpPr>
          <p:grpSpPr>
            <a:xfrm>
              <a:off x="1856416" y="3244261"/>
              <a:ext cx="5211763" cy="2739614"/>
              <a:chOff x="1856416" y="3709935"/>
              <a:chExt cx="5211763" cy="2739614"/>
            </a:xfrm>
          </p:grpSpPr>
          <p:sp>
            <p:nvSpPr>
              <p:cNvPr id="503" name="Freeform 502">
                <a:extLst>
                  <a:ext uri="{FF2B5EF4-FFF2-40B4-BE49-F238E27FC236}">
                    <a16:creationId xmlns:a16="http://schemas.microsoft.com/office/drawing/2014/main" id="{C206A3DD-781F-3F45-81D5-9EEC12668B4C}"/>
                  </a:ext>
                </a:extLst>
              </p:cNvPr>
              <p:cNvSpPr/>
              <p:nvPr/>
            </p:nvSpPr>
            <p:spPr>
              <a:xfrm>
                <a:off x="1876731" y="5330139"/>
                <a:ext cx="1280789" cy="75908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99" h="759828">
                    <a:moveTo>
                      <a:pt x="965179" y="759828"/>
                    </a:moveTo>
                    <a:cubicBezTo>
                      <a:pt x="301565" y="231725"/>
                      <a:pt x="628999" y="498939"/>
                      <a:pt x="0" y="0"/>
                    </a:cubicBezTo>
                    <a:lnTo>
                      <a:pt x="999231" y="13701"/>
                    </a:lnTo>
                    <a:cubicBezTo>
                      <a:pt x="1112985" y="379881"/>
                      <a:pt x="1055867" y="236107"/>
                      <a:pt x="1280499" y="723135"/>
                    </a:cubicBezTo>
                    <a:cubicBezTo>
                      <a:pt x="1186079" y="728668"/>
                      <a:pt x="1127207" y="701414"/>
                      <a:pt x="965179" y="759828"/>
                    </a:cubicBezTo>
                    <a:close/>
                  </a:path>
                </a:pathLst>
              </a:custGeom>
              <a:gradFill rotWithShape="1">
                <a:gsLst>
                  <a:gs pos="0">
                    <a:srgbClr val="FFFFFF">
                      <a:lumMod val="9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04" name="Freeform 503">
                <a:extLst>
                  <a:ext uri="{FF2B5EF4-FFF2-40B4-BE49-F238E27FC236}">
                    <a16:creationId xmlns:a16="http://schemas.microsoft.com/office/drawing/2014/main" id="{CE7F88D8-59A6-794C-B854-DAF873B26405}"/>
                  </a:ext>
                </a:extLst>
              </p:cNvPr>
              <p:cNvSpPr/>
              <p:nvPr/>
            </p:nvSpPr>
            <p:spPr>
              <a:xfrm>
                <a:off x="6202668" y="5429198"/>
                <a:ext cx="865511" cy="55382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1011379"/>
                  <a:gd name="connsiteY0" fmla="*/ 605727 h 758185"/>
                  <a:gd name="connsiteX1" fmla="*/ 490915 w 1011379"/>
                  <a:gd name="connsiteY1" fmla="*/ 13939 h 758185"/>
                  <a:gd name="connsiteX2" fmla="*/ 1011379 w 1011379"/>
                  <a:gd name="connsiteY2" fmla="*/ 563 h 758185"/>
                  <a:gd name="connsiteX3" fmla="*/ 268780 w 1011379"/>
                  <a:gd name="connsiteY3" fmla="*/ 758185 h 758185"/>
                  <a:gd name="connsiteX4" fmla="*/ 0 w 1011379"/>
                  <a:gd name="connsiteY4" fmla="*/ 605727 h 758185"/>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05727"/>
                  <a:gd name="connsiteX1" fmla="*/ 490915 w 1011379"/>
                  <a:gd name="connsiteY1" fmla="*/ 13939 h 605727"/>
                  <a:gd name="connsiteX2" fmla="*/ 1011379 w 1011379"/>
                  <a:gd name="connsiteY2" fmla="*/ 563 h 605727"/>
                  <a:gd name="connsiteX3" fmla="*/ 318823 w 1011379"/>
                  <a:gd name="connsiteY3" fmla="*/ 553361 h 605727"/>
                  <a:gd name="connsiteX4" fmla="*/ 0 w 1011379"/>
                  <a:gd name="connsiteY4" fmla="*/ 605727 h 605727"/>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251" h="553361">
                    <a:moveTo>
                      <a:pt x="0" y="540783"/>
                    </a:moveTo>
                    <a:cubicBezTo>
                      <a:pt x="274887" y="134762"/>
                      <a:pt x="159176" y="337938"/>
                      <a:pt x="345787" y="13939"/>
                    </a:cubicBezTo>
                    <a:cubicBezTo>
                      <a:pt x="520528" y="18247"/>
                      <a:pt x="691510" y="-3745"/>
                      <a:pt x="866251" y="563"/>
                    </a:cubicBezTo>
                    <a:cubicBezTo>
                      <a:pt x="252709" y="502795"/>
                      <a:pt x="640047" y="209256"/>
                      <a:pt x="173695" y="553361"/>
                    </a:cubicBezTo>
                    <a:cubicBezTo>
                      <a:pt x="39410" y="524725"/>
                      <a:pt x="196198" y="539317"/>
                      <a:pt x="0" y="540783"/>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05" name="Freeform 504">
                <a:extLst>
                  <a:ext uri="{FF2B5EF4-FFF2-40B4-BE49-F238E27FC236}">
                    <a16:creationId xmlns:a16="http://schemas.microsoft.com/office/drawing/2014/main" id="{F0C62203-8E22-B24C-B44E-F016AA0DFF4C}"/>
                  </a:ext>
                </a:extLst>
              </p:cNvPr>
              <p:cNvSpPr/>
              <p:nvPr/>
            </p:nvSpPr>
            <p:spPr>
              <a:xfrm>
                <a:off x="5378281" y="5449835"/>
                <a:ext cx="675485" cy="89677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675040"/>
                  <a:gd name="connsiteY0" fmla="*/ 894029 h 896577"/>
                  <a:gd name="connsiteX1" fmla="*/ 15664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896577"/>
                  <a:gd name="connsiteX1" fmla="*/ 18662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040" h="896577">
                    <a:moveTo>
                      <a:pt x="0" y="894029"/>
                    </a:moveTo>
                    <a:cubicBezTo>
                      <a:pt x="95638" y="409857"/>
                      <a:pt x="76811" y="618448"/>
                      <a:pt x="186623" y="1724"/>
                    </a:cubicBezTo>
                    <a:cubicBezTo>
                      <a:pt x="431451" y="14348"/>
                      <a:pt x="449377" y="35256"/>
                      <a:pt x="675040" y="0"/>
                    </a:cubicBezTo>
                    <a:cubicBezTo>
                      <a:pt x="276172" y="749497"/>
                      <a:pt x="462801" y="344746"/>
                      <a:pt x="179079" y="886531"/>
                    </a:cubicBezTo>
                    <a:cubicBezTo>
                      <a:pt x="44794" y="857895"/>
                      <a:pt x="92525" y="908114"/>
                      <a:pt x="0" y="894029"/>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06" name="Freeform 505">
                <a:extLst>
                  <a:ext uri="{FF2B5EF4-FFF2-40B4-BE49-F238E27FC236}">
                    <a16:creationId xmlns:a16="http://schemas.microsoft.com/office/drawing/2014/main" id="{F4BF3576-E79F-B648-84BB-B323AFF844E4}"/>
                  </a:ext>
                </a:extLst>
              </p:cNvPr>
              <p:cNvSpPr/>
              <p:nvPr/>
            </p:nvSpPr>
            <p:spPr>
              <a:xfrm>
                <a:off x="4340854" y="5470471"/>
                <a:ext cx="514350" cy="401843"/>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7341"/>
                  <a:gd name="connsiteX1" fmla="*/ 0 w 514180"/>
                  <a:gd name="connsiteY1" fmla="*/ 0 h 577341"/>
                  <a:gd name="connsiteX2" fmla="*/ 514180 w 514180"/>
                  <a:gd name="connsiteY2" fmla="*/ 10891 h 577341"/>
                  <a:gd name="connsiteX3" fmla="*/ 404259 w 514180"/>
                  <a:gd name="connsiteY3" fmla="*/ 386400 h 577341"/>
                  <a:gd name="connsiteX4" fmla="*/ 135770 w 514180"/>
                  <a:gd name="connsiteY4" fmla="*/ 577341 h 577341"/>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02193 h 402193"/>
                  <a:gd name="connsiteX1" fmla="*/ 0 w 514180"/>
                  <a:gd name="connsiteY1" fmla="*/ 0 h 402193"/>
                  <a:gd name="connsiteX2" fmla="*/ 514180 w 514180"/>
                  <a:gd name="connsiteY2" fmla="*/ 10891 h 402193"/>
                  <a:gd name="connsiteX3" fmla="*/ 404259 w 514180"/>
                  <a:gd name="connsiteY3" fmla="*/ 386400 h 402193"/>
                  <a:gd name="connsiteX4" fmla="*/ 100781 w 514180"/>
                  <a:gd name="connsiteY4" fmla="*/ 402193 h 402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402193">
                    <a:moveTo>
                      <a:pt x="100781" y="402193"/>
                    </a:moveTo>
                    <a:cubicBezTo>
                      <a:pt x="60584" y="194221"/>
                      <a:pt x="96631" y="442038"/>
                      <a:pt x="0" y="0"/>
                    </a:cubicBezTo>
                    <a:lnTo>
                      <a:pt x="514180" y="10891"/>
                    </a:lnTo>
                    <a:cubicBezTo>
                      <a:pt x="417353" y="348331"/>
                      <a:pt x="491637" y="89943"/>
                      <a:pt x="404259" y="386400"/>
                    </a:cubicBezTo>
                    <a:cubicBezTo>
                      <a:pt x="357814" y="390704"/>
                      <a:pt x="168880" y="400727"/>
                      <a:pt x="100781" y="402193"/>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07" name="Freeform 506">
                <a:extLst>
                  <a:ext uri="{FF2B5EF4-FFF2-40B4-BE49-F238E27FC236}">
                    <a16:creationId xmlns:a16="http://schemas.microsoft.com/office/drawing/2014/main" id="{2A87492E-A6B9-F244-AAD3-9ABEDBD26626}"/>
                  </a:ext>
                </a:extLst>
              </p:cNvPr>
              <p:cNvSpPr/>
              <p:nvPr/>
            </p:nvSpPr>
            <p:spPr>
              <a:xfrm>
                <a:off x="3561391" y="5433960"/>
                <a:ext cx="573725" cy="1015589"/>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 name="connsiteX0" fmla="*/ 403236 w 574100"/>
                  <a:gd name="connsiteY0" fmla="*/ 1215612 h 1215612"/>
                  <a:gd name="connsiteX1" fmla="*/ 0 w 574100"/>
                  <a:gd name="connsiteY1" fmla="*/ 4757 h 1215612"/>
                  <a:gd name="connsiteX2" fmla="*/ 502783 w 574100"/>
                  <a:gd name="connsiteY2" fmla="*/ 0 h 1215612"/>
                  <a:gd name="connsiteX3" fmla="*/ 574100 w 574100"/>
                  <a:gd name="connsiteY3" fmla="*/ 1014877 h 1215612"/>
                  <a:gd name="connsiteX4" fmla="*/ 403236 w 574100"/>
                  <a:gd name="connsiteY4" fmla="*/ 1215612 h 1215612"/>
                  <a:gd name="connsiteX0" fmla="*/ 333190 w 574100"/>
                  <a:gd name="connsiteY0" fmla="*/ 985695 h 1015244"/>
                  <a:gd name="connsiteX1" fmla="*/ 0 w 574100"/>
                  <a:gd name="connsiteY1" fmla="*/ 4757 h 1015244"/>
                  <a:gd name="connsiteX2" fmla="*/ 502783 w 574100"/>
                  <a:gd name="connsiteY2" fmla="*/ 0 h 1015244"/>
                  <a:gd name="connsiteX3" fmla="*/ 574100 w 574100"/>
                  <a:gd name="connsiteY3" fmla="*/ 1014877 h 1015244"/>
                  <a:gd name="connsiteX4" fmla="*/ 333190 w 574100"/>
                  <a:gd name="connsiteY4" fmla="*/ 985695 h 10152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100" h="1015244">
                    <a:moveTo>
                      <a:pt x="333190" y="985695"/>
                    </a:moveTo>
                    <a:cubicBezTo>
                      <a:pt x="153901" y="433090"/>
                      <a:pt x="295574" y="908506"/>
                      <a:pt x="0" y="4757"/>
                    </a:cubicBezTo>
                    <a:cubicBezTo>
                      <a:pt x="166537" y="861"/>
                      <a:pt x="336246" y="3896"/>
                      <a:pt x="502783" y="0"/>
                    </a:cubicBezTo>
                    <a:cubicBezTo>
                      <a:pt x="555943" y="995541"/>
                      <a:pt x="537473" y="350120"/>
                      <a:pt x="574100" y="1014877"/>
                    </a:cubicBezTo>
                    <a:cubicBezTo>
                      <a:pt x="476415" y="1019182"/>
                      <a:pt x="529388" y="984229"/>
                      <a:pt x="333190" y="985695"/>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508" name="Group 507">
                <a:extLst>
                  <a:ext uri="{FF2B5EF4-FFF2-40B4-BE49-F238E27FC236}">
                    <a16:creationId xmlns:a16="http://schemas.microsoft.com/office/drawing/2014/main" id="{8FC16B8F-6700-054C-A170-9BD03044165E}"/>
                  </a:ext>
                </a:extLst>
              </p:cNvPr>
              <p:cNvGrpSpPr/>
              <p:nvPr/>
            </p:nvGrpSpPr>
            <p:grpSpPr>
              <a:xfrm>
                <a:off x="1856416" y="3709935"/>
                <a:ext cx="1049338" cy="1739900"/>
                <a:chOff x="1856416" y="3709935"/>
                <a:chExt cx="1049338" cy="1739900"/>
              </a:xfrm>
            </p:grpSpPr>
            <p:sp>
              <p:nvSpPr>
                <p:cNvPr id="593" name="Rectangle 592">
                  <a:extLst>
                    <a:ext uri="{FF2B5EF4-FFF2-40B4-BE49-F238E27FC236}">
                      <a16:creationId xmlns:a16="http://schemas.microsoft.com/office/drawing/2014/main" id="{2BEE1A12-C335-1D4D-91C9-FEB6C1040ED7}"/>
                    </a:ext>
                  </a:extLst>
                </p:cNvPr>
                <p:cNvSpPr/>
                <p:nvPr/>
              </p:nvSpPr>
              <p:spPr bwMode="auto">
                <a:xfrm rot="10800000">
                  <a:off x="1867529" y="3957585"/>
                  <a:ext cx="1027112" cy="611090"/>
                </a:xfrm>
                <a:prstGeom prst="rect">
                  <a:avLst/>
                </a:prstGeom>
                <a:gradFill rotWithShape="1">
                  <a:gsLst>
                    <a:gs pos="0">
                      <a:srgbClr val="3333CC">
                        <a:lumMod val="75000"/>
                        <a:alpha val="62000"/>
                      </a:srgbClr>
                    </a:gs>
                    <a:gs pos="5400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594" name="Group 498">
                  <a:extLst>
                    <a:ext uri="{FF2B5EF4-FFF2-40B4-BE49-F238E27FC236}">
                      <a16:creationId xmlns:a16="http://schemas.microsoft.com/office/drawing/2014/main" id="{BEFE5E65-2A61-044F-9B93-9366C8CED226}"/>
                    </a:ext>
                  </a:extLst>
                </p:cNvPr>
                <p:cNvGrpSpPr>
                  <a:grpSpLocks/>
                </p:cNvGrpSpPr>
                <p:nvPr/>
              </p:nvGrpSpPr>
              <p:grpSpPr bwMode="auto">
                <a:xfrm>
                  <a:off x="1858805" y="5088863"/>
                  <a:ext cx="1035373" cy="360972"/>
                  <a:chOff x="4128636" y="3606589"/>
                  <a:chExt cx="568145" cy="338667"/>
                </a:xfrm>
              </p:grpSpPr>
              <p:sp>
                <p:nvSpPr>
                  <p:cNvPr id="608" name="Oval 607">
                    <a:extLst>
                      <a:ext uri="{FF2B5EF4-FFF2-40B4-BE49-F238E27FC236}">
                        <a16:creationId xmlns:a16="http://schemas.microsoft.com/office/drawing/2014/main" id="{7AF13E97-5B0D-914A-8801-F1496B880FB8}"/>
                      </a:ext>
                    </a:extLst>
                  </p:cNvPr>
                  <p:cNvSpPr/>
                  <p:nvPr/>
                </p:nvSpPr>
                <p:spPr>
                  <a:xfrm>
                    <a:off x="4129067" y="3720356"/>
                    <a:ext cx="567968" cy="2249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609" name="Rectangle 608">
                    <a:extLst>
                      <a:ext uri="{FF2B5EF4-FFF2-40B4-BE49-F238E27FC236}">
                        <a16:creationId xmlns:a16="http://schemas.microsoft.com/office/drawing/2014/main" id="{98B014A3-18C1-6B43-897A-C8439EAF148C}"/>
                      </a:ext>
                    </a:extLst>
                  </p:cNvPr>
                  <p:cNvSpPr/>
                  <p:nvPr/>
                </p:nvSpPr>
                <p:spPr>
                  <a:xfrm>
                    <a:off x="4129067" y="3720356"/>
                    <a:ext cx="567968" cy="111705"/>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610" name="Oval 609">
                    <a:extLst>
                      <a:ext uri="{FF2B5EF4-FFF2-40B4-BE49-F238E27FC236}">
                        <a16:creationId xmlns:a16="http://schemas.microsoft.com/office/drawing/2014/main" id="{B004449A-6A4A-9C42-BE72-A9DF2160EC37}"/>
                      </a:ext>
                    </a:extLst>
                  </p:cNvPr>
                  <p:cNvSpPr/>
                  <p:nvPr/>
                </p:nvSpPr>
                <p:spPr>
                  <a:xfrm>
                    <a:off x="4129067" y="3607161"/>
                    <a:ext cx="567968" cy="224900"/>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611" name="Straight Connector 610">
                    <a:extLst>
                      <a:ext uri="{FF2B5EF4-FFF2-40B4-BE49-F238E27FC236}">
                        <a16:creationId xmlns:a16="http://schemas.microsoft.com/office/drawing/2014/main" id="{50B68D52-14FC-3D41-B18D-DACFF1DCDFC5}"/>
                      </a:ext>
                    </a:extLst>
                  </p:cNvPr>
                  <p:cNvCxnSpPr/>
                  <p:nvPr/>
                </p:nvCxnSpPr>
                <p:spPr>
                  <a:xfrm>
                    <a:off x="4697035" y="3720356"/>
                    <a:ext cx="0" cy="111705"/>
                  </a:xfrm>
                  <a:prstGeom prst="line">
                    <a:avLst/>
                  </a:prstGeom>
                  <a:noFill/>
                  <a:ln w="6350" cap="flat" cmpd="sng" algn="ctr">
                    <a:solidFill>
                      <a:srgbClr val="000000"/>
                    </a:solidFill>
                    <a:prstDash val="solid"/>
                  </a:ln>
                  <a:effectLst/>
                </p:spPr>
              </p:cxnSp>
              <p:cxnSp>
                <p:nvCxnSpPr>
                  <p:cNvPr id="612" name="Straight Connector 611">
                    <a:extLst>
                      <a:ext uri="{FF2B5EF4-FFF2-40B4-BE49-F238E27FC236}">
                        <a16:creationId xmlns:a16="http://schemas.microsoft.com/office/drawing/2014/main" id="{5822DF61-F7C6-3746-AA39-123010E3C5F3}"/>
                      </a:ext>
                    </a:extLst>
                  </p:cNvPr>
                  <p:cNvCxnSpPr/>
                  <p:nvPr/>
                </p:nvCxnSpPr>
                <p:spPr>
                  <a:xfrm>
                    <a:off x="4129067" y="3720356"/>
                    <a:ext cx="0" cy="111705"/>
                  </a:xfrm>
                  <a:prstGeom prst="line">
                    <a:avLst/>
                  </a:prstGeom>
                  <a:noFill/>
                  <a:ln w="6350" cap="flat" cmpd="sng" algn="ctr">
                    <a:solidFill>
                      <a:srgbClr val="000000"/>
                    </a:solidFill>
                    <a:prstDash val="solid"/>
                  </a:ln>
                  <a:effectLst/>
                </p:spPr>
              </p:cxnSp>
            </p:grpSp>
            <p:sp>
              <p:nvSpPr>
                <p:cNvPr id="595" name="Rectangle 594">
                  <a:extLst>
                    <a:ext uri="{FF2B5EF4-FFF2-40B4-BE49-F238E27FC236}">
                      <a16:creationId xmlns:a16="http://schemas.microsoft.com/office/drawing/2014/main" id="{5D920E34-9691-2C4D-AEA7-7E0C7835E894}"/>
                    </a:ext>
                  </a:extLst>
                </p:cNvPr>
                <p:cNvSpPr/>
                <p:nvPr/>
              </p:nvSpPr>
              <p:spPr bwMode="auto">
                <a:xfrm>
                  <a:off x="1877054" y="4704509"/>
                  <a:ext cx="1028700" cy="523075"/>
                </a:xfrm>
                <a:prstGeom prst="rect">
                  <a:avLst/>
                </a:prstGeom>
                <a:gradFill rotWithShape="1">
                  <a:gsLst>
                    <a:gs pos="0">
                      <a:srgbClr val="3333CC">
                        <a:lumMod val="60000"/>
                        <a:lumOff val="40000"/>
                        <a:alpha val="62000"/>
                      </a:srgbClr>
                    </a:gs>
                    <a:gs pos="5400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596" name="Straight Connector 595">
                  <a:extLst>
                    <a:ext uri="{FF2B5EF4-FFF2-40B4-BE49-F238E27FC236}">
                      <a16:creationId xmlns:a16="http://schemas.microsoft.com/office/drawing/2014/main" id="{DA168EF0-8DF1-8546-B1A6-90116F77408E}"/>
                    </a:ext>
                  </a:extLst>
                </p:cNvPr>
                <p:cNvCxnSpPr/>
                <p:nvPr/>
              </p:nvCxnSpPr>
              <p:spPr bwMode="auto">
                <a:xfrm>
                  <a:off x="1861179" y="3981398"/>
                  <a:ext cx="17462" cy="1301750"/>
                </a:xfrm>
                <a:prstGeom prst="line">
                  <a:avLst/>
                </a:prstGeom>
                <a:noFill/>
                <a:ln w="3175" cap="flat" cmpd="sng" algn="ctr">
                  <a:solidFill>
                    <a:srgbClr val="000000"/>
                  </a:solidFill>
                  <a:prstDash val="sysDash"/>
                </a:ln>
                <a:effectLst/>
              </p:spPr>
            </p:cxnSp>
            <p:cxnSp>
              <p:nvCxnSpPr>
                <p:cNvPr id="597" name="Straight Connector 596">
                  <a:extLst>
                    <a:ext uri="{FF2B5EF4-FFF2-40B4-BE49-F238E27FC236}">
                      <a16:creationId xmlns:a16="http://schemas.microsoft.com/office/drawing/2014/main" id="{AAAA830A-9E09-3744-8C30-8299A87C685D}"/>
                    </a:ext>
                  </a:extLst>
                </p:cNvPr>
                <p:cNvCxnSpPr/>
                <p:nvPr/>
              </p:nvCxnSpPr>
              <p:spPr bwMode="auto">
                <a:xfrm flipH="1">
                  <a:off x="2894641" y="3971873"/>
                  <a:ext cx="6350" cy="1270000"/>
                </a:xfrm>
                <a:prstGeom prst="line">
                  <a:avLst/>
                </a:prstGeom>
                <a:noFill/>
                <a:ln w="3175" cap="flat" cmpd="sng" algn="ctr">
                  <a:solidFill>
                    <a:srgbClr val="000000"/>
                  </a:solidFill>
                  <a:prstDash val="sysDash"/>
                </a:ln>
                <a:effectLst/>
              </p:spPr>
            </p:cxnSp>
            <p:grpSp>
              <p:nvGrpSpPr>
                <p:cNvPr id="598" name="Group 504">
                  <a:extLst>
                    <a:ext uri="{FF2B5EF4-FFF2-40B4-BE49-F238E27FC236}">
                      <a16:creationId xmlns:a16="http://schemas.microsoft.com/office/drawing/2014/main" id="{420ED91E-6610-0642-B473-7E9816D8673D}"/>
                    </a:ext>
                  </a:extLst>
                </p:cNvPr>
                <p:cNvGrpSpPr>
                  <a:grpSpLocks/>
                </p:cNvGrpSpPr>
                <p:nvPr/>
              </p:nvGrpSpPr>
              <p:grpSpPr bwMode="auto">
                <a:xfrm>
                  <a:off x="1856416" y="3709935"/>
                  <a:ext cx="1044712" cy="399063"/>
                  <a:chOff x="2183302" y="1574638"/>
                  <a:chExt cx="1200154" cy="430218"/>
                </a:xfrm>
              </p:grpSpPr>
              <p:sp>
                <p:nvSpPr>
                  <p:cNvPr id="599" name="Oval 598">
                    <a:extLst>
                      <a:ext uri="{FF2B5EF4-FFF2-40B4-BE49-F238E27FC236}">
                        <a16:creationId xmlns:a16="http://schemas.microsoft.com/office/drawing/2014/main" id="{6782D901-8338-474E-A671-E65AD2254948}"/>
                      </a:ext>
                    </a:extLst>
                  </p:cNvPr>
                  <p:cNvSpPr/>
                  <p:nvPr/>
                </p:nvSpPr>
                <p:spPr bwMode="auto">
                  <a:xfrm flipV="1">
                    <a:off x="2185126" y="1689305"/>
                    <a:ext cx="1196349" cy="314904"/>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600" name="Rectangle 599">
                    <a:extLst>
                      <a:ext uri="{FF2B5EF4-FFF2-40B4-BE49-F238E27FC236}">
                        <a16:creationId xmlns:a16="http://schemas.microsoft.com/office/drawing/2014/main" id="{92891312-A067-2249-9EAB-2F8E46311B4B}"/>
                      </a:ext>
                    </a:extLst>
                  </p:cNvPr>
                  <p:cNvSpPr/>
                  <p:nvPr/>
                </p:nvSpPr>
                <p:spPr bwMode="auto">
                  <a:xfrm>
                    <a:off x="2183302" y="1735513"/>
                    <a:ext cx="1198173" cy="112955"/>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601" name="Oval 600">
                    <a:extLst>
                      <a:ext uri="{FF2B5EF4-FFF2-40B4-BE49-F238E27FC236}">
                        <a16:creationId xmlns:a16="http://schemas.microsoft.com/office/drawing/2014/main" id="{A01101C7-610C-9C43-89AE-DBE1651E695D}"/>
                      </a:ext>
                    </a:extLst>
                  </p:cNvPr>
                  <p:cNvSpPr/>
                  <p:nvPr/>
                </p:nvSpPr>
                <p:spPr bwMode="auto">
                  <a:xfrm flipV="1">
                    <a:off x="2183302" y="1574638"/>
                    <a:ext cx="1196349" cy="314904"/>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602" name="Freeform 601">
                    <a:extLst>
                      <a:ext uri="{FF2B5EF4-FFF2-40B4-BE49-F238E27FC236}">
                        <a16:creationId xmlns:a16="http://schemas.microsoft.com/office/drawing/2014/main" id="{EBACFFAE-6ECE-8C45-8C2A-01FA93565327}"/>
                      </a:ext>
                    </a:extLst>
                  </p:cNvPr>
                  <p:cNvSpPr/>
                  <p:nvPr/>
                </p:nvSpPr>
                <p:spPr bwMode="auto">
                  <a:xfrm>
                    <a:off x="2489684" y="1670478"/>
                    <a:ext cx="581762" cy="15745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603" name="Freeform 602">
                    <a:extLst>
                      <a:ext uri="{FF2B5EF4-FFF2-40B4-BE49-F238E27FC236}">
                        <a16:creationId xmlns:a16="http://schemas.microsoft.com/office/drawing/2014/main" id="{BDBC7A67-3BED-F947-BE5D-A359B603419B}"/>
                      </a:ext>
                    </a:extLst>
                  </p:cNvPr>
                  <p:cNvSpPr/>
                  <p:nvPr/>
                </p:nvSpPr>
                <p:spPr bwMode="auto">
                  <a:xfrm>
                    <a:off x="2429502" y="1629404"/>
                    <a:ext cx="703949" cy="111244"/>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604" name="Freeform 603">
                    <a:extLst>
                      <a:ext uri="{FF2B5EF4-FFF2-40B4-BE49-F238E27FC236}">
                        <a16:creationId xmlns:a16="http://schemas.microsoft.com/office/drawing/2014/main" id="{BD3D6544-470D-3A40-B2A3-8578CA294121}"/>
                      </a:ext>
                    </a:extLst>
                  </p:cNvPr>
                  <p:cNvSpPr/>
                  <p:nvPr/>
                </p:nvSpPr>
                <p:spPr bwMode="auto">
                  <a:xfrm>
                    <a:off x="2892723" y="1723534"/>
                    <a:ext cx="257142" cy="958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605" name="Freeform 604">
                    <a:extLst>
                      <a:ext uri="{FF2B5EF4-FFF2-40B4-BE49-F238E27FC236}">
                        <a16:creationId xmlns:a16="http://schemas.microsoft.com/office/drawing/2014/main" id="{F7B36B8F-0877-D849-BC58-985D530F119A}"/>
                      </a:ext>
                    </a:extLst>
                  </p:cNvPr>
                  <p:cNvSpPr/>
                  <p:nvPr/>
                </p:nvSpPr>
                <p:spPr bwMode="auto">
                  <a:xfrm>
                    <a:off x="2416736" y="1725244"/>
                    <a:ext cx="255318" cy="94130"/>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606" name="Straight Connector 605">
                    <a:extLst>
                      <a:ext uri="{FF2B5EF4-FFF2-40B4-BE49-F238E27FC236}">
                        <a16:creationId xmlns:a16="http://schemas.microsoft.com/office/drawing/2014/main" id="{51B061F1-9EFA-EB4D-B63E-D2CEF36B3501}"/>
                      </a:ext>
                    </a:extLst>
                  </p:cNvPr>
                  <p:cNvCxnSpPr>
                    <a:endCxn id="601" idx="2"/>
                  </p:cNvCxnSpPr>
                  <p:nvPr/>
                </p:nvCxnSpPr>
                <p:spPr bwMode="auto">
                  <a:xfrm flipH="1" flipV="1">
                    <a:off x="2183302" y="1732090"/>
                    <a:ext cx="1824" cy="12151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607" name="Straight Connector 606">
                    <a:extLst>
                      <a:ext uri="{FF2B5EF4-FFF2-40B4-BE49-F238E27FC236}">
                        <a16:creationId xmlns:a16="http://schemas.microsoft.com/office/drawing/2014/main" id="{ADFA37E7-94CA-D64E-990E-04A266FD092C}"/>
                      </a:ext>
                    </a:extLst>
                  </p:cNvPr>
                  <p:cNvCxnSpPr/>
                  <p:nvPr/>
                </p:nvCxnSpPr>
                <p:spPr bwMode="auto">
                  <a:xfrm flipH="1" flipV="1">
                    <a:off x="3381475" y="1728667"/>
                    <a:ext cx="1823" cy="12151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grpSp>
            <p:nvGrpSpPr>
              <p:cNvPr id="509" name="Group 508">
                <a:extLst>
                  <a:ext uri="{FF2B5EF4-FFF2-40B4-BE49-F238E27FC236}">
                    <a16:creationId xmlns:a16="http://schemas.microsoft.com/office/drawing/2014/main" id="{78747774-2A84-8E48-BCCC-680836015C73}"/>
                  </a:ext>
                </a:extLst>
              </p:cNvPr>
              <p:cNvGrpSpPr/>
              <p:nvPr/>
            </p:nvGrpSpPr>
            <p:grpSpPr>
              <a:xfrm>
                <a:off x="3566154" y="3862335"/>
                <a:ext cx="514350" cy="1670050"/>
                <a:chOff x="3566154" y="3862335"/>
                <a:chExt cx="514350" cy="1670050"/>
              </a:xfrm>
            </p:grpSpPr>
            <p:sp>
              <p:nvSpPr>
                <p:cNvPr id="573" name="Rectangle 572">
                  <a:extLst>
                    <a:ext uri="{FF2B5EF4-FFF2-40B4-BE49-F238E27FC236}">
                      <a16:creationId xmlns:a16="http://schemas.microsoft.com/office/drawing/2014/main" id="{0D3EDF85-78E4-CE40-93B0-38AD4A67282F}"/>
                    </a:ext>
                  </a:extLst>
                </p:cNvPr>
                <p:cNvSpPr/>
                <p:nvPr/>
              </p:nvSpPr>
              <p:spPr bwMode="auto">
                <a:xfrm rot="10800000">
                  <a:off x="3569201" y="3946092"/>
                  <a:ext cx="498084" cy="628647"/>
                </a:xfrm>
                <a:prstGeom prst="rect">
                  <a:avLst/>
                </a:prstGeom>
                <a:gradFill rotWithShape="1">
                  <a:gsLst>
                    <a:gs pos="1000">
                      <a:srgbClr val="3333CC">
                        <a:lumMod val="75000"/>
                        <a:alpha val="62000"/>
                      </a:srgbClr>
                    </a:gs>
                    <a:gs pos="5400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574" name="Straight Connector 573">
                  <a:extLst>
                    <a:ext uri="{FF2B5EF4-FFF2-40B4-BE49-F238E27FC236}">
                      <a16:creationId xmlns:a16="http://schemas.microsoft.com/office/drawing/2014/main" id="{2A707CF0-2F93-B841-AF6A-CBBEAFA5E90C}"/>
                    </a:ext>
                  </a:extLst>
                </p:cNvPr>
                <p:cNvCxnSpPr/>
                <p:nvPr/>
              </p:nvCxnSpPr>
              <p:spPr bwMode="auto">
                <a:xfrm flipH="1">
                  <a:off x="4078916" y="4019498"/>
                  <a:ext cx="1588" cy="1365250"/>
                </a:xfrm>
                <a:prstGeom prst="line">
                  <a:avLst/>
                </a:prstGeom>
                <a:noFill/>
                <a:ln w="3175" cap="flat" cmpd="sng" algn="ctr">
                  <a:solidFill>
                    <a:srgbClr val="000000"/>
                  </a:solidFill>
                  <a:prstDash val="sysDash"/>
                </a:ln>
                <a:effectLst/>
              </p:spPr>
            </p:cxnSp>
            <p:grpSp>
              <p:nvGrpSpPr>
                <p:cNvPr id="575" name="Group 552">
                  <a:extLst>
                    <a:ext uri="{FF2B5EF4-FFF2-40B4-BE49-F238E27FC236}">
                      <a16:creationId xmlns:a16="http://schemas.microsoft.com/office/drawing/2014/main" id="{FDAAEFEC-B4C2-F14D-AF89-9AF76CB979A6}"/>
                    </a:ext>
                  </a:extLst>
                </p:cNvPr>
                <p:cNvGrpSpPr>
                  <a:grpSpLocks/>
                </p:cNvGrpSpPr>
                <p:nvPr/>
              </p:nvGrpSpPr>
              <p:grpSpPr bwMode="auto">
                <a:xfrm>
                  <a:off x="3571302" y="5310688"/>
                  <a:ext cx="507588" cy="221697"/>
                  <a:chOff x="4128636" y="3606589"/>
                  <a:chExt cx="568145" cy="338667"/>
                </a:xfrm>
              </p:grpSpPr>
              <p:sp>
                <p:nvSpPr>
                  <p:cNvPr id="588" name="Oval 587">
                    <a:extLst>
                      <a:ext uri="{FF2B5EF4-FFF2-40B4-BE49-F238E27FC236}">
                        <a16:creationId xmlns:a16="http://schemas.microsoft.com/office/drawing/2014/main" id="{11471EEA-C236-8945-B0D0-8DE6F9290AF4}"/>
                      </a:ext>
                    </a:extLst>
                  </p:cNvPr>
                  <p:cNvSpPr/>
                  <p:nvPr/>
                </p:nvSpPr>
                <p:spPr>
                  <a:xfrm>
                    <a:off x="4128204" y="3719724"/>
                    <a:ext cx="568606" cy="225532"/>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89" name="Rectangle 588">
                    <a:extLst>
                      <a:ext uri="{FF2B5EF4-FFF2-40B4-BE49-F238E27FC236}">
                        <a16:creationId xmlns:a16="http://schemas.microsoft.com/office/drawing/2014/main" id="{44E3590E-E2F6-E149-B86A-CAB9B96983FB}"/>
                      </a:ext>
                    </a:extLst>
                  </p:cNvPr>
                  <p:cNvSpPr/>
                  <p:nvPr/>
                </p:nvSpPr>
                <p:spPr>
                  <a:xfrm>
                    <a:off x="4128204" y="3719724"/>
                    <a:ext cx="568606" cy="111554"/>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90" name="Oval 589">
                    <a:extLst>
                      <a:ext uri="{FF2B5EF4-FFF2-40B4-BE49-F238E27FC236}">
                        <a16:creationId xmlns:a16="http://schemas.microsoft.com/office/drawing/2014/main" id="{78F60FB5-F746-324B-AD08-4B5084D26A36}"/>
                      </a:ext>
                    </a:extLst>
                  </p:cNvPr>
                  <p:cNvSpPr/>
                  <p:nvPr/>
                </p:nvSpPr>
                <p:spPr>
                  <a:xfrm>
                    <a:off x="4128204" y="3605744"/>
                    <a:ext cx="568606" cy="225534"/>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591" name="Straight Connector 590">
                    <a:extLst>
                      <a:ext uri="{FF2B5EF4-FFF2-40B4-BE49-F238E27FC236}">
                        <a16:creationId xmlns:a16="http://schemas.microsoft.com/office/drawing/2014/main" id="{8347E1A2-6B79-0F47-9BEA-21325C495F59}"/>
                      </a:ext>
                    </a:extLst>
                  </p:cNvPr>
                  <p:cNvCxnSpPr/>
                  <p:nvPr/>
                </p:nvCxnSpPr>
                <p:spPr>
                  <a:xfrm>
                    <a:off x="4696810" y="3719724"/>
                    <a:ext cx="0" cy="111554"/>
                  </a:xfrm>
                  <a:prstGeom prst="line">
                    <a:avLst/>
                  </a:prstGeom>
                  <a:noFill/>
                  <a:ln w="6350" cap="flat" cmpd="sng" algn="ctr">
                    <a:solidFill>
                      <a:srgbClr val="000000"/>
                    </a:solidFill>
                    <a:prstDash val="solid"/>
                  </a:ln>
                  <a:effectLst/>
                </p:spPr>
              </p:cxnSp>
              <p:cxnSp>
                <p:nvCxnSpPr>
                  <p:cNvPr id="592" name="Straight Connector 591">
                    <a:extLst>
                      <a:ext uri="{FF2B5EF4-FFF2-40B4-BE49-F238E27FC236}">
                        <a16:creationId xmlns:a16="http://schemas.microsoft.com/office/drawing/2014/main" id="{3B9F9A88-616E-7145-94F3-6C9E5DA22268}"/>
                      </a:ext>
                    </a:extLst>
                  </p:cNvPr>
                  <p:cNvCxnSpPr/>
                  <p:nvPr/>
                </p:nvCxnSpPr>
                <p:spPr>
                  <a:xfrm>
                    <a:off x="4128204" y="3719724"/>
                    <a:ext cx="0" cy="111554"/>
                  </a:xfrm>
                  <a:prstGeom prst="line">
                    <a:avLst/>
                  </a:prstGeom>
                  <a:noFill/>
                  <a:ln w="6350" cap="flat" cmpd="sng" algn="ctr">
                    <a:solidFill>
                      <a:srgbClr val="000000"/>
                    </a:solidFill>
                    <a:prstDash val="solid"/>
                  </a:ln>
                  <a:effectLst/>
                </p:spPr>
              </p:cxnSp>
            </p:grpSp>
            <p:sp>
              <p:nvSpPr>
                <p:cNvPr id="576" name="Rectangle 575">
                  <a:extLst>
                    <a:ext uri="{FF2B5EF4-FFF2-40B4-BE49-F238E27FC236}">
                      <a16:creationId xmlns:a16="http://schemas.microsoft.com/office/drawing/2014/main" id="{CE0E499F-CD57-9248-85F9-E6EF2BC502E0}"/>
                    </a:ext>
                  </a:extLst>
                </p:cNvPr>
                <p:cNvSpPr/>
                <p:nvPr/>
              </p:nvSpPr>
              <p:spPr bwMode="auto">
                <a:xfrm>
                  <a:off x="3572504" y="4575123"/>
                  <a:ext cx="496887" cy="812800"/>
                </a:xfrm>
                <a:prstGeom prst="rect">
                  <a:avLst/>
                </a:prstGeom>
                <a:gradFill rotWithShape="1">
                  <a:gsLst>
                    <a:gs pos="0">
                      <a:srgbClr val="3333CC">
                        <a:lumMod val="75000"/>
                        <a:alpha val="62000"/>
                      </a:srgbClr>
                    </a:gs>
                    <a:gs pos="5400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577" name="Straight Connector 576">
                  <a:extLst>
                    <a:ext uri="{FF2B5EF4-FFF2-40B4-BE49-F238E27FC236}">
                      <a16:creationId xmlns:a16="http://schemas.microsoft.com/office/drawing/2014/main" id="{B694157C-0E59-4847-9731-83D537BBB638}"/>
                    </a:ext>
                  </a:extLst>
                </p:cNvPr>
                <p:cNvCxnSpPr/>
                <p:nvPr/>
              </p:nvCxnSpPr>
              <p:spPr bwMode="auto">
                <a:xfrm flipH="1">
                  <a:off x="3566154" y="4027435"/>
                  <a:ext cx="3175" cy="1450975"/>
                </a:xfrm>
                <a:prstGeom prst="line">
                  <a:avLst/>
                </a:prstGeom>
                <a:noFill/>
                <a:ln w="3175" cap="flat" cmpd="sng" algn="ctr">
                  <a:solidFill>
                    <a:srgbClr val="000000"/>
                  </a:solidFill>
                  <a:prstDash val="sysDash"/>
                </a:ln>
                <a:effectLst/>
              </p:spPr>
            </p:cxnSp>
            <p:grpSp>
              <p:nvGrpSpPr>
                <p:cNvPr id="578" name="Group 538">
                  <a:extLst>
                    <a:ext uri="{FF2B5EF4-FFF2-40B4-BE49-F238E27FC236}">
                      <a16:creationId xmlns:a16="http://schemas.microsoft.com/office/drawing/2014/main" id="{FE388113-11E0-A248-8C77-2655391DD326}"/>
                    </a:ext>
                  </a:extLst>
                </p:cNvPr>
                <p:cNvGrpSpPr>
                  <a:grpSpLocks/>
                </p:cNvGrpSpPr>
                <p:nvPr/>
              </p:nvGrpSpPr>
              <p:grpSpPr bwMode="auto">
                <a:xfrm>
                  <a:off x="3568667" y="3862335"/>
                  <a:ext cx="503828" cy="248249"/>
                  <a:chOff x="2183302" y="1564542"/>
                  <a:chExt cx="1200154" cy="440314"/>
                </a:xfrm>
              </p:grpSpPr>
              <p:sp>
                <p:nvSpPr>
                  <p:cNvPr id="579" name="Oval 578">
                    <a:extLst>
                      <a:ext uri="{FF2B5EF4-FFF2-40B4-BE49-F238E27FC236}">
                        <a16:creationId xmlns:a16="http://schemas.microsoft.com/office/drawing/2014/main" id="{8031983F-D0B1-DC41-A955-F69C032A068F}"/>
                      </a:ext>
                    </a:extLst>
                  </p:cNvPr>
                  <p:cNvSpPr/>
                  <p:nvPr/>
                </p:nvSpPr>
                <p:spPr bwMode="auto">
                  <a:xfrm flipV="1">
                    <a:off x="2188659" y="1691250"/>
                    <a:ext cx="1194966" cy="312543"/>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80" name="Rectangle 579">
                    <a:extLst>
                      <a:ext uri="{FF2B5EF4-FFF2-40B4-BE49-F238E27FC236}">
                        <a16:creationId xmlns:a16="http://schemas.microsoft.com/office/drawing/2014/main" id="{DB2973F2-646E-C545-8B3F-A7F83BEB1F05}"/>
                      </a:ext>
                    </a:extLst>
                  </p:cNvPr>
                  <p:cNvSpPr/>
                  <p:nvPr/>
                </p:nvSpPr>
                <p:spPr bwMode="auto">
                  <a:xfrm>
                    <a:off x="2184879" y="1736302"/>
                    <a:ext cx="1198746" cy="112629"/>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81" name="Oval 580">
                    <a:extLst>
                      <a:ext uri="{FF2B5EF4-FFF2-40B4-BE49-F238E27FC236}">
                        <a16:creationId xmlns:a16="http://schemas.microsoft.com/office/drawing/2014/main" id="{7A0BD2F5-5524-9941-B040-271EF42401F4}"/>
                      </a:ext>
                    </a:extLst>
                  </p:cNvPr>
                  <p:cNvSpPr/>
                  <p:nvPr/>
                </p:nvSpPr>
                <p:spPr bwMode="auto">
                  <a:xfrm flipV="1">
                    <a:off x="2184879" y="1564542"/>
                    <a:ext cx="1194966" cy="312545"/>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82" name="Freeform 581">
                    <a:extLst>
                      <a:ext uri="{FF2B5EF4-FFF2-40B4-BE49-F238E27FC236}">
                        <a16:creationId xmlns:a16="http://schemas.microsoft.com/office/drawing/2014/main" id="{3808222E-6976-2849-8198-52EAB41261EA}"/>
                      </a:ext>
                    </a:extLst>
                  </p:cNvPr>
                  <p:cNvSpPr/>
                  <p:nvPr/>
                </p:nvSpPr>
                <p:spPr bwMode="auto">
                  <a:xfrm>
                    <a:off x="2491182" y="1671539"/>
                    <a:ext cx="582357" cy="154865"/>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83" name="Freeform 582">
                    <a:extLst>
                      <a:ext uri="{FF2B5EF4-FFF2-40B4-BE49-F238E27FC236}">
                        <a16:creationId xmlns:a16="http://schemas.microsoft.com/office/drawing/2014/main" id="{E3544819-6599-5941-9A5E-283DEE88CEF5}"/>
                      </a:ext>
                    </a:extLst>
                  </p:cNvPr>
                  <p:cNvSpPr/>
                  <p:nvPr/>
                </p:nvSpPr>
                <p:spPr bwMode="auto">
                  <a:xfrm>
                    <a:off x="2430678" y="1629304"/>
                    <a:ext cx="703366" cy="109812"/>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84" name="Freeform 583">
                    <a:extLst>
                      <a:ext uri="{FF2B5EF4-FFF2-40B4-BE49-F238E27FC236}">
                        <a16:creationId xmlns:a16="http://schemas.microsoft.com/office/drawing/2014/main" id="{E3F1FBB8-47C0-8C40-B501-64DDACDE9560}"/>
                      </a:ext>
                    </a:extLst>
                  </p:cNvPr>
                  <p:cNvSpPr/>
                  <p:nvPr/>
                </p:nvSpPr>
                <p:spPr bwMode="auto">
                  <a:xfrm>
                    <a:off x="2892025" y="1722222"/>
                    <a:ext cx="260927" cy="95734"/>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85" name="Freeform 584">
                    <a:extLst>
                      <a:ext uri="{FF2B5EF4-FFF2-40B4-BE49-F238E27FC236}">
                        <a16:creationId xmlns:a16="http://schemas.microsoft.com/office/drawing/2014/main" id="{CC7E8100-4D16-DD42-B820-FF0B31D72139}"/>
                      </a:ext>
                    </a:extLst>
                  </p:cNvPr>
                  <p:cNvSpPr/>
                  <p:nvPr/>
                </p:nvSpPr>
                <p:spPr bwMode="auto">
                  <a:xfrm>
                    <a:off x="2419334" y="1725039"/>
                    <a:ext cx="253362" cy="95734"/>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586" name="Straight Connector 585">
                    <a:extLst>
                      <a:ext uri="{FF2B5EF4-FFF2-40B4-BE49-F238E27FC236}">
                        <a16:creationId xmlns:a16="http://schemas.microsoft.com/office/drawing/2014/main" id="{CABE86F7-A733-5348-B5AA-05E180EA4CEC}"/>
                      </a:ext>
                    </a:extLst>
                  </p:cNvPr>
                  <p:cNvCxnSpPr>
                    <a:endCxn id="581" idx="2"/>
                  </p:cNvCxnSpPr>
                  <p:nvPr/>
                </p:nvCxnSpPr>
                <p:spPr bwMode="auto">
                  <a:xfrm flipH="1" flipV="1">
                    <a:off x="2184879" y="1722222"/>
                    <a:ext cx="3780" cy="121077"/>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587" name="Straight Connector 586">
                    <a:extLst>
                      <a:ext uri="{FF2B5EF4-FFF2-40B4-BE49-F238E27FC236}">
                        <a16:creationId xmlns:a16="http://schemas.microsoft.com/office/drawing/2014/main" id="{8EBB7CFB-D9EF-6A4F-8BB3-01A260C40FC0}"/>
                      </a:ext>
                    </a:extLst>
                  </p:cNvPr>
                  <p:cNvCxnSpPr/>
                  <p:nvPr/>
                </p:nvCxnSpPr>
                <p:spPr bwMode="auto">
                  <a:xfrm flipH="1" flipV="1">
                    <a:off x="3379845" y="1727853"/>
                    <a:ext cx="3780" cy="121077"/>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grpSp>
            <p:nvGrpSpPr>
              <p:cNvPr id="510" name="Group 509">
                <a:extLst>
                  <a:ext uri="{FF2B5EF4-FFF2-40B4-BE49-F238E27FC236}">
                    <a16:creationId xmlns:a16="http://schemas.microsoft.com/office/drawing/2014/main" id="{2D387945-1C2E-A54C-AF08-01FF98DFCB25}"/>
                  </a:ext>
                </a:extLst>
              </p:cNvPr>
              <p:cNvGrpSpPr/>
              <p:nvPr/>
            </p:nvGrpSpPr>
            <p:grpSpPr>
              <a:xfrm>
                <a:off x="4348791" y="3867098"/>
                <a:ext cx="514350" cy="1670050"/>
                <a:chOff x="4348791" y="3867098"/>
                <a:chExt cx="514350" cy="1670050"/>
              </a:xfrm>
            </p:grpSpPr>
            <p:sp>
              <p:nvSpPr>
                <p:cNvPr id="553" name="Rectangle 552">
                  <a:extLst>
                    <a:ext uri="{FF2B5EF4-FFF2-40B4-BE49-F238E27FC236}">
                      <a16:creationId xmlns:a16="http://schemas.microsoft.com/office/drawing/2014/main" id="{2AB4406B-3E57-C040-9929-5C1F1DFCB1B6}"/>
                    </a:ext>
                  </a:extLst>
                </p:cNvPr>
                <p:cNvSpPr/>
                <p:nvPr/>
              </p:nvSpPr>
              <p:spPr bwMode="auto">
                <a:xfrm rot="10800000">
                  <a:off x="4351838" y="3950855"/>
                  <a:ext cx="498084" cy="628647"/>
                </a:xfrm>
                <a:prstGeom prst="rect">
                  <a:avLst/>
                </a:prstGeom>
                <a:gradFill rotWithShape="1">
                  <a:gsLst>
                    <a:gs pos="1000">
                      <a:srgbClr val="3333CC">
                        <a:lumMod val="75000"/>
                        <a:alpha val="62000"/>
                      </a:srgbClr>
                    </a:gs>
                    <a:gs pos="5400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554" name="Straight Connector 553">
                  <a:extLst>
                    <a:ext uri="{FF2B5EF4-FFF2-40B4-BE49-F238E27FC236}">
                      <a16:creationId xmlns:a16="http://schemas.microsoft.com/office/drawing/2014/main" id="{D5694302-C820-DB49-913E-76386804F49C}"/>
                    </a:ext>
                  </a:extLst>
                </p:cNvPr>
                <p:cNvCxnSpPr/>
                <p:nvPr/>
              </p:nvCxnSpPr>
              <p:spPr bwMode="auto">
                <a:xfrm flipH="1">
                  <a:off x="4861554" y="4024260"/>
                  <a:ext cx="1587" cy="1365250"/>
                </a:xfrm>
                <a:prstGeom prst="line">
                  <a:avLst/>
                </a:prstGeom>
                <a:noFill/>
                <a:ln w="3175" cap="flat" cmpd="sng" algn="ctr">
                  <a:solidFill>
                    <a:srgbClr val="000000"/>
                  </a:solidFill>
                  <a:prstDash val="sysDash"/>
                </a:ln>
                <a:effectLst/>
              </p:spPr>
            </p:cxnSp>
            <p:grpSp>
              <p:nvGrpSpPr>
                <p:cNvPr id="555" name="Group 580">
                  <a:extLst>
                    <a:ext uri="{FF2B5EF4-FFF2-40B4-BE49-F238E27FC236}">
                      <a16:creationId xmlns:a16="http://schemas.microsoft.com/office/drawing/2014/main" id="{880E26E9-4F26-7B47-82A2-65DCFCFEC12B}"/>
                    </a:ext>
                  </a:extLst>
                </p:cNvPr>
                <p:cNvGrpSpPr>
                  <a:grpSpLocks/>
                </p:cNvGrpSpPr>
                <p:nvPr/>
              </p:nvGrpSpPr>
              <p:grpSpPr bwMode="auto">
                <a:xfrm>
                  <a:off x="4353939" y="5315451"/>
                  <a:ext cx="507588" cy="221697"/>
                  <a:chOff x="4128636" y="3606589"/>
                  <a:chExt cx="568145" cy="338667"/>
                </a:xfrm>
              </p:grpSpPr>
              <p:sp>
                <p:nvSpPr>
                  <p:cNvPr id="568" name="Oval 567">
                    <a:extLst>
                      <a:ext uri="{FF2B5EF4-FFF2-40B4-BE49-F238E27FC236}">
                        <a16:creationId xmlns:a16="http://schemas.microsoft.com/office/drawing/2014/main" id="{0EFD00C3-D43E-7746-A04D-28A67D81F82D}"/>
                      </a:ext>
                    </a:extLst>
                  </p:cNvPr>
                  <p:cNvSpPr/>
                  <p:nvPr/>
                </p:nvSpPr>
                <p:spPr>
                  <a:xfrm>
                    <a:off x="4128205" y="3719722"/>
                    <a:ext cx="568606" cy="225534"/>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69" name="Rectangle 568">
                    <a:extLst>
                      <a:ext uri="{FF2B5EF4-FFF2-40B4-BE49-F238E27FC236}">
                        <a16:creationId xmlns:a16="http://schemas.microsoft.com/office/drawing/2014/main" id="{0CD04171-1B9E-254F-BF2C-E05ABF9CFD82}"/>
                      </a:ext>
                    </a:extLst>
                  </p:cNvPr>
                  <p:cNvSpPr/>
                  <p:nvPr/>
                </p:nvSpPr>
                <p:spPr>
                  <a:xfrm>
                    <a:off x="4128205" y="3719722"/>
                    <a:ext cx="568606" cy="111554"/>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70" name="Oval 569">
                    <a:extLst>
                      <a:ext uri="{FF2B5EF4-FFF2-40B4-BE49-F238E27FC236}">
                        <a16:creationId xmlns:a16="http://schemas.microsoft.com/office/drawing/2014/main" id="{E5A35E0D-E38B-424D-9954-67704936033A}"/>
                      </a:ext>
                    </a:extLst>
                  </p:cNvPr>
                  <p:cNvSpPr/>
                  <p:nvPr/>
                </p:nvSpPr>
                <p:spPr>
                  <a:xfrm>
                    <a:off x="4128205" y="3605744"/>
                    <a:ext cx="568606" cy="225532"/>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571" name="Straight Connector 570">
                    <a:extLst>
                      <a:ext uri="{FF2B5EF4-FFF2-40B4-BE49-F238E27FC236}">
                        <a16:creationId xmlns:a16="http://schemas.microsoft.com/office/drawing/2014/main" id="{67E7EF0A-EF67-E24C-AF52-59A1FE58A19E}"/>
                      </a:ext>
                    </a:extLst>
                  </p:cNvPr>
                  <p:cNvCxnSpPr/>
                  <p:nvPr/>
                </p:nvCxnSpPr>
                <p:spPr>
                  <a:xfrm>
                    <a:off x="4696811" y="3719722"/>
                    <a:ext cx="0" cy="111554"/>
                  </a:xfrm>
                  <a:prstGeom prst="line">
                    <a:avLst/>
                  </a:prstGeom>
                  <a:noFill/>
                  <a:ln w="6350" cap="flat" cmpd="sng" algn="ctr">
                    <a:solidFill>
                      <a:srgbClr val="000000"/>
                    </a:solidFill>
                    <a:prstDash val="solid"/>
                  </a:ln>
                  <a:effectLst/>
                </p:spPr>
              </p:cxnSp>
              <p:cxnSp>
                <p:nvCxnSpPr>
                  <p:cNvPr id="572" name="Straight Connector 571">
                    <a:extLst>
                      <a:ext uri="{FF2B5EF4-FFF2-40B4-BE49-F238E27FC236}">
                        <a16:creationId xmlns:a16="http://schemas.microsoft.com/office/drawing/2014/main" id="{1B128C0E-0B26-B94B-BCF4-7A823EFA9887}"/>
                      </a:ext>
                    </a:extLst>
                  </p:cNvPr>
                  <p:cNvCxnSpPr/>
                  <p:nvPr/>
                </p:nvCxnSpPr>
                <p:spPr>
                  <a:xfrm>
                    <a:off x="4128205" y="3719722"/>
                    <a:ext cx="0" cy="111554"/>
                  </a:xfrm>
                  <a:prstGeom prst="line">
                    <a:avLst/>
                  </a:prstGeom>
                  <a:noFill/>
                  <a:ln w="6350" cap="flat" cmpd="sng" algn="ctr">
                    <a:solidFill>
                      <a:srgbClr val="000000"/>
                    </a:solidFill>
                    <a:prstDash val="solid"/>
                  </a:ln>
                  <a:effectLst/>
                </p:spPr>
              </p:cxnSp>
            </p:grpSp>
            <p:sp>
              <p:nvSpPr>
                <p:cNvPr id="556" name="Rectangle 555">
                  <a:extLst>
                    <a:ext uri="{FF2B5EF4-FFF2-40B4-BE49-F238E27FC236}">
                      <a16:creationId xmlns:a16="http://schemas.microsoft.com/office/drawing/2014/main" id="{7B6AA796-9260-9442-9CC0-184B8E214160}"/>
                    </a:ext>
                  </a:extLst>
                </p:cNvPr>
                <p:cNvSpPr/>
                <p:nvPr/>
              </p:nvSpPr>
              <p:spPr bwMode="auto">
                <a:xfrm>
                  <a:off x="4355141" y="4579885"/>
                  <a:ext cx="496888" cy="812800"/>
                </a:xfrm>
                <a:prstGeom prst="rect">
                  <a:avLst/>
                </a:prstGeom>
                <a:gradFill rotWithShape="1">
                  <a:gsLst>
                    <a:gs pos="0">
                      <a:srgbClr val="3333CC">
                        <a:lumMod val="75000"/>
                        <a:alpha val="62000"/>
                      </a:srgbClr>
                    </a:gs>
                    <a:gs pos="5400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557" name="Straight Connector 556">
                  <a:extLst>
                    <a:ext uri="{FF2B5EF4-FFF2-40B4-BE49-F238E27FC236}">
                      <a16:creationId xmlns:a16="http://schemas.microsoft.com/office/drawing/2014/main" id="{84ABC70C-BEF4-9E49-9DC3-DC20B6B1569C}"/>
                    </a:ext>
                  </a:extLst>
                </p:cNvPr>
                <p:cNvCxnSpPr/>
                <p:nvPr/>
              </p:nvCxnSpPr>
              <p:spPr bwMode="auto">
                <a:xfrm flipH="1">
                  <a:off x="4348791" y="4032198"/>
                  <a:ext cx="3175" cy="1450975"/>
                </a:xfrm>
                <a:prstGeom prst="line">
                  <a:avLst/>
                </a:prstGeom>
                <a:noFill/>
                <a:ln w="3175" cap="flat" cmpd="sng" algn="ctr">
                  <a:solidFill>
                    <a:srgbClr val="000000"/>
                  </a:solidFill>
                  <a:prstDash val="sysDash"/>
                </a:ln>
                <a:effectLst/>
              </p:spPr>
            </p:cxnSp>
            <p:grpSp>
              <p:nvGrpSpPr>
                <p:cNvPr id="558" name="Group 568">
                  <a:extLst>
                    <a:ext uri="{FF2B5EF4-FFF2-40B4-BE49-F238E27FC236}">
                      <a16:creationId xmlns:a16="http://schemas.microsoft.com/office/drawing/2014/main" id="{6B4D34BC-5852-FB46-B0F5-AC1664F47F1F}"/>
                    </a:ext>
                  </a:extLst>
                </p:cNvPr>
                <p:cNvGrpSpPr>
                  <a:grpSpLocks/>
                </p:cNvGrpSpPr>
                <p:nvPr/>
              </p:nvGrpSpPr>
              <p:grpSpPr bwMode="auto">
                <a:xfrm>
                  <a:off x="4351304" y="3867098"/>
                  <a:ext cx="503828" cy="248249"/>
                  <a:chOff x="2183302" y="1564542"/>
                  <a:chExt cx="1200154" cy="440314"/>
                </a:xfrm>
              </p:grpSpPr>
              <p:sp>
                <p:nvSpPr>
                  <p:cNvPr id="559" name="Oval 558">
                    <a:extLst>
                      <a:ext uri="{FF2B5EF4-FFF2-40B4-BE49-F238E27FC236}">
                        <a16:creationId xmlns:a16="http://schemas.microsoft.com/office/drawing/2014/main" id="{5D34FBE9-A733-1B4B-898C-3F7C483851EE}"/>
                      </a:ext>
                    </a:extLst>
                  </p:cNvPr>
                  <p:cNvSpPr/>
                  <p:nvPr/>
                </p:nvSpPr>
                <p:spPr bwMode="auto">
                  <a:xfrm flipV="1">
                    <a:off x="2188662" y="1691248"/>
                    <a:ext cx="1194966" cy="312545"/>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60" name="Rectangle 559">
                    <a:extLst>
                      <a:ext uri="{FF2B5EF4-FFF2-40B4-BE49-F238E27FC236}">
                        <a16:creationId xmlns:a16="http://schemas.microsoft.com/office/drawing/2014/main" id="{94FE7F71-D345-C946-BE50-8C4E5A30EE1A}"/>
                      </a:ext>
                    </a:extLst>
                  </p:cNvPr>
                  <p:cNvSpPr/>
                  <p:nvPr/>
                </p:nvSpPr>
                <p:spPr bwMode="auto">
                  <a:xfrm>
                    <a:off x="2184879" y="1736300"/>
                    <a:ext cx="1198749" cy="112629"/>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61" name="Oval 560">
                    <a:extLst>
                      <a:ext uri="{FF2B5EF4-FFF2-40B4-BE49-F238E27FC236}">
                        <a16:creationId xmlns:a16="http://schemas.microsoft.com/office/drawing/2014/main" id="{2F9EF38E-6AC3-F943-BB85-D009A1CDD954}"/>
                      </a:ext>
                    </a:extLst>
                  </p:cNvPr>
                  <p:cNvSpPr/>
                  <p:nvPr/>
                </p:nvSpPr>
                <p:spPr bwMode="auto">
                  <a:xfrm flipV="1">
                    <a:off x="2184879" y="1564542"/>
                    <a:ext cx="1194966" cy="312543"/>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62" name="Freeform 561">
                    <a:extLst>
                      <a:ext uri="{FF2B5EF4-FFF2-40B4-BE49-F238E27FC236}">
                        <a16:creationId xmlns:a16="http://schemas.microsoft.com/office/drawing/2014/main" id="{967D797A-C311-864A-A373-A41C00D2C123}"/>
                      </a:ext>
                    </a:extLst>
                  </p:cNvPr>
                  <p:cNvSpPr/>
                  <p:nvPr/>
                </p:nvSpPr>
                <p:spPr bwMode="auto">
                  <a:xfrm>
                    <a:off x="2491185" y="1671539"/>
                    <a:ext cx="582357" cy="1548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63" name="Freeform 562">
                    <a:extLst>
                      <a:ext uri="{FF2B5EF4-FFF2-40B4-BE49-F238E27FC236}">
                        <a16:creationId xmlns:a16="http://schemas.microsoft.com/office/drawing/2014/main" id="{1FE3B5C7-2735-2046-95DC-CFFEC7C37790}"/>
                      </a:ext>
                    </a:extLst>
                  </p:cNvPr>
                  <p:cNvSpPr/>
                  <p:nvPr/>
                </p:nvSpPr>
                <p:spPr bwMode="auto">
                  <a:xfrm>
                    <a:off x="2430680" y="1629303"/>
                    <a:ext cx="703366" cy="109814"/>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64" name="Freeform 563">
                    <a:extLst>
                      <a:ext uri="{FF2B5EF4-FFF2-40B4-BE49-F238E27FC236}">
                        <a16:creationId xmlns:a16="http://schemas.microsoft.com/office/drawing/2014/main" id="{A6F43262-D44B-4042-A4C2-690F4F954694}"/>
                      </a:ext>
                    </a:extLst>
                  </p:cNvPr>
                  <p:cNvSpPr/>
                  <p:nvPr/>
                </p:nvSpPr>
                <p:spPr bwMode="auto">
                  <a:xfrm>
                    <a:off x="2892028" y="1722222"/>
                    <a:ext cx="260925" cy="95734"/>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65" name="Freeform 564">
                    <a:extLst>
                      <a:ext uri="{FF2B5EF4-FFF2-40B4-BE49-F238E27FC236}">
                        <a16:creationId xmlns:a16="http://schemas.microsoft.com/office/drawing/2014/main" id="{D0A9237E-ECBF-C64D-9BA4-E57E3FB22CE4}"/>
                      </a:ext>
                    </a:extLst>
                  </p:cNvPr>
                  <p:cNvSpPr/>
                  <p:nvPr/>
                </p:nvSpPr>
                <p:spPr bwMode="auto">
                  <a:xfrm>
                    <a:off x="2419334" y="1725037"/>
                    <a:ext cx="253364" cy="95734"/>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566" name="Straight Connector 565">
                    <a:extLst>
                      <a:ext uri="{FF2B5EF4-FFF2-40B4-BE49-F238E27FC236}">
                        <a16:creationId xmlns:a16="http://schemas.microsoft.com/office/drawing/2014/main" id="{4A63F622-129C-FF42-8DB0-D47E825BF76F}"/>
                      </a:ext>
                    </a:extLst>
                  </p:cNvPr>
                  <p:cNvCxnSpPr>
                    <a:endCxn id="561" idx="2"/>
                  </p:cNvCxnSpPr>
                  <p:nvPr/>
                </p:nvCxnSpPr>
                <p:spPr bwMode="auto">
                  <a:xfrm flipH="1" flipV="1">
                    <a:off x="2184879" y="1722222"/>
                    <a:ext cx="3783" cy="121075"/>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567" name="Straight Connector 566">
                    <a:extLst>
                      <a:ext uri="{FF2B5EF4-FFF2-40B4-BE49-F238E27FC236}">
                        <a16:creationId xmlns:a16="http://schemas.microsoft.com/office/drawing/2014/main" id="{56B6B7EC-AD55-904F-A5C4-487028A50DE1}"/>
                      </a:ext>
                    </a:extLst>
                  </p:cNvPr>
                  <p:cNvCxnSpPr/>
                  <p:nvPr/>
                </p:nvCxnSpPr>
                <p:spPr bwMode="auto">
                  <a:xfrm flipH="1" flipV="1">
                    <a:off x="3379845" y="1727853"/>
                    <a:ext cx="3783" cy="121075"/>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grpSp>
            <p:nvGrpSpPr>
              <p:cNvPr id="511" name="Group 510">
                <a:extLst>
                  <a:ext uri="{FF2B5EF4-FFF2-40B4-BE49-F238E27FC236}">
                    <a16:creationId xmlns:a16="http://schemas.microsoft.com/office/drawing/2014/main" id="{AEA1FBC6-7A51-F34C-BAB9-FAE4C4A6D941}"/>
                  </a:ext>
                </a:extLst>
              </p:cNvPr>
              <p:cNvGrpSpPr/>
              <p:nvPr/>
            </p:nvGrpSpPr>
            <p:grpSpPr>
              <a:xfrm>
                <a:off x="5552116" y="3849635"/>
                <a:ext cx="514350" cy="1670050"/>
                <a:chOff x="5552116" y="3849635"/>
                <a:chExt cx="514350" cy="1670050"/>
              </a:xfrm>
            </p:grpSpPr>
            <p:sp>
              <p:nvSpPr>
                <p:cNvPr id="533" name="Rectangle 532">
                  <a:extLst>
                    <a:ext uri="{FF2B5EF4-FFF2-40B4-BE49-F238E27FC236}">
                      <a16:creationId xmlns:a16="http://schemas.microsoft.com/office/drawing/2014/main" id="{CCF1D624-DA31-F24B-AEF9-E141494D48E0}"/>
                    </a:ext>
                  </a:extLst>
                </p:cNvPr>
                <p:cNvSpPr/>
                <p:nvPr/>
              </p:nvSpPr>
              <p:spPr bwMode="auto">
                <a:xfrm rot="10800000">
                  <a:off x="5555163" y="3933392"/>
                  <a:ext cx="498084" cy="628647"/>
                </a:xfrm>
                <a:prstGeom prst="rect">
                  <a:avLst/>
                </a:prstGeom>
                <a:gradFill rotWithShape="1">
                  <a:gsLst>
                    <a:gs pos="1000">
                      <a:srgbClr val="3333CC">
                        <a:lumMod val="75000"/>
                        <a:alpha val="62000"/>
                      </a:srgbClr>
                    </a:gs>
                    <a:gs pos="5400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534" name="Straight Connector 533">
                  <a:extLst>
                    <a:ext uri="{FF2B5EF4-FFF2-40B4-BE49-F238E27FC236}">
                      <a16:creationId xmlns:a16="http://schemas.microsoft.com/office/drawing/2014/main" id="{5B16137A-740F-BC46-83AC-69F8BFD9547C}"/>
                    </a:ext>
                  </a:extLst>
                </p:cNvPr>
                <p:cNvCxnSpPr/>
                <p:nvPr/>
              </p:nvCxnSpPr>
              <p:spPr bwMode="auto">
                <a:xfrm flipH="1">
                  <a:off x="6064879" y="4006798"/>
                  <a:ext cx="1587" cy="1365250"/>
                </a:xfrm>
                <a:prstGeom prst="line">
                  <a:avLst/>
                </a:prstGeom>
                <a:noFill/>
                <a:ln w="3175" cap="flat" cmpd="sng" algn="ctr">
                  <a:solidFill>
                    <a:srgbClr val="000000"/>
                  </a:solidFill>
                  <a:prstDash val="sysDash"/>
                </a:ln>
                <a:effectLst/>
              </p:spPr>
            </p:cxnSp>
            <p:grpSp>
              <p:nvGrpSpPr>
                <p:cNvPr id="535" name="Group 607">
                  <a:extLst>
                    <a:ext uri="{FF2B5EF4-FFF2-40B4-BE49-F238E27FC236}">
                      <a16:creationId xmlns:a16="http://schemas.microsoft.com/office/drawing/2014/main" id="{FD8EE77E-118D-C249-BDF7-4E03E883B27C}"/>
                    </a:ext>
                  </a:extLst>
                </p:cNvPr>
                <p:cNvGrpSpPr>
                  <a:grpSpLocks/>
                </p:cNvGrpSpPr>
                <p:nvPr/>
              </p:nvGrpSpPr>
              <p:grpSpPr bwMode="auto">
                <a:xfrm>
                  <a:off x="5557264" y="5297988"/>
                  <a:ext cx="507588" cy="221697"/>
                  <a:chOff x="4128636" y="3606589"/>
                  <a:chExt cx="568145" cy="338667"/>
                </a:xfrm>
              </p:grpSpPr>
              <p:sp>
                <p:nvSpPr>
                  <p:cNvPr id="548" name="Oval 547">
                    <a:extLst>
                      <a:ext uri="{FF2B5EF4-FFF2-40B4-BE49-F238E27FC236}">
                        <a16:creationId xmlns:a16="http://schemas.microsoft.com/office/drawing/2014/main" id="{0BB43A8A-845F-CC42-9DC8-9B4E62E491C5}"/>
                      </a:ext>
                    </a:extLst>
                  </p:cNvPr>
                  <p:cNvSpPr/>
                  <p:nvPr/>
                </p:nvSpPr>
                <p:spPr>
                  <a:xfrm>
                    <a:off x="4128205" y="3719724"/>
                    <a:ext cx="568606" cy="225532"/>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49" name="Rectangle 548">
                    <a:extLst>
                      <a:ext uri="{FF2B5EF4-FFF2-40B4-BE49-F238E27FC236}">
                        <a16:creationId xmlns:a16="http://schemas.microsoft.com/office/drawing/2014/main" id="{96E9EB72-0350-2747-8FA7-76136E81AC9E}"/>
                      </a:ext>
                    </a:extLst>
                  </p:cNvPr>
                  <p:cNvSpPr/>
                  <p:nvPr/>
                </p:nvSpPr>
                <p:spPr>
                  <a:xfrm>
                    <a:off x="4128205" y="3719724"/>
                    <a:ext cx="568606" cy="111554"/>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50" name="Oval 549">
                    <a:extLst>
                      <a:ext uri="{FF2B5EF4-FFF2-40B4-BE49-F238E27FC236}">
                        <a16:creationId xmlns:a16="http://schemas.microsoft.com/office/drawing/2014/main" id="{DC881CB7-FE4D-FE4E-9748-772252188AFC}"/>
                      </a:ext>
                    </a:extLst>
                  </p:cNvPr>
                  <p:cNvSpPr/>
                  <p:nvPr/>
                </p:nvSpPr>
                <p:spPr>
                  <a:xfrm>
                    <a:off x="4128205" y="3605744"/>
                    <a:ext cx="568606" cy="225534"/>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551" name="Straight Connector 550">
                    <a:extLst>
                      <a:ext uri="{FF2B5EF4-FFF2-40B4-BE49-F238E27FC236}">
                        <a16:creationId xmlns:a16="http://schemas.microsoft.com/office/drawing/2014/main" id="{DC53FF37-2520-714E-A5BF-60112FCB0A0F}"/>
                      </a:ext>
                    </a:extLst>
                  </p:cNvPr>
                  <p:cNvCxnSpPr/>
                  <p:nvPr/>
                </p:nvCxnSpPr>
                <p:spPr>
                  <a:xfrm>
                    <a:off x="4696811" y="3719724"/>
                    <a:ext cx="0" cy="111554"/>
                  </a:xfrm>
                  <a:prstGeom prst="line">
                    <a:avLst/>
                  </a:prstGeom>
                  <a:noFill/>
                  <a:ln w="6350" cap="flat" cmpd="sng" algn="ctr">
                    <a:solidFill>
                      <a:srgbClr val="000000"/>
                    </a:solidFill>
                    <a:prstDash val="solid"/>
                  </a:ln>
                  <a:effectLst/>
                </p:spPr>
              </p:cxnSp>
              <p:cxnSp>
                <p:nvCxnSpPr>
                  <p:cNvPr id="552" name="Straight Connector 551">
                    <a:extLst>
                      <a:ext uri="{FF2B5EF4-FFF2-40B4-BE49-F238E27FC236}">
                        <a16:creationId xmlns:a16="http://schemas.microsoft.com/office/drawing/2014/main" id="{F9EBA973-5DC1-5B47-A5ED-90005F54FCC1}"/>
                      </a:ext>
                    </a:extLst>
                  </p:cNvPr>
                  <p:cNvCxnSpPr/>
                  <p:nvPr/>
                </p:nvCxnSpPr>
                <p:spPr>
                  <a:xfrm>
                    <a:off x="4128205" y="3719724"/>
                    <a:ext cx="0" cy="111554"/>
                  </a:xfrm>
                  <a:prstGeom prst="line">
                    <a:avLst/>
                  </a:prstGeom>
                  <a:noFill/>
                  <a:ln w="6350" cap="flat" cmpd="sng" algn="ctr">
                    <a:solidFill>
                      <a:srgbClr val="000000"/>
                    </a:solidFill>
                    <a:prstDash val="solid"/>
                  </a:ln>
                  <a:effectLst/>
                </p:spPr>
              </p:cxnSp>
            </p:grpSp>
            <p:sp>
              <p:nvSpPr>
                <p:cNvPr id="536" name="Rectangle 535">
                  <a:extLst>
                    <a:ext uri="{FF2B5EF4-FFF2-40B4-BE49-F238E27FC236}">
                      <a16:creationId xmlns:a16="http://schemas.microsoft.com/office/drawing/2014/main" id="{A3FB46FE-169F-9140-96C3-C42E33AE2B64}"/>
                    </a:ext>
                  </a:extLst>
                </p:cNvPr>
                <p:cNvSpPr/>
                <p:nvPr/>
              </p:nvSpPr>
              <p:spPr bwMode="auto">
                <a:xfrm>
                  <a:off x="5558466" y="4562423"/>
                  <a:ext cx="496888" cy="812800"/>
                </a:xfrm>
                <a:prstGeom prst="rect">
                  <a:avLst/>
                </a:prstGeom>
                <a:gradFill rotWithShape="1">
                  <a:gsLst>
                    <a:gs pos="0">
                      <a:srgbClr val="3333CC">
                        <a:lumMod val="75000"/>
                        <a:alpha val="62000"/>
                      </a:srgbClr>
                    </a:gs>
                    <a:gs pos="5400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537" name="Straight Connector 536">
                  <a:extLst>
                    <a:ext uri="{FF2B5EF4-FFF2-40B4-BE49-F238E27FC236}">
                      <a16:creationId xmlns:a16="http://schemas.microsoft.com/office/drawing/2014/main" id="{0BBC2230-3F6E-904C-82D1-AFD95679B9A1}"/>
                    </a:ext>
                  </a:extLst>
                </p:cNvPr>
                <p:cNvCxnSpPr/>
                <p:nvPr/>
              </p:nvCxnSpPr>
              <p:spPr bwMode="auto">
                <a:xfrm flipH="1">
                  <a:off x="5552116" y="4014735"/>
                  <a:ext cx="3175" cy="1450975"/>
                </a:xfrm>
                <a:prstGeom prst="line">
                  <a:avLst/>
                </a:prstGeom>
                <a:noFill/>
                <a:ln w="3175" cap="flat" cmpd="sng" algn="ctr">
                  <a:solidFill>
                    <a:srgbClr val="000000"/>
                  </a:solidFill>
                  <a:prstDash val="sysDash"/>
                </a:ln>
                <a:effectLst/>
              </p:spPr>
            </p:cxnSp>
            <p:grpSp>
              <p:nvGrpSpPr>
                <p:cNvPr id="538" name="Group 595">
                  <a:extLst>
                    <a:ext uri="{FF2B5EF4-FFF2-40B4-BE49-F238E27FC236}">
                      <a16:creationId xmlns:a16="http://schemas.microsoft.com/office/drawing/2014/main" id="{40399425-521B-D643-BE12-A19AB347E95C}"/>
                    </a:ext>
                  </a:extLst>
                </p:cNvPr>
                <p:cNvGrpSpPr>
                  <a:grpSpLocks/>
                </p:cNvGrpSpPr>
                <p:nvPr/>
              </p:nvGrpSpPr>
              <p:grpSpPr bwMode="auto">
                <a:xfrm>
                  <a:off x="5554629" y="3849635"/>
                  <a:ext cx="503828" cy="248249"/>
                  <a:chOff x="2183302" y="1564542"/>
                  <a:chExt cx="1200154" cy="440314"/>
                </a:xfrm>
              </p:grpSpPr>
              <p:sp>
                <p:nvSpPr>
                  <p:cNvPr id="539" name="Oval 538">
                    <a:extLst>
                      <a:ext uri="{FF2B5EF4-FFF2-40B4-BE49-F238E27FC236}">
                        <a16:creationId xmlns:a16="http://schemas.microsoft.com/office/drawing/2014/main" id="{16553013-EA2E-8E41-A3E1-BCCE9E93E46E}"/>
                      </a:ext>
                    </a:extLst>
                  </p:cNvPr>
                  <p:cNvSpPr/>
                  <p:nvPr/>
                </p:nvSpPr>
                <p:spPr bwMode="auto">
                  <a:xfrm flipV="1">
                    <a:off x="2188662" y="1691250"/>
                    <a:ext cx="1194966" cy="312543"/>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40" name="Rectangle 539">
                    <a:extLst>
                      <a:ext uri="{FF2B5EF4-FFF2-40B4-BE49-F238E27FC236}">
                        <a16:creationId xmlns:a16="http://schemas.microsoft.com/office/drawing/2014/main" id="{9C37324D-607E-3C4F-B41E-B506DD7939A1}"/>
                      </a:ext>
                    </a:extLst>
                  </p:cNvPr>
                  <p:cNvSpPr/>
                  <p:nvPr/>
                </p:nvSpPr>
                <p:spPr bwMode="auto">
                  <a:xfrm>
                    <a:off x="2184879" y="1736302"/>
                    <a:ext cx="1198749" cy="112629"/>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41" name="Oval 540">
                    <a:extLst>
                      <a:ext uri="{FF2B5EF4-FFF2-40B4-BE49-F238E27FC236}">
                        <a16:creationId xmlns:a16="http://schemas.microsoft.com/office/drawing/2014/main" id="{56B0875A-352E-6D44-96CE-1E964E7E219C}"/>
                      </a:ext>
                    </a:extLst>
                  </p:cNvPr>
                  <p:cNvSpPr/>
                  <p:nvPr/>
                </p:nvSpPr>
                <p:spPr bwMode="auto">
                  <a:xfrm flipV="1">
                    <a:off x="2184879" y="1564542"/>
                    <a:ext cx="1194966" cy="312545"/>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42" name="Freeform 541">
                    <a:extLst>
                      <a:ext uri="{FF2B5EF4-FFF2-40B4-BE49-F238E27FC236}">
                        <a16:creationId xmlns:a16="http://schemas.microsoft.com/office/drawing/2014/main" id="{8F706B2B-AE93-AC43-93E0-E39EB9FF2FFF}"/>
                      </a:ext>
                    </a:extLst>
                  </p:cNvPr>
                  <p:cNvSpPr/>
                  <p:nvPr/>
                </p:nvSpPr>
                <p:spPr bwMode="auto">
                  <a:xfrm>
                    <a:off x="2491185" y="1671539"/>
                    <a:ext cx="582357" cy="154865"/>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43" name="Freeform 542">
                    <a:extLst>
                      <a:ext uri="{FF2B5EF4-FFF2-40B4-BE49-F238E27FC236}">
                        <a16:creationId xmlns:a16="http://schemas.microsoft.com/office/drawing/2014/main" id="{B3A368EC-FB0F-C941-9F6C-A864AA0C9CA0}"/>
                      </a:ext>
                    </a:extLst>
                  </p:cNvPr>
                  <p:cNvSpPr/>
                  <p:nvPr/>
                </p:nvSpPr>
                <p:spPr bwMode="auto">
                  <a:xfrm>
                    <a:off x="2430680" y="1629304"/>
                    <a:ext cx="703366" cy="109812"/>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44" name="Freeform 543">
                    <a:extLst>
                      <a:ext uri="{FF2B5EF4-FFF2-40B4-BE49-F238E27FC236}">
                        <a16:creationId xmlns:a16="http://schemas.microsoft.com/office/drawing/2014/main" id="{62A4A154-7D82-9F47-A026-0EF36FD06F62}"/>
                      </a:ext>
                    </a:extLst>
                  </p:cNvPr>
                  <p:cNvSpPr/>
                  <p:nvPr/>
                </p:nvSpPr>
                <p:spPr bwMode="auto">
                  <a:xfrm>
                    <a:off x="2892028" y="1722222"/>
                    <a:ext cx="260925" cy="95734"/>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45" name="Freeform 544">
                    <a:extLst>
                      <a:ext uri="{FF2B5EF4-FFF2-40B4-BE49-F238E27FC236}">
                        <a16:creationId xmlns:a16="http://schemas.microsoft.com/office/drawing/2014/main" id="{AB530AB4-C345-9044-9301-3A357686F473}"/>
                      </a:ext>
                    </a:extLst>
                  </p:cNvPr>
                  <p:cNvSpPr/>
                  <p:nvPr/>
                </p:nvSpPr>
                <p:spPr bwMode="auto">
                  <a:xfrm>
                    <a:off x="2419334" y="1725039"/>
                    <a:ext cx="253364" cy="95734"/>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546" name="Straight Connector 545">
                    <a:extLst>
                      <a:ext uri="{FF2B5EF4-FFF2-40B4-BE49-F238E27FC236}">
                        <a16:creationId xmlns:a16="http://schemas.microsoft.com/office/drawing/2014/main" id="{5FD2DEA2-62A9-E743-BEEC-CD991F286F26}"/>
                      </a:ext>
                    </a:extLst>
                  </p:cNvPr>
                  <p:cNvCxnSpPr>
                    <a:endCxn id="541" idx="2"/>
                  </p:cNvCxnSpPr>
                  <p:nvPr/>
                </p:nvCxnSpPr>
                <p:spPr bwMode="auto">
                  <a:xfrm flipH="1" flipV="1">
                    <a:off x="2184879" y="1722222"/>
                    <a:ext cx="3783" cy="121077"/>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547" name="Straight Connector 546">
                    <a:extLst>
                      <a:ext uri="{FF2B5EF4-FFF2-40B4-BE49-F238E27FC236}">
                        <a16:creationId xmlns:a16="http://schemas.microsoft.com/office/drawing/2014/main" id="{850092CD-EBE9-B646-8198-BB6C1648DD53}"/>
                      </a:ext>
                    </a:extLst>
                  </p:cNvPr>
                  <p:cNvCxnSpPr/>
                  <p:nvPr/>
                </p:nvCxnSpPr>
                <p:spPr bwMode="auto">
                  <a:xfrm flipH="1" flipV="1">
                    <a:off x="3379845" y="1727853"/>
                    <a:ext cx="3783" cy="121077"/>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grpSp>
            <p:nvGrpSpPr>
              <p:cNvPr id="512" name="Group 511">
                <a:extLst>
                  <a:ext uri="{FF2B5EF4-FFF2-40B4-BE49-F238E27FC236}">
                    <a16:creationId xmlns:a16="http://schemas.microsoft.com/office/drawing/2014/main" id="{3A07B75A-34AD-5A45-98BD-BFCD05A6AA2E}"/>
                  </a:ext>
                </a:extLst>
              </p:cNvPr>
              <p:cNvGrpSpPr/>
              <p:nvPr/>
            </p:nvGrpSpPr>
            <p:grpSpPr>
              <a:xfrm>
                <a:off x="6547479" y="3836935"/>
                <a:ext cx="514350" cy="1671638"/>
                <a:chOff x="6547479" y="3836935"/>
                <a:chExt cx="514350" cy="1671638"/>
              </a:xfrm>
            </p:grpSpPr>
            <p:sp>
              <p:nvSpPr>
                <p:cNvPr id="513" name="Rectangle 512">
                  <a:extLst>
                    <a:ext uri="{FF2B5EF4-FFF2-40B4-BE49-F238E27FC236}">
                      <a16:creationId xmlns:a16="http://schemas.microsoft.com/office/drawing/2014/main" id="{6C8D1614-7BF6-4642-94A3-70C36CEC484D}"/>
                    </a:ext>
                  </a:extLst>
                </p:cNvPr>
                <p:cNvSpPr/>
                <p:nvPr/>
              </p:nvSpPr>
              <p:spPr bwMode="auto">
                <a:xfrm rot="10800000">
                  <a:off x="6550526" y="3920772"/>
                  <a:ext cx="498084" cy="629245"/>
                </a:xfrm>
                <a:prstGeom prst="rect">
                  <a:avLst/>
                </a:prstGeom>
                <a:gradFill rotWithShape="1">
                  <a:gsLst>
                    <a:gs pos="1000">
                      <a:srgbClr val="3333CC">
                        <a:lumMod val="75000"/>
                        <a:alpha val="62000"/>
                      </a:srgbClr>
                    </a:gs>
                    <a:gs pos="5400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514" name="Straight Connector 513">
                  <a:extLst>
                    <a:ext uri="{FF2B5EF4-FFF2-40B4-BE49-F238E27FC236}">
                      <a16:creationId xmlns:a16="http://schemas.microsoft.com/office/drawing/2014/main" id="{32DB3177-D80A-9145-9497-28FB784056C2}"/>
                    </a:ext>
                  </a:extLst>
                </p:cNvPr>
                <p:cNvCxnSpPr/>
                <p:nvPr/>
              </p:nvCxnSpPr>
              <p:spPr bwMode="auto">
                <a:xfrm flipH="1">
                  <a:off x="7060241" y="3994098"/>
                  <a:ext cx="1588" cy="1366837"/>
                </a:xfrm>
                <a:prstGeom prst="line">
                  <a:avLst/>
                </a:prstGeom>
                <a:noFill/>
                <a:ln w="3175" cap="flat" cmpd="sng" algn="ctr">
                  <a:solidFill>
                    <a:srgbClr val="000000"/>
                  </a:solidFill>
                  <a:prstDash val="sysDash"/>
                </a:ln>
                <a:effectLst/>
              </p:spPr>
            </p:cxnSp>
            <p:grpSp>
              <p:nvGrpSpPr>
                <p:cNvPr id="515" name="Group 634">
                  <a:extLst>
                    <a:ext uri="{FF2B5EF4-FFF2-40B4-BE49-F238E27FC236}">
                      <a16:creationId xmlns:a16="http://schemas.microsoft.com/office/drawing/2014/main" id="{65A47B5E-F2CB-594A-BD58-9FE922EB7E52}"/>
                    </a:ext>
                  </a:extLst>
                </p:cNvPr>
                <p:cNvGrpSpPr>
                  <a:grpSpLocks/>
                </p:cNvGrpSpPr>
                <p:nvPr/>
              </p:nvGrpSpPr>
              <p:grpSpPr bwMode="auto">
                <a:xfrm>
                  <a:off x="6552627" y="5286665"/>
                  <a:ext cx="507588" cy="221908"/>
                  <a:chOff x="4128636" y="3606589"/>
                  <a:chExt cx="568145" cy="338667"/>
                </a:xfrm>
              </p:grpSpPr>
              <p:sp>
                <p:nvSpPr>
                  <p:cNvPr id="528" name="Oval 527">
                    <a:extLst>
                      <a:ext uri="{FF2B5EF4-FFF2-40B4-BE49-F238E27FC236}">
                        <a16:creationId xmlns:a16="http://schemas.microsoft.com/office/drawing/2014/main" id="{45BE5BB6-0C1F-544E-BE74-9A2D5A63315B}"/>
                      </a:ext>
                    </a:extLst>
                  </p:cNvPr>
                  <p:cNvSpPr/>
                  <p:nvPr/>
                </p:nvSpPr>
                <p:spPr>
                  <a:xfrm>
                    <a:off x="4128204" y="3719937"/>
                    <a:ext cx="568606" cy="225319"/>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29" name="Rectangle 528">
                    <a:extLst>
                      <a:ext uri="{FF2B5EF4-FFF2-40B4-BE49-F238E27FC236}">
                        <a16:creationId xmlns:a16="http://schemas.microsoft.com/office/drawing/2014/main" id="{1D8B9DD8-1DBF-E041-8295-DA296B4603A2}"/>
                      </a:ext>
                    </a:extLst>
                  </p:cNvPr>
                  <p:cNvSpPr/>
                  <p:nvPr/>
                </p:nvSpPr>
                <p:spPr>
                  <a:xfrm>
                    <a:off x="4128204" y="3719937"/>
                    <a:ext cx="568606" cy="111448"/>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30" name="Oval 529">
                    <a:extLst>
                      <a:ext uri="{FF2B5EF4-FFF2-40B4-BE49-F238E27FC236}">
                        <a16:creationId xmlns:a16="http://schemas.microsoft.com/office/drawing/2014/main" id="{5B84D8CD-13B2-604E-A807-752EADAA8871}"/>
                      </a:ext>
                    </a:extLst>
                  </p:cNvPr>
                  <p:cNvSpPr/>
                  <p:nvPr/>
                </p:nvSpPr>
                <p:spPr>
                  <a:xfrm>
                    <a:off x="4128204" y="3606067"/>
                    <a:ext cx="568606" cy="22531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531" name="Straight Connector 530">
                    <a:extLst>
                      <a:ext uri="{FF2B5EF4-FFF2-40B4-BE49-F238E27FC236}">
                        <a16:creationId xmlns:a16="http://schemas.microsoft.com/office/drawing/2014/main" id="{885A366E-444E-DA46-8EBD-35F1EDEB77BC}"/>
                      </a:ext>
                    </a:extLst>
                  </p:cNvPr>
                  <p:cNvCxnSpPr/>
                  <p:nvPr/>
                </p:nvCxnSpPr>
                <p:spPr>
                  <a:xfrm>
                    <a:off x="4696810" y="3719937"/>
                    <a:ext cx="0" cy="111448"/>
                  </a:xfrm>
                  <a:prstGeom prst="line">
                    <a:avLst/>
                  </a:prstGeom>
                  <a:noFill/>
                  <a:ln w="6350" cap="flat" cmpd="sng" algn="ctr">
                    <a:solidFill>
                      <a:srgbClr val="000000"/>
                    </a:solidFill>
                    <a:prstDash val="solid"/>
                  </a:ln>
                  <a:effectLst/>
                </p:spPr>
              </p:cxnSp>
              <p:cxnSp>
                <p:nvCxnSpPr>
                  <p:cNvPr id="532" name="Straight Connector 531">
                    <a:extLst>
                      <a:ext uri="{FF2B5EF4-FFF2-40B4-BE49-F238E27FC236}">
                        <a16:creationId xmlns:a16="http://schemas.microsoft.com/office/drawing/2014/main" id="{B97A9CB5-23BF-0847-BE36-C0AF41F70C8E}"/>
                      </a:ext>
                    </a:extLst>
                  </p:cNvPr>
                  <p:cNvCxnSpPr/>
                  <p:nvPr/>
                </p:nvCxnSpPr>
                <p:spPr>
                  <a:xfrm>
                    <a:off x="4128204" y="3719937"/>
                    <a:ext cx="0" cy="111448"/>
                  </a:xfrm>
                  <a:prstGeom prst="line">
                    <a:avLst/>
                  </a:prstGeom>
                  <a:noFill/>
                  <a:ln w="6350" cap="flat" cmpd="sng" algn="ctr">
                    <a:solidFill>
                      <a:srgbClr val="000000"/>
                    </a:solidFill>
                    <a:prstDash val="solid"/>
                  </a:ln>
                  <a:effectLst/>
                </p:spPr>
              </p:cxnSp>
            </p:grpSp>
            <p:sp>
              <p:nvSpPr>
                <p:cNvPr id="516" name="Rectangle 515">
                  <a:extLst>
                    <a:ext uri="{FF2B5EF4-FFF2-40B4-BE49-F238E27FC236}">
                      <a16:creationId xmlns:a16="http://schemas.microsoft.com/office/drawing/2014/main" id="{FC15DD5A-EE50-1644-8973-B09EB47B67C3}"/>
                    </a:ext>
                  </a:extLst>
                </p:cNvPr>
                <p:cNvSpPr/>
                <p:nvPr/>
              </p:nvSpPr>
              <p:spPr bwMode="auto">
                <a:xfrm>
                  <a:off x="6553829" y="4551310"/>
                  <a:ext cx="496887" cy="812800"/>
                </a:xfrm>
                <a:prstGeom prst="rect">
                  <a:avLst/>
                </a:prstGeom>
                <a:gradFill rotWithShape="1">
                  <a:gsLst>
                    <a:gs pos="0">
                      <a:srgbClr val="3333CC">
                        <a:lumMod val="75000"/>
                        <a:alpha val="62000"/>
                      </a:srgbClr>
                    </a:gs>
                    <a:gs pos="5400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517" name="Straight Connector 516">
                  <a:extLst>
                    <a:ext uri="{FF2B5EF4-FFF2-40B4-BE49-F238E27FC236}">
                      <a16:creationId xmlns:a16="http://schemas.microsoft.com/office/drawing/2014/main" id="{0305C96B-82C7-0249-9E17-769E23D456FC}"/>
                    </a:ext>
                  </a:extLst>
                </p:cNvPr>
                <p:cNvCxnSpPr/>
                <p:nvPr/>
              </p:nvCxnSpPr>
              <p:spPr bwMode="auto">
                <a:xfrm flipH="1">
                  <a:off x="6547479" y="4002035"/>
                  <a:ext cx="3175" cy="1452563"/>
                </a:xfrm>
                <a:prstGeom prst="line">
                  <a:avLst/>
                </a:prstGeom>
                <a:noFill/>
                <a:ln w="3175" cap="flat" cmpd="sng" algn="ctr">
                  <a:solidFill>
                    <a:srgbClr val="000000"/>
                  </a:solidFill>
                  <a:prstDash val="sysDash"/>
                </a:ln>
                <a:effectLst/>
              </p:spPr>
            </p:cxnSp>
            <p:grpSp>
              <p:nvGrpSpPr>
                <p:cNvPr id="518" name="Group 622">
                  <a:extLst>
                    <a:ext uri="{FF2B5EF4-FFF2-40B4-BE49-F238E27FC236}">
                      <a16:creationId xmlns:a16="http://schemas.microsoft.com/office/drawing/2014/main" id="{94B7DBD3-7C78-E643-B3AD-C12BF3785F56}"/>
                    </a:ext>
                  </a:extLst>
                </p:cNvPr>
                <p:cNvGrpSpPr>
                  <a:grpSpLocks/>
                </p:cNvGrpSpPr>
                <p:nvPr/>
              </p:nvGrpSpPr>
              <p:grpSpPr bwMode="auto">
                <a:xfrm>
                  <a:off x="6549992" y="3836935"/>
                  <a:ext cx="503828" cy="248485"/>
                  <a:chOff x="2183302" y="1564542"/>
                  <a:chExt cx="1200154" cy="440314"/>
                </a:xfrm>
              </p:grpSpPr>
              <p:sp>
                <p:nvSpPr>
                  <p:cNvPr id="519" name="Oval 518">
                    <a:extLst>
                      <a:ext uri="{FF2B5EF4-FFF2-40B4-BE49-F238E27FC236}">
                        <a16:creationId xmlns:a16="http://schemas.microsoft.com/office/drawing/2014/main" id="{690EA313-FF31-164F-A140-DA76903CEE6E}"/>
                      </a:ext>
                    </a:extLst>
                  </p:cNvPr>
                  <p:cNvSpPr/>
                  <p:nvPr/>
                </p:nvSpPr>
                <p:spPr bwMode="auto">
                  <a:xfrm flipV="1">
                    <a:off x="2188659" y="1691130"/>
                    <a:ext cx="1194966" cy="315061"/>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20" name="Rectangle 519">
                    <a:extLst>
                      <a:ext uri="{FF2B5EF4-FFF2-40B4-BE49-F238E27FC236}">
                        <a16:creationId xmlns:a16="http://schemas.microsoft.com/office/drawing/2014/main" id="{2DCFC1EE-52F6-854A-A387-9D86ECA08EA3}"/>
                      </a:ext>
                    </a:extLst>
                  </p:cNvPr>
                  <p:cNvSpPr/>
                  <p:nvPr/>
                </p:nvSpPr>
                <p:spPr bwMode="auto">
                  <a:xfrm>
                    <a:off x="2184879" y="1736138"/>
                    <a:ext cx="1198746" cy="11252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21" name="Oval 520">
                    <a:extLst>
                      <a:ext uri="{FF2B5EF4-FFF2-40B4-BE49-F238E27FC236}">
                        <a16:creationId xmlns:a16="http://schemas.microsoft.com/office/drawing/2014/main" id="{EDF9F22D-ACC3-4B43-911D-B350B36A10AF}"/>
                      </a:ext>
                    </a:extLst>
                  </p:cNvPr>
                  <p:cNvSpPr/>
                  <p:nvPr/>
                </p:nvSpPr>
                <p:spPr bwMode="auto">
                  <a:xfrm flipV="1">
                    <a:off x="2184879" y="1564542"/>
                    <a:ext cx="1194966" cy="315061"/>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522" name="Freeform 521">
                    <a:extLst>
                      <a:ext uri="{FF2B5EF4-FFF2-40B4-BE49-F238E27FC236}">
                        <a16:creationId xmlns:a16="http://schemas.microsoft.com/office/drawing/2014/main" id="{8CF6B37B-AFBE-9B42-A8EC-EABBAA0F3FA2}"/>
                      </a:ext>
                    </a:extLst>
                  </p:cNvPr>
                  <p:cNvSpPr/>
                  <p:nvPr/>
                </p:nvSpPr>
                <p:spPr bwMode="auto">
                  <a:xfrm>
                    <a:off x="2491182" y="1671438"/>
                    <a:ext cx="582357" cy="15753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23" name="Freeform 522">
                    <a:extLst>
                      <a:ext uri="{FF2B5EF4-FFF2-40B4-BE49-F238E27FC236}">
                        <a16:creationId xmlns:a16="http://schemas.microsoft.com/office/drawing/2014/main" id="{30213B45-E211-5443-B77E-230CD6148D46}"/>
                      </a:ext>
                    </a:extLst>
                  </p:cNvPr>
                  <p:cNvSpPr/>
                  <p:nvPr/>
                </p:nvSpPr>
                <p:spPr bwMode="auto">
                  <a:xfrm>
                    <a:off x="2430678" y="1629243"/>
                    <a:ext cx="703366" cy="112522"/>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24" name="Freeform 523">
                    <a:extLst>
                      <a:ext uri="{FF2B5EF4-FFF2-40B4-BE49-F238E27FC236}">
                        <a16:creationId xmlns:a16="http://schemas.microsoft.com/office/drawing/2014/main" id="{B930A525-545D-E642-9A1E-6D046A6D2C93}"/>
                      </a:ext>
                    </a:extLst>
                  </p:cNvPr>
                  <p:cNvSpPr/>
                  <p:nvPr/>
                </p:nvSpPr>
                <p:spPr bwMode="auto">
                  <a:xfrm>
                    <a:off x="2892025" y="1724886"/>
                    <a:ext cx="260927" cy="95643"/>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25" name="Freeform 524">
                    <a:extLst>
                      <a:ext uri="{FF2B5EF4-FFF2-40B4-BE49-F238E27FC236}">
                        <a16:creationId xmlns:a16="http://schemas.microsoft.com/office/drawing/2014/main" id="{1674387C-B8F4-F14B-B7E1-D2FDD29687A6}"/>
                      </a:ext>
                    </a:extLst>
                  </p:cNvPr>
                  <p:cNvSpPr/>
                  <p:nvPr/>
                </p:nvSpPr>
                <p:spPr bwMode="auto">
                  <a:xfrm>
                    <a:off x="2419334" y="1727698"/>
                    <a:ext cx="253362" cy="92831"/>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526" name="Straight Connector 525">
                    <a:extLst>
                      <a:ext uri="{FF2B5EF4-FFF2-40B4-BE49-F238E27FC236}">
                        <a16:creationId xmlns:a16="http://schemas.microsoft.com/office/drawing/2014/main" id="{85CD0036-C123-AD4B-A4C0-02919E87D4DB}"/>
                      </a:ext>
                    </a:extLst>
                  </p:cNvPr>
                  <p:cNvCxnSpPr>
                    <a:endCxn id="521" idx="2"/>
                  </p:cNvCxnSpPr>
                  <p:nvPr/>
                </p:nvCxnSpPr>
                <p:spPr bwMode="auto">
                  <a:xfrm flipH="1" flipV="1">
                    <a:off x="2184879" y="1722072"/>
                    <a:ext cx="3780" cy="120962"/>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527" name="Straight Connector 526">
                    <a:extLst>
                      <a:ext uri="{FF2B5EF4-FFF2-40B4-BE49-F238E27FC236}">
                        <a16:creationId xmlns:a16="http://schemas.microsoft.com/office/drawing/2014/main" id="{1FCCF148-D802-1942-98F3-63D5085B4BF8}"/>
                      </a:ext>
                    </a:extLst>
                  </p:cNvPr>
                  <p:cNvCxnSpPr/>
                  <p:nvPr/>
                </p:nvCxnSpPr>
                <p:spPr bwMode="auto">
                  <a:xfrm flipH="1" flipV="1">
                    <a:off x="3379845" y="1730512"/>
                    <a:ext cx="3780" cy="120960"/>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grpSp>
        <p:grpSp>
          <p:nvGrpSpPr>
            <p:cNvPr id="382" name="Group 381">
              <a:extLst>
                <a:ext uri="{FF2B5EF4-FFF2-40B4-BE49-F238E27FC236}">
                  <a16:creationId xmlns:a16="http://schemas.microsoft.com/office/drawing/2014/main" id="{7E16A9B2-D371-204F-AABD-8317E9888A24}"/>
                </a:ext>
              </a:extLst>
            </p:cNvPr>
            <p:cNvGrpSpPr/>
            <p:nvPr/>
          </p:nvGrpSpPr>
          <p:grpSpPr>
            <a:xfrm>
              <a:off x="2381956" y="2010251"/>
              <a:ext cx="4415330" cy="2315048"/>
              <a:chOff x="2381956" y="2435173"/>
              <a:chExt cx="4415330" cy="2315048"/>
            </a:xfrm>
          </p:grpSpPr>
          <p:sp>
            <p:nvSpPr>
              <p:cNvPr id="498" name="Freeform 497">
                <a:extLst>
                  <a:ext uri="{FF2B5EF4-FFF2-40B4-BE49-F238E27FC236}">
                    <a16:creationId xmlns:a16="http://schemas.microsoft.com/office/drawing/2014/main" id="{AEDE3C7B-8790-4A43-879D-14C0ACD895D7}"/>
                  </a:ext>
                </a:extLst>
              </p:cNvPr>
              <p:cNvSpPr/>
              <p:nvPr/>
            </p:nvSpPr>
            <p:spPr>
              <a:xfrm>
                <a:off x="2381956" y="2439629"/>
                <a:ext cx="297540" cy="1743187"/>
              </a:xfrm>
              <a:custGeom>
                <a:avLst/>
                <a:gdLst>
                  <a:gd name="connsiteX0" fmla="*/ 307275 w 307275"/>
                  <a:gd name="connsiteY0" fmla="*/ 0 h 1659441"/>
                  <a:gd name="connsiteX1" fmla="*/ 0 w 307275"/>
                  <a:gd name="connsiteY1" fmla="*/ 0 h 1659441"/>
                  <a:gd name="connsiteX2" fmla="*/ 0 w 307275"/>
                  <a:gd name="connsiteY2" fmla="*/ 1659441 h 1659441"/>
                  <a:gd name="connsiteX0" fmla="*/ 307275 w 307275"/>
                  <a:gd name="connsiteY0" fmla="*/ 0 h 2015941"/>
                  <a:gd name="connsiteX1" fmla="*/ 0 w 307275"/>
                  <a:gd name="connsiteY1" fmla="*/ 0 h 2015941"/>
                  <a:gd name="connsiteX2" fmla="*/ 0 w 307275"/>
                  <a:gd name="connsiteY2" fmla="*/ 2015941 h 2015941"/>
                  <a:gd name="connsiteX0" fmla="*/ 228538 w 228538"/>
                  <a:gd name="connsiteY0" fmla="*/ 0 h 2022548"/>
                  <a:gd name="connsiteX1" fmla="*/ 0 w 228538"/>
                  <a:gd name="connsiteY1" fmla="*/ 6607 h 2022548"/>
                  <a:gd name="connsiteX2" fmla="*/ 0 w 228538"/>
                  <a:gd name="connsiteY2" fmla="*/ 2022548 h 2022548"/>
                </a:gdLst>
                <a:ahLst/>
                <a:cxnLst>
                  <a:cxn ang="0">
                    <a:pos x="connsiteX0" y="connsiteY0"/>
                  </a:cxn>
                  <a:cxn ang="0">
                    <a:pos x="connsiteX1" y="connsiteY1"/>
                  </a:cxn>
                  <a:cxn ang="0">
                    <a:pos x="connsiteX2" y="connsiteY2"/>
                  </a:cxn>
                </a:cxnLst>
                <a:rect l="l" t="t" r="r" b="b"/>
                <a:pathLst>
                  <a:path w="228538" h="2022548">
                    <a:moveTo>
                      <a:pt x="228538" y="0"/>
                    </a:moveTo>
                    <a:lnTo>
                      <a:pt x="0" y="6607"/>
                    </a:lnTo>
                    <a:lnTo>
                      <a:pt x="0" y="2022548"/>
                    </a:lnTo>
                  </a:path>
                </a:pathLst>
              </a:custGeom>
              <a:noFill/>
              <a:ln w="31750" cap="flat" cmpd="sng" algn="ctr">
                <a:solidFill>
                  <a:srgbClr val="CC0000"/>
                </a:solidFill>
                <a:prstDash val="solid"/>
                <a:headEnd type="triangle"/>
                <a:tailEnd type="triangle"/>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CC0000"/>
                  </a:solidFill>
                  <a:effectLst/>
                  <a:uLnTx/>
                  <a:uFillTx/>
                  <a:latin typeface="Gill Sans MT"/>
                  <a:ea typeface="+mn-ea"/>
                  <a:cs typeface="+mn-cs"/>
                </a:endParaRPr>
              </a:p>
            </p:txBody>
          </p:sp>
          <p:sp>
            <p:nvSpPr>
              <p:cNvPr id="499" name="Freeform 498">
                <a:extLst>
                  <a:ext uri="{FF2B5EF4-FFF2-40B4-BE49-F238E27FC236}">
                    <a16:creationId xmlns:a16="http://schemas.microsoft.com/office/drawing/2014/main" id="{09F6053F-3E13-7148-AE5E-2C810815FF3A}"/>
                  </a:ext>
                </a:extLst>
              </p:cNvPr>
              <p:cNvSpPr/>
              <p:nvPr/>
            </p:nvSpPr>
            <p:spPr>
              <a:xfrm flipH="1">
                <a:off x="6411524" y="2435173"/>
                <a:ext cx="385762" cy="2300562"/>
              </a:xfrm>
              <a:custGeom>
                <a:avLst/>
                <a:gdLst>
                  <a:gd name="connsiteX0" fmla="*/ 307275 w 307275"/>
                  <a:gd name="connsiteY0" fmla="*/ 0 h 1659441"/>
                  <a:gd name="connsiteX1" fmla="*/ 0 w 307275"/>
                  <a:gd name="connsiteY1" fmla="*/ 0 h 1659441"/>
                  <a:gd name="connsiteX2" fmla="*/ 0 w 307275"/>
                  <a:gd name="connsiteY2" fmla="*/ 1659441 h 1659441"/>
                  <a:gd name="connsiteX0" fmla="*/ 307275 w 307275"/>
                  <a:gd name="connsiteY0" fmla="*/ 0 h 2117725"/>
                  <a:gd name="connsiteX1" fmla="*/ 0 w 307275"/>
                  <a:gd name="connsiteY1" fmla="*/ 0 h 2117725"/>
                  <a:gd name="connsiteX2" fmla="*/ 0 w 307275"/>
                  <a:gd name="connsiteY2" fmla="*/ 2117725 h 2117725"/>
                </a:gdLst>
                <a:ahLst/>
                <a:cxnLst>
                  <a:cxn ang="0">
                    <a:pos x="connsiteX0" y="connsiteY0"/>
                  </a:cxn>
                  <a:cxn ang="0">
                    <a:pos x="connsiteX1" y="connsiteY1"/>
                  </a:cxn>
                  <a:cxn ang="0">
                    <a:pos x="connsiteX2" y="connsiteY2"/>
                  </a:cxn>
                </a:cxnLst>
                <a:rect l="l" t="t" r="r" b="b"/>
                <a:pathLst>
                  <a:path w="307275" h="2117725">
                    <a:moveTo>
                      <a:pt x="307275" y="0"/>
                    </a:moveTo>
                    <a:lnTo>
                      <a:pt x="0" y="0"/>
                    </a:lnTo>
                    <a:lnTo>
                      <a:pt x="0" y="2117725"/>
                    </a:lnTo>
                  </a:path>
                </a:pathLst>
              </a:custGeom>
              <a:noFill/>
              <a:ln w="31750" cap="flat" cmpd="sng" algn="ctr">
                <a:solidFill>
                  <a:srgbClr val="CC0000"/>
                </a:solidFill>
                <a:prstDash val="solid"/>
                <a:headEnd type="triangle"/>
                <a:tailEnd type="triangle"/>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Gill Sans MT"/>
                  <a:ea typeface="+mn-ea"/>
                  <a:cs typeface="+mn-cs"/>
                </a:endParaRPr>
              </a:p>
            </p:txBody>
          </p:sp>
          <p:cxnSp>
            <p:nvCxnSpPr>
              <p:cNvPr id="500" name="Straight Arrow Connector 499">
                <a:extLst>
                  <a:ext uri="{FF2B5EF4-FFF2-40B4-BE49-F238E27FC236}">
                    <a16:creationId xmlns:a16="http://schemas.microsoft.com/office/drawing/2014/main" id="{4965AD51-16F6-C94B-BC66-CDD2DE6A9D25}"/>
                  </a:ext>
                </a:extLst>
              </p:cNvPr>
              <p:cNvCxnSpPr/>
              <p:nvPr/>
            </p:nvCxnSpPr>
            <p:spPr>
              <a:xfrm flipV="1">
                <a:off x="5791457" y="2687586"/>
                <a:ext cx="8309" cy="2062635"/>
              </a:xfrm>
              <a:prstGeom prst="straightConnector1">
                <a:avLst/>
              </a:prstGeom>
              <a:noFill/>
              <a:ln w="31750" cap="flat" cmpd="sng" algn="ctr">
                <a:solidFill>
                  <a:srgbClr val="CC0000"/>
                </a:solidFill>
                <a:prstDash val="solid"/>
                <a:headEnd type="triangle"/>
                <a:tailEnd type="triangle"/>
              </a:ln>
              <a:effectLst/>
            </p:spPr>
          </p:cxnSp>
          <p:cxnSp>
            <p:nvCxnSpPr>
              <p:cNvPr id="501" name="Straight Arrow Connector 500">
                <a:extLst>
                  <a:ext uri="{FF2B5EF4-FFF2-40B4-BE49-F238E27FC236}">
                    <a16:creationId xmlns:a16="http://schemas.microsoft.com/office/drawing/2014/main" id="{A35133F6-41E2-CE4A-8391-4C802A099353}"/>
                  </a:ext>
                </a:extLst>
              </p:cNvPr>
              <p:cNvCxnSpPr/>
              <p:nvPr/>
            </p:nvCxnSpPr>
            <p:spPr>
              <a:xfrm flipV="1">
                <a:off x="4598735" y="2708225"/>
                <a:ext cx="18344" cy="2037167"/>
              </a:xfrm>
              <a:prstGeom prst="straightConnector1">
                <a:avLst/>
              </a:prstGeom>
              <a:noFill/>
              <a:ln w="31750" cap="flat" cmpd="sng" algn="ctr">
                <a:solidFill>
                  <a:srgbClr val="CC0000"/>
                </a:solidFill>
                <a:prstDash val="solid"/>
                <a:headEnd type="triangle"/>
                <a:tailEnd type="triangle"/>
              </a:ln>
              <a:effectLst/>
            </p:spPr>
          </p:cxnSp>
          <p:cxnSp>
            <p:nvCxnSpPr>
              <p:cNvPr id="502" name="Straight Arrow Connector 501">
                <a:extLst>
                  <a:ext uri="{FF2B5EF4-FFF2-40B4-BE49-F238E27FC236}">
                    <a16:creationId xmlns:a16="http://schemas.microsoft.com/office/drawing/2014/main" id="{CD05D69D-4C5E-A54C-A979-991C2A28175E}"/>
                  </a:ext>
                </a:extLst>
              </p:cNvPr>
              <p:cNvCxnSpPr/>
              <p:nvPr/>
            </p:nvCxnSpPr>
            <p:spPr>
              <a:xfrm flipH="1" flipV="1">
                <a:off x="3807455" y="2762199"/>
                <a:ext cx="9009" cy="1983193"/>
              </a:xfrm>
              <a:prstGeom prst="straightConnector1">
                <a:avLst/>
              </a:prstGeom>
              <a:noFill/>
              <a:ln w="31750" cap="flat" cmpd="sng" algn="ctr">
                <a:solidFill>
                  <a:srgbClr val="CC0000"/>
                </a:solidFill>
                <a:prstDash val="solid"/>
                <a:headEnd type="triangle"/>
                <a:tailEnd type="triangle"/>
              </a:ln>
              <a:effectLst/>
            </p:spPr>
          </p:cxnSp>
        </p:grpSp>
        <p:grpSp>
          <p:nvGrpSpPr>
            <p:cNvPr id="383" name="Group 347">
              <a:extLst>
                <a:ext uri="{FF2B5EF4-FFF2-40B4-BE49-F238E27FC236}">
                  <a16:creationId xmlns:a16="http://schemas.microsoft.com/office/drawing/2014/main" id="{FE3B11D9-3386-024F-9930-5028862A6CA0}"/>
                </a:ext>
              </a:extLst>
            </p:cNvPr>
            <p:cNvGrpSpPr>
              <a:grpSpLocks/>
            </p:cNvGrpSpPr>
            <p:nvPr/>
          </p:nvGrpSpPr>
          <p:grpSpPr bwMode="auto">
            <a:xfrm>
              <a:off x="5856401" y="5478592"/>
              <a:ext cx="588970" cy="242608"/>
              <a:chOff x="1871277" y="1576300"/>
              <a:chExt cx="1128371" cy="437861"/>
            </a:xfrm>
          </p:grpSpPr>
          <p:sp>
            <p:nvSpPr>
              <p:cNvPr id="489" name="Oval 488">
                <a:extLst>
                  <a:ext uri="{FF2B5EF4-FFF2-40B4-BE49-F238E27FC236}">
                    <a16:creationId xmlns:a16="http://schemas.microsoft.com/office/drawing/2014/main" id="{5A16FCC8-1633-0F4A-AF51-5A0A7FE45514}"/>
                  </a:ext>
                </a:extLst>
              </p:cNvPr>
              <p:cNvSpPr/>
              <p:nvPr/>
            </p:nvSpPr>
            <p:spPr bwMode="auto">
              <a:xfrm flipV="1">
                <a:off x="1874446" y="1694641"/>
                <a:ext cx="1125202" cy="319520"/>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90" name="Rectangle 489">
                <a:extLst>
                  <a:ext uri="{FF2B5EF4-FFF2-40B4-BE49-F238E27FC236}">
                    <a16:creationId xmlns:a16="http://schemas.microsoft.com/office/drawing/2014/main" id="{B519904C-1E17-C942-8BA9-0E8AB5079FBB}"/>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91" name="Oval 490">
                <a:extLst>
                  <a:ext uri="{FF2B5EF4-FFF2-40B4-BE49-F238E27FC236}">
                    <a16:creationId xmlns:a16="http://schemas.microsoft.com/office/drawing/2014/main" id="{EFB13E26-3B41-9749-8519-C459963D2013}"/>
                  </a:ext>
                </a:extLst>
              </p:cNvPr>
              <p:cNvSpPr/>
              <p:nvPr/>
            </p:nvSpPr>
            <p:spPr bwMode="auto">
              <a:xfrm flipV="1">
                <a:off x="1871277" y="1576300"/>
                <a:ext cx="1125200" cy="319520"/>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92" name="Freeform 491">
                <a:extLst>
                  <a:ext uri="{FF2B5EF4-FFF2-40B4-BE49-F238E27FC236}">
                    <a16:creationId xmlns:a16="http://schemas.microsoft.com/office/drawing/2014/main" id="{EBC82CCD-F9E5-9848-AD05-9CD917C4153B}"/>
                  </a:ext>
                </a:extLst>
              </p:cNvPr>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93" name="Freeform 492">
                <a:extLst>
                  <a:ext uri="{FF2B5EF4-FFF2-40B4-BE49-F238E27FC236}">
                    <a16:creationId xmlns:a16="http://schemas.microsoft.com/office/drawing/2014/main" id="{CA26AE87-8F1A-0446-8346-27E9411E71BB}"/>
                  </a:ext>
                </a:extLst>
              </p:cNvPr>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94" name="Freeform 493">
                <a:extLst>
                  <a:ext uri="{FF2B5EF4-FFF2-40B4-BE49-F238E27FC236}">
                    <a16:creationId xmlns:a16="http://schemas.microsoft.com/office/drawing/2014/main" id="{A9435622-957B-2049-B9C4-D47B10BCEFD7}"/>
                  </a:ext>
                </a:extLst>
              </p:cNvPr>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95" name="Freeform 494">
                <a:extLst>
                  <a:ext uri="{FF2B5EF4-FFF2-40B4-BE49-F238E27FC236}">
                    <a16:creationId xmlns:a16="http://schemas.microsoft.com/office/drawing/2014/main" id="{7C7BD66C-4B7E-A245-B0B0-68D4770B836B}"/>
                  </a:ext>
                </a:extLst>
              </p:cNvPr>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96" name="Straight Connector 495">
                <a:extLst>
                  <a:ext uri="{FF2B5EF4-FFF2-40B4-BE49-F238E27FC236}">
                    <a16:creationId xmlns:a16="http://schemas.microsoft.com/office/drawing/2014/main" id="{AAD20102-9CAC-A94D-938A-4737F5BDF52B}"/>
                  </a:ext>
                </a:extLst>
              </p:cNvPr>
              <p:cNvCxnSpPr>
                <a:endCxn id="491" idx="2"/>
              </p:cNvCxnSpPr>
              <p:nvPr/>
            </p:nvCxnSpPr>
            <p:spPr bwMode="auto">
              <a:xfrm flipH="1" flipV="1">
                <a:off x="1871277" y="1737243"/>
                <a:ext cx="3169" cy="123074"/>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497" name="Straight Connector 496">
                <a:extLst>
                  <a:ext uri="{FF2B5EF4-FFF2-40B4-BE49-F238E27FC236}">
                    <a16:creationId xmlns:a16="http://schemas.microsoft.com/office/drawing/2014/main" id="{2FAD383B-123F-DC43-9C3D-E4BC3F030080}"/>
                  </a:ext>
                </a:extLst>
              </p:cNvPr>
              <p:cNvCxnSpPr/>
              <p:nvPr/>
            </p:nvCxnSpPr>
            <p:spPr bwMode="auto">
              <a:xfrm flipH="1" flipV="1">
                <a:off x="2996477" y="1734877"/>
                <a:ext cx="3171" cy="123074"/>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384" name="Group 347">
              <a:extLst>
                <a:ext uri="{FF2B5EF4-FFF2-40B4-BE49-F238E27FC236}">
                  <a16:creationId xmlns:a16="http://schemas.microsoft.com/office/drawing/2014/main" id="{1FA128A4-E7D2-0F47-8B8A-D227ADE12451}"/>
                </a:ext>
              </a:extLst>
            </p:cNvPr>
            <p:cNvGrpSpPr>
              <a:grpSpLocks/>
            </p:cNvGrpSpPr>
            <p:nvPr/>
          </p:nvGrpSpPr>
          <p:grpSpPr bwMode="auto">
            <a:xfrm>
              <a:off x="4375328" y="5336495"/>
              <a:ext cx="588970" cy="242608"/>
              <a:chOff x="1871277" y="1576300"/>
              <a:chExt cx="1128371" cy="437861"/>
            </a:xfrm>
          </p:grpSpPr>
          <p:sp>
            <p:nvSpPr>
              <p:cNvPr id="480" name="Oval 479">
                <a:extLst>
                  <a:ext uri="{FF2B5EF4-FFF2-40B4-BE49-F238E27FC236}">
                    <a16:creationId xmlns:a16="http://schemas.microsoft.com/office/drawing/2014/main" id="{AB3681F7-659D-C24E-A38A-0FDB7554EA5C}"/>
                  </a:ext>
                </a:extLst>
              </p:cNvPr>
              <p:cNvSpPr/>
              <p:nvPr/>
            </p:nvSpPr>
            <p:spPr bwMode="auto">
              <a:xfrm flipV="1">
                <a:off x="1874446" y="1694641"/>
                <a:ext cx="1125202" cy="319520"/>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81" name="Rectangle 480">
                <a:extLst>
                  <a:ext uri="{FF2B5EF4-FFF2-40B4-BE49-F238E27FC236}">
                    <a16:creationId xmlns:a16="http://schemas.microsoft.com/office/drawing/2014/main" id="{7B2EBB36-6458-5E4B-BDD9-19B1C22389E1}"/>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82" name="Oval 481">
                <a:extLst>
                  <a:ext uri="{FF2B5EF4-FFF2-40B4-BE49-F238E27FC236}">
                    <a16:creationId xmlns:a16="http://schemas.microsoft.com/office/drawing/2014/main" id="{4F4C31DA-5FE9-984F-9A0A-1E09D14FE088}"/>
                  </a:ext>
                </a:extLst>
              </p:cNvPr>
              <p:cNvSpPr/>
              <p:nvPr/>
            </p:nvSpPr>
            <p:spPr bwMode="auto">
              <a:xfrm flipV="1">
                <a:off x="1871277" y="1576300"/>
                <a:ext cx="1125200" cy="319520"/>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83" name="Freeform 482">
                <a:extLst>
                  <a:ext uri="{FF2B5EF4-FFF2-40B4-BE49-F238E27FC236}">
                    <a16:creationId xmlns:a16="http://schemas.microsoft.com/office/drawing/2014/main" id="{C146674E-5B35-BF4A-95DA-E92D42A81756}"/>
                  </a:ext>
                </a:extLst>
              </p:cNvPr>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84" name="Freeform 483">
                <a:extLst>
                  <a:ext uri="{FF2B5EF4-FFF2-40B4-BE49-F238E27FC236}">
                    <a16:creationId xmlns:a16="http://schemas.microsoft.com/office/drawing/2014/main" id="{B03ED2CC-7625-A940-9A57-28C483BA5A6B}"/>
                  </a:ext>
                </a:extLst>
              </p:cNvPr>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85" name="Freeform 484">
                <a:extLst>
                  <a:ext uri="{FF2B5EF4-FFF2-40B4-BE49-F238E27FC236}">
                    <a16:creationId xmlns:a16="http://schemas.microsoft.com/office/drawing/2014/main" id="{2F1ABB92-F0A5-E246-9416-195DA0023580}"/>
                  </a:ext>
                </a:extLst>
              </p:cNvPr>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86" name="Freeform 485">
                <a:extLst>
                  <a:ext uri="{FF2B5EF4-FFF2-40B4-BE49-F238E27FC236}">
                    <a16:creationId xmlns:a16="http://schemas.microsoft.com/office/drawing/2014/main" id="{2CF5432E-D32E-E14F-A34A-56CDAF8AAA96}"/>
                  </a:ext>
                </a:extLst>
              </p:cNvPr>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87" name="Straight Connector 486">
                <a:extLst>
                  <a:ext uri="{FF2B5EF4-FFF2-40B4-BE49-F238E27FC236}">
                    <a16:creationId xmlns:a16="http://schemas.microsoft.com/office/drawing/2014/main" id="{0FE726C9-E272-5543-B953-93C4B3CA7BF2}"/>
                  </a:ext>
                </a:extLst>
              </p:cNvPr>
              <p:cNvCxnSpPr>
                <a:endCxn id="482" idx="2"/>
              </p:cNvCxnSpPr>
              <p:nvPr/>
            </p:nvCxnSpPr>
            <p:spPr bwMode="auto">
              <a:xfrm flipH="1" flipV="1">
                <a:off x="1871277" y="1737243"/>
                <a:ext cx="3169" cy="123074"/>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488" name="Straight Connector 487">
                <a:extLst>
                  <a:ext uri="{FF2B5EF4-FFF2-40B4-BE49-F238E27FC236}">
                    <a16:creationId xmlns:a16="http://schemas.microsoft.com/office/drawing/2014/main" id="{D0496554-D8D1-8948-BABA-94B195EA9D31}"/>
                  </a:ext>
                </a:extLst>
              </p:cNvPr>
              <p:cNvCxnSpPr/>
              <p:nvPr/>
            </p:nvCxnSpPr>
            <p:spPr bwMode="auto">
              <a:xfrm flipH="1" flipV="1">
                <a:off x="2996477" y="1734877"/>
                <a:ext cx="3171" cy="123074"/>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385" name="Group 347">
              <a:extLst>
                <a:ext uri="{FF2B5EF4-FFF2-40B4-BE49-F238E27FC236}">
                  <a16:creationId xmlns:a16="http://schemas.microsoft.com/office/drawing/2014/main" id="{6668F938-851E-AB41-8568-976ACF90B0D4}"/>
                </a:ext>
              </a:extLst>
            </p:cNvPr>
            <p:cNvGrpSpPr>
              <a:grpSpLocks/>
            </p:cNvGrpSpPr>
            <p:nvPr/>
          </p:nvGrpSpPr>
          <p:grpSpPr bwMode="auto">
            <a:xfrm>
              <a:off x="2848241" y="5530308"/>
              <a:ext cx="588970" cy="242608"/>
              <a:chOff x="1871277" y="1576300"/>
              <a:chExt cx="1128371" cy="437861"/>
            </a:xfrm>
          </p:grpSpPr>
          <p:sp>
            <p:nvSpPr>
              <p:cNvPr id="471" name="Oval 470">
                <a:extLst>
                  <a:ext uri="{FF2B5EF4-FFF2-40B4-BE49-F238E27FC236}">
                    <a16:creationId xmlns:a16="http://schemas.microsoft.com/office/drawing/2014/main" id="{AAA12AB3-54BB-0441-9A6C-077BF17E70F2}"/>
                  </a:ext>
                </a:extLst>
              </p:cNvPr>
              <p:cNvSpPr/>
              <p:nvPr/>
            </p:nvSpPr>
            <p:spPr bwMode="auto">
              <a:xfrm flipV="1">
                <a:off x="1874446" y="1694641"/>
                <a:ext cx="1125202" cy="319520"/>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72" name="Rectangle 471">
                <a:extLst>
                  <a:ext uri="{FF2B5EF4-FFF2-40B4-BE49-F238E27FC236}">
                    <a16:creationId xmlns:a16="http://schemas.microsoft.com/office/drawing/2014/main" id="{542CBF52-AB3D-B547-9EB4-6268801280FE}"/>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73" name="Oval 472">
                <a:extLst>
                  <a:ext uri="{FF2B5EF4-FFF2-40B4-BE49-F238E27FC236}">
                    <a16:creationId xmlns:a16="http://schemas.microsoft.com/office/drawing/2014/main" id="{62F9DC56-CA45-5E4C-ADDA-2ADC825CE2E9}"/>
                  </a:ext>
                </a:extLst>
              </p:cNvPr>
              <p:cNvSpPr/>
              <p:nvPr/>
            </p:nvSpPr>
            <p:spPr bwMode="auto">
              <a:xfrm flipV="1">
                <a:off x="1871277" y="1576300"/>
                <a:ext cx="1125200" cy="319520"/>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74" name="Freeform 473">
                <a:extLst>
                  <a:ext uri="{FF2B5EF4-FFF2-40B4-BE49-F238E27FC236}">
                    <a16:creationId xmlns:a16="http://schemas.microsoft.com/office/drawing/2014/main" id="{BC1AC39B-3AE0-3C42-ADA6-3653BBC5B2A7}"/>
                  </a:ext>
                </a:extLst>
              </p:cNvPr>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75" name="Freeform 474">
                <a:extLst>
                  <a:ext uri="{FF2B5EF4-FFF2-40B4-BE49-F238E27FC236}">
                    <a16:creationId xmlns:a16="http://schemas.microsoft.com/office/drawing/2014/main" id="{CBEC19FB-844D-F14C-87CD-AFFDF31314DC}"/>
                  </a:ext>
                </a:extLst>
              </p:cNvPr>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76" name="Freeform 475">
                <a:extLst>
                  <a:ext uri="{FF2B5EF4-FFF2-40B4-BE49-F238E27FC236}">
                    <a16:creationId xmlns:a16="http://schemas.microsoft.com/office/drawing/2014/main" id="{F3726C02-E914-F24E-9979-850362049A60}"/>
                  </a:ext>
                </a:extLst>
              </p:cNvPr>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77" name="Freeform 476">
                <a:extLst>
                  <a:ext uri="{FF2B5EF4-FFF2-40B4-BE49-F238E27FC236}">
                    <a16:creationId xmlns:a16="http://schemas.microsoft.com/office/drawing/2014/main" id="{E7F76CCB-DC14-5D47-BBBB-5D1839BC1450}"/>
                  </a:ext>
                </a:extLst>
              </p:cNvPr>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78" name="Straight Connector 477">
                <a:extLst>
                  <a:ext uri="{FF2B5EF4-FFF2-40B4-BE49-F238E27FC236}">
                    <a16:creationId xmlns:a16="http://schemas.microsoft.com/office/drawing/2014/main" id="{012FA502-1BF1-0E42-8A23-456008B708CD}"/>
                  </a:ext>
                </a:extLst>
              </p:cNvPr>
              <p:cNvCxnSpPr>
                <a:endCxn id="473" idx="2"/>
              </p:cNvCxnSpPr>
              <p:nvPr/>
            </p:nvCxnSpPr>
            <p:spPr bwMode="auto">
              <a:xfrm flipH="1" flipV="1">
                <a:off x="1871277" y="1737243"/>
                <a:ext cx="3169" cy="123074"/>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479" name="Straight Connector 478">
                <a:extLst>
                  <a:ext uri="{FF2B5EF4-FFF2-40B4-BE49-F238E27FC236}">
                    <a16:creationId xmlns:a16="http://schemas.microsoft.com/office/drawing/2014/main" id="{5DE96D85-712C-B94D-9E53-0E42305E578B}"/>
                  </a:ext>
                </a:extLst>
              </p:cNvPr>
              <p:cNvCxnSpPr/>
              <p:nvPr/>
            </p:nvCxnSpPr>
            <p:spPr bwMode="auto">
              <a:xfrm flipH="1" flipV="1">
                <a:off x="2996477" y="1734877"/>
                <a:ext cx="3171" cy="123074"/>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386" name="Group 347">
              <a:extLst>
                <a:ext uri="{FF2B5EF4-FFF2-40B4-BE49-F238E27FC236}">
                  <a16:creationId xmlns:a16="http://schemas.microsoft.com/office/drawing/2014/main" id="{83A1C232-E62A-BF4A-8DB9-187CA24614C0}"/>
                </a:ext>
              </a:extLst>
            </p:cNvPr>
            <p:cNvGrpSpPr>
              <a:grpSpLocks/>
            </p:cNvGrpSpPr>
            <p:nvPr/>
          </p:nvGrpSpPr>
          <p:grpSpPr bwMode="auto">
            <a:xfrm>
              <a:off x="5166757" y="5796647"/>
              <a:ext cx="588970" cy="242608"/>
              <a:chOff x="1871277" y="1576300"/>
              <a:chExt cx="1128371" cy="437861"/>
            </a:xfrm>
          </p:grpSpPr>
          <p:sp>
            <p:nvSpPr>
              <p:cNvPr id="462" name="Oval 461">
                <a:extLst>
                  <a:ext uri="{FF2B5EF4-FFF2-40B4-BE49-F238E27FC236}">
                    <a16:creationId xmlns:a16="http://schemas.microsoft.com/office/drawing/2014/main" id="{17919704-9ABE-9546-BBD5-8DF01F7AD80B}"/>
                  </a:ext>
                </a:extLst>
              </p:cNvPr>
              <p:cNvSpPr/>
              <p:nvPr/>
            </p:nvSpPr>
            <p:spPr bwMode="auto">
              <a:xfrm flipV="1">
                <a:off x="1874446" y="1694641"/>
                <a:ext cx="1125202" cy="319520"/>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63" name="Rectangle 462">
                <a:extLst>
                  <a:ext uri="{FF2B5EF4-FFF2-40B4-BE49-F238E27FC236}">
                    <a16:creationId xmlns:a16="http://schemas.microsoft.com/office/drawing/2014/main" id="{BE82DA0E-A4BD-1C43-A0A2-6227CBD1993F}"/>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64" name="Oval 463">
                <a:extLst>
                  <a:ext uri="{FF2B5EF4-FFF2-40B4-BE49-F238E27FC236}">
                    <a16:creationId xmlns:a16="http://schemas.microsoft.com/office/drawing/2014/main" id="{749CFC56-7919-9041-AA3A-D60B7F0B6915}"/>
                  </a:ext>
                </a:extLst>
              </p:cNvPr>
              <p:cNvSpPr/>
              <p:nvPr/>
            </p:nvSpPr>
            <p:spPr bwMode="auto">
              <a:xfrm flipV="1">
                <a:off x="1871277" y="1576300"/>
                <a:ext cx="1125200" cy="319520"/>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65" name="Freeform 464">
                <a:extLst>
                  <a:ext uri="{FF2B5EF4-FFF2-40B4-BE49-F238E27FC236}">
                    <a16:creationId xmlns:a16="http://schemas.microsoft.com/office/drawing/2014/main" id="{27DD30A4-67D5-F04D-90C5-99D1EFA69143}"/>
                  </a:ext>
                </a:extLst>
              </p:cNvPr>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66" name="Freeform 465">
                <a:extLst>
                  <a:ext uri="{FF2B5EF4-FFF2-40B4-BE49-F238E27FC236}">
                    <a16:creationId xmlns:a16="http://schemas.microsoft.com/office/drawing/2014/main" id="{5EFC06E9-A829-5D4B-AFB1-41BA4A45C59F}"/>
                  </a:ext>
                </a:extLst>
              </p:cNvPr>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67" name="Freeform 466">
                <a:extLst>
                  <a:ext uri="{FF2B5EF4-FFF2-40B4-BE49-F238E27FC236}">
                    <a16:creationId xmlns:a16="http://schemas.microsoft.com/office/drawing/2014/main" id="{3D44CCC7-9CD1-E348-ABEF-BBD848DFB549}"/>
                  </a:ext>
                </a:extLst>
              </p:cNvPr>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68" name="Freeform 467">
                <a:extLst>
                  <a:ext uri="{FF2B5EF4-FFF2-40B4-BE49-F238E27FC236}">
                    <a16:creationId xmlns:a16="http://schemas.microsoft.com/office/drawing/2014/main" id="{A4975792-3908-CB49-9B54-BD948E29A807}"/>
                  </a:ext>
                </a:extLst>
              </p:cNvPr>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69" name="Straight Connector 468">
                <a:extLst>
                  <a:ext uri="{FF2B5EF4-FFF2-40B4-BE49-F238E27FC236}">
                    <a16:creationId xmlns:a16="http://schemas.microsoft.com/office/drawing/2014/main" id="{D4F3E613-F206-2944-B44D-3EDDF052D577}"/>
                  </a:ext>
                </a:extLst>
              </p:cNvPr>
              <p:cNvCxnSpPr>
                <a:endCxn id="464" idx="2"/>
              </p:cNvCxnSpPr>
              <p:nvPr/>
            </p:nvCxnSpPr>
            <p:spPr bwMode="auto">
              <a:xfrm flipH="1" flipV="1">
                <a:off x="1871277" y="1737243"/>
                <a:ext cx="3169" cy="123074"/>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470" name="Straight Connector 469">
                <a:extLst>
                  <a:ext uri="{FF2B5EF4-FFF2-40B4-BE49-F238E27FC236}">
                    <a16:creationId xmlns:a16="http://schemas.microsoft.com/office/drawing/2014/main" id="{B3C6B2A4-7631-2046-85C3-980D6CE39C63}"/>
                  </a:ext>
                </a:extLst>
              </p:cNvPr>
              <p:cNvCxnSpPr/>
              <p:nvPr/>
            </p:nvCxnSpPr>
            <p:spPr bwMode="auto">
              <a:xfrm flipH="1" flipV="1">
                <a:off x="2996477" y="1734877"/>
                <a:ext cx="3171" cy="123074"/>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387" name="Group 347">
              <a:extLst>
                <a:ext uri="{FF2B5EF4-FFF2-40B4-BE49-F238E27FC236}">
                  <a16:creationId xmlns:a16="http://schemas.microsoft.com/office/drawing/2014/main" id="{AB634BE5-57A9-CD40-A582-3EC1DA74F9CB}"/>
                </a:ext>
              </a:extLst>
            </p:cNvPr>
            <p:cNvGrpSpPr>
              <a:grpSpLocks/>
            </p:cNvGrpSpPr>
            <p:nvPr/>
          </p:nvGrpSpPr>
          <p:grpSpPr bwMode="auto">
            <a:xfrm>
              <a:off x="3704088" y="5889227"/>
              <a:ext cx="588970" cy="242608"/>
              <a:chOff x="1871277" y="1576300"/>
              <a:chExt cx="1128371" cy="437861"/>
            </a:xfrm>
          </p:grpSpPr>
          <p:sp>
            <p:nvSpPr>
              <p:cNvPr id="453" name="Oval 452">
                <a:extLst>
                  <a:ext uri="{FF2B5EF4-FFF2-40B4-BE49-F238E27FC236}">
                    <a16:creationId xmlns:a16="http://schemas.microsoft.com/office/drawing/2014/main" id="{071D573E-69EB-C64A-B32E-BAEDA36F05CD}"/>
                  </a:ext>
                </a:extLst>
              </p:cNvPr>
              <p:cNvSpPr/>
              <p:nvPr/>
            </p:nvSpPr>
            <p:spPr bwMode="auto">
              <a:xfrm flipV="1">
                <a:off x="1874446" y="1694641"/>
                <a:ext cx="1125202" cy="319520"/>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54" name="Rectangle 453">
                <a:extLst>
                  <a:ext uri="{FF2B5EF4-FFF2-40B4-BE49-F238E27FC236}">
                    <a16:creationId xmlns:a16="http://schemas.microsoft.com/office/drawing/2014/main" id="{2AA2F495-D440-3942-89E6-B98ADF2EEF2F}"/>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55" name="Oval 454">
                <a:extLst>
                  <a:ext uri="{FF2B5EF4-FFF2-40B4-BE49-F238E27FC236}">
                    <a16:creationId xmlns:a16="http://schemas.microsoft.com/office/drawing/2014/main" id="{66CFAFD9-9285-6C4E-A3DD-30BDB42BB815}"/>
                  </a:ext>
                </a:extLst>
              </p:cNvPr>
              <p:cNvSpPr/>
              <p:nvPr/>
            </p:nvSpPr>
            <p:spPr bwMode="auto">
              <a:xfrm flipV="1">
                <a:off x="1871277" y="1576300"/>
                <a:ext cx="1125200" cy="319520"/>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56" name="Freeform 455">
                <a:extLst>
                  <a:ext uri="{FF2B5EF4-FFF2-40B4-BE49-F238E27FC236}">
                    <a16:creationId xmlns:a16="http://schemas.microsoft.com/office/drawing/2014/main" id="{7FAC9A44-D290-E446-8AFD-1995F6718472}"/>
                  </a:ext>
                </a:extLst>
              </p:cNvPr>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57" name="Freeform 456">
                <a:extLst>
                  <a:ext uri="{FF2B5EF4-FFF2-40B4-BE49-F238E27FC236}">
                    <a16:creationId xmlns:a16="http://schemas.microsoft.com/office/drawing/2014/main" id="{5126B8E7-87D6-9244-B06D-DD2BCCF91A00}"/>
                  </a:ext>
                </a:extLst>
              </p:cNvPr>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58" name="Freeform 457">
                <a:extLst>
                  <a:ext uri="{FF2B5EF4-FFF2-40B4-BE49-F238E27FC236}">
                    <a16:creationId xmlns:a16="http://schemas.microsoft.com/office/drawing/2014/main" id="{33C8C3AA-A46D-7042-9C20-C4798335AF85}"/>
                  </a:ext>
                </a:extLst>
              </p:cNvPr>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59" name="Freeform 458">
                <a:extLst>
                  <a:ext uri="{FF2B5EF4-FFF2-40B4-BE49-F238E27FC236}">
                    <a16:creationId xmlns:a16="http://schemas.microsoft.com/office/drawing/2014/main" id="{3E27A51E-B896-6F41-BE51-9A8122856722}"/>
                  </a:ext>
                </a:extLst>
              </p:cNvPr>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60" name="Straight Connector 459">
                <a:extLst>
                  <a:ext uri="{FF2B5EF4-FFF2-40B4-BE49-F238E27FC236}">
                    <a16:creationId xmlns:a16="http://schemas.microsoft.com/office/drawing/2014/main" id="{2D23564A-0E97-694E-AEE5-518E2024AEE1}"/>
                  </a:ext>
                </a:extLst>
              </p:cNvPr>
              <p:cNvCxnSpPr>
                <a:endCxn id="455" idx="2"/>
              </p:cNvCxnSpPr>
              <p:nvPr/>
            </p:nvCxnSpPr>
            <p:spPr bwMode="auto">
              <a:xfrm flipH="1" flipV="1">
                <a:off x="1871277" y="1737243"/>
                <a:ext cx="3169" cy="123074"/>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461" name="Straight Connector 460">
                <a:extLst>
                  <a:ext uri="{FF2B5EF4-FFF2-40B4-BE49-F238E27FC236}">
                    <a16:creationId xmlns:a16="http://schemas.microsoft.com/office/drawing/2014/main" id="{C8A2EE84-1A08-2248-99EE-3B6F3EAB19E1}"/>
                  </a:ext>
                </a:extLst>
              </p:cNvPr>
              <p:cNvCxnSpPr/>
              <p:nvPr/>
            </p:nvCxnSpPr>
            <p:spPr bwMode="auto">
              <a:xfrm flipH="1" flipV="1">
                <a:off x="2996477" y="1734877"/>
                <a:ext cx="3171" cy="123074"/>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388" name="Group 387">
              <a:extLst>
                <a:ext uri="{FF2B5EF4-FFF2-40B4-BE49-F238E27FC236}">
                  <a16:creationId xmlns:a16="http://schemas.microsoft.com/office/drawing/2014/main" id="{E674E711-B543-E349-9437-4123F003C12E}"/>
                </a:ext>
              </a:extLst>
            </p:cNvPr>
            <p:cNvGrpSpPr/>
            <p:nvPr/>
          </p:nvGrpSpPr>
          <p:grpSpPr>
            <a:xfrm>
              <a:off x="1925875" y="1754513"/>
              <a:ext cx="5095391" cy="2833288"/>
              <a:chOff x="1925876" y="2212958"/>
              <a:chExt cx="5095391" cy="2833288"/>
            </a:xfrm>
          </p:grpSpPr>
          <p:grpSp>
            <p:nvGrpSpPr>
              <p:cNvPr id="425" name="Group 424">
                <a:extLst>
                  <a:ext uri="{FF2B5EF4-FFF2-40B4-BE49-F238E27FC236}">
                    <a16:creationId xmlns:a16="http://schemas.microsoft.com/office/drawing/2014/main" id="{62D36AE2-BF21-804C-B67A-91B7A6C2193D}"/>
                  </a:ext>
                </a:extLst>
              </p:cNvPr>
              <p:cNvGrpSpPr/>
              <p:nvPr/>
            </p:nvGrpSpPr>
            <p:grpSpPr>
              <a:xfrm>
                <a:off x="2745416" y="2212958"/>
                <a:ext cx="3597533" cy="493677"/>
                <a:chOff x="2705100" y="2011398"/>
                <a:chExt cx="3597533" cy="493677"/>
              </a:xfrm>
            </p:grpSpPr>
            <p:sp>
              <p:nvSpPr>
                <p:cNvPr id="450" name="Oval 449">
                  <a:extLst>
                    <a:ext uri="{FF2B5EF4-FFF2-40B4-BE49-F238E27FC236}">
                      <a16:creationId xmlns:a16="http://schemas.microsoft.com/office/drawing/2014/main" id="{8EE6B087-D830-FE4F-AAD6-E1A2BAA9FE85}"/>
                    </a:ext>
                  </a:extLst>
                </p:cNvPr>
                <p:cNvSpPr/>
                <p:nvPr/>
              </p:nvSpPr>
              <p:spPr bwMode="auto">
                <a:xfrm>
                  <a:off x="2722820" y="2011398"/>
                  <a:ext cx="3579813" cy="492125"/>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51" name="Oval 450">
                  <a:extLst>
                    <a:ext uri="{FF2B5EF4-FFF2-40B4-BE49-F238E27FC236}">
                      <a16:creationId xmlns:a16="http://schemas.microsoft.com/office/drawing/2014/main" id="{47CCD83D-A4A7-784F-A36F-834C748A5646}"/>
                    </a:ext>
                  </a:extLst>
                </p:cNvPr>
                <p:cNvSpPr/>
                <p:nvPr/>
              </p:nvSpPr>
              <p:spPr bwMode="auto">
                <a:xfrm>
                  <a:off x="2705100" y="2012950"/>
                  <a:ext cx="3579813" cy="492125"/>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52" name="TextBox 389">
                  <a:extLst>
                    <a:ext uri="{FF2B5EF4-FFF2-40B4-BE49-F238E27FC236}">
                      <a16:creationId xmlns:a16="http://schemas.microsoft.com/office/drawing/2014/main" id="{9C856663-ED44-084E-BE50-F682BBA77561}"/>
                    </a:ext>
                  </a:extLst>
                </p:cNvPr>
                <p:cNvSpPr txBox="1">
                  <a:spLocks noChangeArrowheads="1"/>
                </p:cNvSpPr>
                <p:nvPr/>
              </p:nvSpPr>
              <p:spPr bwMode="auto">
                <a:xfrm>
                  <a:off x="3452664" y="2127167"/>
                  <a:ext cx="2057700" cy="29612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ts val="1475"/>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rPr>
                    <a:t>Remote Controller</a:t>
                  </a:r>
                </a:p>
              </p:txBody>
            </p:sp>
          </p:grpSp>
          <p:grpSp>
            <p:nvGrpSpPr>
              <p:cNvPr id="426" name="Group 425">
                <a:extLst>
                  <a:ext uri="{FF2B5EF4-FFF2-40B4-BE49-F238E27FC236}">
                    <a16:creationId xmlns:a16="http://schemas.microsoft.com/office/drawing/2014/main" id="{81B736A2-639C-5045-9469-BBFF1FDAFC95}"/>
                  </a:ext>
                </a:extLst>
              </p:cNvPr>
              <p:cNvGrpSpPr/>
              <p:nvPr/>
            </p:nvGrpSpPr>
            <p:grpSpPr>
              <a:xfrm>
                <a:off x="1925876" y="4223509"/>
                <a:ext cx="923540" cy="405953"/>
                <a:chOff x="2705100" y="2011398"/>
                <a:chExt cx="3597533" cy="493677"/>
              </a:xfrm>
            </p:grpSpPr>
            <p:sp>
              <p:nvSpPr>
                <p:cNvPr id="447" name="Oval 446">
                  <a:extLst>
                    <a:ext uri="{FF2B5EF4-FFF2-40B4-BE49-F238E27FC236}">
                      <a16:creationId xmlns:a16="http://schemas.microsoft.com/office/drawing/2014/main" id="{7255FCAB-97CA-B947-8E8A-0A13FD397DC5}"/>
                    </a:ext>
                  </a:extLst>
                </p:cNvPr>
                <p:cNvSpPr/>
                <p:nvPr/>
              </p:nvSpPr>
              <p:spPr bwMode="auto">
                <a:xfrm>
                  <a:off x="2722820" y="2011398"/>
                  <a:ext cx="3579813" cy="492125"/>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48" name="Oval 447">
                  <a:extLst>
                    <a:ext uri="{FF2B5EF4-FFF2-40B4-BE49-F238E27FC236}">
                      <a16:creationId xmlns:a16="http://schemas.microsoft.com/office/drawing/2014/main" id="{61B8CC61-7E0C-EE46-9388-0895CB146C0C}"/>
                    </a:ext>
                  </a:extLst>
                </p:cNvPr>
                <p:cNvSpPr/>
                <p:nvPr/>
              </p:nvSpPr>
              <p:spPr bwMode="auto">
                <a:xfrm>
                  <a:off x="2705100" y="2012950"/>
                  <a:ext cx="3579813" cy="492125"/>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49" name="TextBox 389">
                  <a:extLst>
                    <a:ext uri="{FF2B5EF4-FFF2-40B4-BE49-F238E27FC236}">
                      <a16:creationId xmlns:a16="http://schemas.microsoft.com/office/drawing/2014/main" id="{753C8794-6C3E-A946-98F0-0A4574B6805E}"/>
                    </a:ext>
                  </a:extLst>
                </p:cNvPr>
                <p:cNvSpPr txBox="1">
                  <a:spLocks noChangeArrowheads="1"/>
                </p:cNvSpPr>
                <p:nvPr/>
              </p:nvSpPr>
              <p:spPr bwMode="auto">
                <a:xfrm>
                  <a:off x="3901810" y="2127167"/>
                  <a:ext cx="1159411" cy="29612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ts val="1475"/>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rPr>
                    <a:t>CA</a:t>
                  </a:r>
                </a:p>
              </p:txBody>
            </p:sp>
          </p:grpSp>
          <p:grpSp>
            <p:nvGrpSpPr>
              <p:cNvPr id="427" name="Group 426">
                <a:extLst>
                  <a:ext uri="{FF2B5EF4-FFF2-40B4-BE49-F238E27FC236}">
                    <a16:creationId xmlns:a16="http://schemas.microsoft.com/office/drawing/2014/main" id="{F6E58E7F-3C3B-6B42-95B1-9AED236D83A8}"/>
                  </a:ext>
                </a:extLst>
              </p:cNvPr>
              <p:cNvGrpSpPr/>
              <p:nvPr/>
            </p:nvGrpSpPr>
            <p:grpSpPr>
              <a:xfrm>
                <a:off x="3589508" y="4760377"/>
                <a:ext cx="463568" cy="285869"/>
                <a:chOff x="3558850" y="4573304"/>
                <a:chExt cx="463568" cy="285869"/>
              </a:xfrm>
            </p:grpSpPr>
            <p:grpSp>
              <p:nvGrpSpPr>
                <p:cNvPr id="443" name="Group 442">
                  <a:extLst>
                    <a:ext uri="{FF2B5EF4-FFF2-40B4-BE49-F238E27FC236}">
                      <a16:creationId xmlns:a16="http://schemas.microsoft.com/office/drawing/2014/main" id="{B5462F2E-F700-E74E-8777-989C222F6B17}"/>
                    </a:ext>
                  </a:extLst>
                </p:cNvPr>
                <p:cNvGrpSpPr/>
                <p:nvPr/>
              </p:nvGrpSpPr>
              <p:grpSpPr>
                <a:xfrm>
                  <a:off x="3558850" y="4577634"/>
                  <a:ext cx="463568" cy="262710"/>
                  <a:chOff x="3558850" y="4577634"/>
                  <a:chExt cx="463568" cy="262710"/>
                </a:xfrm>
              </p:grpSpPr>
              <p:sp>
                <p:nvSpPr>
                  <p:cNvPr id="445" name="Oval 444">
                    <a:extLst>
                      <a:ext uri="{FF2B5EF4-FFF2-40B4-BE49-F238E27FC236}">
                        <a16:creationId xmlns:a16="http://schemas.microsoft.com/office/drawing/2014/main" id="{3A8D5BD0-5AF9-F047-A2A5-74B21E482FB3}"/>
                      </a:ext>
                    </a:extLst>
                  </p:cNvPr>
                  <p:cNvSpPr/>
                  <p:nvPr/>
                </p:nvSpPr>
                <p:spPr bwMode="auto">
                  <a:xfrm>
                    <a:off x="3573337" y="4577634"/>
                    <a:ext cx="439424" cy="261732"/>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46" name="Oval 445">
                    <a:extLst>
                      <a:ext uri="{FF2B5EF4-FFF2-40B4-BE49-F238E27FC236}">
                        <a16:creationId xmlns:a16="http://schemas.microsoft.com/office/drawing/2014/main" id="{76278212-AACF-EA41-ABEC-BADB5287BB05}"/>
                      </a:ext>
                    </a:extLst>
                  </p:cNvPr>
                  <p:cNvSpPr/>
                  <p:nvPr/>
                </p:nvSpPr>
                <p:spPr bwMode="auto">
                  <a:xfrm>
                    <a:off x="3558850" y="4587291"/>
                    <a:ext cx="463568" cy="253053"/>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sp>
              <p:nvSpPr>
                <p:cNvPr id="444" name="TextBox 389">
                  <a:extLst>
                    <a:ext uri="{FF2B5EF4-FFF2-40B4-BE49-F238E27FC236}">
                      <a16:creationId xmlns:a16="http://schemas.microsoft.com/office/drawing/2014/main" id="{07D62407-09DE-4446-A991-94479991A7D2}"/>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ts val="1475"/>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Arial" charset="0"/>
                      <a:ea typeface="ＭＳ Ｐゴシック" charset="0"/>
                    </a:rPr>
                    <a:t>CA</a:t>
                  </a:r>
                  <a:endParaRPr kumimoji="0" lang="en-US" sz="1800" b="0" i="0" u="none" strike="noStrike" kern="0" cap="none" spc="0" normalizeH="0" baseline="0" noProof="0" dirty="0">
                    <a:ln>
                      <a:noFill/>
                    </a:ln>
                    <a:solidFill>
                      <a:srgbClr val="FFFFFF"/>
                    </a:solidFill>
                    <a:effectLst/>
                    <a:uLnTx/>
                    <a:uFillTx/>
                    <a:latin typeface="Arial" charset="0"/>
                    <a:ea typeface="ＭＳ Ｐゴシック" charset="0"/>
                  </a:endParaRPr>
                </a:p>
              </p:txBody>
            </p:sp>
          </p:grpSp>
          <p:grpSp>
            <p:nvGrpSpPr>
              <p:cNvPr id="428" name="Group 427">
                <a:extLst>
                  <a:ext uri="{FF2B5EF4-FFF2-40B4-BE49-F238E27FC236}">
                    <a16:creationId xmlns:a16="http://schemas.microsoft.com/office/drawing/2014/main" id="{4D1B0CFF-CE53-8E44-985B-C5516AC59054}"/>
                  </a:ext>
                </a:extLst>
              </p:cNvPr>
              <p:cNvGrpSpPr/>
              <p:nvPr/>
            </p:nvGrpSpPr>
            <p:grpSpPr>
              <a:xfrm>
                <a:off x="4369656" y="4758258"/>
                <a:ext cx="463568" cy="285869"/>
                <a:chOff x="3558850" y="4573304"/>
                <a:chExt cx="463568" cy="285869"/>
              </a:xfrm>
            </p:grpSpPr>
            <p:grpSp>
              <p:nvGrpSpPr>
                <p:cNvPr id="439" name="Group 438">
                  <a:extLst>
                    <a:ext uri="{FF2B5EF4-FFF2-40B4-BE49-F238E27FC236}">
                      <a16:creationId xmlns:a16="http://schemas.microsoft.com/office/drawing/2014/main" id="{E9FE6041-3130-EB4F-8BC7-1EE9AB973D5F}"/>
                    </a:ext>
                  </a:extLst>
                </p:cNvPr>
                <p:cNvGrpSpPr/>
                <p:nvPr/>
              </p:nvGrpSpPr>
              <p:grpSpPr>
                <a:xfrm>
                  <a:off x="3558850" y="4577634"/>
                  <a:ext cx="463568" cy="262710"/>
                  <a:chOff x="3558850" y="4577634"/>
                  <a:chExt cx="463568" cy="262710"/>
                </a:xfrm>
              </p:grpSpPr>
              <p:sp>
                <p:nvSpPr>
                  <p:cNvPr id="441" name="Oval 440">
                    <a:extLst>
                      <a:ext uri="{FF2B5EF4-FFF2-40B4-BE49-F238E27FC236}">
                        <a16:creationId xmlns:a16="http://schemas.microsoft.com/office/drawing/2014/main" id="{5B86D724-BC2B-BD40-B41F-B06FDAB2E4E6}"/>
                      </a:ext>
                    </a:extLst>
                  </p:cNvPr>
                  <p:cNvSpPr/>
                  <p:nvPr/>
                </p:nvSpPr>
                <p:spPr bwMode="auto">
                  <a:xfrm>
                    <a:off x="3573337" y="4577634"/>
                    <a:ext cx="439424" cy="261732"/>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42" name="Oval 441">
                    <a:extLst>
                      <a:ext uri="{FF2B5EF4-FFF2-40B4-BE49-F238E27FC236}">
                        <a16:creationId xmlns:a16="http://schemas.microsoft.com/office/drawing/2014/main" id="{25D22206-7FA6-1144-B6AC-B857637AF393}"/>
                      </a:ext>
                    </a:extLst>
                  </p:cNvPr>
                  <p:cNvSpPr/>
                  <p:nvPr/>
                </p:nvSpPr>
                <p:spPr bwMode="auto">
                  <a:xfrm>
                    <a:off x="3558850" y="4587291"/>
                    <a:ext cx="463568" cy="253053"/>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sp>
              <p:nvSpPr>
                <p:cNvPr id="440" name="TextBox 389">
                  <a:extLst>
                    <a:ext uri="{FF2B5EF4-FFF2-40B4-BE49-F238E27FC236}">
                      <a16:creationId xmlns:a16="http://schemas.microsoft.com/office/drawing/2014/main" id="{2D5FEB66-58AA-9E4B-AD71-EA4750A833A0}"/>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ts val="1475"/>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Arial" charset="0"/>
                      <a:ea typeface="ＭＳ Ｐゴシック" charset="0"/>
                    </a:rPr>
                    <a:t>CA</a:t>
                  </a:r>
                  <a:endParaRPr kumimoji="0" lang="en-US" sz="1800" b="0" i="0" u="none" strike="noStrike" kern="0" cap="none" spc="0" normalizeH="0" baseline="0" noProof="0" dirty="0">
                    <a:ln>
                      <a:noFill/>
                    </a:ln>
                    <a:solidFill>
                      <a:srgbClr val="FFFFFF"/>
                    </a:solidFill>
                    <a:effectLst/>
                    <a:uLnTx/>
                    <a:uFillTx/>
                    <a:latin typeface="Arial" charset="0"/>
                    <a:ea typeface="ＭＳ Ｐゴシック" charset="0"/>
                  </a:endParaRPr>
                </a:p>
              </p:txBody>
            </p:sp>
          </p:grpSp>
          <p:grpSp>
            <p:nvGrpSpPr>
              <p:cNvPr id="429" name="Group 428">
                <a:extLst>
                  <a:ext uri="{FF2B5EF4-FFF2-40B4-BE49-F238E27FC236}">
                    <a16:creationId xmlns:a16="http://schemas.microsoft.com/office/drawing/2014/main" id="{9D109E0A-BCFA-E94A-BF8F-93D3F96B54CC}"/>
                  </a:ext>
                </a:extLst>
              </p:cNvPr>
              <p:cNvGrpSpPr/>
              <p:nvPr/>
            </p:nvGrpSpPr>
            <p:grpSpPr>
              <a:xfrm>
                <a:off x="5569912" y="4756140"/>
                <a:ext cx="463568" cy="285869"/>
                <a:chOff x="3558850" y="4573304"/>
                <a:chExt cx="463568" cy="285869"/>
              </a:xfrm>
            </p:grpSpPr>
            <p:grpSp>
              <p:nvGrpSpPr>
                <p:cNvPr id="435" name="Group 434">
                  <a:extLst>
                    <a:ext uri="{FF2B5EF4-FFF2-40B4-BE49-F238E27FC236}">
                      <a16:creationId xmlns:a16="http://schemas.microsoft.com/office/drawing/2014/main" id="{640672AD-E981-1643-871D-AD8A67139540}"/>
                    </a:ext>
                  </a:extLst>
                </p:cNvPr>
                <p:cNvGrpSpPr/>
                <p:nvPr/>
              </p:nvGrpSpPr>
              <p:grpSpPr>
                <a:xfrm>
                  <a:off x="3558850" y="4577634"/>
                  <a:ext cx="463568" cy="262710"/>
                  <a:chOff x="3558850" y="4577634"/>
                  <a:chExt cx="463568" cy="262710"/>
                </a:xfrm>
              </p:grpSpPr>
              <p:sp>
                <p:nvSpPr>
                  <p:cNvPr id="437" name="Oval 436">
                    <a:extLst>
                      <a:ext uri="{FF2B5EF4-FFF2-40B4-BE49-F238E27FC236}">
                        <a16:creationId xmlns:a16="http://schemas.microsoft.com/office/drawing/2014/main" id="{294A370C-785F-404E-8135-30826A70FF42}"/>
                      </a:ext>
                    </a:extLst>
                  </p:cNvPr>
                  <p:cNvSpPr/>
                  <p:nvPr/>
                </p:nvSpPr>
                <p:spPr bwMode="auto">
                  <a:xfrm>
                    <a:off x="3573337" y="4577634"/>
                    <a:ext cx="439424" cy="261732"/>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38" name="Oval 437">
                    <a:extLst>
                      <a:ext uri="{FF2B5EF4-FFF2-40B4-BE49-F238E27FC236}">
                        <a16:creationId xmlns:a16="http://schemas.microsoft.com/office/drawing/2014/main" id="{E67022FB-D28B-0E44-9B6D-DD8092F2FB00}"/>
                      </a:ext>
                    </a:extLst>
                  </p:cNvPr>
                  <p:cNvSpPr/>
                  <p:nvPr/>
                </p:nvSpPr>
                <p:spPr bwMode="auto">
                  <a:xfrm>
                    <a:off x="3558850" y="4587291"/>
                    <a:ext cx="463568" cy="253053"/>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sp>
              <p:nvSpPr>
                <p:cNvPr id="436" name="TextBox 389">
                  <a:extLst>
                    <a:ext uri="{FF2B5EF4-FFF2-40B4-BE49-F238E27FC236}">
                      <a16:creationId xmlns:a16="http://schemas.microsoft.com/office/drawing/2014/main" id="{2A590B0D-6FC1-9149-A279-05645BBC3602}"/>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ts val="1475"/>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Arial" charset="0"/>
                      <a:ea typeface="ＭＳ Ｐゴシック" charset="0"/>
                    </a:rPr>
                    <a:t>CA</a:t>
                  </a:r>
                  <a:endParaRPr kumimoji="0" lang="en-US" sz="1800" b="0" i="0" u="none" strike="noStrike" kern="0" cap="none" spc="0" normalizeH="0" baseline="0" noProof="0" dirty="0">
                    <a:ln>
                      <a:noFill/>
                    </a:ln>
                    <a:solidFill>
                      <a:srgbClr val="FFFFFF"/>
                    </a:solidFill>
                    <a:effectLst/>
                    <a:uLnTx/>
                    <a:uFillTx/>
                    <a:latin typeface="Arial" charset="0"/>
                    <a:ea typeface="ＭＳ Ｐゴシック" charset="0"/>
                  </a:endParaRPr>
                </a:p>
              </p:txBody>
            </p:sp>
          </p:grpSp>
          <p:grpSp>
            <p:nvGrpSpPr>
              <p:cNvPr id="430" name="Group 429">
                <a:extLst>
                  <a:ext uri="{FF2B5EF4-FFF2-40B4-BE49-F238E27FC236}">
                    <a16:creationId xmlns:a16="http://schemas.microsoft.com/office/drawing/2014/main" id="{0326EFB3-34F4-754B-86E7-7F4C53B7BE4A}"/>
                  </a:ext>
                </a:extLst>
              </p:cNvPr>
              <p:cNvGrpSpPr/>
              <p:nvPr/>
            </p:nvGrpSpPr>
            <p:grpSpPr>
              <a:xfrm>
                <a:off x="6557699" y="4754022"/>
                <a:ext cx="463568" cy="285869"/>
                <a:chOff x="3558850" y="4573304"/>
                <a:chExt cx="463568" cy="285869"/>
              </a:xfrm>
            </p:grpSpPr>
            <p:grpSp>
              <p:nvGrpSpPr>
                <p:cNvPr id="431" name="Group 430">
                  <a:extLst>
                    <a:ext uri="{FF2B5EF4-FFF2-40B4-BE49-F238E27FC236}">
                      <a16:creationId xmlns:a16="http://schemas.microsoft.com/office/drawing/2014/main" id="{887B5438-FD39-FF45-94F4-501001587C74}"/>
                    </a:ext>
                  </a:extLst>
                </p:cNvPr>
                <p:cNvGrpSpPr/>
                <p:nvPr/>
              </p:nvGrpSpPr>
              <p:grpSpPr>
                <a:xfrm>
                  <a:off x="3558850" y="4577634"/>
                  <a:ext cx="463568" cy="262710"/>
                  <a:chOff x="3558850" y="4577634"/>
                  <a:chExt cx="463568" cy="262710"/>
                </a:xfrm>
              </p:grpSpPr>
              <p:sp>
                <p:nvSpPr>
                  <p:cNvPr id="433" name="Oval 432">
                    <a:extLst>
                      <a:ext uri="{FF2B5EF4-FFF2-40B4-BE49-F238E27FC236}">
                        <a16:creationId xmlns:a16="http://schemas.microsoft.com/office/drawing/2014/main" id="{6FF89616-28C7-BA4C-A7CF-F2858846670D}"/>
                      </a:ext>
                    </a:extLst>
                  </p:cNvPr>
                  <p:cNvSpPr/>
                  <p:nvPr/>
                </p:nvSpPr>
                <p:spPr bwMode="auto">
                  <a:xfrm>
                    <a:off x="3573337" y="4577634"/>
                    <a:ext cx="439424" cy="261732"/>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34" name="Oval 433">
                    <a:extLst>
                      <a:ext uri="{FF2B5EF4-FFF2-40B4-BE49-F238E27FC236}">
                        <a16:creationId xmlns:a16="http://schemas.microsoft.com/office/drawing/2014/main" id="{DE898B76-72BE-1941-BD61-33F2BA177941}"/>
                      </a:ext>
                    </a:extLst>
                  </p:cNvPr>
                  <p:cNvSpPr/>
                  <p:nvPr/>
                </p:nvSpPr>
                <p:spPr bwMode="auto">
                  <a:xfrm>
                    <a:off x="3558850" y="4587291"/>
                    <a:ext cx="463568" cy="253053"/>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sp>
              <p:nvSpPr>
                <p:cNvPr id="432" name="TextBox 389">
                  <a:extLst>
                    <a:ext uri="{FF2B5EF4-FFF2-40B4-BE49-F238E27FC236}">
                      <a16:creationId xmlns:a16="http://schemas.microsoft.com/office/drawing/2014/main" id="{FC2D41BB-76AF-5143-8519-F85BA5D04642}"/>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ts val="1475"/>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Arial" charset="0"/>
                      <a:ea typeface="ＭＳ Ｐゴシック" charset="0"/>
                    </a:rPr>
                    <a:t>CA</a:t>
                  </a:r>
                  <a:endParaRPr kumimoji="0" lang="en-US" sz="1800" b="0" i="0" u="none" strike="noStrike" kern="0" cap="none" spc="0" normalizeH="0" baseline="0" noProof="0" dirty="0">
                    <a:ln>
                      <a:noFill/>
                    </a:ln>
                    <a:solidFill>
                      <a:srgbClr val="FFFFFF"/>
                    </a:solidFill>
                    <a:effectLst/>
                    <a:uLnTx/>
                    <a:uFillTx/>
                    <a:latin typeface="Arial" charset="0"/>
                    <a:ea typeface="ＭＳ Ｐゴシック" charset="0"/>
                  </a:endParaRPr>
                </a:p>
              </p:txBody>
            </p:sp>
          </p:grpSp>
        </p:grpSp>
        <p:grpSp>
          <p:nvGrpSpPr>
            <p:cNvPr id="389" name="Group 388">
              <a:extLst>
                <a:ext uri="{FF2B5EF4-FFF2-40B4-BE49-F238E27FC236}">
                  <a16:creationId xmlns:a16="http://schemas.microsoft.com/office/drawing/2014/main" id="{5E8E5875-4EBA-4349-B27C-7F45D2F51E62}"/>
                </a:ext>
              </a:extLst>
            </p:cNvPr>
            <p:cNvGrpSpPr/>
            <p:nvPr/>
          </p:nvGrpSpPr>
          <p:grpSpPr>
            <a:xfrm>
              <a:off x="2050694" y="4240394"/>
              <a:ext cx="4962309" cy="697609"/>
              <a:chOff x="-3809141" y="1128902"/>
              <a:chExt cx="4962309" cy="697609"/>
            </a:xfrm>
          </p:grpSpPr>
          <p:grpSp>
            <p:nvGrpSpPr>
              <p:cNvPr id="390" name="Group 554">
                <a:extLst>
                  <a:ext uri="{FF2B5EF4-FFF2-40B4-BE49-F238E27FC236}">
                    <a16:creationId xmlns:a16="http://schemas.microsoft.com/office/drawing/2014/main" id="{81B6EE14-CC27-744A-A051-4E03FA7FB80C}"/>
                  </a:ext>
                </a:extLst>
              </p:cNvPr>
              <p:cNvGrpSpPr>
                <a:grpSpLocks/>
              </p:cNvGrpSpPr>
              <p:nvPr/>
            </p:nvGrpSpPr>
            <p:grpSpPr bwMode="auto">
              <a:xfrm>
                <a:off x="-2259184" y="1493681"/>
                <a:ext cx="426647" cy="330722"/>
                <a:chOff x="2932185" y="3913304"/>
                <a:chExt cx="426963" cy="330885"/>
              </a:xfrm>
            </p:grpSpPr>
            <p:sp>
              <p:nvSpPr>
                <p:cNvPr id="419" name="Rectangle 418">
                  <a:extLst>
                    <a:ext uri="{FF2B5EF4-FFF2-40B4-BE49-F238E27FC236}">
                      <a16:creationId xmlns:a16="http://schemas.microsoft.com/office/drawing/2014/main" id="{C110861B-9F39-1F44-A2C4-E4F16FCAC279}"/>
                    </a:ext>
                  </a:extLst>
                </p:cNvPr>
                <p:cNvSpPr/>
                <p:nvPr/>
              </p:nvSpPr>
              <p:spPr>
                <a:xfrm>
                  <a:off x="2933382" y="3913304"/>
                  <a:ext cx="425766" cy="328775"/>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20" name="Straight Connector 419">
                  <a:extLst>
                    <a:ext uri="{FF2B5EF4-FFF2-40B4-BE49-F238E27FC236}">
                      <a16:creationId xmlns:a16="http://schemas.microsoft.com/office/drawing/2014/main" id="{DD0A76D0-D1B5-C448-A6EF-5CBA826076A3}"/>
                    </a:ext>
                  </a:extLst>
                </p:cNvPr>
                <p:cNvCxnSpPr/>
                <p:nvPr/>
              </p:nvCxnSpPr>
              <p:spPr>
                <a:xfrm>
                  <a:off x="2932185" y="4005425"/>
                  <a:ext cx="425766" cy="0"/>
                </a:xfrm>
                <a:prstGeom prst="line">
                  <a:avLst/>
                </a:prstGeom>
                <a:noFill/>
                <a:ln w="3175" cap="flat" cmpd="sng" algn="ctr">
                  <a:solidFill>
                    <a:srgbClr val="CC0000"/>
                  </a:solidFill>
                  <a:prstDash val="solid"/>
                </a:ln>
                <a:effectLst/>
              </p:spPr>
            </p:cxnSp>
            <p:cxnSp>
              <p:nvCxnSpPr>
                <p:cNvPr id="421" name="Straight Connector 420">
                  <a:extLst>
                    <a:ext uri="{FF2B5EF4-FFF2-40B4-BE49-F238E27FC236}">
                      <a16:creationId xmlns:a16="http://schemas.microsoft.com/office/drawing/2014/main" id="{3D867651-027E-ED40-9FF0-8C7FDE56A1AD}"/>
                    </a:ext>
                  </a:extLst>
                </p:cNvPr>
                <p:cNvCxnSpPr/>
                <p:nvPr/>
              </p:nvCxnSpPr>
              <p:spPr>
                <a:xfrm>
                  <a:off x="2932185" y="4068956"/>
                  <a:ext cx="425766" cy="0"/>
                </a:xfrm>
                <a:prstGeom prst="line">
                  <a:avLst/>
                </a:prstGeom>
                <a:noFill/>
                <a:ln w="3175" cap="flat" cmpd="sng" algn="ctr">
                  <a:solidFill>
                    <a:srgbClr val="CC0000"/>
                  </a:solidFill>
                  <a:prstDash val="solid"/>
                </a:ln>
                <a:effectLst/>
              </p:spPr>
            </p:cxnSp>
            <p:cxnSp>
              <p:nvCxnSpPr>
                <p:cNvPr id="422" name="Straight Connector 421">
                  <a:extLst>
                    <a:ext uri="{FF2B5EF4-FFF2-40B4-BE49-F238E27FC236}">
                      <a16:creationId xmlns:a16="http://schemas.microsoft.com/office/drawing/2014/main" id="{38A884CE-9A37-D940-B4A8-9D4D87274982}"/>
                    </a:ext>
                  </a:extLst>
                </p:cNvPr>
                <p:cNvCxnSpPr/>
                <p:nvPr/>
              </p:nvCxnSpPr>
              <p:spPr>
                <a:xfrm flipH="1" flipV="1">
                  <a:off x="3134122" y="4005425"/>
                  <a:ext cx="1589" cy="236654"/>
                </a:xfrm>
                <a:prstGeom prst="line">
                  <a:avLst/>
                </a:prstGeom>
                <a:noFill/>
                <a:ln w="3175" cap="flat" cmpd="sng" algn="ctr">
                  <a:solidFill>
                    <a:srgbClr val="CC0000"/>
                  </a:solidFill>
                  <a:prstDash val="solid"/>
                </a:ln>
                <a:effectLst/>
              </p:spPr>
            </p:cxnSp>
            <p:cxnSp>
              <p:nvCxnSpPr>
                <p:cNvPr id="423" name="Straight Connector 422">
                  <a:extLst>
                    <a:ext uri="{FF2B5EF4-FFF2-40B4-BE49-F238E27FC236}">
                      <a16:creationId xmlns:a16="http://schemas.microsoft.com/office/drawing/2014/main" id="{F72B6516-301E-294C-BD5A-03CB25199EE7}"/>
                    </a:ext>
                  </a:extLst>
                </p:cNvPr>
                <p:cNvCxnSpPr/>
                <p:nvPr/>
              </p:nvCxnSpPr>
              <p:spPr>
                <a:xfrm flipH="1" flipV="1">
                  <a:off x="3215190" y="4007535"/>
                  <a:ext cx="1589" cy="236654"/>
                </a:xfrm>
                <a:prstGeom prst="line">
                  <a:avLst/>
                </a:prstGeom>
                <a:noFill/>
                <a:ln w="3175" cap="flat" cmpd="sng" algn="ctr">
                  <a:solidFill>
                    <a:srgbClr val="CC0000"/>
                  </a:solidFill>
                  <a:prstDash val="solid"/>
                </a:ln>
                <a:effectLst/>
              </p:spPr>
            </p:cxnSp>
            <p:cxnSp>
              <p:nvCxnSpPr>
                <p:cNvPr id="424" name="Straight Connector 423">
                  <a:extLst>
                    <a:ext uri="{FF2B5EF4-FFF2-40B4-BE49-F238E27FC236}">
                      <a16:creationId xmlns:a16="http://schemas.microsoft.com/office/drawing/2014/main" id="{5E23C2C4-4FEE-1D40-BD08-52071DA681C7}"/>
                    </a:ext>
                  </a:extLst>
                </p:cNvPr>
                <p:cNvCxnSpPr/>
                <p:nvPr/>
              </p:nvCxnSpPr>
              <p:spPr>
                <a:xfrm flipH="1" flipV="1">
                  <a:off x="3290394" y="4007533"/>
                  <a:ext cx="1589" cy="236654"/>
                </a:xfrm>
                <a:prstGeom prst="line">
                  <a:avLst/>
                </a:prstGeom>
                <a:noFill/>
                <a:ln w="3175" cap="flat" cmpd="sng" algn="ctr">
                  <a:solidFill>
                    <a:srgbClr val="CC0000"/>
                  </a:solidFill>
                  <a:prstDash val="solid"/>
                </a:ln>
                <a:effectLst/>
              </p:spPr>
            </p:cxnSp>
          </p:grpSp>
          <p:grpSp>
            <p:nvGrpSpPr>
              <p:cNvPr id="391" name="Group 554">
                <a:extLst>
                  <a:ext uri="{FF2B5EF4-FFF2-40B4-BE49-F238E27FC236}">
                    <a16:creationId xmlns:a16="http://schemas.microsoft.com/office/drawing/2014/main" id="{8984DC81-21F8-1546-9659-CE7B16A6876A}"/>
                  </a:ext>
                </a:extLst>
              </p:cNvPr>
              <p:cNvGrpSpPr>
                <a:grpSpLocks/>
              </p:cNvGrpSpPr>
              <p:nvPr/>
            </p:nvGrpSpPr>
            <p:grpSpPr bwMode="auto">
              <a:xfrm>
                <a:off x="-3809141" y="1128902"/>
                <a:ext cx="675450" cy="526527"/>
                <a:chOff x="2932185" y="3913304"/>
                <a:chExt cx="430533" cy="332666"/>
              </a:xfrm>
            </p:grpSpPr>
            <p:sp>
              <p:nvSpPr>
                <p:cNvPr id="413" name="Rectangle 412">
                  <a:extLst>
                    <a:ext uri="{FF2B5EF4-FFF2-40B4-BE49-F238E27FC236}">
                      <a16:creationId xmlns:a16="http://schemas.microsoft.com/office/drawing/2014/main" id="{354DD063-2794-1643-A5E7-9E49377960D6}"/>
                    </a:ext>
                  </a:extLst>
                </p:cNvPr>
                <p:cNvSpPr/>
                <p:nvPr/>
              </p:nvSpPr>
              <p:spPr>
                <a:xfrm>
                  <a:off x="2936952" y="3913304"/>
                  <a:ext cx="425766" cy="328775"/>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14" name="Straight Connector 413">
                  <a:extLst>
                    <a:ext uri="{FF2B5EF4-FFF2-40B4-BE49-F238E27FC236}">
                      <a16:creationId xmlns:a16="http://schemas.microsoft.com/office/drawing/2014/main" id="{16208DC2-6B8A-2448-84E0-DB0EF734E2E0}"/>
                    </a:ext>
                  </a:extLst>
                </p:cNvPr>
                <p:cNvCxnSpPr/>
                <p:nvPr/>
              </p:nvCxnSpPr>
              <p:spPr>
                <a:xfrm>
                  <a:off x="2932185" y="4005425"/>
                  <a:ext cx="425766" cy="0"/>
                </a:xfrm>
                <a:prstGeom prst="line">
                  <a:avLst/>
                </a:prstGeom>
                <a:noFill/>
                <a:ln w="3175" cap="flat" cmpd="sng" algn="ctr">
                  <a:solidFill>
                    <a:srgbClr val="CC0000"/>
                  </a:solidFill>
                  <a:prstDash val="solid"/>
                </a:ln>
                <a:effectLst/>
              </p:spPr>
            </p:cxnSp>
            <p:cxnSp>
              <p:nvCxnSpPr>
                <p:cNvPr id="415" name="Straight Connector 414">
                  <a:extLst>
                    <a:ext uri="{FF2B5EF4-FFF2-40B4-BE49-F238E27FC236}">
                      <a16:creationId xmlns:a16="http://schemas.microsoft.com/office/drawing/2014/main" id="{9617AE01-3C7B-7E42-9676-0C68B7ECCAE6}"/>
                    </a:ext>
                  </a:extLst>
                </p:cNvPr>
                <p:cNvCxnSpPr/>
                <p:nvPr/>
              </p:nvCxnSpPr>
              <p:spPr>
                <a:xfrm>
                  <a:off x="2932185" y="4068956"/>
                  <a:ext cx="425766" cy="0"/>
                </a:xfrm>
                <a:prstGeom prst="line">
                  <a:avLst/>
                </a:prstGeom>
                <a:noFill/>
                <a:ln w="3175" cap="flat" cmpd="sng" algn="ctr">
                  <a:solidFill>
                    <a:srgbClr val="CC0000"/>
                  </a:solidFill>
                  <a:prstDash val="solid"/>
                </a:ln>
                <a:effectLst/>
              </p:spPr>
            </p:cxnSp>
            <p:cxnSp>
              <p:nvCxnSpPr>
                <p:cNvPr id="416" name="Straight Connector 415">
                  <a:extLst>
                    <a:ext uri="{FF2B5EF4-FFF2-40B4-BE49-F238E27FC236}">
                      <a16:creationId xmlns:a16="http://schemas.microsoft.com/office/drawing/2014/main" id="{C47DC652-BD0C-3F46-86D7-ECC9AD1D79D2}"/>
                    </a:ext>
                  </a:extLst>
                </p:cNvPr>
                <p:cNvCxnSpPr/>
                <p:nvPr/>
              </p:nvCxnSpPr>
              <p:spPr>
                <a:xfrm flipH="1" flipV="1">
                  <a:off x="3182588" y="4005425"/>
                  <a:ext cx="1589" cy="236654"/>
                </a:xfrm>
                <a:prstGeom prst="line">
                  <a:avLst/>
                </a:prstGeom>
                <a:noFill/>
                <a:ln w="3175" cap="flat" cmpd="sng" algn="ctr">
                  <a:solidFill>
                    <a:srgbClr val="CC0000"/>
                  </a:solidFill>
                  <a:prstDash val="solid"/>
                </a:ln>
                <a:effectLst/>
              </p:spPr>
            </p:cxnSp>
            <p:cxnSp>
              <p:nvCxnSpPr>
                <p:cNvPr id="417" name="Straight Connector 416">
                  <a:extLst>
                    <a:ext uri="{FF2B5EF4-FFF2-40B4-BE49-F238E27FC236}">
                      <a16:creationId xmlns:a16="http://schemas.microsoft.com/office/drawing/2014/main" id="{3B014B56-FED6-4E48-99C5-5A79ADD94CC4}"/>
                    </a:ext>
                  </a:extLst>
                </p:cNvPr>
                <p:cNvCxnSpPr/>
                <p:nvPr/>
              </p:nvCxnSpPr>
              <p:spPr>
                <a:xfrm flipH="1" flipV="1">
                  <a:off x="3093297" y="4009316"/>
                  <a:ext cx="1589" cy="236654"/>
                </a:xfrm>
                <a:prstGeom prst="line">
                  <a:avLst/>
                </a:prstGeom>
                <a:noFill/>
                <a:ln w="3175" cap="flat" cmpd="sng" algn="ctr">
                  <a:solidFill>
                    <a:srgbClr val="CC0000"/>
                  </a:solidFill>
                  <a:prstDash val="solid"/>
                </a:ln>
                <a:effectLst/>
              </p:spPr>
            </p:cxnSp>
            <p:cxnSp>
              <p:nvCxnSpPr>
                <p:cNvPr id="418" name="Straight Connector 417">
                  <a:extLst>
                    <a:ext uri="{FF2B5EF4-FFF2-40B4-BE49-F238E27FC236}">
                      <a16:creationId xmlns:a16="http://schemas.microsoft.com/office/drawing/2014/main" id="{468D05CF-FA4F-A948-B610-7F2761E0FD51}"/>
                    </a:ext>
                  </a:extLst>
                </p:cNvPr>
                <p:cNvCxnSpPr/>
                <p:nvPr/>
              </p:nvCxnSpPr>
              <p:spPr>
                <a:xfrm flipH="1" flipV="1">
                  <a:off x="3278747" y="4008109"/>
                  <a:ext cx="1589" cy="236654"/>
                </a:xfrm>
                <a:prstGeom prst="line">
                  <a:avLst/>
                </a:prstGeom>
                <a:noFill/>
                <a:ln w="3175" cap="flat" cmpd="sng" algn="ctr">
                  <a:solidFill>
                    <a:srgbClr val="CC0000"/>
                  </a:solidFill>
                  <a:prstDash val="solid"/>
                </a:ln>
                <a:effectLst/>
              </p:spPr>
            </p:cxnSp>
          </p:grpSp>
          <p:grpSp>
            <p:nvGrpSpPr>
              <p:cNvPr id="392" name="Group 554">
                <a:extLst>
                  <a:ext uri="{FF2B5EF4-FFF2-40B4-BE49-F238E27FC236}">
                    <a16:creationId xmlns:a16="http://schemas.microsoft.com/office/drawing/2014/main" id="{A996263E-DE9E-0842-A205-EB674D3E0184}"/>
                  </a:ext>
                </a:extLst>
              </p:cNvPr>
              <p:cNvGrpSpPr>
                <a:grpSpLocks/>
              </p:cNvGrpSpPr>
              <p:nvPr/>
            </p:nvGrpSpPr>
            <p:grpSpPr bwMode="auto">
              <a:xfrm>
                <a:off x="-1475553" y="1495789"/>
                <a:ext cx="430214" cy="330722"/>
                <a:chOff x="2932185" y="3913304"/>
                <a:chExt cx="430533" cy="330885"/>
              </a:xfrm>
            </p:grpSpPr>
            <p:sp>
              <p:nvSpPr>
                <p:cNvPr id="407" name="Rectangle 406">
                  <a:extLst>
                    <a:ext uri="{FF2B5EF4-FFF2-40B4-BE49-F238E27FC236}">
                      <a16:creationId xmlns:a16="http://schemas.microsoft.com/office/drawing/2014/main" id="{0ED24C96-9484-4B4E-B94F-7B96917BDD0F}"/>
                    </a:ext>
                  </a:extLst>
                </p:cNvPr>
                <p:cNvSpPr/>
                <p:nvPr/>
              </p:nvSpPr>
              <p:spPr>
                <a:xfrm>
                  <a:off x="2936952" y="3913304"/>
                  <a:ext cx="425766" cy="328775"/>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08" name="Straight Connector 407">
                  <a:extLst>
                    <a:ext uri="{FF2B5EF4-FFF2-40B4-BE49-F238E27FC236}">
                      <a16:creationId xmlns:a16="http://schemas.microsoft.com/office/drawing/2014/main" id="{B0981132-3978-A74C-92CF-3B326EA8CF91}"/>
                    </a:ext>
                  </a:extLst>
                </p:cNvPr>
                <p:cNvCxnSpPr/>
                <p:nvPr/>
              </p:nvCxnSpPr>
              <p:spPr>
                <a:xfrm>
                  <a:off x="2932185" y="4005425"/>
                  <a:ext cx="425766" cy="0"/>
                </a:xfrm>
                <a:prstGeom prst="line">
                  <a:avLst/>
                </a:prstGeom>
                <a:noFill/>
                <a:ln w="3175" cap="flat" cmpd="sng" algn="ctr">
                  <a:solidFill>
                    <a:srgbClr val="CC0000"/>
                  </a:solidFill>
                  <a:prstDash val="solid"/>
                </a:ln>
                <a:effectLst/>
              </p:spPr>
            </p:cxnSp>
            <p:cxnSp>
              <p:nvCxnSpPr>
                <p:cNvPr id="409" name="Straight Connector 408">
                  <a:extLst>
                    <a:ext uri="{FF2B5EF4-FFF2-40B4-BE49-F238E27FC236}">
                      <a16:creationId xmlns:a16="http://schemas.microsoft.com/office/drawing/2014/main" id="{32807344-875D-7B41-B999-7AB2EF8D8CFB}"/>
                    </a:ext>
                  </a:extLst>
                </p:cNvPr>
                <p:cNvCxnSpPr/>
                <p:nvPr/>
              </p:nvCxnSpPr>
              <p:spPr>
                <a:xfrm>
                  <a:off x="2932185" y="4068956"/>
                  <a:ext cx="425766" cy="0"/>
                </a:xfrm>
                <a:prstGeom prst="line">
                  <a:avLst/>
                </a:prstGeom>
                <a:noFill/>
                <a:ln w="3175" cap="flat" cmpd="sng" algn="ctr">
                  <a:solidFill>
                    <a:srgbClr val="CC0000"/>
                  </a:solidFill>
                  <a:prstDash val="solid"/>
                </a:ln>
                <a:effectLst/>
              </p:spPr>
            </p:cxnSp>
            <p:cxnSp>
              <p:nvCxnSpPr>
                <p:cNvPr id="410" name="Straight Connector 409">
                  <a:extLst>
                    <a:ext uri="{FF2B5EF4-FFF2-40B4-BE49-F238E27FC236}">
                      <a16:creationId xmlns:a16="http://schemas.microsoft.com/office/drawing/2014/main" id="{0986A014-650F-3149-8526-CB72AA722F05}"/>
                    </a:ext>
                  </a:extLst>
                </p:cNvPr>
                <p:cNvCxnSpPr/>
                <p:nvPr/>
              </p:nvCxnSpPr>
              <p:spPr>
                <a:xfrm flipH="1" flipV="1">
                  <a:off x="3134122" y="4005425"/>
                  <a:ext cx="1589" cy="236654"/>
                </a:xfrm>
                <a:prstGeom prst="line">
                  <a:avLst/>
                </a:prstGeom>
                <a:noFill/>
                <a:ln w="3175" cap="flat" cmpd="sng" algn="ctr">
                  <a:solidFill>
                    <a:srgbClr val="CC0000"/>
                  </a:solidFill>
                  <a:prstDash val="solid"/>
                </a:ln>
                <a:effectLst/>
              </p:spPr>
            </p:cxnSp>
            <p:cxnSp>
              <p:nvCxnSpPr>
                <p:cNvPr id="411" name="Straight Connector 410">
                  <a:extLst>
                    <a:ext uri="{FF2B5EF4-FFF2-40B4-BE49-F238E27FC236}">
                      <a16:creationId xmlns:a16="http://schemas.microsoft.com/office/drawing/2014/main" id="{CCA2E2B5-01CD-7B4F-94D5-1422002B0E7E}"/>
                    </a:ext>
                  </a:extLst>
                </p:cNvPr>
                <p:cNvCxnSpPr/>
                <p:nvPr/>
              </p:nvCxnSpPr>
              <p:spPr>
                <a:xfrm flipH="1" flipV="1">
                  <a:off x="3215190" y="4007535"/>
                  <a:ext cx="1589" cy="236654"/>
                </a:xfrm>
                <a:prstGeom prst="line">
                  <a:avLst/>
                </a:prstGeom>
                <a:noFill/>
                <a:ln w="3175" cap="flat" cmpd="sng" algn="ctr">
                  <a:solidFill>
                    <a:srgbClr val="CC0000"/>
                  </a:solidFill>
                  <a:prstDash val="solid"/>
                </a:ln>
                <a:effectLst/>
              </p:spPr>
            </p:cxnSp>
            <p:cxnSp>
              <p:nvCxnSpPr>
                <p:cNvPr id="412" name="Straight Connector 411">
                  <a:extLst>
                    <a:ext uri="{FF2B5EF4-FFF2-40B4-BE49-F238E27FC236}">
                      <a16:creationId xmlns:a16="http://schemas.microsoft.com/office/drawing/2014/main" id="{C5F10C1C-2C2D-AF46-9C32-C36601C56B52}"/>
                    </a:ext>
                  </a:extLst>
                </p:cNvPr>
                <p:cNvCxnSpPr/>
                <p:nvPr/>
              </p:nvCxnSpPr>
              <p:spPr>
                <a:xfrm flipH="1" flipV="1">
                  <a:off x="3290394" y="4007533"/>
                  <a:ext cx="1589" cy="236654"/>
                </a:xfrm>
                <a:prstGeom prst="line">
                  <a:avLst/>
                </a:prstGeom>
                <a:noFill/>
                <a:ln w="3175" cap="flat" cmpd="sng" algn="ctr">
                  <a:solidFill>
                    <a:srgbClr val="CC0000"/>
                  </a:solidFill>
                  <a:prstDash val="solid"/>
                </a:ln>
                <a:effectLst/>
              </p:spPr>
            </p:cxnSp>
          </p:grpSp>
          <p:grpSp>
            <p:nvGrpSpPr>
              <p:cNvPr id="393" name="Group 554">
                <a:extLst>
                  <a:ext uri="{FF2B5EF4-FFF2-40B4-BE49-F238E27FC236}">
                    <a16:creationId xmlns:a16="http://schemas.microsoft.com/office/drawing/2014/main" id="{C13C551E-2854-8946-A50E-F2DE3B9466BD}"/>
                  </a:ext>
                </a:extLst>
              </p:cNvPr>
              <p:cNvGrpSpPr>
                <a:grpSpLocks/>
              </p:cNvGrpSpPr>
              <p:nvPr/>
            </p:nvGrpSpPr>
            <p:grpSpPr bwMode="auto">
              <a:xfrm>
                <a:off x="-271097" y="1490382"/>
                <a:ext cx="430214" cy="330722"/>
                <a:chOff x="2932185" y="3913304"/>
                <a:chExt cx="430533" cy="330885"/>
              </a:xfrm>
            </p:grpSpPr>
            <p:sp>
              <p:nvSpPr>
                <p:cNvPr id="401" name="Rectangle 400">
                  <a:extLst>
                    <a:ext uri="{FF2B5EF4-FFF2-40B4-BE49-F238E27FC236}">
                      <a16:creationId xmlns:a16="http://schemas.microsoft.com/office/drawing/2014/main" id="{B9056E92-3704-A64A-8AC6-8AE37C0DE9FD}"/>
                    </a:ext>
                  </a:extLst>
                </p:cNvPr>
                <p:cNvSpPr/>
                <p:nvPr/>
              </p:nvSpPr>
              <p:spPr>
                <a:xfrm>
                  <a:off x="2936952" y="3913304"/>
                  <a:ext cx="425766" cy="328775"/>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02" name="Straight Connector 401">
                  <a:extLst>
                    <a:ext uri="{FF2B5EF4-FFF2-40B4-BE49-F238E27FC236}">
                      <a16:creationId xmlns:a16="http://schemas.microsoft.com/office/drawing/2014/main" id="{42F13AA3-2FB6-1448-A47B-8DFED40933BC}"/>
                    </a:ext>
                  </a:extLst>
                </p:cNvPr>
                <p:cNvCxnSpPr/>
                <p:nvPr/>
              </p:nvCxnSpPr>
              <p:spPr>
                <a:xfrm>
                  <a:off x="2932185" y="4005425"/>
                  <a:ext cx="425766" cy="0"/>
                </a:xfrm>
                <a:prstGeom prst="line">
                  <a:avLst/>
                </a:prstGeom>
                <a:noFill/>
                <a:ln w="3175" cap="flat" cmpd="sng" algn="ctr">
                  <a:solidFill>
                    <a:srgbClr val="CC0000"/>
                  </a:solidFill>
                  <a:prstDash val="solid"/>
                </a:ln>
                <a:effectLst/>
              </p:spPr>
            </p:cxnSp>
            <p:cxnSp>
              <p:nvCxnSpPr>
                <p:cNvPr id="403" name="Straight Connector 402">
                  <a:extLst>
                    <a:ext uri="{FF2B5EF4-FFF2-40B4-BE49-F238E27FC236}">
                      <a16:creationId xmlns:a16="http://schemas.microsoft.com/office/drawing/2014/main" id="{E77A16B9-9E1B-264D-B761-C2F6E72E8944}"/>
                    </a:ext>
                  </a:extLst>
                </p:cNvPr>
                <p:cNvCxnSpPr/>
                <p:nvPr/>
              </p:nvCxnSpPr>
              <p:spPr>
                <a:xfrm>
                  <a:off x="2932185" y="4068956"/>
                  <a:ext cx="425766" cy="0"/>
                </a:xfrm>
                <a:prstGeom prst="line">
                  <a:avLst/>
                </a:prstGeom>
                <a:noFill/>
                <a:ln w="3175" cap="flat" cmpd="sng" algn="ctr">
                  <a:solidFill>
                    <a:srgbClr val="CC0000"/>
                  </a:solidFill>
                  <a:prstDash val="solid"/>
                </a:ln>
                <a:effectLst/>
              </p:spPr>
            </p:cxnSp>
            <p:cxnSp>
              <p:nvCxnSpPr>
                <p:cNvPr id="404" name="Straight Connector 403">
                  <a:extLst>
                    <a:ext uri="{FF2B5EF4-FFF2-40B4-BE49-F238E27FC236}">
                      <a16:creationId xmlns:a16="http://schemas.microsoft.com/office/drawing/2014/main" id="{16553DD0-7CED-E54F-86EB-21CD0B109D8B}"/>
                    </a:ext>
                  </a:extLst>
                </p:cNvPr>
                <p:cNvCxnSpPr/>
                <p:nvPr/>
              </p:nvCxnSpPr>
              <p:spPr>
                <a:xfrm flipH="1" flipV="1">
                  <a:off x="3134122" y="4005425"/>
                  <a:ext cx="1589" cy="236654"/>
                </a:xfrm>
                <a:prstGeom prst="line">
                  <a:avLst/>
                </a:prstGeom>
                <a:noFill/>
                <a:ln w="3175" cap="flat" cmpd="sng" algn="ctr">
                  <a:solidFill>
                    <a:srgbClr val="CC0000"/>
                  </a:solidFill>
                  <a:prstDash val="solid"/>
                </a:ln>
                <a:effectLst/>
              </p:spPr>
            </p:cxnSp>
            <p:cxnSp>
              <p:nvCxnSpPr>
                <p:cNvPr id="405" name="Straight Connector 404">
                  <a:extLst>
                    <a:ext uri="{FF2B5EF4-FFF2-40B4-BE49-F238E27FC236}">
                      <a16:creationId xmlns:a16="http://schemas.microsoft.com/office/drawing/2014/main" id="{E9065049-61A7-D445-8F3A-CF75B01E536C}"/>
                    </a:ext>
                  </a:extLst>
                </p:cNvPr>
                <p:cNvCxnSpPr/>
                <p:nvPr/>
              </p:nvCxnSpPr>
              <p:spPr>
                <a:xfrm flipH="1" flipV="1">
                  <a:off x="3215190" y="4007535"/>
                  <a:ext cx="1589" cy="236654"/>
                </a:xfrm>
                <a:prstGeom prst="line">
                  <a:avLst/>
                </a:prstGeom>
                <a:noFill/>
                <a:ln w="3175" cap="flat" cmpd="sng" algn="ctr">
                  <a:solidFill>
                    <a:srgbClr val="CC0000"/>
                  </a:solidFill>
                  <a:prstDash val="solid"/>
                </a:ln>
                <a:effectLst/>
              </p:spPr>
            </p:cxnSp>
            <p:cxnSp>
              <p:nvCxnSpPr>
                <p:cNvPr id="406" name="Straight Connector 405">
                  <a:extLst>
                    <a:ext uri="{FF2B5EF4-FFF2-40B4-BE49-F238E27FC236}">
                      <a16:creationId xmlns:a16="http://schemas.microsoft.com/office/drawing/2014/main" id="{74894E9C-A6C4-6A4A-AB4E-52ACBB1D5460}"/>
                    </a:ext>
                  </a:extLst>
                </p:cNvPr>
                <p:cNvCxnSpPr/>
                <p:nvPr/>
              </p:nvCxnSpPr>
              <p:spPr>
                <a:xfrm flipH="1" flipV="1">
                  <a:off x="3290394" y="4007533"/>
                  <a:ext cx="1589" cy="236654"/>
                </a:xfrm>
                <a:prstGeom prst="line">
                  <a:avLst/>
                </a:prstGeom>
                <a:noFill/>
                <a:ln w="3175" cap="flat" cmpd="sng" algn="ctr">
                  <a:solidFill>
                    <a:srgbClr val="CC0000"/>
                  </a:solidFill>
                  <a:prstDash val="solid"/>
                </a:ln>
                <a:effectLst/>
              </p:spPr>
            </p:cxnSp>
          </p:grpSp>
          <p:grpSp>
            <p:nvGrpSpPr>
              <p:cNvPr id="394" name="Group 554">
                <a:extLst>
                  <a:ext uri="{FF2B5EF4-FFF2-40B4-BE49-F238E27FC236}">
                    <a16:creationId xmlns:a16="http://schemas.microsoft.com/office/drawing/2014/main" id="{1A94EF4C-7B4A-A442-9223-24BE151A8655}"/>
                  </a:ext>
                </a:extLst>
              </p:cNvPr>
              <p:cNvGrpSpPr>
                <a:grpSpLocks/>
              </p:cNvGrpSpPr>
              <p:nvPr/>
            </p:nvGrpSpPr>
            <p:grpSpPr bwMode="auto">
              <a:xfrm>
                <a:off x="722954" y="1484975"/>
                <a:ext cx="430214" cy="330722"/>
                <a:chOff x="2932185" y="3913304"/>
                <a:chExt cx="430533" cy="330885"/>
              </a:xfrm>
            </p:grpSpPr>
            <p:sp>
              <p:nvSpPr>
                <p:cNvPr id="395" name="Rectangle 394">
                  <a:extLst>
                    <a:ext uri="{FF2B5EF4-FFF2-40B4-BE49-F238E27FC236}">
                      <a16:creationId xmlns:a16="http://schemas.microsoft.com/office/drawing/2014/main" id="{EF7021D4-6C50-FE4F-99DD-7E97E97A6213}"/>
                    </a:ext>
                  </a:extLst>
                </p:cNvPr>
                <p:cNvSpPr/>
                <p:nvPr/>
              </p:nvSpPr>
              <p:spPr>
                <a:xfrm>
                  <a:off x="2936952" y="3913304"/>
                  <a:ext cx="425766" cy="328775"/>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96" name="Straight Connector 395">
                  <a:extLst>
                    <a:ext uri="{FF2B5EF4-FFF2-40B4-BE49-F238E27FC236}">
                      <a16:creationId xmlns:a16="http://schemas.microsoft.com/office/drawing/2014/main" id="{F3A4AB08-E85D-1B4D-8B63-B23CC80E42EB}"/>
                    </a:ext>
                  </a:extLst>
                </p:cNvPr>
                <p:cNvCxnSpPr/>
                <p:nvPr/>
              </p:nvCxnSpPr>
              <p:spPr>
                <a:xfrm>
                  <a:off x="2932185" y="4005425"/>
                  <a:ext cx="425766" cy="0"/>
                </a:xfrm>
                <a:prstGeom prst="line">
                  <a:avLst/>
                </a:prstGeom>
                <a:noFill/>
                <a:ln w="3175" cap="flat" cmpd="sng" algn="ctr">
                  <a:solidFill>
                    <a:srgbClr val="CC0000"/>
                  </a:solidFill>
                  <a:prstDash val="solid"/>
                </a:ln>
                <a:effectLst/>
              </p:spPr>
            </p:cxnSp>
            <p:cxnSp>
              <p:nvCxnSpPr>
                <p:cNvPr id="397" name="Straight Connector 396">
                  <a:extLst>
                    <a:ext uri="{FF2B5EF4-FFF2-40B4-BE49-F238E27FC236}">
                      <a16:creationId xmlns:a16="http://schemas.microsoft.com/office/drawing/2014/main" id="{9C1A2807-7BAE-6C42-B615-F35AC6152D59}"/>
                    </a:ext>
                  </a:extLst>
                </p:cNvPr>
                <p:cNvCxnSpPr/>
                <p:nvPr/>
              </p:nvCxnSpPr>
              <p:spPr>
                <a:xfrm>
                  <a:off x="2932185" y="4068956"/>
                  <a:ext cx="425766" cy="0"/>
                </a:xfrm>
                <a:prstGeom prst="line">
                  <a:avLst/>
                </a:prstGeom>
                <a:noFill/>
                <a:ln w="3175" cap="flat" cmpd="sng" algn="ctr">
                  <a:solidFill>
                    <a:srgbClr val="CC0000"/>
                  </a:solidFill>
                  <a:prstDash val="solid"/>
                </a:ln>
                <a:effectLst/>
              </p:spPr>
            </p:cxnSp>
            <p:cxnSp>
              <p:nvCxnSpPr>
                <p:cNvPr id="398" name="Straight Connector 397">
                  <a:extLst>
                    <a:ext uri="{FF2B5EF4-FFF2-40B4-BE49-F238E27FC236}">
                      <a16:creationId xmlns:a16="http://schemas.microsoft.com/office/drawing/2014/main" id="{155E58FB-2047-8242-96E3-E6496B245893}"/>
                    </a:ext>
                  </a:extLst>
                </p:cNvPr>
                <p:cNvCxnSpPr/>
                <p:nvPr/>
              </p:nvCxnSpPr>
              <p:spPr>
                <a:xfrm flipH="1" flipV="1">
                  <a:off x="3134122" y="4005425"/>
                  <a:ext cx="1589" cy="236654"/>
                </a:xfrm>
                <a:prstGeom prst="line">
                  <a:avLst/>
                </a:prstGeom>
                <a:noFill/>
                <a:ln w="3175" cap="flat" cmpd="sng" algn="ctr">
                  <a:solidFill>
                    <a:srgbClr val="CC0000"/>
                  </a:solidFill>
                  <a:prstDash val="solid"/>
                </a:ln>
                <a:effectLst/>
              </p:spPr>
            </p:cxnSp>
            <p:cxnSp>
              <p:nvCxnSpPr>
                <p:cNvPr id="399" name="Straight Connector 398">
                  <a:extLst>
                    <a:ext uri="{FF2B5EF4-FFF2-40B4-BE49-F238E27FC236}">
                      <a16:creationId xmlns:a16="http://schemas.microsoft.com/office/drawing/2014/main" id="{76E85654-AB3D-5C4E-A804-425C02BD2C31}"/>
                    </a:ext>
                  </a:extLst>
                </p:cNvPr>
                <p:cNvCxnSpPr/>
                <p:nvPr/>
              </p:nvCxnSpPr>
              <p:spPr>
                <a:xfrm flipH="1" flipV="1">
                  <a:off x="3215190" y="4007535"/>
                  <a:ext cx="1589" cy="236654"/>
                </a:xfrm>
                <a:prstGeom prst="line">
                  <a:avLst/>
                </a:prstGeom>
                <a:noFill/>
                <a:ln w="3175" cap="flat" cmpd="sng" algn="ctr">
                  <a:solidFill>
                    <a:srgbClr val="CC0000"/>
                  </a:solidFill>
                  <a:prstDash val="solid"/>
                </a:ln>
                <a:effectLst/>
              </p:spPr>
            </p:cxnSp>
            <p:cxnSp>
              <p:nvCxnSpPr>
                <p:cNvPr id="400" name="Straight Connector 399">
                  <a:extLst>
                    <a:ext uri="{FF2B5EF4-FFF2-40B4-BE49-F238E27FC236}">
                      <a16:creationId xmlns:a16="http://schemas.microsoft.com/office/drawing/2014/main" id="{E71B59FA-2416-4440-955A-A071C311CFAC}"/>
                    </a:ext>
                  </a:extLst>
                </p:cNvPr>
                <p:cNvCxnSpPr/>
                <p:nvPr/>
              </p:nvCxnSpPr>
              <p:spPr>
                <a:xfrm flipH="1" flipV="1">
                  <a:off x="3290394" y="4007533"/>
                  <a:ext cx="1589" cy="236654"/>
                </a:xfrm>
                <a:prstGeom prst="line">
                  <a:avLst/>
                </a:prstGeom>
                <a:noFill/>
                <a:ln w="3175" cap="flat" cmpd="sng" algn="ctr">
                  <a:solidFill>
                    <a:srgbClr val="CC0000"/>
                  </a:solidFill>
                  <a:prstDash val="solid"/>
                </a:ln>
                <a:effectLst/>
              </p:spPr>
            </p:cxnSp>
          </p:grpSp>
        </p:grpSp>
      </p:grpSp>
      <p:grpSp>
        <p:nvGrpSpPr>
          <p:cNvPr id="710" name="Group 709">
            <a:extLst>
              <a:ext uri="{FF2B5EF4-FFF2-40B4-BE49-F238E27FC236}">
                <a16:creationId xmlns:a16="http://schemas.microsoft.com/office/drawing/2014/main" id="{8973FC0F-0FC1-A246-BFD1-84BF1EF9A853}"/>
              </a:ext>
            </a:extLst>
          </p:cNvPr>
          <p:cNvGrpSpPr/>
          <p:nvPr/>
        </p:nvGrpSpPr>
        <p:grpSpPr>
          <a:xfrm>
            <a:off x="200416" y="5099428"/>
            <a:ext cx="4112251" cy="1370966"/>
            <a:chOff x="-1402915" y="4974167"/>
            <a:chExt cx="4112251" cy="1370966"/>
          </a:xfrm>
        </p:grpSpPr>
        <p:sp>
          <p:nvSpPr>
            <p:cNvPr id="711" name="TextBox 710">
              <a:extLst>
                <a:ext uri="{FF2B5EF4-FFF2-40B4-BE49-F238E27FC236}">
                  <a16:creationId xmlns:a16="http://schemas.microsoft.com/office/drawing/2014/main" id="{08BF04B4-6075-A84B-8EC3-DF7DDD551004}"/>
                </a:ext>
              </a:extLst>
            </p:cNvPr>
            <p:cNvSpPr txBox="1"/>
            <p:nvPr/>
          </p:nvSpPr>
          <p:spPr>
            <a:xfrm>
              <a:off x="-1402915" y="5588003"/>
              <a:ext cx="4112251" cy="757130"/>
            </a:xfrm>
            <a:prstGeom prst="rect">
              <a:avLst/>
            </a:prstGeom>
            <a:noFill/>
          </p:spPr>
          <p:txBody>
            <a:bodyPr wrap="square" rtlCol="0">
              <a:spAutoFit/>
            </a:bodyPr>
            <a:lstStyle/>
            <a:p>
              <a:pPr marL="233363" marR="0" lvl="0" indent="-233363" defTabSz="914400" eaLnBrk="0" fontAlgn="base" latinLnBrk="0" hangingPunct="0">
                <a:lnSpc>
                  <a:spcPct val="90000"/>
                </a:lnSpc>
                <a:spcBef>
                  <a:spcPct val="0"/>
                </a:spcBef>
                <a:spcAft>
                  <a:spcPct val="0"/>
                </a:spcAft>
                <a:buClrTx/>
                <a:buSzTx/>
                <a:buFontTx/>
                <a:buNone/>
                <a:tabLst/>
                <a:defRPr/>
              </a:pPr>
              <a:r>
                <a:rPr kumimoji="0" lang="en-US" sz="2400" b="1" i="1" u="none" strike="noStrike" kern="0" cap="none" spc="0" normalizeH="0" baseline="0" noProof="0" dirty="0">
                  <a:ln>
                    <a:noFill/>
                  </a:ln>
                  <a:solidFill>
                    <a:srgbClr val="000090"/>
                  </a:solidFill>
                  <a:effectLst/>
                  <a:uLnTx/>
                  <a:uFillTx/>
                  <a:ea typeface="ＭＳ Ｐゴシック" charset="0"/>
                </a:rPr>
                <a:t>1: </a:t>
              </a:r>
              <a:r>
                <a:rPr kumimoji="0" lang="en-US" sz="2400" b="0" i="1" u="none" strike="noStrike" kern="0" cap="none" spc="0" normalizeH="0" baseline="0" noProof="0" dirty="0">
                  <a:ln>
                    <a:noFill/>
                  </a:ln>
                  <a:solidFill>
                    <a:srgbClr val="000000"/>
                  </a:solidFill>
                  <a:effectLst/>
                  <a:uLnTx/>
                  <a:uFillTx/>
                  <a:ea typeface="ＭＳ Ｐゴシック" charset="0"/>
                </a:rPr>
                <a:t>generalized “flow-based” forwarding (e.g., OpenFlow)</a:t>
              </a:r>
            </a:p>
          </p:txBody>
        </p:sp>
        <p:cxnSp>
          <p:nvCxnSpPr>
            <p:cNvPr id="712" name="Straight Connector 711">
              <a:extLst>
                <a:ext uri="{FF2B5EF4-FFF2-40B4-BE49-F238E27FC236}">
                  <a16:creationId xmlns:a16="http://schemas.microsoft.com/office/drawing/2014/main" id="{83A62419-3EC1-4842-8B5B-F8E1858F6A37}"/>
                </a:ext>
              </a:extLst>
            </p:cNvPr>
            <p:cNvCxnSpPr>
              <a:cxnSpLocks/>
              <a:stCxn id="711" idx="0"/>
            </p:cNvCxnSpPr>
            <p:nvPr/>
          </p:nvCxnSpPr>
          <p:spPr bwMode="auto">
            <a:xfrm flipV="1">
              <a:off x="653211" y="4974167"/>
              <a:ext cx="1505789" cy="613836"/>
            </a:xfrm>
            <a:prstGeom prst="line">
              <a:avLst/>
            </a:prstGeom>
            <a:solidFill>
              <a:srgbClr val="00CC99"/>
            </a:solidFill>
            <a:ln w="952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grpSp>
        <p:nvGrpSpPr>
          <p:cNvPr id="713" name="Group 712">
            <a:extLst>
              <a:ext uri="{FF2B5EF4-FFF2-40B4-BE49-F238E27FC236}">
                <a16:creationId xmlns:a16="http://schemas.microsoft.com/office/drawing/2014/main" id="{AAAF29D5-9601-CF43-8C05-901671240D68}"/>
              </a:ext>
            </a:extLst>
          </p:cNvPr>
          <p:cNvGrpSpPr/>
          <p:nvPr/>
        </p:nvGrpSpPr>
        <p:grpSpPr>
          <a:xfrm>
            <a:off x="9193527" y="3631579"/>
            <a:ext cx="2831459" cy="1311728"/>
            <a:chOff x="69488" y="5026085"/>
            <a:chExt cx="4347805" cy="1311728"/>
          </a:xfrm>
        </p:grpSpPr>
        <p:sp>
          <p:nvSpPr>
            <p:cNvPr id="714" name="TextBox 713">
              <a:extLst>
                <a:ext uri="{FF2B5EF4-FFF2-40B4-BE49-F238E27FC236}">
                  <a16:creationId xmlns:a16="http://schemas.microsoft.com/office/drawing/2014/main" id="{FE50FC28-F437-0344-9C2D-2FDDA8A95DAE}"/>
                </a:ext>
              </a:extLst>
            </p:cNvPr>
            <p:cNvSpPr txBox="1"/>
            <p:nvPr/>
          </p:nvSpPr>
          <p:spPr>
            <a:xfrm>
              <a:off x="69488" y="5580683"/>
              <a:ext cx="4347805" cy="757130"/>
            </a:xfrm>
            <a:prstGeom prst="rect">
              <a:avLst/>
            </a:prstGeom>
            <a:noFill/>
          </p:spPr>
          <p:txBody>
            <a:bodyPr wrap="square" rtlCol="0">
              <a:spAutoFit/>
            </a:bodyPr>
            <a:lstStyle/>
            <a:p>
              <a:pPr marL="233363" marR="0" lvl="0" indent="-233363" defTabSz="914400" eaLnBrk="0" fontAlgn="base" latinLnBrk="0" hangingPunct="0">
                <a:lnSpc>
                  <a:spcPct val="90000"/>
                </a:lnSpc>
                <a:spcBef>
                  <a:spcPct val="0"/>
                </a:spcBef>
                <a:spcAft>
                  <a:spcPct val="0"/>
                </a:spcAft>
                <a:buClrTx/>
                <a:buSzTx/>
                <a:buFontTx/>
                <a:buNone/>
                <a:tabLst/>
                <a:defRPr/>
              </a:pPr>
              <a:r>
                <a:rPr kumimoji="0" lang="en-US" sz="2400" b="1" i="1" u="none" strike="noStrike" kern="0" cap="none" spc="0" normalizeH="0" baseline="0" noProof="0" dirty="0">
                  <a:ln>
                    <a:noFill/>
                  </a:ln>
                  <a:solidFill>
                    <a:srgbClr val="000090"/>
                  </a:solidFill>
                  <a:effectLst/>
                  <a:uLnTx/>
                  <a:uFillTx/>
                  <a:ea typeface="ＭＳ Ｐゴシック" charset="0"/>
                </a:rPr>
                <a:t>2. </a:t>
              </a:r>
              <a:r>
                <a:rPr kumimoji="0" lang="en-US" sz="2400" b="0" i="1" u="none" strike="noStrike" kern="0" cap="none" spc="0" normalizeH="0" baseline="0" noProof="0" dirty="0">
                  <a:ln>
                    <a:noFill/>
                  </a:ln>
                  <a:solidFill>
                    <a:srgbClr val="000000"/>
                  </a:solidFill>
                  <a:effectLst/>
                  <a:uLnTx/>
                  <a:uFillTx/>
                  <a:ea typeface="ＭＳ Ｐゴシック" charset="0"/>
                </a:rPr>
                <a:t>control, data plane separation</a:t>
              </a:r>
            </a:p>
          </p:txBody>
        </p:sp>
        <p:cxnSp>
          <p:nvCxnSpPr>
            <p:cNvPr id="715" name="Straight Connector 714">
              <a:extLst>
                <a:ext uri="{FF2B5EF4-FFF2-40B4-BE49-F238E27FC236}">
                  <a16:creationId xmlns:a16="http://schemas.microsoft.com/office/drawing/2014/main" id="{AB94C55F-5325-1444-88FB-722BF41A6EED}"/>
                </a:ext>
              </a:extLst>
            </p:cNvPr>
            <p:cNvCxnSpPr>
              <a:cxnSpLocks/>
              <a:stCxn id="714" idx="0"/>
            </p:cNvCxnSpPr>
            <p:nvPr/>
          </p:nvCxnSpPr>
          <p:spPr bwMode="auto">
            <a:xfrm flipH="1" flipV="1">
              <a:off x="1351777" y="5026085"/>
              <a:ext cx="891615" cy="554598"/>
            </a:xfrm>
            <a:prstGeom prst="line">
              <a:avLst/>
            </a:prstGeom>
            <a:solidFill>
              <a:srgbClr val="00CC99"/>
            </a:solidFill>
            <a:ln w="952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sp>
        <p:nvSpPr>
          <p:cNvPr id="716" name="TextBox 715">
            <a:extLst>
              <a:ext uri="{FF2B5EF4-FFF2-40B4-BE49-F238E27FC236}">
                <a16:creationId xmlns:a16="http://schemas.microsoft.com/office/drawing/2014/main" id="{DC87C3CB-DAE1-4642-A18C-C358079613E1}"/>
              </a:ext>
            </a:extLst>
          </p:cNvPr>
          <p:cNvSpPr txBox="1"/>
          <p:nvPr/>
        </p:nvSpPr>
        <p:spPr>
          <a:xfrm>
            <a:off x="8661128" y="1214433"/>
            <a:ext cx="3326279" cy="1089529"/>
          </a:xfrm>
          <a:prstGeom prst="rect">
            <a:avLst/>
          </a:prstGeom>
          <a:noFill/>
        </p:spPr>
        <p:txBody>
          <a:bodyPr wrap="square" rtlCol="0">
            <a:spAutoFit/>
          </a:bodyPr>
          <a:lstStyle/>
          <a:p>
            <a:pPr marL="233363" indent="-233363" eaLnBrk="0" fontAlgn="base" hangingPunct="0">
              <a:lnSpc>
                <a:spcPct val="90000"/>
              </a:lnSpc>
              <a:spcBef>
                <a:spcPct val="0"/>
              </a:spcBef>
              <a:spcAft>
                <a:spcPct val="0"/>
              </a:spcAft>
            </a:pPr>
            <a:r>
              <a:rPr lang="en-US" b="1" i="1" dirty="0">
                <a:solidFill>
                  <a:srgbClr val="000090"/>
                </a:solidFill>
                <a:latin typeface="Arial" charset="0"/>
                <a:ea typeface="ＭＳ Ｐゴシック" charset="0"/>
              </a:rPr>
              <a:t>3</a:t>
            </a:r>
            <a:r>
              <a:rPr lang="en-US" sz="2400" b="1" i="1" dirty="0">
                <a:solidFill>
                  <a:srgbClr val="000090"/>
                </a:solidFill>
                <a:ea typeface="ＭＳ Ｐゴシック" charset="0"/>
              </a:rPr>
              <a:t>. </a:t>
            </a:r>
            <a:r>
              <a:rPr lang="en-US" sz="2400" i="1" dirty="0">
                <a:solidFill>
                  <a:srgbClr val="000000"/>
                </a:solidFill>
                <a:ea typeface="ＭＳ Ｐゴシック" charset="0"/>
              </a:rPr>
              <a:t>control plane functions external to data-plane switches</a:t>
            </a:r>
            <a:endParaRPr lang="en-US" i="1" dirty="0">
              <a:solidFill>
                <a:srgbClr val="000000"/>
              </a:solidFill>
              <a:ea typeface="ＭＳ Ｐゴシック" charset="0"/>
            </a:endParaRPr>
          </a:p>
        </p:txBody>
      </p:sp>
      <p:cxnSp>
        <p:nvCxnSpPr>
          <p:cNvPr id="717" name="Straight Connector 716">
            <a:extLst>
              <a:ext uri="{FF2B5EF4-FFF2-40B4-BE49-F238E27FC236}">
                <a16:creationId xmlns:a16="http://schemas.microsoft.com/office/drawing/2014/main" id="{A4E79431-B0A1-424A-994E-6C3A3C35D682}"/>
              </a:ext>
            </a:extLst>
          </p:cNvPr>
          <p:cNvCxnSpPr/>
          <p:nvPr/>
        </p:nvCxnSpPr>
        <p:spPr bwMode="auto">
          <a:xfrm flipV="1">
            <a:off x="8275367" y="1593599"/>
            <a:ext cx="618473" cy="645305"/>
          </a:xfrm>
          <a:prstGeom prst="line">
            <a:avLst/>
          </a:prstGeom>
          <a:solidFill>
            <a:srgbClr val="00CC99"/>
          </a:solidFill>
          <a:ln w="952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718" name="Oval 717">
            <a:extLst>
              <a:ext uri="{FF2B5EF4-FFF2-40B4-BE49-F238E27FC236}">
                <a16:creationId xmlns:a16="http://schemas.microsoft.com/office/drawing/2014/main" id="{D081AC31-01FF-274A-A3CC-61340B69FEDE}"/>
              </a:ext>
            </a:extLst>
          </p:cNvPr>
          <p:cNvSpPr/>
          <p:nvPr/>
        </p:nvSpPr>
        <p:spPr bwMode="auto">
          <a:xfrm>
            <a:off x="3619093" y="1435386"/>
            <a:ext cx="725674" cy="342648"/>
          </a:xfrm>
          <a:prstGeom prst="ellipse">
            <a:avLst/>
          </a:prstGeom>
          <a:solidFill>
            <a:schemeClr val="accent6">
              <a:lumMod val="20000"/>
              <a:lumOff val="80000"/>
              <a:alpha val="70000"/>
            </a:schemeClr>
          </a:solidFill>
          <a:ln w="9525" cap="flat" cmpd="sng" algn="ctr">
            <a:solidFill>
              <a:srgbClr val="008000"/>
            </a:solid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719" name="Oval 718">
            <a:extLst>
              <a:ext uri="{FF2B5EF4-FFF2-40B4-BE49-F238E27FC236}">
                <a16:creationId xmlns:a16="http://schemas.microsoft.com/office/drawing/2014/main" id="{51428A79-BB50-854B-9121-C9E4D1876557}"/>
              </a:ext>
            </a:extLst>
          </p:cNvPr>
          <p:cNvSpPr/>
          <p:nvPr/>
        </p:nvSpPr>
        <p:spPr bwMode="auto">
          <a:xfrm>
            <a:off x="4618114" y="1426539"/>
            <a:ext cx="725674" cy="342648"/>
          </a:xfrm>
          <a:prstGeom prst="ellipse">
            <a:avLst/>
          </a:prstGeom>
          <a:solidFill>
            <a:schemeClr val="accent6">
              <a:lumMod val="20000"/>
              <a:lumOff val="80000"/>
              <a:alpha val="70000"/>
            </a:schemeClr>
          </a:solidFill>
          <a:ln w="9525" cap="flat" cmpd="sng" algn="ctr">
            <a:solidFill>
              <a:srgbClr val="008000"/>
            </a:solid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720" name="Oval 719">
            <a:extLst>
              <a:ext uri="{FF2B5EF4-FFF2-40B4-BE49-F238E27FC236}">
                <a16:creationId xmlns:a16="http://schemas.microsoft.com/office/drawing/2014/main" id="{DC70C71B-F844-7F49-AB26-0B4E22A896D0}"/>
              </a:ext>
            </a:extLst>
          </p:cNvPr>
          <p:cNvSpPr/>
          <p:nvPr/>
        </p:nvSpPr>
        <p:spPr bwMode="auto">
          <a:xfrm>
            <a:off x="7431318" y="1417694"/>
            <a:ext cx="725674" cy="342648"/>
          </a:xfrm>
          <a:prstGeom prst="ellipse">
            <a:avLst/>
          </a:prstGeom>
          <a:solidFill>
            <a:schemeClr val="accent6">
              <a:lumMod val="20000"/>
              <a:lumOff val="80000"/>
              <a:alpha val="70000"/>
            </a:schemeClr>
          </a:solidFill>
          <a:ln w="9525" cap="flat" cmpd="sng" algn="ctr">
            <a:solidFill>
              <a:srgbClr val="008000"/>
            </a:solid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721" name="TextBox 720">
            <a:extLst>
              <a:ext uri="{FF2B5EF4-FFF2-40B4-BE49-F238E27FC236}">
                <a16:creationId xmlns:a16="http://schemas.microsoft.com/office/drawing/2014/main" id="{1064F1A9-6515-434B-A35C-622C7DCD2543}"/>
              </a:ext>
            </a:extLst>
          </p:cNvPr>
          <p:cNvSpPr txBox="1"/>
          <p:nvPr/>
        </p:nvSpPr>
        <p:spPr>
          <a:xfrm>
            <a:off x="6236542" y="1190791"/>
            <a:ext cx="595035" cy="584776"/>
          </a:xfrm>
          <a:prstGeom prst="rect">
            <a:avLst/>
          </a:prstGeom>
          <a:noFill/>
        </p:spPr>
        <p:txBody>
          <a:bodyPr wrap="none" rtlCol="0">
            <a:spAutoFit/>
          </a:bodyPr>
          <a:lstStyle/>
          <a:p>
            <a:pPr eaLnBrk="0" fontAlgn="base" hangingPunct="0">
              <a:spcBef>
                <a:spcPct val="0"/>
              </a:spcBef>
              <a:spcAft>
                <a:spcPct val="0"/>
              </a:spcAft>
            </a:pPr>
            <a:r>
              <a:rPr lang="en-US" sz="3200" dirty="0">
                <a:solidFill>
                  <a:srgbClr val="008000"/>
                </a:solidFill>
                <a:latin typeface="Arial" charset="0"/>
                <a:ea typeface="ＭＳ Ｐゴシック" charset="0"/>
              </a:rPr>
              <a:t>…</a:t>
            </a:r>
          </a:p>
        </p:txBody>
      </p:sp>
      <p:cxnSp>
        <p:nvCxnSpPr>
          <p:cNvPr id="725" name="Straight Connector 724">
            <a:extLst>
              <a:ext uri="{FF2B5EF4-FFF2-40B4-BE49-F238E27FC236}">
                <a16:creationId xmlns:a16="http://schemas.microsoft.com/office/drawing/2014/main" id="{E5214BD8-C000-224E-8C7D-B3610D784CAA}"/>
              </a:ext>
            </a:extLst>
          </p:cNvPr>
          <p:cNvCxnSpPr/>
          <p:nvPr/>
        </p:nvCxnSpPr>
        <p:spPr bwMode="auto">
          <a:xfrm flipV="1">
            <a:off x="8228340" y="1594833"/>
            <a:ext cx="663883" cy="1006"/>
          </a:xfrm>
          <a:prstGeom prst="line">
            <a:avLst/>
          </a:prstGeom>
          <a:solidFill>
            <a:srgbClr val="00CC99"/>
          </a:solidFill>
          <a:ln w="952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726" name="TextBox 725">
            <a:extLst>
              <a:ext uri="{FF2B5EF4-FFF2-40B4-BE49-F238E27FC236}">
                <a16:creationId xmlns:a16="http://schemas.microsoft.com/office/drawing/2014/main" id="{DC680172-6486-D24B-A48C-E405688C7041}"/>
              </a:ext>
            </a:extLst>
          </p:cNvPr>
          <p:cNvSpPr txBox="1"/>
          <p:nvPr/>
        </p:nvSpPr>
        <p:spPr>
          <a:xfrm>
            <a:off x="3617055" y="1431666"/>
            <a:ext cx="733619" cy="307777"/>
          </a:xfrm>
          <a:prstGeom prst="rect">
            <a:avLst/>
          </a:prstGeom>
          <a:noFill/>
        </p:spPr>
        <p:txBody>
          <a:bodyPr wrap="none" rtlCol="0">
            <a:spAutoFit/>
          </a:bodyPr>
          <a:lstStyle/>
          <a:p>
            <a:pPr eaLnBrk="0" fontAlgn="base" hangingPunct="0">
              <a:spcBef>
                <a:spcPct val="0"/>
              </a:spcBef>
              <a:spcAft>
                <a:spcPct val="0"/>
              </a:spcAft>
            </a:pPr>
            <a:r>
              <a:rPr lang="en-US" sz="1400" dirty="0">
                <a:solidFill>
                  <a:srgbClr val="000000"/>
                </a:solidFill>
                <a:latin typeface="Arial" charset="0"/>
                <a:ea typeface="ＭＳ Ｐゴシック" charset="0"/>
              </a:rPr>
              <a:t>routing</a:t>
            </a:r>
          </a:p>
        </p:txBody>
      </p:sp>
      <p:sp>
        <p:nvSpPr>
          <p:cNvPr id="727" name="TextBox 726">
            <a:extLst>
              <a:ext uri="{FF2B5EF4-FFF2-40B4-BE49-F238E27FC236}">
                <a16:creationId xmlns:a16="http://schemas.microsoft.com/office/drawing/2014/main" id="{5B694A56-9AC5-0343-9AF5-205254784FFA}"/>
              </a:ext>
            </a:extLst>
          </p:cNvPr>
          <p:cNvSpPr txBox="1"/>
          <p:nvPr/>
        </p:nvSpPr>
        <p:spPr>
          <a:xfrm>
            <a:off x="4644492" y="1393402"/>
            <a:ext cx="809667" cy="410882"/>
          </a:xfrm>
          <a:prstGeom prst="rect">
            <a:avLst/>
          </a:prstGeom>
          <a:noFill/>
        </p:spPr>
        <p:txBody>
          <a:bodyPr wrap="square" rtlCol="0">
            <a:spAutoFit/>
          </a:bodyPr>
          <a:lstStyle/>
          <a:p>
            <a:pPr eaLnBrk="0" fontAlgn="base" hangingPunct="0">
              <a:lnSpc>
                <a:spcPct val="85000"/>
              </a:lnSpc>
              <a:spcBef>
                <a:spcPct val="0"/>
              </a:spcBef>
              <a:spcAft>
                <a:spcPct val="0"/>
              </a:spcAft>
            </a:pPr>
            <a:r>
              <a:rPr lang="en-US" sz="1200" dirty="0">
                <a:solidFill>
                  <a:srgbClr val="000000"/>
                </a:solidFill>
                <a:latin typeface="Arial" charset="0"/>
                <a:ea typeface="ＭＳ Ｐゴシック" charset="0"/>
              </a:rPr>
              <a:t>access control</a:t>
            </a:r>
          </a:p>
        </p:txBody>
      </p:sp>
      <p:sp>
        <p:nvSpPr>
          <p:cNvPr id="728" name="TextBox 727">
            <a:extLst>
              <a:ext uri="{FF2B5EF4-FFF2-40B4-BE49-F238E27FC236}">
                <a16:creationId xmlns:a16="http://schemas.microsoft.com/office/drawing/2014/main" id="{70629D76-356C-EB41-BD3B-0E20EADC644F}"/>
              </a:ext>
            </a:extLst>
          </p:cNvPr>
          <p:cNvSpPr txBox="1"/>
          <p:nvPr/>
        </p:nvSpPr>
        <p:spPr>
          <a:xfrm>
            <a:off x="7403572" y="1382879"/>
            <a:ext cx="809667" cy="410882"/>
          </a:xfrm>
          <a:prstGeom prst="rect">
            <a:avLst/>
          </a:prstGeom>
          <a:noFill/>
        </p:spPr>
        <p:txBody>
          <a:bodyPr wrap="square" rtlCol="0">
            <a:spAutoFit/>
          </a:bodyPr>
          <a:lstStyle/>
          <a:p>
            <a:pPr algn="ctr" eaLnBrk="0" fontAlgn="base" hangingPunct="0">
              <a:lnSpc>
                <a:spcPct val="85000"/>
              </a:lnSpc>
              <a:spcBef>
                <a:spcPct val="0"/>
              </a:spcBef>
              <a:spcAft>
                <a:spcPct val="0"/>
              </a:spcAft>
            </a:pPr>
            <a:r>
              <a:rPr lang="en-US" sz="1200" dirty="0">
                <a:solidFill>
                  <a:srgbClr val="000000"/>
                </a:solidFill>
                <a:latin typeface="Arial" charset="0"/>
                <a:ea typeface="ＭＳ Ｐゴシック" charset="0"/>
              </a:rPr>
              <a:t>load</a:t>
            </a:r>
          </a:p>
          <a:p>
            <a:pPr algn="ctr" eaLnBrk="0" fontAlgn="base" hangingPunct="0">
              <a:lnSpc>
                <a:spcPct val="85000"/>
              </a:lnSpc>
              <a:spcBef>
                <a:spcPct val="0"/>
              </a:spcBef>
              <a:spcAft>
                <a:spcPct val="0"/>
              </a:spcAft>
            </a:pPr>
            <a:r>
              <a:rPr lang="en-US" sz="1200" dirty="0">
                <a:solidFill>
                  <a:srgbClr val="000000"/>
                </a:solidFill>
                <a:latin typeface="Arial" charset="0"/>
                <a:ea typeface="ＭＳ Ｐゴシック" charset="0"/>
              </a:rPr>
              <a:t>balance</a:t>
            </a:r>
          </a:p>
        </p:txBody>
      </p:sp>
      <p:grpSp>
        <p:nvGrpSpPr>
          <p:cNvPr id="734" name="Group 733">
            <a:extLst>
              <a:ext uri="{FF2B5EF4-FFF2-40B4-BE49-F238E27FC236}">
                <a16:creationId xmlns:a16="http://schemas.microsoft.com/office/drawing/2014/main" id="{B6C23F3B-5DA9-E34E-AED7-02585AE8706E}"/>
              </a:ext>
            </a:extLst>
          </p:cNvPr>
          <p:cNvGrpSpPr/>
          <p:nvPr/>
        </p:nvGrpSpPr>
        <p:grpSpPr>
          <a:xfrm>
            <a:off x="363256" y="1413523"/>
            <a:ext cx="3169084" cy="1089529"/>
            <a:chOff x="363256" y="1413523"/>
            <a:chExt cx="3169084" cy="1089529"/>
          </a:xfrm>
        </p:grpSpPr>
        <p:sp>
          <p:nvSpPr>
            <p:cNvPr id="723" name="TextBox 722">
              <a:extLst>
                <a:ext uri="{FF2B5EF4-FFF2-40B4-BE49-F238E27FC236}">
                  <a16:creationId xmlns:a16="http://schemas.microsoft.com/office/drawing/2014/main" id="{34380553-0FC8-9443-B65A-13A8F1715FC7}"/>
                </a:ext>
              </a:extLst>
            </p:cNvPr>
            <p:cNvSpPr txBox="1"/>
            <p:nvPr/>
          </p:nvSpPr>
          <p:spPr>
            <a:xfrm>
              <a:off x="363256" y="1413523"/>
              <a:ext cx="2748319" cy="1089529"/>
            </a:xfrm>
            <a:prstGeom prst="rect">
              <a:avLst/>
            </a:prstGeom>
            <a:noFill/>
          </p:spPr>
          <p:txBody>
            <a:bodyPr wrap="square" rtlCol="0">
              <a:spAutoFit/>
            </a:bodyPr>
            <a:lstStyle/>
            <a:p>
              <a:pPr marL="233363" marR="0" lvl="0" indent="-233363" defTabSz="914400" eaLnBrk="0" fontAlgn="base" latinLnBrk="0" hangingPunct="0">
                <a:lnSpc>
                  <a:spcPct val="90000"/>
                </a:lnSpc>
                <a:spcBef>
                  <a:spcPct val="0"/>
                </a:spcBef>
                <a:spcAft>
                  <a:spcPct val="0"/>
                </a:spcAft>
                <a:buClrTx/>
                <a:buSzTx/>
                <a:buFontTx/>
                <a:buNone/>
                <a:tabLst/>
                <a:defRPr/>
              </a:pPr>
              <a:r>
                <a:rPr kumimoji="0" lang="en-US" sz="2400" b="1" i="1" u="none" strike="noStrike" kern="0" cap="none" spc="0" normalizeH="0" baseline="0" noProof="0" dirty="0">
                  <a:ln>
                    <a:noFill/>
                  </a:ln>
                  <a:solidFill>
                    <a:srgbClr val="000090"/>
                  </a:solidFill>
                  <a:effectLst/>
                  <a:uLnTx/>
                  <a:uFillTx/>
                  <a:ea typeface="ＭＳ Ｐゴシック" charset="0"/>
                </a:rPr>
                <a:t>4. </a:t>
              </a:r>
              <a:r>
                <a:rPr kumimoji="0" lang="en-US" sz="2400" b="0" i="1" u="none" strike="noStrike" kern="0" cap="none" spc="0" normalizeH="0" baseline="0" noProof="0" dirty="0">
                  <a:ln>
                    <a:noFill/>
                  </a:ln>
                  <a:solidFill>
                    <a:srgbClr val="000000"/>
                  </a:solidFill>
                  <a:effectLst/>
                  <a:uLnTx/>
                  <a:uFillTx/>
                  <a:ea typeface="ＭＳ Ｐゴシック" charset="0"/>
                </a:rPr>
                <a:t>programmable control applications</a:t>
              </a:r>
            </a:p>
          </p:txBody>
        </p:sp>
        <p:cxnSp>
          <p:nvCxnSpPr>
            <p:cNvPr id="732" name="Straight Connector 731">
              <a:extLst>
                <a:ext uri="{FF2B5EF4-FFF2-40B4-BE49-F238E27FC236}">
                  <a16:creationId xmlns:a16="http://schemas.microsoft.com/office/drawing/2014/main" id="{EC9B11A7-2B7B-8347-9A8A-72D9FF978B22}"/>
                </a:ext>
              </a:extLst>
            </p:cNvPr>
            <p:cNvCxnSpPr>
              <a:cxnSpLocks/>
            </p:cNvCxnSpPr>
            <p:nvPr/>
          </p:nvCxnSpPr>
          <p:spPr>
            <a:xfrm>
              <a:off x="2655518" y="1615858"/>
              <a:ext cx="87682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7994513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10"/>
                                        </p:tgtEl>
                                        <p:attrNameLst>
                                          <p:attrName>style.visibility</p:attrName>
                                        </p:attrNameLst>
                                      </p:cBhvr>
                                      <p:to>
                                        <p:strVal val="visible"/>
                                      </p:to>
                                    </p:set>
                                    <p:animEffect transition="in" filter="dissolve">
                                      <p:cBhvr>
                                        <p:cTn id="7" dur="500"/>
                                        <p:tgtEl>
                                          <p:spTgt spid="71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13"/>
                                        </p:tgtEl>
                                        <p:attrNameLst>
                                          <p:attrName>style.visibility</p:attrName>
                                        </p:attrNameLst>
                                      </p:cBhvr>
                                      <p:to>
                                        <p:strVal val="visible"/>
                                      </p:to>
                                    </p:set>
                                    <p:animEffect transition="in" filter="dissolve">
                                      <p:cBhvr>
                                        <p:cTn id="12" dur="500"/>
                                        <p:tgtEl>
                                          <p:spTgt spid="71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716"/>
                                        </p:tgtEl>
                                        <p:attrNameLst>
                                          <p:attrName>style.visibility</p:attrName>
                                        </p:attrNameLst>
                                      </p:cBhvr>
                                      <p:to>
                                        <p:strVal val="visible"/>
                                      </p:to>
                                    </p:set>
                                    <p:animEffect transition="in" filter="dissolve">
                                      <p:cBhvr>
                                        <p:cTn id="17" dur="500"/>
                                        <p:tgtEl>
                                          <p:spTgt spid="716"/>
                                        </p:tgtEl>
                                      </p:cBhvr>
                                    </p:animEffect>
                                  </p:childTnLst>
                                </p:cTn>
                              </p:par>
                              <p:par>
                                <p:cTn id="18" presetID="9" presetClass="entr" presetSubtype="0" fill="hold" nodeType="withEffect">
                                  <p:stCondLst>
                                    <p:cond delay="0"/>
                                  </p:stCondLst>
                                  <p:childTnLst>
                                    <p:set>
                                      <p:cBhvr>
                                        <p:cTn id="19" dur="1" fill="hold">
                                          <p:stCondLst>
                                            <p:cond delay="0"/>
                                          </p:stCondLst>
                                        </p:cTn>
                                        <p:tgtEl>
                                          <p:spTgt spid="717"/>
                                        </p:tgtEl>
                                        <p:attrNameLst>
                                          <p:attrName>style.visibility</p:attrName>
                                        </p:attrNameLst>
                                      </p:cBhvr>
                                      <p:to>
                                        <p:strVal val="visible"/>
                                      </p:to>
                                    </p:set>
                                    <p:animEffect transition="in" filter="dissolve">
                                      <p:cBhvr>
                                        <p:cTn id="20" dur="500"/>
                                        <p:tgtEl>
                                          <p:spTgt spid="717"/>
                                        </p:tgtEl>
                                      </p:cBhvr>
                                    </p:animEffect>
                                  </p:childTnLst>
                                </p:cTn>
                              </p:par>
                              <p:par>
                                <p:cTn id="21" presetID="9" presetClass="entr" presetSubtype="0" fill="hold" nodeType="withEffect">
                                  <p:stCondLst>
                                    <p:cond delay="0"/>
                                  </p:stCondLst>
                                  <p:childTnLst>
                                    <p:set>
                                      <p:cBhvr>
                                        <p:cTn id="22" dur="1" fill="hold">
                                          <p:stCondLst>
                                            <p:cond delay="0"/>
                                          </p:stCondLst>
                                        </p:cTn>
                                        <p:tgtEl>
                                          <p:spTgt spid="725"/>
                                        </p:tgtEl>
                                        <p:attrNameLst>
                                          <p:attrName>style.visibility</p:attrName>
                                        </p:attrNameLst>
                                      </p:cBhvr>
                                      <p:to>
                                        <p:strVal val="visible"/>
                                      </p:to>
                                    </p:set>
                                    <p:animEffect transition="in" filter="dissolve">
                                      <p:cBhvr>
                                        <p:cTn id="23" dur="500"/>
                                        <p:tgtEl>
                                          <p:spTgt spid="725"/>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734"/>
                                        </p:tgtEl>
                                        <p:attrNameLst>
                                          <p:attrName>style.visibility</p:attrName>
                                        </p:attrNameLst>
                                      </p:cBhvr>
                                      <p:to>
                                        <p:strVal val="visible"/>
                                      </p:to>
                                    </p:set>
                                    <p:animEffect transition="in" filter="dissolve">
                                      <p:cBhvr>
                                        <p:cTn id="28" dur="500"/>
                                        <p:tgtEl>
                                          <p:spTgt spid="7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6"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ECD85E7-B9DB-9043-B7EC-8C0919E801A1}"/>
              </a:ext>
            </a:extLst>
          </p:cNvPr>
          <p:cNvSpPr>
            <a:spLocks noGrp="1"/>
          </p:cNvSpPr>
          <p:nvPr>
            <p:ph type="title"/>
          </p:nvPr>
        </p:nvSpPr>
        <p:spPr>
          <a:xfrm>
            <a:off x="838200" y="364139"/>
            <a:ext cx="10515600" cy="894622"/>
          </a:xfrm>
        </p:spPr>
        <p:txBody>
          <a:bodyPr>
            <a:normAutofit/>
          </a:bodyPr>
          <a:lstStyle/>
          <a:p>
            <a:r>
              <a:rPr lang="en-US" dirty="0"/>
              <a:t>Software defined networking (SDN)</a:t>
            </a:r>
          </a:p>
        </p:txBody>
      </p:sp>
      <p:sp>
        <p:nvSpPr>
          <p:cNvPr id="4" name="Slide Number Placeholder 3">
            <a:extLst>
              <a:ext uri="{FF2B5EF4-FFF2-40B4-BE49-F238E27FC236}">
                <a16:creationId xmlns:a16="http://schemas.microsoft.com/office/drawing/2014/main" id="{A8F71119-17C6-6045-B8FE-FECA68C801C0}"/>
              </a:ext>
            </a:extLst>
          </p:cNvPr>
          <p:cNvSpPr>
            <a:spLocks noGrp="1"/>
          </p:cNvSpPr>
          <p:nvPr>
            <p:ph type="sldNum" sz="quarter" idx="4"/>
          </p:nvPr>
        </p:nvSpPr>
        <p:spPr/>
        <p:txBody>
          <a:bodyPr/>
          <a:lstStyle/>
          <a:p>
            <a:r>
              <a:rPr lang="en-US" dirty="0"/>
              <a:t>Network Layer: 5-</a:t>
            </a:r>
            <a:fld id="{C4204591-24BD-A542-B9D5-F8D8A88D2FEE}" type="slidenum">
              <a:rPr lang="en-US" smtClean="0"/>
              <a:pPr/>
              <a:t>67</a:t>
            </a:fld>
            <a:endParaRPr lang="en-US" dirty="0"/>
          </a:p>
        </p:txBody>
      </p:sp>
      <p:sp>
        <p:nvSpPr>
          <p:cNvPr id="850" name="Content Placeholder 6">
            <a:extLst>
              <a:ext uri="{FF2B5EF4-FFF2-40B4-BE49-F238E27FC236}">
                <a16:creationId xmlns:a16="http://schemas.microsoft.com/office/drawing/2014/main" id="{BCBBA01E-E6B7-6244-BCD8-8FA9A6E5AB79}"/>
              </a:ext>
            </a:extLst>
          </p:cNvPr>
          <p:cNvSpPr txBox="1">
            <a:spLocks/>
          </p:cNvSpPr>
          <p:nvPr/>
        </p:nvSpPr>
        <p:spPr bwMode="auto">
          <a:xfrm>
            <a:off x="826718" y="1581355"/>
            <a:ext cx="5767982" cy="509653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0" marR="0" lvl="0" indent="0" algn="l" defTabSz="914400" rtl="0" eaLnBrk="0" fontAlgn="base" latinLnBrk="0" hangingPunct="0">
              <a:lnSpc>
                <a:spcPct val="85000"/>
              </a:lnSpc>
              <a:spcBef>
                <a:spcPct val="20000"/>
              </a:spcBef>
              <a:spcAft>
                <a:spcPct val="0"/>
              </a:spcAft>
              <a:buClr>
                <a:srgbClr val="000099"/>
              </a:buClr>
              <a:buSzPct val="100000"/>
              <a:buFont typeface="Wingdings" charset="2"/>
              <a:buNone/>
              <a:tabLst/>
              <a:defRPr/>
            </a:pPr>
            <a:r>
              <a:rPr kumimoji="0" lang="en-US" sz="3200" b="0" u="none" strike="noStrike" kern="0" cap="none" spc="0" normalizeH="0" baseline="0" noProof="0" dirty="0">
                <a:ln>
                  <a:noFill/>
                </a:ln>
                <a:solidFill>
                  <a:srgbClr val="0000A8"/>
                </a:solidFill>
                <a:effectLst/>
                <a:uLnTx/>
                <a:uFillTx/>
                <a:ea typeface="ＭＳ Ｐゴシック" charset="0"/>
              </a:rPr>
              <a:t>Data-plane switches:</a:t>
            </a:r>
          </a:p>
          <a:p>
            <a:pPr marL="342900" marR="0" lvl="0" indent="-342900" algn="l" defTabSz="914400" rtl="0" eaLnBrk="0" fontAlgn="base" latinLnBrk="0" hangingPunct="0">
              <a:lnSpc>
                <a:spcPct val="95000"/>
              </a:lnSpc>
              <a:spcBef>
                <a:spcPct val="20000"/>
              </a:spcBef>
              <a:spcAft>
                <a:spcPct val="0"/>
              </a:spcAft>
              <a:buClr>
                <a:srgbClr val="000099"/>
              </a:buClr>
              <a:buSzPct val="100000"/>
              <a:buFont typeface="Wingdings" charset="2"/>
              <a:buChar char="§"/>
              <a:tabLst/>
              <a:defRPr/>
            </a:pPr>
            <a:r>
              <a:rPr kumimoji="0" lang="en-US" sz="2600" b="0" i="0" u="none" strike="noStrike" kern="0" cap="none" spc="0" normalizeH="0" baseline="0" noProof="0" dirty="0">
                <a:ln>
                  <a:noFill/>
                </a:ln>
                <a:solidFill>
                  <a:srgbClr val="000000"/>
                </a:solidFill>
                <a:effectLst/>
                <a:uLnTx/>
                <a:uFillTx/>
                <a:ea typeface="ＭＳ Ｐゴシック" charset="0"/>
              </a:rPr>
              <a:t>fast, simple, commodity switches implementing generalized data-plane </a:t>
            </a:r>
            <a:r>
              <a:rPr kumimoji="0" lang="en-US" sz="2600" b="0" i="0" u="none" strike="noStrike" kern="0" cap="none" spc="0" normalizeH="0" baseline="0" noProof="0" dirty="0" smtClean="0">
                <a:ln>
                  <a:noFill/>
                </a:ln>
                <a:solidFill>
                  <a:srgbClr val="000000"/>
                </a:solidFill>
                <a:effectLst/>
                <a:uLnTx/>
                <a:uFillTx/>
                <a:ea typeface="ＭＳ Ｐゴシック" charset="0"/>
              </a:rPr>
              <a:t>forwarding</a:t>
            </a:r>
            <a:r>
              <a:rPr kumimoji="0" lang="en-US" sz="2600" b="0" i="0" u="none" strike="noStrike" kern="0" cap="none" spc="0" normalizeH="0" noProof="0" dirty="0" smtClean="0">
                <a:ln>
                  <a:noFill/>
                </a:ln>
                <a:solidFill>
                  <a:srgbClr val="000000"/>
                </a:solidFill>
                <a:effectLst/>
                <a:uLnTx/>
                <a:uFillTx/>
                <a:ea typeface="ＭＳ Ｐゴシック" charset="0"/>
              </a:rPr>
              <a:t> </a:t>
            </a:r>
            <a:r>
              <a:rPr kumimoji="0" lang="en-US" sz="2600" b="0" i="0" u="none" strike="noStrike" kern="0" cap="none" spc="0" normalizeH="0" baseline="0" noProof="0" dirty="0" smtClean="0">
                <a:ln>
                  <a:noFill/>
                </a:ln>
                <a:solidFill>
                  <a:srgbClr val="000000"/>
                </a:solidFill>
                <a:effectLst/>
                <a:uLnTx/>
                <a:uFillTx/>
                <a:ea typeface="ＭＳ Ｐゴシック" charset="0"/>
              </a:rPr>
              <a:t>in </a:t>
            </a:r>
            <a:r>
              <a:rPr kumimoji="0" lang="en-US" sz="2600" b="0" i="0" u="none" strike="noStrike" kern="0" cap="none" spc="0" normalizeH="0" baseline="0" noProof="0" dirty="0">
                <a:ln>
                  <a:noFill/>
                </a:ln>
                <a:solidFill>
                  <a:srgbClr val="000000"/>
                </a:solidFill>
                <a:effectLst/>
                <a:uLnTx/>
                <a:uFillTx/>
                <a:ea typeface="ＭＳ Ｐゴシック" charset="0"/>
              </a:rPr>
              <a:t>hardware</a:t>
            </a:r>
          </a:p>
          <a:p>
            <a:pPr marL="342900" marR="0" lvl="0" indent="-342900" algn="l" defTabSz="914400" rtl="0" eaLnBrk="0" fontAlgn="base" latinLnBrk="0" hangingPunct="0">
              <a:lnSpc>
                <a:spcPct val="95000"/>
              </a:lnSpc>
              <a:spcBef>
                <a:spcPct val="20000"/>
              </a:spcBef>
              <a:spcAft>
                <a:spcPct val="0"/>
              </a:spcAft>
              <a:buClr>
                <a:srgbClr val="000099"/>
              </a:buClr>
              <a:buSzPct val="100000"/>
              <a:buFont typeface="Wingdings" charset="2"/>
              <a:buChar char="§"/>
              <a:tabLst/>
              <a:defRPr/>
            </a:pPr>
            <a:r>
              <a:rPr kumimoji="0" lang="en-US" sz="2600" b="0" i="0" u="none" strike="noStrike" kern="0" cap="none" spc="0" normalizeH="0" baseline="0" noProof="0" dirty="0">
                <a:ln>
                  <a:noFill/>
                </a:ln>
                <a:solidFill>
                  <a:srgbClr val="000000"/>
                </a:solidFill>
                <a:effectLst/>
                <a:uLnTx/>
                <a:uFillTx/>
                <a:ea typeface="ＭＳ Ｐゴシック" charset="0"/>
              </a:rPr>
              <a:t>flow (forwarding)</a:t>
            </a:r>
            <a:r>
              <a:rPr kumimoji="0" lang="en-US" sz="2600" b="0" i="0" u="none" strike="noStrike" kern="0" cap="none" spc="0" normalizeH="0" noProof="0" dirty="0">
                <a:ln>
                  <a:noFill/>
                </a:ln>
                <a:solidFill>
                  <a:srgbClr val="000000"/>
                </a:solidFill>
                <a:effectLst/>
                <a:uLnTx/>
                <a:uFillTx/>
                <a:ea typeface="ＭＳ Ｐゴシック" charset="0"/>
              </a:rPr>
              <a:t> </a:t>
            </a:r>
            <a:r>
              <a:rPr kumimoji="0" lang="en-US" sz="2600" b="0" i="0" u="none" strike="noStrike" kern="0" cap="none" spc="0" normalizeH="0" baseline="0" noProof="0" dirty="0">
                <a:ln>
                  <a:noFill/>
                </a:ln>
                <a:solidFill>
                  <a:srgbClr val="000000"/>
                </a:solidFill>
                <a:effectLst/>
                <a:uLnTx/>
                <a:uFillTx/>
                <a:ea typeface="ＭＳ Ｐゴシック" charset="0"/>
              </a:rPr>
              <a:t>table computed, installed under controller supervision</a:t>
            </a:r>
          </a:p>
          <a:p>
            <a:pPr marL="342900" marR="0" lvl="0" indent="-342900" algn="l" defTabSz="914400" rtl="0" eaLnBrk="0" fontAlgn="base" latinLnBrk="0" hangingPunct="0">
              <a:lnSpc>
                <a:spcPct val="95000"/>
              </a:lnSpc>
              <a:spcBef>
                <a:spcPct val="20000"/>
              </a:spcBef>
              <a:spcAft>
                <a:spcPct val="0"/>
              </a:spcAft>
              <a:buClr>
                <a:srgbClr val="000099"/>
              </a:buClr>
              <a:buSzPct val="100000"/>
              <a:buFont typeface="Wingdings" charset="2"/>
              <a:buChar char="§"/>
              <a:tabLst/>
              <a:defRPr/>
            </a:pPr>
            <a:r>
              <a:rPr kumimoji="0" lang="en-US" sz="2600" b="0" i="0" u="none" strike="noStrike" kern="0" cap="none" spc="0" normalizeH="0" baseline="0" noProof="0" dirty="0">
                <a:ln>
                  <a:noFill/>
                </a:ln>
                <a:solidFill>
                  <a:srgbClr val="000000"/>
                </a:solidFill>
                <a:effectLst/>
                <a:uLnTx/>
                <a:uFillTx/>
                <a:ea typeface="ＭＳ Ｐゴシック" charset="0"/>
              </a:rPr>
              <a:t>API for table-based switch control (e.g., OpenFlow)</a:t>
            </a:r>
          </a:p>
          <a:p>
            <a:pPr marL="635000" marR="0" lvl="1" indent="-234950" algn="l" defTabSz="914400" rtl="0" eaLnBrk="0" fontAlgn="base" latinLnBrk="0" hangingPunct="0">
              <a:lnSpc>
                <a:spcPct val="95000"/>
              </a:lnSpc>
              <a:spcBef>
                <a:spcPct val="20000"/>
              </a:spcBef>
              <a:spcAft>
                <a:spcPct val="0"/>
              </a:spcAft>
              <a:buClr>
                <a:srgbClr val="000099"/>
              </a:buClr>
              <a:buSzTx/>
              <a:buFont typeface="Arial"/>
              <a:buChar char="•"/>
              <a:defRPr/>
            </a:pPr>
            <a:r>
              <a:rPr kumimoji="0" lang="en-US" b="0" i="0" u="none" strike="noStrike" kern="0" cap="none" spc="0" normalizeH="0" baseline="0" noProof="0" dirty="0">
                <a:ln>
                  <a:noFill/>
                </a:ln>
                <a:solidFill>
                  <a:srgbClr val="000000"/>
                </a:solidFill>
                <a:effectLst/>
                <a:uLnTx/>
                <a:uFillTx/>
                <a:ea typeface="ＭＳ Ｐゴシック" charset="0"/>
              </a:rPr>
              <a:t>defines what is controllable,</a:t>
            </a:r>
            <a:r>
              <a:rPr kumimoji="0" lang="en-US" b="0" i="0" u="none" strike="noStrike" kern="0" cap="none" spc="0" normalizeH="0" noProof="0" dirty="0">
                <a:ln>
                  <a:noFill/>
                </a:ln>
                <a:solidFill>
                  <a:srgbClr val="000000"/>
                </a:solidFill>
                <a:effectLst/>
                <a:uLnTx/>
                <a:uFillTx/>
                <a:ea typeface="ＭＳ Ｐゴシック" charset="0"/>
              </a:rPr>
              <a:t> </a:t>
            </a:r>
            <a:r>
              <a:rPr kumimoji="0" lang="en-US" b="0" i="0" u="none" strike="noStrike" kern="0" cap="none" spc="0" normalizeH="0" baseline="0" noProof="0" dirty="0">
                <a:ln>
                  <a:noFill/>
                </a:ln>
                <a:solidFill>
                  <a:srgbClr val="000000"/>
                </a:solidFill>
                <a:effectLst/>
                <a:uLnTx/>
                <a:uFillTx/>
                <a:ea typeface="ＭＳ Ｐゴシック" charset="0"/>
              </a:rPr>
              <a:t>what is not</a:t>
            </a:r>
          </a:p>
          <a:p>
            <a:pPr marL="342900" marR="0" lvl="0" indent="-342900" algn="l" defTabSz="914400" rtl="0" eaLnBrk="0" fontAlgn="base" latinLnBrk="0" hangingPunct="0">
              <a:lnSpc>
                <a:spcPct val="95000"/>
              </a:lnSpc>
              <a:spcBef>
                <a:spcPct val="20000"/>
              </a:spcBef>
              <a:spcAft>
                <a:spcPct val="0"/>
              </a:spcAft>
              <a:buClr>
                <a:srgbClr val="000099"/>
              </a:buClr>
              <a:buSzPct val="100000"/>
              <a:buFont typeface="Wingdings" charset="2"/>
              <a:buChar char="§"/>
              <a:tabLst/>
              <a:defRPr/>
            </a:pPr>
            <a:r>
              <a:rPr kumimoji="0" lang="en-US" sz="2600" b="0" i="0" u="none" strike="noStrike" kern="0" cap="none" spc="0" normalizeH="0" baseline="0" noProof="0" dirty="0">
                <a:ln>
                  <a:noFill/>
                </a:ln>
                <a:solidFill>
                  <a:srgbClr val="000000"/>
                </a:solidFill>
                <a:effectLst/>
                <a:uLnTx/>
                <a:uFillTx/>
                <a:ea typeface="ＭＳ Ｐゴシック" charset="0"/>
              </a:rPr>
              <a:t>protocol for communicating with controller (e.g., OpenFlow)</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2800" b="0" i="0" u="none" strike="noStrike" kern="0" cap="none" spc="0" normalizeH="0" baseline="0" noProof="0" dirty="0">
              <a:ln>
                <a:noFill/>
              </a:ln>
              <a:solidFill>
                <a:srgbClr val="000000"/>
              </a:solidFill>
              <a:effectLst/>
              <a:uLnTx/>
              <a:uFillTx/>
              <a:latin typeface="Gill Sans MT"/>
              <a:ea typeface="ＭＳ Ｐゴシック" charset="0"/>
            </a:endParaRPr>
          </a:p>
        </p:txBody>
      </p:sp>
      <p:grpSp>
        <p:nvGrpSpPr>
          <p:cNvPr id="851" name="Group 850">
            <a:extLst>
              <a:ext uri="{FF2B5EF4-FFF2-40B4-BE49-F238E27FC236}">
                <a16:creationId xmlns:a16="http://schemas.microsoft.com/office/drawing/2014/main" id="{CE55C0D3-06CC-DF41-88F6-A273370E03E8}"/>
              </a:ext>
            </a:extLst>
          </p:cNvPr>
          <p:cNvGrpSpPr/>
          <p:nvPr/>
        </p:nvGrpSpPr>
        <p:grpSpPr>
          <a:xfrm>
            <a:off x="6806501" y="1476134"/>
            <a:ext cx="3846765" cy="5169840"/>
            <a:chOff x="4990227" y="910464"/>
            <a:chExt cx="3846765" cy="5169840"/>
          </a:xfrm>
        </p:grpSpPr>
        <p:sp>
          <p:nvSpPr>
            <p:cNvPr id="852" name="TextBox 399">
              <a:extLst>
                <a:ext uri="{FF2B5EF4-FFF2-40B4-BE49-F238E27FC236}">
                  <a16:creationId xmlns:a16="http://schemas.microsoft.com/office/drawing/2014/main" id="{5EA34F1E-D60F-4E46-99D4-53221197BEEC}"/>
                </a:ext>
              </a:extLst>
            </p:cNvPr>
            <p:cNvSpPr txBox="1">
              <a:spLocks noChangeArrowheads="1"/>
            </p:cNvSpPr>
            <p:nvPr/>
          </p:nvSpPr>
          <p:spPr bwMode="auto">
            <a:xfrm>
              <a:off x="8518490" y="4936685"/>
              <a:ext cx="286930" cy="4714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ts val="1463"/>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rPr>
                <a:t>data</a:t>
              </a:r>
            </a:p>
            <a:p>
              <a:pPr marL="0" marR="0" lvl="0" indent="0" algn="ctr" defTabSz="914400" eaLnBrk="0" fontAlgn="base" latinLnBrk="0" hangingPunct="0">
                <a:lnSpc>
                  <a:spcPts val="1463"/>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rPr>
                <a:t>plane</a:t>
              </a:r>
            </a:p>
          </p:txBody>
        </p:sp>
        <p:sp>
          <p:nvSpPr>
            <p:cNvPr id="853" name="TextBox 400">
              <a:extLst>
                <a:ext uri="{FF2B5EF4-FFF2-40B4-BE49-F238E27FC236}">
                  <a16:creationId xmlns:a16="http://schemas.microsoft.com/office/drawing/2014/main" id="{DE759E4F-F356-5946-9CC4-A4E5C9A1D6D9}"/>
                </a:ext>
              </a:extLst>
            </p:cNvPr>
            <p:cNvSpPr txBox="1">
              <a:spLocks noChangeArrowheads="1"/>
            </p:cNvSpPr>
            <p:nvPr/>
          </p:nvSpPr>
          <p:spPr bwMode="auto">
            <a:xfrm>
              <a:off x="8494972" y="2474327"/>
              <a:ext cx="342020" cy="4714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ts val="1463"/>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rPr>
                <a:t>control</a:t>
              </a:r>
            </a:p>
            <a:p>
              <a:pPr marL="0" marR="0" lvl="0" indent="0" algn="ctr" defTabSz="914400" eaLnBrk="0" fontAlgn="base" latinLnBrk="0" hangingPunct="0">
                <a:lnSpc>
                  <a:spcPts val="1463"/>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rPr>
                <a:t>plane</a:t>
              </a:r>
            </a:p>
          </p:txBody>
        </p:sp>
        <p:cxnSp>
          <p:nvCxnSpPr>
            <p:cNvPr id="854" name="Straight Connector 853">
              <a:extLst>
                <a:ext uri="{FF2B5EF4-FFF2-40B4-BE49-F238E27FC236}">
                  <a16:creationId xmlns:a16="http://schemas.microsoft.com/office/drawing/2014/main" id="{1A2102D6-7949-1844-8DED-B73B0057D3CF}"/>
                </a:ext>
              </a:extLst>
            </p:cNvPr>
            <p:cNvCxnSpPr/>
            <p:nvPr/>
          </p:nvCxnSpPr>
          <p:spPr bwMode="auto">
            <a:xfrm flipV="1">
              <a:off x="5272718" y="4529666"/>
              <a:ext cx="2791783" cy="14329"/>
            </a:xfrm>
            <a:prstGeom prst="line">
              <a:avLst/>
            </a:prstGeom>
            <a:noFill/>
            <a:ln w="25400" cap="flat" cmpd="sng" algn="ctr">
              <a:solidFill>
                <a:srgbClr val="000000"/>
              </a:solidFill>
              <a:prstDash val="dash"/>
            </a:ln>
            <a:effectLst/>
          </p:spPr>
        </p:cxnSp>
        <p:cxnSp>
          <p:nvCxnSpPr>
            <p:cNvPr id="855" name="Straight Connector 854">
              <a:extLst>
                <a:ext uri="{FF2B5EF4-FFF2-40B4-BE49-F238E27FC236}">
                  <a16:creationId xmlns:a16="http://schemas.microsoft.com/office/drawing/2014/main" id="{41F5119B-91DF-204A-A96B-FEEB6C0969E0}"/>
                </a:ext>
              </a:extLst>
            </p:cNvPr>
            <p:cNvCxnSpPr/>
            <p:nvPr/>
          </p:nvCxnSpPr>
          <p:spPr bwMode="auto">
            <a:xfrm flipV="1">
              <a:off x="5192283" y="2709335"/>
              <a:ext cx="3041550" cy="18563"/>
            </a:xfrm>
            <a:prstGeom prst="line">
              <a:avLst/>
            </a:prstGeom>
            <a:noFill/>
            <a:ln w="25400" cap="flat" cmpd="sng" algn="ctr">
              <a:solidFill>
                <a:srgbClr val="000000"/>
              </a:solidFill>
              <a:prstDash val="dash"/>
            </a:ln>
            <a:effectLst/>
          </p:spPr>
        </p:cxnSp>
        <p:grpSp>
          <p:nvGrpSpPr>
            <p:cNvPr id="856" name="Group 855">
              <a:extLst>
                <a:ext uri="{FF2B5EF4-FFF2-40B4-BE49-F238E27FC236}">
                  <a16:creationId xmlns:a16="http://schemas.microsoft.com/office/drawing/2014/main" id="{4A072938-7333-B54B-8E85-AA4AB0118ED1}"/>
                </a:ext>
              </a:extLst>
            </p:cNvPr>
            <p:cNvGrpSpPr/>
            <p:nvPr/>
          </p:nvGrpSpPr>
          <p:grpSpPr>
            <a:xfrm>
              <a:off x="5164667" y="4826000"/>
              <a:ext cx="2979208" cy="973667"/>
              <a:chOff x="2592388" y="5601756"/>
              <a:chExt cx="4027487" cy="939800"/>
            </a:xfrm>
          </p:grpSpPr>
          <p:sp>
            <p:nvSpPr>
              <p:cNvPr id="912" name="Freeform 2">
                <a:extLst>
                  <a:ext uri="{FF2B5EF4-FFF2-40B4-BE49-F238E27FC236}">
                    <a16:creationId xmlns:a16="http://schemas.microsoft.com/office/drawing/2014/main" id="{71DEC372-158B-D843-AAA9-4449502790F7}"/>
                  </a:ext>
                </a:extLst>
              </p:cNvPr>
              <p:cNvSpPr>
                <a:spLocks/>
              </p:cNvSpPr>
              <p:nvPr/>
            </p:nvSpPr>
            <p:spPr bwMode="auto">
              <a:xfrm>
                <a:off x="2592388" y="5601756"/>
                <a:ext cx="4027487" cy="939800"/>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9CE0FA"/>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cxnSp>
            <p:nvCxnSpPr>
              <p:cNvPr id="913" name="Straight Connector 912">
                <a:extLst>
                  <a:ext uri="{FF2B5EF4-FFF2-40B4-BE49-F238E27FC236}">
                    <a16:creationId xmlns:a16="http://schemas.microsoft.com/office/drawing/2014/main" id="{B0A5E970-BE5B-924E-8E27-2F517326B70B}"/>
                  </a:ext>
                </a:extLst>
              </p:cNvPr>
              <p:cNvCxnSpPr/>
              <p:nvPr/>
            </p:nvCxnSpPr>
            <p:spPr>
              <a:xfrm flipV="1">
                <a:off x="3262941" y="5752569"/>
                <a:ext cx="1316038" cy="131762"/>
              </a:xfrm>
              <a:prstGeom prst="line">
                <a:avLst/>
              </a:prstGeom>
              <a:noFill/>
              <a:ln w="12700" cap="flat" cmpd="sng" algn="ctr">
                <a:solidFill>
                  <a:srgbClr val="000000"/>
                </a:solidFill>
                <a:prstDash val="solid"/>
              </a:ln>
              <a:effectLst/>
            </p:spPr>
          </p:cxnSp>
          <p:cxnSp>
            <p:nvCxnSpPr>
              <p:cNvPr id="914" name="Straight Connector 913">
                <a:extLst>
                  <a:ext uri="{FF2B5EF4-FFF2-40B4-BE49-F238E27FC236}">
                    <a16:creationId xmlns:a16="http://schemas.microsoft.com/office/drawing/2014/main" id="{4BCA3B8C-279D-E840-87D5-1E0642D09387}"/>
                  </a:ext>
                </a:extLst>
              </p:cNvPr>
              <p:cNvCxnSpPr/>
              <p:nvPr/>
            </p:nvCxnSpPr>
            <p:spPr>
              <a:xfrm>
                <a:off x="3151816" y="5939894"/>
                <a:ext cx="2259013" cy="298450"/>
              </a:xfrm>
              <a:prstGeom prst="line">
                <a:avLst/>
              </a:prstGeom>
              <a:noFill/>
              <a:ln w="12700" cap="flat" cmpd="sng" algn="ctr">
                <a:solidFill>
                  <a:srgbClr val="000000"/>
                </a:solidFill>
                <a:prstDash val="solid"/>
              </a:ln>
              <a:effectLst/>
            </p:spPr>
          </p:cxnSp>
          <p:cxnSp>
            <p:nvCxnSpPr>
              <p:cNvPr id="915" name="Straight Connector 914">
                <a:extLst>
                  <a:ext uri="{FF2B5EF4-FFF2-40B4-BE49-F238E27FC236}">
                    <a16:creationId xmlns:a16="http://schemas.microsoft.com/office/drawing/2014/main" id="{CD10DAC3-DC6D-E045-A194-1C410416865B}"/>
                  </a:ext>
                </a:extLst>
              </p:cNvPr>
              <p:cNvCxnSpPr/>
              <p:nvPr/>
            </p:nvCxnSpPr>
            <p:spPr>
              <a:xfrm>
                <a:off x="3164516" y="6044669"/>
                <a:ext cx="714375" cy="276225"/>
              </a:xfrm>
              <a:prstGeom prst="line">
                <a:avLst/>
              </a:prstGeom>
              <a:noFill/>
              <a:ln w="12700" cap="flat" cmpd="sng" algn="ctr">
                <a:solidFill>
                  <a:srgbClr val="000000"/>
                </a:solidFill>
                <a:prstDash val="solid"/>
              </a:ln>
              <a:effectLst/>
            </p:spPr>
          </p:cxnSp>
          <p:cxnSp>
            <p:nvCxnSpPr>
              <p:cNvPr id="916" name="Straight Connector 915">
                <a:extLst>
                  <a:ext uri="{FF2B5EF4-FFF2-40B4-BE49-F238E27FC236}">
                    <a16:creationId xmlns:a16="http://schemas.microsoft.com/office/drawing/2014/main" id="{E2A8FB26-91FF-3E4C-8347-A2AE524A00A4}"/>
                  </a:ext>
                </a:extLst>
              </p:cNvPr>
              <p:cNvCxnSpPr/>
              <p:nvPr/>
            </p:nvCxnSpPr>
            <p:spPr>
              <a:xfrm flipV="1">
                <a:off x="4182104" y="6238344"/>
                <a:ext cx="1247775" cy="82550"/>
              </a:xfrm>
              <a:prstGeom prst="line">
                <a:avLst/>
              </a:prstGeom>
              <a:noFill/>
              <a:ln w="12700" cap="flat" cmpd="sng" algn="ctr">
                <a:solidFill>
                  <a:srgbClr val="000000"/>
                </a:solidFill>
                <a:prstDash val="solid"/>
              </a:ln>
              <a:effectLst/>
            </p:spPr>
          </p:cxnSp>
          <p:cxnSp>
            <p:nvCxnSpPr>
              <p:cNvPr id="917" name="Straight Connector 916">
                <a:extLst>
                  <a:ext uri="{FF2B5EF4-FFF2-40B4-BE49-F238E27FC236}">
                    <a16:creationId xmlns:a16="http://schemas.microsoft.com/office/drawing/2014/main" id="{FC84CD0A-6A0B-954A-A0C2-9433ED84E08F}"/>
                  </a:ext>
                </a:extLst>
              </p:cNvPr>
              <p:cNvCxnSpPr/>
              <p:nvPr/>
            </p:nvCxnSpPr>
            <p:spPr>
              <a:xfrm>
                <a:off x="4842504" y="5785906"/>
                <a:ext cx="1057275" cy="123825"/>
              </a:xfrm>
              <a:prstGeom prst="line">
                <a:avLst/>
              </a:prstGeom>
              <a:noFill/>
              <a:ln w="12700" cap="flat" cmpd="sng" algn="ctr">
                <a:solidFill>
                  <a:srgbClr val="000000"/>
                </a:solidFill>
                <a:prstDash val="solid"/>
              </a:ln>
              <a:effectLst/>
            </p:spPr>
          </p:cxnSp>
          <p:cxnSp>
            <p:nvCxnSpPr>
              <p:cNvPr id="918" name="Straight Connector 917">
                <a:extLst>
                  <a:ext uri="{FF2B5EF4-FFF2-40B4-BE49-F238E27FC236}">
                    <a16:creationId xmlns:a16="http://schemas.microsoft.com/office/drawing/2014/main" id="{F20F73DF-CC1A-414D-AA37-5C7FA5314FCC}"/>
                  </a:ext>
                </a:extLst>
              </p:cNvPr>
              <p:cNvCxnSpPr/>
              <p:nvPr/>
            </p:nvCxnSpPr>
            <p:spPr>
              <a:xfrm flipV="1">
                <a:off x="4126541" y="5939894"/>
                <a:ext cx="1790700" cy="298450"/>
              </a:xfrm>
              <a:prstGeom prst="line">
                <a:avLst/>
              </a:prstGeom>
              <a:noFill/>
              <a:ln w="12700" cap="flat" cmpd="sng" algn="ctr">
                <a:solidFill>
                  <a:srgbClr val="000000"/>
                </a:solidFill>
                <a:prstDash val="solid"/>
              </a:ln>
              <a:effectLst/>
            </p:spPr>
          </p:cxnSp>
          <p:cxnSp>
            <p:nvCxnSpPr>
              <p:cNvPr id="919" name="Straight Connector 918">
                <a:extLst>
                  <a:ext uri="{FF2B5EF4-FFF2-40B4-BE49-F238E27FC236}">
                    <a16:creationId xmlns:a16="http://schemas.microsoft.com/office/drawing/2014/main" id="{AC31F3CF-B52D-E042-B7DB-4F44E715F9A8}"/>
                  </a:ext>
                </a:extLst>
              </p:cNvPr>
              <p:cNvCxnSpPr/>
              <p:nvPr/>
            </p:nvCxnSpPr>
            <p:spPr>
              <a:xfrm flipV="1">
                <a:off x="5453691" y="5968469"/>
                <a:ext cx="588963" cy="269875"/>
              </a:xfrm>
              <a:prstGeom prst="line">
                <a:avLst/>
              </a:prstGeom>
              <a:noFill/>
              <a:ln w="12700" cap="flat" cmpd="sng" algn="ctr">
                <a:solidFill>
                  <a:srgbClr val="000000"/>
                </a:solidFill>
                <a:prstDash val="solid"/>
              </a:ln>
              <a:effectLst/>
            </p:spPr>
          </p:cxnSp>
          <p:cxnSp>
            <p:nvCxnSpPr>
              <p:cNvPr id="920" name="Straight Connector 919">
                <a:extLst>
                  <a:ext uri="{FF2B5EF4-FFF2-40B4-BE49-F238E27FC236}">
                    <a16:creationId xmlns:a16="http://schemas.microsoft.com/office/drawing/2014/main" id="{48C7DC80-D2A7-B248-9A8F-1B651F5CEB39}"/>
                  </a:ext>
                </a:extLst>
              </p:cNvPr>
              <p:cNvCxnSpPr/>
              <p:nvPr/>
            </p:nvCxnSpPr>
            <p:spPr>
              <a:xfrm>
                <a:off x="4596441" y="5752569"/>
                <a:ext cx="814388" cy="401637"/>
              </a:xfrm>
              <a:prstGeom prst="line">
                <a:avLst/>
              </a:prstGeom>
              <a:noFill/>
              <a:ln w="12700" cap="flat" cmpd="sng" algn="ctr">
                <a:solidFill>
                  <a:srgbClr val="000000"/>
                </a:solidFill>
                <a:prstDash val="solid"/>
              </a:ln>
              <a:effectLst/>
            </p:spPr>
          </p:cxnSp>
          <p:grpSp>
            <p:nvGrpSpPr>
              <p:cNvPr id="921" name="Group 347">
                <a:extLst>
                  <a:ext uri="{FF2B5EF4-FFF2-40B4-BE49-F238E27FC236}">
                    <a16:creationId xmlns:a16="http://schemas.microsoft.com/office/drawing/2014/main" id="{A2DC2A2D-4327-FB49-8F37-6B6A7EBE1D0E}"/>
                  </a:ext>
                </a:extLst>
              </p:cNvPr>
              <p:cNvGrpSpPr>
                <a:grpSpLocks/>
              </p:cNvGrpSpPr>
              <p:nvPr/>
            </p:nvGrpSpPr>
            <p:grpSpPr bwMode="auto">
              <a:xfrm>
                <a:off x="5856401" y="5796097"/>
                <a:ext cx="588970" cy="242608"/>
                <a:chOff x="1871277" y="1576300"/>
                <a:chExt cx="1128371" cy="437861"/>
              </a:xfrm>
            </p:grpSpPr>
            <p:sp>
              <p:nvSpPr>
                <p:cNvPr id="962" name="Oval 961">
                  <a:extLst>
                    <a:ext uri="{FF2B5EF4-FFF2-40B4-BE49-F238E27FC236}">
                      <a16:creationId xmlns:a16="http://schemas.microsoft.com/office/drawing/2014/main" id="{9B6F5CD8-4D1E-1A4F-9507-95200A73998A}"/>
                    </a:ext>
                  </a:extLst>
                </p:cNvPr>
                <p:cNvSpPr/>
                <p:nvPr/>
              </p:nvSpPr>
              <p:spPr bwMode="auto">
                <a:xfrm flipV="1">
                  <a:off x="1874446" y="1694641"/>
                  <a:ext cx="1125202" cy="319520"/>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63" name="Rectangle 962">
                  <a:extLst>
                    <a:ext uri="{FF2B5EF4-FFF2-40B4-BE49-F238E27FC236}">
                      <a16:creationId xmlns:a16="http://schemas.microsoft.com/office/drawing/2014/main" id="{C28B8F5B-8431-1A46-AAE4-9B0ED530F25B}"/>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64" name="Oval 963">
                  <a:extLst>
                    <a:ext uri="{FF2B5EF4-FFF2-40B4-BE49-F238E27FC236}">
                      <a16:creationId xmlns:a16="http://schemas.microsoft.com/office/drawing/2014/main" id="{F1F79620-841F-DD4E-87FC-51E7153EC005}"/>
                    </a:ext>
                  </a:extLst>
                </p:cNvPr>
                <p:cNvSpPr/>
                <p:nvPr/>
              </p:nvSpPr>
              <p:spPr bwMode="auto">
                <a:xfrm flipV="1">
                  <a:off x="1871277" y="1576300"/>
                  <a:ext cx="1125200" cy="319520"/>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65" name="Freeform 964">
                  <a:extLst>
                    <a:ext uri="{FF2B5EF4-FFF2-40B4-BE49-F238E27FC236}">
                      <a16:creationId xmlns:a16="http://schemas.microsoft.com/office/drawing/2014/main" id="{E98A7BEC-9D56-6B49-8125-0F5CDE1FC0B8}"/>
                    </a:ext>
                  </a:extLst>
                </p:cNvPr>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66" name="Freeform 965">
                  <a:extLst>
                    <a:ext uri="{FF2B5EF4-FFF2-40B4-BE49-F238E27FC236}">
                      <a16:creationId xmlns:a16="http://schemas.microsoft.com/office/drawing/2014/main" id="{6905DB74-EB71-3644-AC3F-2EDDA70861AB}"/>
                    </a:ext>
                  </a:extLst>
                </p:cNvPr>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67" name="Freeform 966">
                  <a:extLst>
                    <a:ext uri="{FF2B5EF4-FFF2-40B4-BE49-F238E27FC236}">
                      <a16:creationId xmlns:a16="http://schemas.microsoft.com/office/drawing/2014/main" id="{62D3DDB5-3EA7-214C-8C31-BA38971C9A74}"/>
                    </a:ext>
                  </a:extLst>
                </p:cNvPr>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68" name="Freeform 967">
                  <a:extLst>
                    <a:ext uri="{FF2B5EF4-FFF2-40B4-BE49-F238E27FC236}">
                      <a16:creationId xmlns:a16="http://schemas.microsoft.com/office/drawing/2014/main" id="{B71B4E2A-E351-6C49-9DFD-6BB4843D451F}"/>
                    </a:ext>
                  </a:extLst>
                </p:cNvPr>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69" name="Straight Connector 968">
                  <a:extLst>
                    <a:ext uri="{FF2B5EF4-FFF2-40B4-BE49-F238E27FC236}">
                      <a16:creationId xmlns:a16="http://schemas.microsoft.com/office/drawing/2014/main" id="{7146C111-B5B3-8141-95C1-2CADFE9B32BF}"/>
                    </a:ext>
                  </a:extLst>
                </p:cNvPr>
                <p:cNvCxnSpPr>
                  <a:endCxn id="964" idx="2"/>
                </p:cNvCxnSpPr>
                <p:nvPr/>
              </p:nvCxnSpPr>
              <p:spPr bwMode="auto">
                <a:xfrm flipH="1" flipV="1">
                  <a:off x="1871277" y="1737243"/>
                  <a:ext cx="3169" cy="123074"/>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970" name="Straight Connector 969">
                  <a:extLst>
                    <a:ext uri="{FF2B5EF4-FFF2-40B4-BE49-F238E27FC236}">
                      <a16:creationId xmlns:a16="http://schemas.microsoft.com/office/drawing/2014/main" id="{DFA6A355-A08F-F241-92FA-D0E6992CE4F5}"/>
                    </a:ext>
                  </a:extLst>
                </p:cNvPr>
                <p:cNvCxnSpPr/>
                <p:nvPr/>
              </p:nvCxnSpPr>
              <p:spPr bwMode="auto">
                <a:xfrm flipH="1" flipV="1">
                  <a:off x="2996477" y="1734877"/>
                  <a:ext cx="3171" cy="123074"/>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922" name="Group 347">
                <a:extLst>
                  <a:ext uri="{FF2B5EF4-FFF2-40B4-BE49-F238E27FC236}">
                    <a16:creationId xmlns:a16="http://schemas.microsoft.com/office/drawing/2014/main" id="{46EDC75E-59E6-4645-85A7-E2C58E545181}"/>
                  </a:ext>
                </a:extLst>
              </p:cNvPr>
              <p:cNvGrpSpPr>
                <a:grpSpLocks/>
              </p:cNvGrpSpPr>
              <p:nvPr/>
            </p:nvGrpSpPr>
            <p:grpSpPr bwMode="auto">
              <a:xfrm>
                <a:off x="4375328" y="5654000"/>
                <a:ext cx="588970" cy="242608"/>
                <a:chOff x="1871277" y="1576300"/>
                <a:chExt cx="1128371" cy="437861"/>
              </a:xfrm>
            </p:grpSpPr>
            <p:sp>
              <p:nvSpPr>
                <p:cNvPr id="953" name="Oval 952">
                  <a:extLst>
                    <a:ext uri="{FF2B5EF4-FFF2-40B4-BE49-F238E27FC236}">
                      <a16:creationId xmlns:a16="http://schemas.microsoft.com/office/drawing/2014/main" id="{9DACA189-A149-9949-BCF3-95B569BB6477}"/>
                    </a:ext>
                  </a:extLst>
                </p:cNvPr>
                <p:cNvSpPr/>
                <p:nvPr/>
              </p:nvSpPr>
              <p:spPr bwMode="auto">
                <a:xfrm flipV="1">
                  <a:off x="1874446" y="1694641"/>
                  <a:ext cx="1125202" cy="319520"/>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54" name="Rectangle 953">
                  <a:extLst>
                    <a:ext uri="{FF2B5EF4-FFF2-40B4-BE49-F238E27FC236}">
                      <a16:creationId xmlns:a16="http://schemas.microsoft.com/office/drawing/2014/main" id="{08EC0937-ACA9-3840-8439-8223BB848980}"/>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5" name="Oval 954">
                  <a:extLst>
                    <a:ext uri="{FF2B5EF4-FFF2-40B4-BE49-F238E27FC236}">
                      <a16:creationId xmlns:a16="http://schemas.microsoft.com/office/drawing/2014/main" id="{E17B98F5-9CEF-6F4F-BBA9-BB8DE0D91B36}"/>
                    </a:ext>
                  </a:extLst>
                </p:cNvPr>
                <p:cNvSpPr/>
                <p:nvPr/>
              </p:nvSpPr>
              <p:spPr bwMode="auto">
                <a:xfrm flipV="1">
                  <a:off x="1871277" y="1576300"/>
                  <a:ext cx="1125200" cy="319520"/>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56" name="Freeform 955">
                  <a:extLst>
                    <a:ext uri="{FF2B5EF4-FFF2-40B4-BE49-F238E27FC236}">
                      <a16:creationId xmlns:a16="http://schemas.microsoft.com/office/drawing/2014/main" id="{61234B09-DC44-7342-A70C-06AC8A581E23}"/>
                    </a:ext>
                  </a:extLst>
                </p:cNvPr>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7" name="Freeform 956">
                  <a:extLst>
                    <a:ext uri="{FF2B5EF4-FFF2-40B4-BE49-F238E27FC236}">
                      <a16:creationId xmlns:a16="http://schemas.microsoft.com/office/drawing/2014/main" id="{03AF34FD-E240-F04C-9158-920D29213255}"/>
                    </a:ext>
                  </a:extLst>
                </p:cNvPr>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8" name="Freeform 957">
                  <a:extLst>
                    <a:ext uri="{FF2B5EF4-FFF2-40B4-BE49-F238E27FC236}">
                      <a16:creationId xmlns:a16="http://schemas.microsoft.com/office/drawing/2014/main" id="{526E50F3-60FD-0E45-BC3A-3C6066FB7D8A}"/>
                    </a:ext>
                  </a:extLst>
                </p:cNvPr>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9" name="Freeform 958">
                  <a:extLst>
                    <a:ext uri="{FF2B5EF4-FFF2-40B4-BE49-F238E27FC236}">
                      <a16:creationId xmlns:a16="http://schemas.microsoft.com/office/drawing/2014/main" id="{FEE1E3A7-C090-734C-9180-457004D9D039}"/>
                    </a:ext>
                  </a:extLst>
                </p:cNvPr>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60" name="Straight Connector 959">
                  <a:extLst>
                    <a:ext uri="{FF2B5EF4-FFF2-40B4-BE49-F238E27FC236}">
                      <a16:creationId xmlns:a16="http://schemas.microsoft.com/office/drawing/2014/main" id="{99A3F99A-570C-8A42-9492-3585D770DA95}"/>
                    </a:ext>
                  </a:extLst>
                </p:cNvPr>
                <p:cNvCxnSpPr>
                  <a:endCxn id="955" idx="2"/>
                </p:cNvCxnSpPr>
                <p:nvPr/>
              </p:nvCxnSpPr>
              <p:spPr bwMode="auto">
                <a:xfrm flipH="1" flipV="1">
                  <a:off x="1871277" y="1737243"/>
                  <a:ext cx="3169" cy="123074"/>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961" name="Straight Connector 960">
                  <a:extLst>
                    <a:ext uri="{FF2B5EF4-FFF2-40B4-BE49-F238E27FC236}">
                      <a16:creationId xmlns:a16="http://schemas.microsoft.com/office/drawing/2014/main" id="{5F18512F-CA24-4444-95DF-016FA49178DB}"/>
                    </a:ext>
                  </a:extLst>
                </p:cNvPr>
                <p:cNvCxnSpPr/>
                <p:nvPr/>
              </p:nvCxnSpPr>
              <p:spPr bwMode="auto">
                <a:xfrm flipH="1" flipV="1">
                  <a:off x="2996477" y="1734877"/>
                  <a:ext cx="3171" cy="123074"/>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923" name="Group 347">
                <a:extLst>
                  <a:ext uri="{FF2B5EF4-FFF2-40B4-BE49-F238E27FC236}">
                    <a16:creationId xmlns:a16="http://schemas.microsoft.com/office/drawing/2014/main" id="{4B02C431-99D3-6D48-8159-7B4877B83ADD}"/>
                  </a:ext>
                </a:extLst>
              </p:cNvPr>
              <p:cNvGrpSpPr>
                <a:grpSpLocks/>
              </p:cNvGrpSpPr>
              <p:nvPr/>
            </p:nvGrpSpPr>
            <p:grpSpPr bwMode="auto">
              <a:xfrm>
                <a:off x="2848241" y="5847813"/>
                <a:ext cx="588970" cy="242608"/>
                <a:chOff x="1871277" y="1576300"/>
                <a:chExt cx="1128371" cy="437861"/>
              </a:xfrm>
            </p:grpSpPr>
            <p:sp>
              <p:nvSpPr>
                <p:cNvPr id="944" name="Oval 943">
                  <a:extLst>
                    <a:ext uri="{FF2B5EF4-FFF2-40B4-BE49-F238E27FC236}">
                      <a16:creationId xmlns:a16="http://schemas.microsoft.com/office/drawing/2014/main" id="{0FF0DF6F-D87B-2346-B35F-0DD610115E22}"/>
                    </a:ext>
                  </a:extLst>
                </p:cNvPr>
                <p:cNvSpPr/>
                <p:nvPr/>
              </p:nvSpPr>
              <p:spPr bwMode="auto">
                <a:xfrm flipV="1">
                  <a:off x="1874446" y="1694641"/>
                  <a:ext cx="1125202" cy="319520"/>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45" name="Rectangle 944">
                  <a:extLst>
                    <a:ext uri="{FF2B5EF4-FFF2-40B4-BE49-F238E27FC236}">
                      <a16:creationId xmlns:a16="http://schemas.microsoft.com/office/drawing/2014/main" id="{0A88A3D0-6A43-9C4F-B2B8-C62A5B975479}"/>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6" name="Oval 945">
                  <a:extLst>
                    <a:ext uri="{FF2B5EF4-FFF2-40B4-BE49-F238E27FC236}">
                      <a16:creationId xmlns:a16="http://schemas.microsoft.com/office/drawing/2014/main" id="{A97EE425-A6D3-754D-B745-A46539A9BCE9}"/>
                    </a:ext>
                  </a:extLst>
                </p:cNvPr>
                <p:cNvSpPr/>
                <p:nvPr/>
              </p:nvSpPr>
              <p:spPr bwMode="auto">
                <a:xfrm flipV="1">
                  <a:off x="1871277" y="1576300"/>
                  <a:ext cx="1125200" cy="319520"/>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47" name="Freeform 946">
                  <a:extLst>
                    <a:ext uri="{FF2B5EF4-FFF2-40B4-BE49-F238E27FC236}">
                      <a16:creationId xmlns:a16="http://schemas.microsoft.com/office/drawing/2014/main" id="{D4B205B1-4191-B84B-8CA4-DD171806AD2E}"/>
                    </a:ext>
                  </a:extLst>
                </p:cNvPr>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8" name="Freeform 947">
                  <a:extLst>
                    <a:ext uri="{FF2B5EF4-FFF2-40B4-BE49-F238E27FC236}">
                      <a16:creationId xmlns:a16="http://schemas.microsoft.com/office/drawing/2014/main" id="{1BBBF1EF-3ED2-5848-B3F0-7F8463BE28C7}"/>
                    </a:ext>
                  </a:extLst>
                </p:cNvPr>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9" name="Freeform 948">
                  <a:extLst>
                    <a:ext uri="{FF2B5EF4-FFF2-40B4-BE49-F238E27FC236}">
                      <a16:creationId xmlns:a16="http://schemas.microsoft.com/office/drawing/2014/main" id="{AE727D85-0B80-AB43-A858-E12A22DEF74E}"/>
                    </a:ext>
                  </a:extLst>
                </p:cNvPr>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0" name="Freeform 949">
                  <a:extLst>
                    <a:ext uri="{FF2B5EF4-FFF2-40B4-BE49-F238E27FC236}">
                      <a16:creationId xmlns:a16="http://schemas.microsoft.com/office/drawing/2014/main" id="{E087DF11-E1FC-A24A-A90A-56EFAAF5ED33}"/>
                    </a:ext>
                  </a:extLst>
                </p:cNvPr>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51" name="Straight Connector 950">
                  <a:extLst>
                    <a:ext uri="{FF2B5EF4-FFF2-40B4-BE49-F238E27FC236}">
                      <a16:creationId xmlns:a16="http://schemas.microsoft.com/office/drawing/2014/main" id="{63B2769E-5BF0-4C43-BDCD-E08BBCA40A60}"/>
                    </a:ext>
                  </a:extLst>
                </p:cNvPr>
                <p:cNvCxnSpPr>
                  <a:endCxn id="946" idx="2"/>
                </p:cNvCxnSpPr>
                <p:nvPr/>
              </p:nvCxnSpPr>
              <p:spPr bwMode="auto">
                <a:xfrm flipH="1" flipV="1">
                  <a:off x="1871277" y="1737243"/>
                  <a:ext cx="3169" cy="123074"/>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952" name="Straight Connector 951">
                  <a:extLst>
                    <a:ext uri="{FF2B5EF4-FFF2-40B4-BE49-F238E27FC236}">
                      <a16:creationId xmlns:a16="http://schemas.microsoft.com/office/drawing/2014/main" id="{D9643885-03AC-8C44-B9B3-97EEFAB93F73}"/>
                    </a:ext>
                  </a:extLst>
                </p:cNvPr>
                <p:cNvCxnSpPr/>
                <p:nvPr/>
              </p:nvCxnSpPr>
              <p:spPr bwMode="auto">
                <a:xfrm flipH="1" flipV="1">
                  <a:off x="2996477" y="1734877"/>
                  <a:ext cx="3171" cy="123074"/>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924" name="Group 347">
                <a:extLst>
                  <a:ext uri="{FF2B5EF4-FFF2-40B4-BE49-F238E27FC236}">
                    <a16:creationId xmlns:a16="http://schemas.microsoft.com/office/drawing/2014/main" id="{59383640-B92E-3B49-9F91-B00C1816C4B2}"/>
                  </a:ext>
                </a:extLst>
              </p:cNvPr>
              <p:cNvGrpSpPr>
                <a:grpSpLocks/>
              </p:cNvGrpSpPr>
              <p:nvPr/>
            </p:nvGrpSpPr>
            <p:grpSpPr bwMode="auto">
              <a:xfrm>
                <a:off x="5166757" y="6114152"/>
                <a:ext cx="588970" cy="242608"/>
                <a:chOff x="1871277" y="1576300"/>
                <a:chExt cx="1128371" cy="437861"/>
              </a:xfrm>
            </p:grpSpPr>
            <p:sp>
              <p:nvSpPr>
                <p:cNvPr id="935" name="Oval 934">
                  <a:extLst>
                    <a:ext uri="{FF2B5EF4-FFF2-40B4-BE49-F238E27FC236}">
                      <a16:creationId xmlns:a16="http://schemas.microsoft.com/office/drawing/2014/main" id="{5018BF36-5D40-234D-B43E-166D4365DFC7}"/>
                    </a:ext>
                  </a:extLst>
                </p:cNvPr>
                <p:cNvSpPr/>
                <p:nvPr/>
              </p:nvSpPr>
              <p:spPr bwMode="auto">
                <a:xfrm flipV="1">
                  <a:off x="1874446" y="1694641"/>
                  <a:ext cx="1125202" cy="319520"/>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36" name="Rectangle 935">
                  <a:extLst>
                    <a:ext uri="{FF2B5EF4-FFF2-40B4-BE49-F238E27FC236}">
                      <a16:creationId xmlns:a16="http://schemas.microsoft.com/office/drawing/2014/main" id="{F3CF2F53-1F91-DA4A-B9DD-A5E958F02DF9}"/>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37" name="Oval 936">
                  <a:extLst>
                    <a:ext uri="{FF2B5EF4-FFF2-40B4-BE49-F238E27FC236}">
                      <a16:creationId xmlns:a16="http://schemas.microsoft.com/office/drawing/2014/main" id="{DE201E6A-02EE-B14D-8F1B-DC21CC87BE80}"/>
                    </a:ext>
                  </a:extLst>
                </p:cNvPr>
                <p:cNvSpPr/>
                <p:nvPr/>
              </p:nvSpPr>
              <p:spPr bwMode="auto">
                <a:xfrm flipV="1">
                  <a:off x="1871277" y="1576300"/>
                  <a:ext cx="1125200" cy="319520"/>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38" name="Freeform 937">
                  <a:extLst>
                    <a:ext uri="{FF2B5EF4-FFF2-40B4-BE49-F238E27FC236}">
                      <a16:creationId xmlns:a16="http://schemas.microsoft.com/office/drawing/2014/main" id="{FB05CF2E-83B0-2640-93AB-853D8763B115}"/>
                    </a:ext>
                  </a:extLst>
                </p:cNvPr>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39" name="Freeform 938">
                  <a:extLst>
                    <a:ext uri="{FF2B5EF4-FFF2-40B4-BE49-F238E27FC236}">
                      <a16:creationId xmlns:a16="http://schemas.microsoft.com/office/drawing/2014/main" id="{E2067AB0-285F-1D49-84B3-34E74A8258AC}"/>
                    </a:ext>
                  </a:extLst>
                </p:cNvPr>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0" name="Freeform 939">
                  <a:extLst>
                    <a:ext uri="{FF2B5EF4-FFF2-40B4-BE49-F238E27FC236}">
                      <a16:creationId xmlns:a16="http://schemas.microsoft.com/office/drawing/2014/main" id="{E1588A39-233E-9A43-89F2-A2C023D3DD50}"/>
                    </a:ext>
                  </a:extLst>
                </p:cNvPr>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1" name="Freeform 940">
                  <a:extLst>
                    <a:ext uri="{FF2B5EF4-FFF2-40B4-BE49-F238E27FC236}">
                      <a16:creationId xmlns:a16="http://schemas.microsoft.com/office/drawing/2014/main" id="{7E4670CD-E442-5648-B94B-92AF3B894755}"/>
                    </a:ext>
                  </a:extLst>
                </p:cNvPr>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42" name="Straight Connector 941">
                  <a:extLst>
                    <a:ext uri="{FF2B5EF4-FFF2-40B4-BE49-F238E27FC236}">
                      <a16:creationId xmlns:a16="http://schemas.microsoft.com/office/drawing/2014/main" id="{759AD6F2-B641-0B45-9023-2F9E18420F9E}"/>
                    </a:ext>
                  </a:extLst>
                </p:cNvPr>
                <p:cNvCxnSpPr>
                  <a:endCxn id="937" idx="2"/>
                </p:cNvCxnSpPr>
                <p:nvPr/>
              </p:nvCxnSpPr>
              <p:spPr bwMode="auto">
                <a:xfrm flipH="1" flipV="1">
                  <a:off x="1871277" y="1737243"/>
                  <a:ext cx="3169" cy="123074"/>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943" name="Straight Connector 942">
                  <a:extLst>
                    <a:ext uri="{FF2B5EF4-FFF2-40B4-BE49-F238E27FC236}">
                      <a16:creationId xmlns:a16="http://schemas.microsoft.com/office/drawing/2014/main" id="{BD308E44-0EFE-944D-83E1-D1B7C02C2983}"/>
                    </a:ext>
                  </a:extLst>
                </p:cNvPr>
                <p:cNvCxnSpPr/>
                <p:nvPr/>
              </p:nvCxnSpPr>
              <p:spPr bwMode="auto">
                <a:xfrm flipH="1" flipV="1">
                  <a:off x="2996477" y="1734877"/>
                  <a:ext cx="3171" cy="123074"/>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925" name="Group 347">
                <a:extLst>
                  <a:ext uri="{FF2B5EF4-FFF2-40B4-BE49-F238E27FC236}">
                    <a16:creationId xmlns:a16="http://schemas.microsoft.com/office/drawing/2014/main" id="{885312C2-0E07-194B-BEF1-237808F2C1B0}"/>
                  </a:ext>
                </a:extLst>
              </p:cNvPr>
              <p:cNvGrpSpPr>
                <a:grpSpLocks/>
              </p:cNvGrpSpPr>
              <p:nvPr/>
            </p:nvGrpSpPr>
            <p:grpSpPr bwMode="auto">
              <a:xfrm>
                <a:off x="3704088" y="6206732"/>
                <a:ext cx="588970" cy="242608"/>
                <a:chOff x="1871277" y="1576300"/>
                <a:chExt cx="1128371" cy="437861"/>
              </a:xfrm>
            </p:grpSpPr>
            <p:sp>
              <p:nvSpPr>
                <p:cNvPr id="926" name="Oval 925">
                  <a:extLst>
                    <a:ext uri="{FF2B5EF4-FFF2-40B4-BE49-F238E27FC236}">
                      <a16:creationId xmlns:a16="http://schemas.microsoft.com/office/drawing/2014/main" id="{DB1F6E96-DE25-304B-B7D0-FD1D59509C9D}"/>
                    </a:ext>
                  </a:extLst>
                </p:cNvPr>
                <p:cNvSpPr/>
                <p:nvPr/>
              </p:nvSpPr>
              <p:spPr bwMode="auto">
                <a:xfrm flipV="1">
                  <a:off x="1874446" y="1694641"/>
                  <a:ext cx="1125202" cy="319520"/>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27" name="Rectangle 926">
                  <a:extLst>
                    <a:ext uri="{FF2B5EF4-FFF2-40B4-BE49-F238E27FC236}">
                      <a16:creationId xmlns:a16="http://schemas.microsoft.com/office/drawing/2014/main" id="{C6F722AF-47B6-754C-8E9E-EFEB45831A89}"/>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28" name="Oval 927">
                  <a:extLst>
                    <a:ext uri="{FF2B5EF4-FFF2-40B4-BE49-F238E27FC236}">
                      <a16:creationId xmlns:a16="http://schemas.microsoft.com/office/drawing/2014/main" id="{B7EFF65E-E3E4-7743-90E8-6E0DED7FF48C}"/>
                    </a:ext>
                  </a:extLst>
                </p:cNvPr>
                <p:cNvSpPr/>
                <p:nvPr/>
              </p:nvSpPr>
              <p:spPr bwMode="auto">
                <a:xfrm flipV="1">
                  <a:off x="1871277" y="1576300"/>
                  <a:ext cx="1125200" cy="319520"/>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29" name="Freeform 928">
                  <a:extLst>
                    <a:ext uri="{FF2B5EF4-FFF2-40B4-BE49-F238E27FC236}">
                      <a16:creationId xmlns:a16="http://schemas.microsoft.com/office/drawing/2014/main" id="{A6419AFD-CC26-B146-A541-B565AEA3805C}"/>
                    </a:ext>
                  </a:extLst>
                </p:cNvPr>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30" name="Freeform 929">
                  <a:extLst>
                    <a:ext uri="{FF2B5EF4-FFF2-40B4-BE49-F238E27FC236}">
                      <a16:creationId xmlns:a16="http://schemas.microsoft.com/office/drawing/2014/main" id="{0147F8D3-CAD7-8542-B967-4F72DDDE3A54}"/>
                    </a:ext>
                  </a:extLst>
                </p:cNvPr>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31" name="Freeform 930">
                  <a:extLst>
                    <a:ext uri="{FF2B5EF4-FFF2-40B4-BE49-F238E27FC236}">
                      <a16:creationId xmlns:a16="http://schemas.microsoft.com/office/drawing/2014/main" id="{AAF1E1A5-D576-1A4A-9BFD-6C323830CFC5}"/>
                    </a:ext>
                  </a:extLst>
                </p:cNvPr>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32" name="Freeform 931">
                  <a:extLst>
                    <a:ext uri="{FF2B5EF4-FFF2-40B4-BE49-F238E27FC236}">
                      <a16:creationId xmlns:a16="http://schemas.microsoft.com/office/drawing/2014/main" id="{00B23D7F-A468-7B41-B882-C74692A46B5A}"/>
                    </a:ext>
                  </a:extLst>
                </p:cNvPr>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33" name="Straight Connector 932">
                  <a:extLst>
                    <a:ext uri="{FF2B5EF4-FFF2-40B4-BE49-F238E27FC236}">
                      <a16:creationId xmlns:a16="http://schemas.microsoft.com/office/drawing/2014/main" id="{A710DADF-5A66-4E4D-9212-3DB6E5790B57}"/>
                    </a:ext>
                  </a:extLst>
                </p:cNvPr>
                <p:cNvCxnSpPr>
                  <a:endCxn id="928" idx="2"/>
                </p:cNvCxnSpPr>
                <p:nvPr/>
              </p:nvCxnSpPr>
              <p:spPr bwMode="auto">
                <a:xfrm flipH="1" flipV="1">
                  <a:off x="1871277" y="1737243"/>
                  <a:ext cx="3169" cy="123074"/>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934" name="Straight Connector 933">
                  <a:extLst>
                    <a:ext uri="{FF2B5EF4-FFF2-40B4-BE49-F238E27FC236}">
                      <a16:creationId xmlns:a16="http://schemas.microsoft.com/office/drawing/2014/main" id="{59A3775F-4767-2F47-9662-6CCEC729A7A8}"/>
                    </a:ext>
                  </a:extLst>
                </p:cNvPr>
                <p:cNvCxnSpPr/>
                <p:nvPr/>
              </p:nvCxnSpPr>
              <p:spPr bwMode="auto">
                <a:xfrm flipH="1" flipV="1">
                  <a:off x="2996477" y="1734877"/>
                  <a:ext cx="3171" cy="123074"/>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grpSp>
          <p:nvGrpSpPr>
            <p:cNvPr id="857" name="Group 856">
              <a:extLst>
                <a:ext uri="{FF2B5EF4-FFF2-40B4-BE49-F238E27FC236}">
                  <a16:creationId xmlns:a16="http://schemas.microsoft.com/office/drawing/2014/main" id="{54A52462-5258-B74E-939D-5568EFF6BF9A}"/>
                </a:ext>
              </a:extLst>
            </p:cNvPr>
            <p:cNvGrpSpPr/>
            <p:nvPr/>
          </p:nvGrpSpPr>
          <p:grpSpPr>
            <a:xfrm>
              <a:off x="4990227" y="3046752"/>
              <a:ext cx="3116606" cy="1053561"/>
              <a:chOff x="4990227" y="2877416"/>
              <a:chExt cx="3116606" cy="1053561"/>
            </a:xfrm>
          </p:grpSpPr>
          <p:sp>
            <p:nvSpPr>
              <p:cNvPr id="876" name="Rectangle 875">
                <a:extLst>
                  <a:ext uri="{FF2B5EF4-FFF2-40B4-BE49-F238E27FC236}">
                    <a16:creationId xmlns:a16="http://schemas.microsoft.com/office/drawing/2014/main" id="{A13ADE3B-72C2-1D43-B7E3-53ACC236F401}"/>
                  </a:ext>
                </a:extLst>
              </p:cNvPr>
              <p:cNvSpPr/>
              <p:nvPr/>
            </p:nvSpPr>
            <p:spPr bwMode="auto">
              <a:xfrm>
                <a:off x="5418665" y="2913389"/>
                <a:ext cx="2688168" cy="1017588"/>
              </a:xfrm>
              <a:prstGeom prst="rect">
                <a:avLst/>
              </a:prstGeom>
              <a:solidFill>
                <a:srgbClr val="2D2DB9">
                  <a:lumMod val="20000"/>
                  <a:lumOff val="80000"/>
                </a:srgbClr>
              </a:solidFill>
              <a:ln w="317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877" name="Freeform 876">
                <a:extLst>
                  <a:ext uri="{FF2B5EF4-FFF2-40B4-BE49-F238E27FC236}">
                    <a16:creationId xmlns:a16="http://schemas.microsoft.com/office/drawing/2014/main" id="{8479C132-9D4A-964F-A8E8-7EB2EAA9863B}"/>
                  </a:ext>
                </a:extLst>
              </p:cNvPr>
              <p:cNvSpPr/>
              <p:nvPr/>
            </p:nvSpPr>
            <p:spPr bwMode="auto">
              <a:xfrm>
                <a:off x="5218221" y="2877416"/>
                <a:ext cx="213773" cy="1028160"/>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 name="connsiteX0" fmla="*/ 20385 w 220240"/>
                  <a:gd name="connsiteY0" fmla="*/ 745656 h 1058154"/>
                  <a:gd name="connsiteX1" fmla="*/ 214305 w 220240"/>
                  <a:gd name="connsiteY1" fmla="*/ 0 h 1058154"/>
                  <a:gd name="connsiteX2" fmla="*/ 220240 w 220240"/>
                  <a:gd name="connsiteY2" fmla="*/ 1027869 h 1058154"/>
                  <a:gd name="connsiteX3" fmla="*/ 68 w 220240"/>
                  <a:gd name="connsiteY3" fmla="*/ 986902 h 1058154"/>
                  <a:gd name="connsiteX4" fmla="*/ 20385 w 220240"/>
                  <a:gd name="connsiteY4" fmla="*/ 745656 h 1058154"/>
                  <a:gd name="connsiteX0" fmla="*/ 20385 w 220240"/>
                  <a:gd name="connsiteY0" fmla="*/ 745656 h 1068836"/>
                  <a:gd name="connsiteX1" fmla="*/ 214305 w 220240"/>
                  <a:gd name="connsiteY1" fmla="*/ 0 h 1068836"/>
                  <a:gd name="connsiteX2" fmla="*/ 220240 w 220240"/>
                  <a:gd name="connsiteY2" fmla="*/ 1027869 h 1068836"/>
                  <a:gd name="connsiteX3" fmla="*/ 68 w 220240"/>
                  <a:gd name="connsiteY3" fmla="*/ 986902 h 1068836"/>
                  <a:gd name="connsiteX4" fmla="*/ 20385 w 220240"/>
                  <a:gd name="connsiteY4" fmla="*/ 745656 h 1068836"/>
                  <a:gd name="connsiteX0" fmla="*/ 15446 w 215301"/>
                  <a:gd name="connsiteY0" fmla="*/ 745656 h 1057581"/>
                  <a:gd name="connsiteX1" fmla="*/ 209366 w 215301"/>
                  <a:gd name="connsiteY1" fmla="*/ 0 h 1057581"/>
                  <a:gd name="connsiteX2" fmla="*/ 215301 w 215301"/>
                  <a:gd name="connsiteY2" fmla="*/ 1027869 h 1057581"/>
                  <a:gd name="connsiteX3" fmla="*/ 87 w 215301"/>
                  <a:gd name="connsiteY3" fmla="*/ 888484 h 1057581"/>
                  <a:gd name="connsiteX4" fmla="*/ 15446 w 215301"/>
                  <a:gd name="connsiteY4" fmla="*/ 745656 h 1057581"/>
                  <a:gd name="connsiteX0" fmla="*/ 15446 w 215301"/>
                  <a:gd name="connsiteY0" fmla="*/ 745656 h 1063397"/>
                  <a:gd name="connsiteX1" fmla="*/ 209366 w 215301"/>
                  <a:gd name="connsiteY1" fmla="*/ 0 h 1063397"/>
                  <a:gd name="connsiteX2" fmla="*/ 215301 w 215301"/>
                  <a:gd name="connsiteY2" fmla="*/ 1027869 h 1063397"/>
                  <a:gd name="connsiteX3" fmla="*/ 87 w 215301"/>
                  <a:gd name="connsiteY3" fmla="*/ 888484 h 1063397"/>
                  <a:gd name="connsiteX4" fmla="*/ 15446 w 215301"/>
                  <a:gd name="connsiteY4" fmla="*/ 745656 h 1063397"/>
                  <a:gd name="connsiteX0" fmla="*/ 15446 w 215301"/>
                  <a:gd name="connsiteY0" fmla="*/ 745656 h 1027869"/>
                  <a:gd name="connsiteX1" fmla="*/ 209366 w 215301"/>
                  <a:gd name="connsiteY1" fmla="*/ 0 h 1027869"/>
                  <a:gd name="connsiteX2" fmla="*/ 215301 w 215301"/>
                  <a:gd name="connsiteY2" fmla="*/ 1027869 h 1027869"/>
                  <a:gd name="connsiteX3" fmla="*/ 87 w 215301"/>
                  <a:gd name="connsiteY3" fmla="*/ 888484 h 1027869"/>
                  <a:gd name="connsiteX4" fmla="*/ 15446 w 215301"/>
                  <a:gd name="connsiteY4" fmla="*/ 745656 h 1027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301" h="1027869">
                    <a:moveTo>
                      <a:pt x="15446" y="745656"/>
                    </a:moveTo>
                    <a:lnTo>
                      <a:pt x="209366" y="0"/>
                    </a:lnTo>
                    <a:cubicBezTo>
                      <a:pt x="211344" y="342623"/>
                      <a:pt x="213323" y="685246"/>
                      <a:pt x="215301" y="1027869"/>
                    </a:cubicBezTo>
                    <a:cubicBezTo>
                      <a:pt x="115469" y="960083"/>
                      <a:pt x="99918" y="931665"/>
                      <a:pt x="87" y="888484"/>
                    </a:cubicBezTo>
                    <a:cubicBezTo>
                      <a:pt x="-1403" y="675204"/>
                      <a:pt x="16936" y="958936"/>
                      <a:pt x="15446" y="745656"/>
                    </a:cubicBezTo>
                    <a:close/>
                  </a:path>
                </a:pathLst>
              </a:custGeom>
              <a:gradFill rotWithShape="1">
                <a:gsLst>
                  <a:gs pos="0">
                    <a:srgbClr val="FFFFFF">
                      <a:lumMod val="95000"/>
                    </a:srgbClr>
                  </a:gs>
                  <a:gs pos="100000">
                    <a:srgbClr val="2D2DB9">
                      <a:lumMod val="20000"/>
                      <a:lumOff val="80000"/>
                    </a:srgbClr>
                  </a:gs>
                </a:gsLst>
                <a:lin ang="0" scaled="0"/>
              </a:gra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878" name="Group 950">
                <a:extLst>
                  <a:ext uri="{FF2B5EF4-FFF2-40B4-BE49-F238E27FC236}">
                    <a16:creationId xmlns:a16="http://schemas.microsoft.com/office/drawing/2014/main" id="{6265B51A-C625-0E46-B1CD-1B0CC4EAE2DF}"/>
                  </a:ext>
                </a:extLst>
              </p:cNvPr>
              <p:cNvGrpSpPr>
                <a:grpSpLocks/>
              </p:cNvGrpSpPr>
              <p:nvPr/>
            </p:nvGrpSpPr>
            <p:grpSpPr bwMode="auto">
              <a:xfrm>
                <a:off x="4990227" y="3351862"/>
                <a:ext cx="251561" cy="564103"/>
                <a:chOff x="4140" y="429"/>
                <a:chExt cx="1425" cy="2396"/>
              </a:xfrm>
            </p:grpSpPr>
            <p:sp>
              <p:nvSpPr>
                <p:cNvPr id="880" name="Freeform 951">
                  <a:extLst>
                    <a:ext uri="{FF2B5EF4-FFF2-40B4-BE49-F238E27FC236}">
                      <a16:creationId xmlns:a16="http://schemas.microsoft.com/office/drawing/2014/main" id="{A5BA354F-B231-C647-9049-264E94760E6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81" name="Rectangle 952">
                  <a:extLst>
                    <a:ext uri="{FF2B5EF4-FFF2-40B4-BE49-F238E27FC236}">
                      <a16:creationId xmlns:a16="http://schemas.microsoft.com/office/drawing/2014/main" id="{4CD802A5-F6DB-4B4A-9C9B-E57940A6AE29}"/>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82" name="Freeform 953">
                  <a:extLst>
                    <a:ext uri="{FF2B5EF4-FFF2-40B4-BE49-F238E27FC236}">
                      <a16:creationId xmlns:a16="http://schemas.microsoft.com/office/drawing/2014/main" id="{79259F7C-2EC8-F74E-9E7F-4095E5E5CFD4}"/>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83" name="Freeform 954">
                  <a:extLst>
                    <a:ext uri="{FF2B5EF4-FFF2-40B4-BE49-F238E27FC236}">
                      <a16:creationId xmlns:a16="http://schemas.microsoft.com/office/drawing/2014/main" id="{451FA157-6D0F-9145-8122-26E1DA1A236D}"/>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84" name="Rectangle 955">
                  <a:extLst>
                    <a:ext uri="{FF2B5EF4-FFF2-40B4-BE49-F238E27FC236}">
                      <a16:creationId xmlns:a16="http://schemas.microsoft.com/office/drawing/2014/main" id="{C2607605-6DA4-EE4D-8DD3-849C75A05671}"/>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885" name="Group 956">
                  <a:extLst>
                    <a:ext uri="{FF2B5EF4-FFF2-40B4-BE49-F238E27FC236}">
                      <a16:creationId xmlns:a16="http://schemas.microsoft.com/office/drawing/2014/main" id="{9869AF7B-AAFD-8D4B-8E7F-90CCD3755626}"/>
                    </a:ext>
                  </a:extLst>
                </p:cNvPr>
                <p:cNvGrpSpPr>
                  <a:grpSpLocks/>
                </p:cNvGrpSpPr>
                <p:nvPr/>
              </p:nvGrpSpPr>
              <p:grpSpPr bwMode="auto">
                <a:xfrm>
                  <a:off x="4749" y="668"/>
                  <a:ext cx="581" cy="145"/>
                  <a:chOff x="614" y="2568"/>
                  <a:chExt cx="725" cy="139"/>
                </a:xfrm>
              </p:grpSpPr>
              <p:sp>
                <p:nvSpPr>
                  <p:cNvPr id="910" name="AutoShape 957">
                    <a:extLst>
                      <a:ext uri="{FF2B5EF4-FFF2-40B4-BE49-F238E27FC236}">
                        <a16:creationId xmlns:a16="http://schemas.microsoft.com/office/drawing/2014/main" id="{C9AB02AE-DBB7-4942-87E6-03EAC872AF56}"/>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11" name="AutoShape 958">
                    <a:extLst>
                      <a:ext uri="{FF2B5EF4-FFF2-40B4-BE49-F238E27FC236}">
                        <a16:creationId xmlns:a16="http://schemas.microsoft.com/office/drawing/2014/main" id="{A1397CEF-8A99-9C43-984B-80BD60AFF6D5}"/>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886" name="Rectangle 959">
                  <a:extLst>
                    <a:ext uri="{FF2B5EF4-FFF2-40B4-BE49-F238E27FC236}">
                      <a16:creationId xmlns:a16="http://schemas.microsoft.com/office/drawing/2014/main" id="{E8594A77-9042-2641-ABFC-F29E8FF40D5E}"/>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887" name="Group 960">
                  <a:extLst>
                    <a:ext uri="{FF2B5EF4-FFF2-40B4-BE49-F238E27FC236}">
                      <a16:creationId xmlns:a16="http://schemas.microsoft.com/office/drawing/2014/main" id="{1262AD39-4096-D741-A742-CED9CF146D7C}"/>
                    </a:ext>
                  </a:extLst>
                </p:cNvPr>
                <p:cNvGrpSpPr>
                  <a:grpSpLocks/>
                </p:cNvGrpSpPr>
                <p:nvPr/>
              </p:nvGrpSpPr>
              <p:grpSpPr bwMode="auto">
                <a:xfrm>
                  <a:off x="4747" y="994"/>
                  <a:ext cx="581" cy="134"/>
                  <a:chOff x="614" y="2568"/>
                  <a:chExt cx="725" cy="139"/>
                </a:xfrm>
              </p:grpSpPr>
              <p:sp>
                <p:nvSpPr>
                  <p:cNvPr id="908" name="AutoShape 961">
                    <a:extLst>
                      <a:ext uri="{FF2B5EF4-FFF2-40B4-BE49-F238E27FC236}">
                        <a16:creationId xmlns:a16="http://schemas.microsoft.com/office/drawing/2014/main" id="{59E4897D-95E8-2A4B-9BA9-0B7172ED7B81}"/>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09" name="AutoShape 962">
                    <a:extLst>
                      <a:ext uri="{FF2B5EF4-FFF2-40B4-BE49-F238E27FC236}">
                        <a16:creationId xmlns:a16="http://schemas.microsoft.com/office/drawing/2014/main" id="{2382242C-86DC-C04B-94D5-2B4545FC2AD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888" name="Rectangle 963">
                  <a:extLst>
                    <a:ext uri="{FF2B5EF4-FFF2-40B4-BE49-F238E27FC236}">
                      <a16:creationId xmlns:a16="http://schemas.microsoft.com/office/drawing/2014/main" id="{CBBEA7CF-B701-8748-AA95-11773F0862F7}"/>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89" name="Rectangle 964">
                  <a:extLst>
                    <a:ext uri="{FF2B5EF4-FFF2-40B4-BE49-F238E27FC236}">
                      <a16:creationId xmlns:a16="http://schemas.microsoft.com/office/drawing/2014/main" id="{2840794F-AC07-854C-A963-38CAEB859431}"/>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890" name="Group 965">
                  <a:extLst>
                    <a:ext uri="{FF2B5EF4-FFF2-40B4-BE49-F238E27FC236}">
                      <a16:creationId xmlns:a16="http://schemas.microsoft.com/office/drawing/2014/main" id="{00D85896-AE73-FC4F-A921-B401C2ABE627}"/>
                    </a:ext>
                  </a:extLst>
                </p:cNvPr>
                <p:cNvGrpSpPr>
                  <a:grpSpLocks/>
                </p:cNvGrpSpPr>
                <p:nvPr/>
              </p:nvGrpSpPr>
              <p:grpSpPr bwMode="auto">
                <a:xfrm>
                  <a:off x="4735" y="1627"/>
                  <a:ext cx="582" cy="151"/>
                  <a:chOff x="614" y="2568"/>
                  <a:chExt cx="725" cy="139"/>
                </a:xfrm>
              </p:grpSpPr>
              <p:sp>
                <p:nvSpPr>
                  <p:cNvPr id="906" name="AutoShape 966">
                    <a:extLst>
                      <a:ext uri="{FF2B5EF4-FFF2-40B4-BE49-F238E27FC236}">
                        <a16:creationId xmlns:a16="http://schemas.microsoft.com/office/drawing/2014/main" id="{924B40FA-21E3-834D-911F-D56CADE5ECA3}"/>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07" name="AutoShape 967">
                    <a:extLst>
                      <a:ext uri="{FF2B5EF4-FFF2-40B4-BE49-F238E27FC236}">
                        <a16:creationId xmlns:a16="http://schemas.microsoft.com/office/drawing/2014/main" id="{47F8F0C4-6D37-9543-9F00-43D5F28FB2C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891" name="Freeform 968">
                  <a:extLst>
                    <a:ext uri="{FF2B5EF4-FFF2-40B4-BE49-F238E27FC236}">
                      <a16:creationId xmlns:a16="http://schemas.microsoft.com/office/drawing/2014/main" id="{1DAD0535-0585-3A48-B18F-8CFD540ADB78}"/>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892" name="Group 969">
                  <a:extLst>
                    <a:ext uri="{FF2B5EF4-FFF2-40B4-BE49-F238E27FC236}">
                      <a16:creationId xmlns:a16="http://schemas.microsoft.com/office/drawing/2014/main" id="{66D816ED-1F9A-D04E-95EE-62CBF7E44ED1}"/>
                    </a:ext>
                  </a:extLst>
                </p:cNvPr>
                <p:cNvGrpSpPr>
                  <a:grpSpLocks/>
                </p:cNvGrpSpPr>
                <p:nvPr/>
              </p:nvGrpSpPr>
              <p:grpSpPr bwMode="auto">
                <a:xfrm>
                  <a:off x="4739" y="1327"/>
                  <a:ext cx="582" cy="139"/>
                  <a:chOff x="614" y="2568"/>
                  <a:chExt cx="725" cy="139"/>
                </a:xfrm>
              </p:grpSpPr>
              <p:sp>
                <p:nvSpPr>
                  <p:cNvPr id="904" name="AutoShape 970">
                    <a:extLst>
                      <a:ext uri="{FF2B5EF4-FFF2-40B4-BE49-F238E27FC236}">
                        <a16:creationId xmlns:a16="http://schemas.microsoft.com/office/drawing/2014/main" id="{8C0B4415-0AC2-3945-92F3-A694CD6600DB}"/>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05" name="AutoShape 971">
                    <a:extLst>
                      <a:ext uri="{FF2B5EF4-FFF2-40B4-BE49-F238E27FC236}">
                        <a16:creationId xmlns:a16="http://schemas.microsoft.com/office/drawing/2014/main" id="{0B3FE1DC-EC1B-BE41-BD3D-DA207D617D5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893" name="Rectangle 972">
                  <a:extLst>
                    <a:ext uri="{FF2B5EF4-FFF2-40B4-BE49-F238E27FC236}">
                      <a16:creationId xmlns:a16="http://schemas.microsoft.com/office/drawing/2014/main" id="{D76687F0-DEBC-0F4A-B4AF-5C24DB379F8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94" name="Freeform 973">
                  <a:extLst>
                    <a:ext uri="{FF2B5EF4-FFF2-40B4-BE49-F238E27FC236}">
                      <a16:creationId xmlns:a16="http://schemas.microsoft.com/office/drawing/2014/main" id="{9E9FD877-5F4F-754A-87E4-3CF2A2B86815}"/>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95" name="Freeform 974">
                  <a:extLst>
                    <a:ext uri="{FF2B5EF4-FFF2-40B4-BE49-F238E27FC236}">
                      <a16:creationId xmlns:a16="http://schemas.microsoft.com/office/drawing/2014/main" id="{42A0B2EC-7CC7-B240-8E62-08161F36999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96" name="Oval 975">
                  <a:extLst>
                    <a:ext uri="{FF2B5EF4-FFF2-40B4-BE49-F238E27FC236}">
                      <a16:creationId xmlns:a16="http://schemas.microsoft.com/office/drawing/2014/main" id="{924FB68E-8166-014C-89D3-D4305C34F3C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97" name="Freeform 976">
                  <a:extLst>
                    <a:ext uri="{FF2B5EF4-FFF2-40B4-BE49-F238E27FC236}">
                      <a16:creationId xmlns:a16="http://schemas.microsoft.com/office/drawing/2014/main" id="{97FE5EBC-22BA-6044-8980-CAE030812074}"/>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98" name="AutoShape 977">
                  <a:extLst>
                    <a:ext uri="{FF2B5EF4-FFF2-40B4-BE49-F238E27FC236}">
                      <a16:creationId xmlns:a16="http://schemas.microsoft.com/office/drawing/2014/main" id="{A5F87333-9B58-984B-975F-83AEC1482489}"/>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99" name="AutoShape 978">
                  <a:extLst>
                    <a:ext uri="{FF2B5EF4-FFF2-40B4-BE49-F238E27FC236}">
                      <a16:creationId xmlns:a16="http://schemas.microsoft.com/office/drawing/2014/main" id="{A819AAE6-0355-8D4F-8137-BD2B7A2B727C}"/>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00" name="Oval 979">
                  <a:extLst>
                    <a:ext uri="{FF2B5EF4-FFF2-40B4-BE49-F238E27FC236}">
                      <a16:creationId xmlns:a16="http://schemas.microsoft.com/office/drawing/2014/main" id="{7425A734-37C7-AE46-A20A-FA4A5976715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01" name="Oval 980">
                  <a:extLst>
                    <a:ext uri="{FF2B5EF4-FFF2-40B4-BE49-F238E27FC236}">
                      <a16:creationId xmlns:a16="http://schemas.microsoft.com/office/drawing/2014/main" id="{820B07E3-33AF-1341-B1D5-46C41ACB743C}"/>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902" name="Oval 981">
                  <a:extLst>
                    <a:ext uri="{FF2B5EF4-FFF2-40B4-BE49-F238E27FC236}">
                      <a16:creationId xmlns:a16="http://schemas.microsoft.com/office/drawing/2014/main" id="{44036096-87EC-A746-8FE7-7773B3B32B1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03" name="Rectangle 982">
                  <a:extLst>
                    <a:ext uri="{FF2B5EF4-FFF2-40B4-BE49-F238E27FC236}">
                      <a16:creationId xmlns:a16="http://schemas.microsoft.com/office/drawing/2014/main" id="{4C8AA049-B48E-C24E-91A9-8455F582713C}"/>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879" name="TextBox 878">
                <a:extLst>
                  <a:ext uri="{FF2B5EF4-FFF2-40B4-BE49-F238E27FC236}">
                    <a16:creationId xmlns:a16="http://schemas.microsoft.com/office/drawing/2014/main" id="{BD391945-30B0-AF4B-9B16-8435026C785B}"/>
                  </a:ext>
                </a:extLst>
              </p:cNvPr>
              <p:cNvSpPr txBox="1"/>
              <p:nvPr/>
            </p:nvSpPr>
            <p:spPr>
              <a:xfrm>
                <a:off x="5377031" y="3090332"/>
                <a:ext cx="2659202" cy="615553"/>
              </a:xfrm>
              <a:prstGeom prst="rect">
                <a:avLst/>
              </a:prstGeom>
              <a:noFill/>
            </p:spPr>
            <p:txBody>
              <a:bodyPr wrap="none" rtlCol="0">
                <a:spAutoFit/>
              </a:body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SDN Controller</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(network operating system)</a:t>
                </a:r>
              </a:p>
            </p:txBody>
          </p:sp>
        </p:grpSp>
        <p:sp>
          <p:nvSpPr>
            <p:cNvPr id="858" name="TextBox 857">
              <a:extLst>
                <a:ext uri="{FF2B5EF4-FFF2-40B4-BE49-F238E27FC236}">
                  <a16:creationId xmlns:a16="http://schemas.microsoft.com/office/drawing/2014/main" id="{460A62D4-F61E-134D-905E-F48547E04AB7}"/>
                </a:ext>
              </a:extLst>
            </p:cNvPr>
            <p:cNvSpPr txBox="1"/>
            <p:nvPr/>
          </p:nvSpPr>
          <p:spPr>
            <a:xfrm>
              <a:off x="6837708" y="1058305"/>
              <a:ext cx="595035" cy="584776"/>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3200" b="0" i="0" u="none" strike="noStrike" kern="0" cap="none" spc="0" normalizeH="0" baseline="0" noProof="0" dirty="0">
                  <a:ln>
                    <a:noFill/>
                  </a:ln>
                  <a:solidFill>
                    <a:srgbClr val="008000"/>
                  </a:solidFill>
                  <a:effectLst/>
                  <a:uLnTx/>
                  <a:uFillTx/>
                  <a:latin typeface="Arial" charset="0"/>
                  <a:ea typeface="ＭＳ Ｐゴシック" charset="0"/>
                </a:rPr>
                <a:t>…</a:t>
              </a:r>
            </a:p>
          </p:txBody>
        </p:sp>
        <p:grpSp>
          <p:nvGrpSpPr>
            <p:cNvPr id="859" name="Group 858">
              <a:extLst>
                <a:ext uri="{FF2B5EF4-FFF2-40B4-BE49-F238E27FC236}">
                  <a16:creationId xmlns:a16="http://schemas.microsoft.com/office/drawing/2014/main" id="{C04C3E74-140C-174C-86ED-F87FDFEFCDEE}"/>
                </a:ext>
              </a:extLst>
            </p:cNvPr>
            <p:cNvGrpSpPr/>
            <p:nvPr/>
          </p:nvGrpSpPr>
          <p:grpSpPr>
            <a:xfrm>
              <a:off x="5165914" y="1277466"/>
              <a:ext cx="1023471" cy="590176"/>
              <a:chOff x="4721412" y="1277470"/>
              <a:chExt cx="1023471" cy="590176"/>
            </a:xfrm>
          </p:grpSpPr>
          <p:sp>
            <p:nvSpPr>
              <p:cNvPr id="874" name="Oval 873">
                <a:extLst>
                  <a:ext uri="{FF2B5EF4-FFF2-40B4-BE49-F238E27FC236}">
                    <a16:creationId xmlns:a16="http://schemas.microsoft.com/office/drawing/2014/main" id="{4ECE1B24-7462-554F-B043-548B485E42D6}"/>
                  </a:ext>
                </a:extLst>
              </p:cNvPr>
              <p:cNvSpPr/>
              <p:nvPr/>
            </p:nvSpPr>
            <p:spPr bwMode="auto">
              <a:xfrm>
                <a:off x="4721412" y="1277470"/>
                <a:ext cx="1023471" cy="590176"/>
              </a:xfrm>
              <a:prstGeom prst="ellipse">
                <a:avLst/>
              </a:prstGeom>
              <a:solidFill>
                <a:srgbClr val="008000">
                  <a:alpha val="70000"/>
                </a:srgbClr>
              </a:solidFill>
              <a:ln w="9525" cap="flat" cmpd="sng" algn="ctr">
                <a:solidFill>
                  <a:srgbClr val="008000"/>
                </a:solid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875" name="TextBox 874">
                <a:extLst>
                  <a:ext uri="{FF2B5EF4-FFF2-40B4-BE49-F238E27FC236}">
                    <a16:creationId xmlns:a16="http://schemas.microsoft.com/office/drawing/2014/main" id="{8832E712-F1F9-5E47-90F8-8A9C1FCF21E9}"/>
                  </a:ext>
                </a:extLst>
              </p:cNvPr>
              <p:cNvSpPr txBox="1"/>
              <p:nvPr/>
            </p:nvSpPr>
            <p:spPr>
              <a:xfrm>
                <a:off x="4792385" y="1374585"/>
                <a:ext cx="890463" cy="369332"/>
              </a:xfrm>
              <a:prstGeom prst="rect">
                <a:avLst/>
              </a:prstGeom>
              <a:noFill/>
            </p:spPr>
            <p:txBody>
              <a:bodyPr wrap="none" rtlCol="0">
                <a:spAutoFit/>
              </a:body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routing</a:t>
                </a:r>
              </a:p>
            </p:txBody>
          </p:sp>
        </p:grpSp>
        <p:grpSp>
          <p:nvGrpSpPr>
            <p:cNvPr id="860" name="Group 859">
              <a:extLst>
                <a:ext uri="{FF2B5EF4-FFF2-40B4-BE49-F238E27FC236}">
                  <a16:creationId xmlns:a16="http://schemas.microsoft.com/office/drawing/2014/main" id="{94FF35AA-DC45-2445-BD7D-65CD25F3EB23}"/>
                </a:ext>
              </a:extLst>
            </p:cNvPr>
            <p:cNvGrpSpPr/>
            <p:nvPr/>
          </p:nvGrpSpPr>
          <p:grpSpPr>
            <a:xfrm>
              <a:off x="6000628" y="1798416"/>
              <a:ext cx="1023471" cy="590176"/>
              <a:chOff x="6106459" y="1967753"/>
              <a:chExt cx="1023471" cy="590176"/>
            </a:xfrm>
          </p:grpSpPr>
          <p:sp>
            <p:nvSpPr>
              <p:cNvPr id="872" name="Oval 871">
                <a:extLst>
                  <a:ext uri="{FF2B5EF4-FFF2-40B4-BE49-F238E27FC236}">
                    <a16:creationId xmlns:a16="http://schemas.microsoft.com/office/drawing/2014/main" id="{3821BD45-E196-1B47-B58A-8DE288ED4A33}"/>
                  </a:ext>
                </a:extLst>
              </p:cNvPr>
              <p:cNvSpPr/>
              <p:nvPr/>
            </p:nvSpPr>
            <p:spPr bwMode="auto">
              <a:xfrm>
                <a:off x="6106459" y="1967753"/>
                <a:ext cx="1023471" cy="590176"/>
              </a:xfrm>
              <a:prstGeom prst="ellipse">
                <a:avLst/>
              </a:prstGeom>
              <a:solidFill>
                <a:srgbClr val="008000">
                  <a:alpha val="70000"/>
                </a:srgbClr>
              </a:solidFill>
              <a:ln w="9525" cap="flat" cmpd="sng" algn="ctr">
                <a:solidFill>
                  <a:srgbClr val="008000"/>
                </a:solid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873" name="TextBox 872">
                <a:extLst>
                  <a:ext uri="{FF2B5EF4-FFF2-40B4-BE49-F238E27FC236}">
                    <a16:creationId xmlns:a16="http://schemas.microsoft.com/office/drawing/2014/main" id="{09503A04-2C2E-F941-9ED5-3A37B498CDA9}"/>
                  </a:ext>
                </a:extLst>
              </p:cNvPr>
              <p:cNvSpPr txBox="1"/>
              <p:nvPr/>
            </p:nvSpPr>
            <p:spPr>
              <a:xfrm>
                <a:off x="6177429" y="1997637"/>
                <a:ext cx="903087" cy="544765"/>
              </a:xfrm>
              <a:prstGeom prst="rect">
                <a:avLst/>
              </a:prstGeom>
              <a:noFill/>
            </p:spPr>
            <p:txBody>
              <a:bodyPr wrap="none" rtlCol="0">
                <a:spAutoFit/>
              </a:bodyPr>
              <a:lstStyle/>
              <a:p>
                <a:pPr marL="0" marR="0" lvl="0" indent="0" algn="ctr" defTabSz="914400" eaLnBrk="0" fontAlgn="base" latinLnBrk="0" hangingPunct="0">
                  <a:lnSpc>
                    <a:spcPct val="8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access </a:t>
                </a:r>
              </a:p>
              <a:p>
                <a:pPr marL="0" marR="0" lvl="0" indent="0" algn="ctr" defTabSz="914400" eaLnBrk="0" fontAlgn="base" latinLnBrk="0" hangingPunct="0">
                  <a:lnSpc>
                    <a:spcPct val="8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control</a:t>
                </a:r>
              </a:p>
            </p:txBody>
          </p:sp>
        </p:grpSp>
        <p:grpSp>
          <p:nvGrpSpPr>
            <p:cNvPr id="861" name="Group 860">
              <a:extLst>
                <a:ext uri="{FF2B5EF4-FFF2-40B4-BE49-F238E27FC236}">
                  <a16:creationId xmlns:a16="http://schemas.microsoft.com/office/drawing/2014/main" id="{F4CEBF5F-0D71-6B41-996D-0354922EB612}"/>
                </a:ext>
              </a:extLst>
            </p:cNvPr>
            <p:cNvGrpSpPr/>
            <p:nvPr/>
          </p:nvGrpSpPr>
          <p:grpSpPr>
            <a:xfrm>
              <a:off x="7230837" y="1756871"/>
              <a:ext cx="1023471" cy="590176"/>
              <a:chOff x="6938682" y="977153"/>
              <a:chExt cx="1023471" cy="590176"/>
            </a:xfrm>
          </p:grpSpPr>
          <p:sp>
            <p:nvSpPr>
              <p:cNvPr id="870" name="Oval 869">
                <a:extLst>
                  <a:ext uri="{FF2B5EF4-FFF2-40B4-BE49-F238E27FC236}">
                    <a16:creationId xmlns:a16="http://schemas.microsoft.com/office/drawing/2014/main" id="{2D855133-90E2-7042-AF1B-8352C3CC5BF7}"/>
                  </a:ext>
                </a:extLst>
              </p:cNvPr>
              <p:cNvSpPr/>
              <p:nvPr/>
            </p:nvSpPr>
            <p:spPr bwMode="auto">
              <a:xfrm>
                <a:off x="6938682" y="977153"/>
                <a:ext cx="1023471" cy="590176"/>
              </a:xfrm>
              <a:prstGeom prst="ellipse">
                <a:avLst/>
              </a:prstGeom>
              <a:solidFill>
                <a:srgbClr val="008000">
                  <a:alpha val="70000"/>
                </a:srgbClr>
              </a:solidFill>
              <a:ln w="9525" cap="flat" cmpd="sng" algn="ctr">
                <a:solidFill>
                  <a:srgbClr val="008000"/>
                </a:solid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871" name="TextBox 870">
                <a:extLst>
                  <a:ext uri="{FF2B5EF4-FFF2-40B4-BE49-F238E27FC236}">
                    <a16:creationId xmlns:a16="http://schemas.microsoft.com/office/drawing/2014/main" id="{3D7D80F7-46BE-EC48-B7D7-3C763154D621}"/>
                  </a:ext>
                </a:extLst>
              </p:cNvPr>
              <p:cNvSpPr txBox="1"/>
              <p:nvPr/>
            </p:nvSpPr>
            <p:spPr>
              <a:xfrm>
                <a:off x="6964568" y="1007037"/>
                <a:ext cx="993256" cy="544765"/>
              </a:xfrm>
              <a:prstGeom prst="rect">
                <a:avLst/>
              </a:prstGeom>
              <a:noFill/>
            </p:spPr>
            <p:txBody>
              <a:bodyPr wrap="none" rtlCol="0">
                <a:spAutoFit/>
              </a:bodyPr>
              <a:lstStyle/>
              <a:p>
                <a:pPr marL="0" marR="0" lvl="0" indent="0" algn="ctr" defTabSz="914400" eaLnBrk="0" fontAlgn="base" latinLnBrk="0" hangingPunct="0">
                  <a:lnSpc>
                    <a:spcPct val="8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load</a:t>
                </a:r>
              </a:p>
              <a:p>
                <a:pPr marL="0" marR="0" lvl="0" indent="0" algn="ctr" defTabSz="914400" eaLnBrk="0" fontAlgn="base" latinLnBrk="0" hangingPunct="0">
                  <a:lnSpc>
                    <a:spcPct val="8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balance</a:t>
                </a:r>
              </a:p>
            </p:txBody>
          </p:sp>
        </p:grpSp>
        <p:cxnSp>
          <p:nvCxnSpPr>
            <p:cNvPr id="862" name="Straight Arrow Connector 861">
              <a:extLst>
                <a:ext uri="{FF2B5EF4-FFF2-40B4-BE49-F238E27FC236}">
                  <a16:creationId xmlns:a16="http://schemas.microsoft.com/office/drawing/2014/main" id="{7BDC462A-14A0-764C-A672-5D241FEED1DE}"/>
                </a:ext>
              </a:extLst>
            </p:cNvPr>
            <p:cNvCxnSpPr/>
            <p:nvPr/>
          </p:nvCxnSpPr>
          <p:spPr bwMode="auto">
            <a:xfrm flipV="1">
              <a:off x="8627245" y="1217948"/>
              <a:ext cx="0" cy="1248832"/>
            </a:xfrm>
            <a:prstGeom prst="straightConnector1">
              <a:avLst/>
            </a:prstGeom>
            <a:solidFill>
              <a:srgbClr val="00CC99"/>
            </a:solidFill>
            <a:ln w="9525" cap="flat" cmpd="sng" algn="ctr">
              <a:solidFill>
                <a:srgbClr val="000000"/>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863" name="Straight Arrow Connector 862">
              <a:extLst>
                <a:ext uri="{FF2B5EF4-FFF2-40B4-BE49-F238E27FC236}">
                  <a16:creationId xmlns:a16="http://schemas.microsoft.com/office/drawing/2014/main" id="{456B3B86-566B-B74B-A02C-E7472619477F}"/>
                </a:ext>
              </a:extLst>
            </p:cNvPr>
            <p:cNvCxnSpPr/>
            <p:nvPr/>
          </p:nvCxnSpPr>
          <p:spPr bwMode="auto">
            <a:xfrm>
              <a:off x="8652645" y="2966181"/>
              <a:ext cx="0" cy="1524424"/>
            </a:xfrm>
            <a:prstGeom prst="straightConnector1">
              <a:avLst/>
            </a:prstGeom>
            <a:solidFill>
              <a:srgbClr val="00CC99"/>
            </a:solidFill>
            <a:ln w="9525" cap="flat" cmpd="sng" algn="ctr">
              <a:solidFill>
                <a:srgbClr val="000000"/>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864" name="Straight Arrow Connector 863">
              <a:extLst>
                <a:ext uri="{FF2B5EF4-FFF2-40B4-BE49-F238E27FC236}">
                  <a16:creationId xmlns:a16="http://schemas.microsoft.com/office/drawing/2014/main" id="{8EE09DB2-3F15-2A46-A79B-D24A8CF3014A}"/>
                </a:ext>
              </a:extLst>
            </p:cNvPr>
            <p:cNvCxnSpPr/>
            <p:nvPr/>
          </p:nvCxnSpPr>
          <p:spPr bwMode="auto">
            <a:xfrm>
              <a:off x="8661016" y="5381629"/>
              <a:ext cx="0" cy="414864"/>
            </a:xfrm>
            <a:prstGeom prst="straightConnector1">
              <a:avLst/>
            </a:prstGeom>
            <a:solidFill>
              <a:srgbClr val="00CC99"/>
            </a:solidFill>
            <a:ln w="9525" cap="flat" cmpd="sng" algn="ctr">
              <a:solidFill>
                <a:srgbClr val="000000"/>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865" name="Straight Arrow Connector 864">
              <a:extLst>
                <a:ext uri="{FF2B5EF4-FFF2-40B4-BE49-F238E27FC236}">
                  <a16:creationId xmlns:a16="http://schemas.microsoft.com/office/drawing/2014/main" id="{602E5161-3933-E44A-A9CD-F172C848B87B}"/>
                </a:ext>
              </a:extLst>
            </p:cNvPr>
            <p:cNvCxnSpPr/>
            <p:nvPr/>
          </p:nvCxnSpPr>
          <p:spPr bwMode="auto">
            <a:xfrm flipV="1">
              <a:off x="8653320" y="4546025"/>
              <a:ext cx="0" cy="414864"/>
            </a:xfrm>
            <a:prstGeom prst="straightConnector1">
              <a:avLst/>
            </a:prstGeom>
            <a:solidFill>
              <a:srgbClr val="00CC99"/>
            </a:solidFill>
            <a:ln w="9525" cap="flat" cmpd="sng" algn="ctr">
              <a:solidFill>
                <a:srgbClr val="000000"/>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866" name="TextBox 399">
              <a:extLst>
                <a:ext uri="{FF2B5EF4-FFF2-40B4-BE49-F238E27FC236}">
                  <a16:creationId xmlns:a16="http://schemas.microsoft.com/office/drawing/2014/main" id="{7DE1AEF7-BBBD-CE47-95BE-236511149F52}"/>
                </a:ext>
              </a:extLst>
            </p:cNvPr>
            <p:cNvSpPr txBox="1">
              <a:spLocks noChangeArrowheads="1"/>
            </p:cNvSpPr>
            <p:nvPr/>
          </p:nvSpPr>
          <p:spPr bwMode="auto">
            <a:xfrm>
              <a:off x="6650715" y="4235599"/>
              <a:ext cx="1635889" cy="28458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ts val="1463"/>
                </a:lnSpc>
                <a:spcBef>
                  <a:spcPct val="0"/>
                </a:spcBef>
                <a:spcAft>
                  <a:spcPct val="0"/>
                </a:spcAft>
                <a:buClrTx/>
                <a:buSzTx/>
                <a:buFontTx/>
                <a:buNone/>
                <a:tabLst/>
                <a:defRPr/>
              </a:pPr>
              <a:r>
                <a:rPr kumimoji="0" lang="en-US" sz="1400" b="0" i="1" u="none" strike="noStrike" kern="0" cap="none" spc="0" normalizeH="0" baseline="0" noProof="0" dirty="0">
                  <a:ln>
                    <a:noFill/>
                  </a:ln>
                  <a:solidFill>
                    <a:srgbClr val="000000"/>
                  </a:solidFill>
                  <a:effectLst/>
                  <a:uLnTx/>
                  <a:uFillTx/>
                  <a:latin typeface="Arial" charset="0"/>
                  <a:ea typeface="ＭＳ Ｐゴシック" charset="0"/>
                </a:rPr>
                <a:t>southbound API</a:t>
              </a:r>
            </a:p>
          </p:txBody>
        </p:sp>
        <p:sp>
          <p:nvSpPr>
            <p:cNvPr id="867" name="TextBox 399">
              <a:extLst>
                <a:ext uri="{FF2B5EF4-FFF2-40B4-BE49-F238E27FC236}">
                  <a16:creationId xmlns:a16="http://schemas.microsoft.com/office/drawing/2014/main" id="{033F372B-9E56-9B43-9893-2EBEDF887392}"/>
                </a:ext>
              </a:extLst>
            </p:cNvPr>
            <p:cNvSpPr txBox="1">
              <a:spLocks noChangeArrowheads="1"/>
            </p:cNvSpPr>
            <p:nvPr/>
          </p:nvSpPr>
          <p:spPr bwMode="auto">
            <a:xfrm>
              <a:off x="6646778" y="2717781"/>
              <a:ext cx="1635889" cy="28458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ts val="1463"/>
                </a:lnSpc>
                <a:spcBef>
                  <a:spcPct val="0"/>
                </a:spcBef>
                <a:spcAft>
                  <a:spcPct val="0"/>
                </a:spcAft>
                <a:buClrTx/>
                <a:buSzTx/>
                <a:buFontTx/>
                <a:buNone/>
                <a:tabLst/>
                <a:defRPr/>
              </a:pPr>
              <a:r>
                <a:rPr kumimoji="0" lang="en-US" sz="1400" b="0" i="1" u="none" strike="noStrike" kern="0" cap="none" spc="0" normalizeH="0" baseline="0" noProof="0" dirty="0">
                  <a:ln>
                    <a:noFill/>
                  </a:ln>
                  <a:solidFill>
                    <a:srgbClr val="000000"/>
                  </a:solidFill>
                  <a:effectLst/>
                  <a:uLnTx/>
                  <a:uFillTx/>
                  <a:latin typeface="Arial" charset="0"/>
                  <a:ea typeface="ＭＳ Ｐゴシック" charset="0"/>
                </a:rPr>
                <a:t>northbound API</a:t>
              </a:r>
            </a:p>
          </p:txBody>
        </p:sp>
        <p:sp>
          <p:nvSpPr>
            <p:cNvPr id="868" name="TextBox 399">
              <a:extLst>
                <a:ext uri="{FF2B5EF4-FFF2-40B4-BE49-F238E27FC236}">
                  <a16:creationId xmlns:a16="http://schemas.microsoft.com/office/drawing/2014/main" id="{16B44057-72D3-5E46-935C-9EED28D7FDD3}"/>
                </a:ext>
              </a:extLst>
            </p:cNvPr>
            <p:cNvSpPr txBox="1">
              <a:spLocks noChangeArrowheads="1"/>
            </p:cNvSpPr>
            <p:nvPr/>
          </p:nvSpPr>
          <p:spPr bwMode="auto">
            <a:xfrm>
              <a:off x="5507651" y="5795718"/>
              <a:ext cx="2302688" cy="28458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ts val="1463"/>
                </a:lnSpc>
                <a:spcBef>
                  <a:spcPct val="0"/>
                </a:spcBef>
                <a:spcAft>
                  <a:spcPct val="0"/>
                </a:spcAft>
                <a:buClrTx/>
                <a:buSzTx/>
                <a:buFontTx/>
                <a:buNone/>
                <a:tabLst/>
                <a:defRPr/>
              </a:pPr>
              <a:r>
                <a:rPr kumimoji="0" lang="en-US" sz="1400" b="0" i="1" u="none" strike="noStrike" kern="0" cap="none" spc="0" normalizeH="0" baseline="0" noProof="0" dirty="0">
                  <a:ln>
                    <a:noFill/>
                  </a:ln>
                  <a:solidFill>
                    <a:srgbClr val="000000"/>
                  </a:solidFill>
                  <a:effectLst/>
                  <a:uLnTx/>
                  <a:uFillTx/>
                  <a:latin typeface="Arial" charset="0"/>
                  <a:ea typeface="ＭＳ Ｐゴシック" charset="0"/>
                </a:rPr>
                <a:t>SDN-controlled switches</a:t>
              </a:r>
            </a:p>
          </p:txBody>
        </p:sp>
        <p:sp>
          <p:nvSpPr>
            <p:cNvPr id="869" name="TextBox 399">
              <a:extLst>
                <a:ext uri="{FF2B5EF4-FFF2-40B4-BE49-F238E27FC236}">
                  <a16:creationId xmlns:a16="http://schemas.microsoft.com/office/drawing/2014/main" id="{862C44EB-1706-6C4E-AFA2-ACADCAC1D4D1}"/>
                </a:ext>
              </a:extLst>
            </p:cNvPr>
            <p:cNvSpPr txBox="1">
              <a:spLocks noChangeArrowheads="1"/>
            </p:cNvSpPr>
            <p:nvPr/>
          </p:nvSpPr>
          <p:spPr bwMode="auto">
            <a:xfrm>
              <a:off x="5707907" y="910464"/>
              <a:ext cx="2381659" cy="28458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ts val="1463"/>
                </a:lnSpc>
                <a:spcBef>
                  <a:spcPct val="0"/>
                </a:spcBef>
                <a:spcAft>
                  <a:spcPct val="0"/>
                </a:spcAft>
                <a:buClrTx/>
                <a:buSzTx/>
                <a:buFontTx/>
                <a:buNone/>
                <a:tabLst/>
                <a:defRPr/>
              </a:pPr>
              <a:r>
                <a:rPr kumimoji="0" lang="en-US" sz="1400" b="0" i="1" u="none" strike="noStrike" kern="0" cap="none" spc="0" normalizeH="0" baseline="0" noProof="0" dirty="0">
                  <a:ln>
                    <a:noFill/>
                  </a:ln>
                  <a:solidFill>
                    <a:srgbClr val="000000"/>
                  </a:solidFill>
                  <a:effectLst/>
                  <a:uLnTx/>
                  <a:uFillTx/>
                  <a:latin typeface="Arial" charset="0"/>
                  <a:ea typeface="ＭＳ Ｐゴシック" charset="0"/>
                </a:rPr>
                <a:t>network-control applications</a:t>
              </a:r>
            </a:p>
          </p:txBody>
        </p:sp>
      </p:grpSp>
      <p:sp>
        <p:nvSpPr>
          <p:cNvPr id="971" name="Rectangle 970">
            <a:extLst>
              <a:ext uri="{FF2B5EF4-FFF2-40B4-BE49-F238E27FC236}">
                <a16:creationId xmlns:a16="http://schemas.microsoft.com/office/drawing/2014/main" id="{CF79C9C5-C35F-9D4D-A4B3-C17F7845845A}"/>
              </a:ext>
            </a:extLst>
          </p:cNvPr>
          <p:cNvSpPr/>
          <p:nvPr/>
        </p:nvSpPr>
        <p:spPr bwMode="auto">
          <a:xfrm>
            <a:off x="6602169" y="1221758"/>
            <a:ext cx="4134334" cy="3901387"/>
          </a:xfrm>
          <a:prstGeom prst="rect">
            <a:avLst/>
          </a:prstGeom>
          <a:solidFill>
            <a:srgbClr val="FFFFFF">
              <a:alpha val="77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Tree>
    <p:extLst>
      <p:ext uri="{BB962C8B-B14F-4D97-AF65-F5344CB8AC3E}">
        <p14:creationId xmlns:p14="http://schemas.microsoft.com/office/powerpoint/2010/main" val="415530079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50">
                                            <p:txEl>
                                              <p:pRg st="1" end="1"/>
                                            </p:txEl>
                                          </p:spTgt>
                                        </p:tgtEl>
                                        <p:attrNameLst>
                                          <p:attrName>style.visibility</p:attrName>
                                        </p:attrNameLst>
                                      </p:cBhvr>
                                      <p:to>
                                        <p:strVal val="visible"/>
                                      </p:to>
                                    </p:set>
                                    <p:animEffect transition="in" filter="dissolve">
                                      <p:cBhvr>
                                        <p:cTn id="7" dur="500"/>
                                        <p:tgtEl>
                                          <p:spTgt spid="850">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50">
                                            <p:txEl>
                                              <p:pRg st="2" end="2"/>
                                            </p:txEl>
                                          </p:spTgt>
                                        </p:tgtEl>
                                        <p:attrNameLst>
                                          <p:attrName>style.visibility</p:attrName>
                                        </p:attrNameLst>
                                      </p:cBhvr>
                                      <p:to>
                                        <p:strVal val="visible"/>
                                      </p:to>
                                    </p:set>
                                    <p:animEffect transition="in" filter="dissolve">
                                      <p:cBhvr>
                                        <p:cTn id="12" dur="500"/>
                                        <p:tgtEl>
                                          <p:spTgt spid="850">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850">
                                            <p:txEl>
                                              <p:pRg st="3" end="3"/>
                                            </p:txEl>
                                          </p:spTgt>
                                        </p:tgtEl>
                                        <p:attrNameLst>
                                          <p:attrName>style.visibility</p:attrName>
                                        </p:attrNameLst>
                                      </p:cBhvr>
                                      <p:to>
                                        <p:strVal val="visible"/>
                                      </p:to>
                                    </p:set>
                                    <p:animEffect transition="in" filter="dissolve">
                                      <p:cBhvr>
                                        <p:cTn id="17" dur="500"/>
                                        <p:tgtEl>
                                          <p:spTgt spid="850">
                                            <p:txEl>
                                              <p:pRg st="3" end="3"/>
                                            </p:txEl>
                                          </p:spTgt>
                                        </p:tgtEl>
                                      </p:cBhvr>
                                    </p:animEffect>
                                  </p:childTnLst>
                                </p:cTn>
                              </p:par>
                              <p:par>
                                <p:cTn id="18" presetID="9" presetClass="entr" presetSubtype="0" fill="hold" nodeType="withEffect">
                                  <p:stCondLst>
                                    <p:cond delay="0"/>
                                  </p:stCondLst>
                                  <p:childTnLst>
                                    <p:set>
                                      <p:cBhvr>
                                        <p:cTn id="19" dur="1" fill="hold">
                                          <p:stCondLst>
                                            <p:cond delay="0"/>
                                          </p:stCondLst>
                                        </p:cTn>
                                        <p:tgtEl>
                                          <p:spTgt spid="850">
                                            <p:txEl>
                                              <p:pRg st="4" end="4"/>
                                            </p:txEl>
                                          </p:spTgt>
                                        </p:tgtEl>
                                        <p:attrNameLst>
                                          <p:attrName>style.visibility</p:attrName>
                                        </p:attrNameLst>
                                      </p:cBhvr>
                                      <p:to>
                                        <p:strVal val="visible"/>
                                      </p:to>
                                    </p:set>
                                    <p:animEffect transition="in" filter="dissolve">
                                      <p:cBhvr>
                                        <p:cTn id="20" dur="500"/>
                                        <p:tgtEl>
                                          <p:spTgt spid="850">
                                            <p:txEl>
                                              <p:pRg st="4" end="4"/>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850">
                                            <p:txEl>
                                              <p:pRg st="5" end="5"/>
                                            </p:txEl>
                                          </p:spTgt>
                                        </p:tgtEl>
                                        <p:attrNameLst>
                                          <p:attrName>style.visibility</p:attrName>
                                        </p:attrNameLst>
                                      </p:cBhvr>
                                      <p:to>
                                        <p:strVal val="visible"/>
                                      </p:to>
                                    </p:set>
                                    <p:animEffect transition="in" filter="dissolve">
                                      <p:cBhvr>
                                        <p:cTn id="25" dur="500"/>
                                        <p:tgtEl>
                                          <p:spTgt spid="850">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ECD85E7-B9DB-9043-B7EC-8C0919E801A1}"/>
              </a:ext>
            </a:extLst>
          </p:cNvPr>
          <p:cNvSpPr>
            <a:spLocks noGrp="1"/>
          </p:cNvSpPr>
          <p:nvPr>
            <p:ph type="title"/>
          </p:nvPr>
        </p:nvSpPr>
        <p:spPr>
          <a:xfrm>
            <a:off x="838200" y="364139"/>
            <a:ext cx="10515600" cy="894622"/>
          </a:xfrm>
        </p:spPr>
        <p:txBody>
          <a:bodyPr>
            <a:normAutofit/>
          </a:bodyPr>
          <a:lstStyle/>
          <a:p>
            <a:r>
              <a:rPr lang="en-US" dirty="0"/>
              <a:t>Software defined networking (SDN)</a:t>
            </a:r>
          </a:p>
        </p:txBody>
      </p:sp>
      <p:sp>
        <p:nvSpPr>
          <p:cNvPr id="4" name="Slide Number Placeholder 3">
            <a:extLst>
              <a:ext uri="{FF2B5EF4-FFF2-40B4-BE49-F238E27FC236}">
                <a16:creationId xmlns:a16="http://schemas.microsoft.com/office/drawing/2014/main" id="{A8F71119-17C6-6045-B8FE-FECA68C801C0}"/>
              </a:ext>
            </a:extLst>
          </p:cNvPr>
          <p:cNvSpPr>
            <a:spLocks noGrp="1"/>
          </p:cNvSpPr>
          <p:nvPr>
            <p:ph type="sldNum" sz="quarter" idx="4"/>
          </p:nvPr>
        </p:nvSpPr>
        <p:spPr/>
        <p:txBody>
          <a:bodyPr/>
          <a:lstStyle/>
          <a:p>
            <a:r>
              <a:rPr lang="en-US" dirty="0"/>
              <a:t>Network Layer: 5-</a:t>
            </a:r>
            <a:fld id="{C4204591-24BD-A542-B9D5-F8D8A88D2FEE}" type="slidenum">
              <a:rPr lang="en-US" smtClean="0"/>
              <a:pPr/>
              <a:t>68</a:t>
            </a:fld>
            <a:endParaRPr lang="en-US" dirty="0"/>
          </a:p>
        </p:txBody>
      </p:sp>
      <p:sp>
        <p:nvSpPr>
          <p:cNvPr id="850" name="Content Placeholder 6">
            <a:extLst>
              <a:ext uri="{FF2B5EF4-FFF2-40B4-BE49-F238E27FC236}">
                <a16:creationId xmlns:a16="http://schemas.microsoft.com/office/drawing/2014/main" id="{BCBBA01E-E6B7-6244-BCD8-8FA9A6E5AB79}"/>
              </a:ext>
            </a:extLst>
          </p:cNvPr>
          <p:cNvSpPr txBox="1">
            <a:spLocks/>
          </p:cNvSpPr>
          <p:nvPr/>
        </p:nvSpPr>
        <p:spPr bwMode="auto">
          <a:xfrm>
            <a:off x="826717" y="1581356"/>
            <a:ext cx="5643355" cy="5010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0" indent="0">
              <a:buNone/>
            </a:pPr>
            <a:r>
              <a:rPr lang="en-US" sz="3200" dirty="0">
                <a:solidFill>
                  <a:srgbClr val="0000A8"/>
                </a:solidFill>
              </a:rPr>
              <a:t>SDN controller (network OS): </a:t>
            </a:r>
          </a:p>
          <a:p>
            <a:pPr indent="-274638">
              <a:lnSpc>
                <a:spcPct val="95000"/>
              </a:lnSpc>
            </a:pPr>
            <a:r>
              <a:rPr lang="en-US" dirty="0"/>
              <a:t>maintain network state information</a:t>
            </a:r>
          </a:p>
          <a:p>
            <a:pPr indent="-274638">
              <a:lnSpc>
                <a:spcPct val="95000"/>
              </a:lnSpc>
            </a:pPr>
            <a:r>
              <a:rPr lang="en-US" dirty="0"/>
              <a:t>interacts with network control applications “above” via northbound API</a:t>
            </a:r>
          </a:p>
          <a:p>
            <a:pPr indent="-274638">
              <a:lnSpc>
                <a:spcPct val="95000"/>
              </a:lnSpc>
            </a:pPr>
            <a:r>
              <a:rPr lang="en-US" dirty="0"/>
              <a:t>interacts with network switches “below” via southbound API</a:t>
            </a:r>
          </a:p>
          <a:p>
            <a:pPr indent="-274638">
              <a:lnSpc>
                <a:spcPct val="95000"/>
              </a:lnSpc>
            </a:pPr>
            <a:r>
              <a:rPr lang="en-US" dirty="0"/>
              <a:t>implemented as distributed system for performance, scalability, fault-tolerance, robustness</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2800" b="0" i="0" u="none" strike="noStrike" kern="0" cap="none" spc="0" normalizeH="0" baseline="0" noProof="0" dirty="0">
              <a:ln>
                <a:noFill/>
              </a:ln>
              <a:solidFill>
                <a:srgbClr val="000000"/>
              </a:solidFill>
              <a:effectLst/>
              <a:uLnTx/>
              <a:uFillTx/>
              <a:latin typeface="Gill Sans MT"/>
              <a:ea typeface="ＭＳ Ｐゴシック" charset="0"/>
            </a:endParaRPr>
          </a:p>
        </p:txBody>
      </p:sp>
      <p:grpSp>
        <p:nvGrpSpPr>
          <p:cNvPr id="851" name="Group 850">
            <a:extLst>
              <a:ext uri="{FF2B5EF4-FFF2-40B4-BE49-F238E27FC236}">
                <a16:creationId xmlns:a16="http://schemas.microsoft.com/office/drawing/2014/main" id="{CE55C0D3-06CC-DF41-88F6-A273370E03E8}"/>
              </a:ext>
            </a:extLst>
          </p:cNvPr>
          <p:cNvGrpSpPr/>
          <p:nvPr/>
        </p:nvGrpSpPr>
        <p:grpSpPr>
          <a:xfrm>
            <a:off x="6806501" y="1476134"/>
            <a:ext cx="3846765" cy="5169840"/>
            <a:chOff x="4990227" y="910464"/>
            <a:chExt cx="3846765" cy="5169840"/>
          </a:xfrm>
        </p:grpSpPr>
        <p:sp>
          <p:nvSpPr>
            <p:cNvPr id="852" name="TextBox 399">
              <a:extLst>
                <a:ext uri="{FF2B5EF4-FFF2-40B4-BE49-F238E27FC236}">
                  <a16:creationId xmlns:a16="http://schemas.microsoft.com/office/drawing/2014/main" id="{5EA34F1E-D60F-4E46-99D4-53221197BEEC}"/>
                </a:ext>
              </a:extLst>
            </p:cNvPr>
            <p:cNvSpPr txBox="1">
              <a:spLocks noChangeArrowheads="1"/>
            </p:cNvSpPr>
            <p:nvPr/>
          </p:nvSpPr>
          <p:spPr bwMode="auto">
            <a:xfrm>
              <a:off x="8518490" y="4936685"/>
              <a:ext cx="286930" cy="4714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ts val="1463"/>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rPr>
                <a:t>data</a:t>
              </a:r>
            </a:p>
            <a:p>
              <a:pPr marL="0" marR="0" lvl="0" indent="0" algn="ctr" defTabSz="914400" eaLnBrk="0" fontAlgn="base" latinLnBrk="0" hangingPunct="0">
                <a:lnSpc>
                  <a:spcPts val="1463"/>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rPr>
                <a:t>plane</a:t>
              </a:r>
            </a:p>
          </p:txBody>
        </p:sp>
        <p:sp>
          <p:nvSpPr>
            <p:cNvPr id="853" name="TextBox 400">
              <a:extLst>
                <a:ext uri="{FF2B5EF4-FFF2-40B4-BE49-F238E27FC236}">
                  <a16:creationId xmlns:a16="http://schemas.microsoft.com/office/drawing/2014/main" id="{DE759E4F-F356-5946-9CC4-A4E5C9A1D6D9}"/>
                </a:ext>
              </a:extLst>
            </p:cNvPr>
            <p:cNvSpPr txBox="1">
              <a:spLocks noChangeArrowheads="1"/>
            </p:cNvSpPr>
            <p:nvPr/>
          </p:nvSpPr>
          <p:spPr bwMode="auto">
            <a:xfrm>
              <a:off x="8494972" y="2474327"/>
              <a:ext cx="342020" cy="4714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ts val="1463"/>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rPr>
                <a:t>control</a:t>
              </a:r>
            </a:p>
            <a:p>
              <a:pPr marL="0" marR="0" lvl="0" indent="0" algn="ctr" defTabSz="914400" eaLnBrk="0" fontAlgn="base" latinLnBrk="0" hangingPunct="0">
                <a:lnSpc>
                  <a:spcPts val="1463"/>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rPr>
                <a:t>plane</a:t>
              </a:r>
            </a:p>
          </p:txBody>
        </p:sp>
        <p:cxnSp>
          <p:nvCxnSpPr>
            <p:cNvPr id="854" name="Straight Connector 853">
              <a:extLst>
                <a:ext uri="{FF2B5EF4-FFF2-40B4-BE49-F238E27FC236}">
                  <a16:creationId xmlns:a16="http://schemas.microsoft.com/office/drawing/2014/main" id="{1A2102D6-7949-1844-8DED-B73B0057D3CF}"/>
                </a:ext>
              </a:extLst>
            </p:cNvPr>
            <p:cNvCxnSpPr/>
            <p:nvPr/>
          </p:nvCxnSpPr>
          <p:spPr bwMode="auto">
            <a:xfrm flipV="1">
              <a:off x="5272718" y="4529666"/>
              <a:ext cx="2791783" cy="14329"/>
            </a:xfrm>
            <a:prstGeom prst="line">
              <a:avLst/>
            </a:prstGeom>
            <a:noFill/>
            <a:ln w="25400" cap="flat" cmpd="sng" algn="ctr">
              <a:solidFill>
                <a:srgbClr val="000000"/>
              </a:solidFill>
              <a:prstDash val="dash"/>
            </a:ln>
            <a:effectLst/>
          </p:spPr>
        </p:cxnSp>
        <p:cxnSp>
          <p:nvCxnSpPr>
            <p:cNvPr id="855" name="Straight Connector 854">
              <a:extLst>
                <a:ext uri="{FF2B5EF4-FFF2-40B4-BE49-F238E27FC236}">
                  <a16:creationId xmlns:a16="http://schemas.microsoft.com/office/drawing/2014/main" id="{41F5119B-91DF-204A-A96B-FEEB6C0969E0}"/>
                </a:ext>
              </a:extLst>
            </p:cNvPr>
            <p:cNvCxnSpPr/>
            <p:nvPr/>
          </p:nvCxnSpPr>
          <p:spPr bwMode="auto">
            <a:xfrm flipV="1">
              <a:off x="5192283" y="2709335"/>
              <a:ext cx="3041550" cy="18563"/>
            </a:xfrm>
            <a:prstGeom prst="line">
              <a:avLst/>
            </a:prstGeom>
            <a:noFill/>
            <a:ln w="25400" cap="flat" cmpd="sng" algn="ctr">
              <a:solidFill>
                <a:srgbClr val="000000"/>
              </a:solidFill>
              <a:prstDash val="dash"/>
            </a:ln>
            <a:effectLst/>
          </p:spPr>
        </p:cxnSp>
        <p:grpSp>
          <p:nvGrpSpPr>
            <p:cNvPr id="856" name="Group 855">
              <a:extLst>
                <a:ext uri="{FF2B5EF4-FFF2-40B4-BE49-F238E27FC236}">
                  <a16:creationId xmlns:a16="http://schemas.microsoft.com/office/drawing/2014/main" id="{4A072938-7333-B54B-8E85-AA4AB0118ED1}"/>
                </a:ext>
              </a:extLst>
            </p:cNvPr>
            <p:cNvGrpSpPr/>
            <p:nvPr/>
          </p:nvGrpSpPr>
          <p:grpSpPr>
            <a:xfrm>
              <a:off x="5164667" y="4826000"/>
              <a:ext cx="2979208" cy="973667"/>
              <a:chOff x="2592388" y="5601756"/>
              <a:chExt cx="4027487" cy="939800"/>
            </a:xfrm>
          </p:grpSpPr>
          <p:sp>
            <p:nvSpPr>
              <p:cNvPr id="912" name="Freeform 2">
                <a:extLst>
                  <a:ext uri="{FF2B5EF4-FFF2-40B4-BE49-F238E27FC236}">
                    <a16:creationId xmlns:a16="http://schemas.microsoft.com/office/drawing/2014/main" id="{71DEC372-158B-D843-AAA9-4449502790F7}"/>
                  </a:ext>
                </a:extLst>
              </p:cNvPr>
              <p:cNvSpPr>
                <a:spLocks/>
              </p:cNvSpPr>
              <p:nvPr/>
            </p:nvSpPr>
            <p:spPr bwMode="auto">
              <a:xfrm>
                <a:off x="2592388" y="5601756"/>
                <a:ext cx="4027487" cy="939800"/>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cxnSp>
            <p:nvCxnSpPr>
              <p:cNvPr id="913" name="Straight Connector 912">
                <a:extLst>
                  <a:ext uri="{FF2B5EF4-FFF2-40B4-BE49-F238E27FC236}">
                    <a16:creationId xmlns:a16="http://schemas.microsoft.com/office/drawing/2014/main" id="{B0A5E970-BE5B-924E-8E27-2F517326B70B}"/>
                  </a:ext>
                </a:extLst>
              </p:cNvPr>
              <p:cNvCxnSpPr/>
              <p:nvPr/>
            </p:nvCxnSpPr>
            <p:spPr>
              <a:xfrm flipV="1">
                <a:off x="3262941" y="5752569"/>
                <a:ext cx="1316038" cy="131762"/>
              </a:xfrm>
              <a:prstGeom prst="line">
                <a:avLst/>
              </a:prstGeom>
              <a:noFill/>
              <a:ln w="12700" cap="flat" cmpd="sng" algn="ctr">
                <a:solidFill>
                  <a:srgbClr val="000000"/>
                </a:solidFill>
                <a:prstDash val="solid"/>
              </a:ln>
              <a:effectLst/>
            </p:spPr>
          </p:cxnSp>
          <p:cxnSp>
            <p:nvCxnSpPr>
              <p:cNvPr id="914" name="Straight Connector 913">
                <a:extLst>
                  <a:ext uri="{FF2B5EF4-FFF2-40B4-BE49-F238E27FC236}">
                    <a16:creationId xmlns:a16="http://schemas.microsoft.com/office/drawing/2014/main" id="{4BCA3B8C-279D-E840-87D5-1E0642D09387}"/>
                  </a:ext>
                </a:extLst>
              </p:cNvPr>
              <p:cNvCxnSpPr/>
              <p:nvPr/>
            </p:nvCxnSpPr>
            <p:spPr>
              <a:xfrm>
                <a:off x="3151816" y="5939894"/>
                <a:ext cx="2259013" cy="298450"/>
              </a:xfrm>
              <a:prstGeom prst="line">
                <a:avLst/>
              </a:prstGeom>
              <a:noFill/>
              <a:ln w="12700" cap="flat" cmpd="sng" algn="ctr">
                <a:solidFill>
                  <a:srgbClr val="000000"/>
                </a:solidFill>
                <a:prstDash val="solid"/>
              </a:ln>
              <a:effectLst/>
            </p:spPr>
          </p:cxnSp>
          <p:cxnSp>
            <p:nvCxnSpPr>
              <p:cNvPr id="915" name="Straight Connector 914">
                <a:extLst>
                  <a:ext uri="{FF2B5EF4-FFF2-40B4-BE49-F238E27FC236}">
                    <a16:creationId xmlns:a16="http://schemas.microsoft.com/office/drawing/2014/main" id="{CD10DAC3-DC6D-E045-A194-1C410416865B}"/>
                  </a:ext>
                </a:extLst>
              </p:cNvPr>
              <p:cNvCxnSpPr/>
              <p:nvPr/>
            </p:nvCxnSpPr>
            <p:spPr>
              <a:xfrm>
                <a:off x="3164516" y="6044669"/>
                <a:ext cx="714375" cy="276225"/>
              </a:xfrm>
              <a:prstGeom prst="line">
                <a:avLst/>
              </a:prstGeom>
              <a:noFill/>
              <a:ln w="12700" cap="flat" cmpd="sng" algn="ctr">
                <a:solidFill>
                  <a:srgbClr val="000000"/>
                </a:solidFill>
                <a:prstDash val="solid"/>
              </a:ln>
              <a:effectLst/>
            </p:spPr>
          </p:cxnSp>
          <p:cxnSp>
            <p:nvCxnSpPr>
              <p:cNvPr id="916" name="Straight Connector 915">
                <a:extLst>
                  <a:ext uri="{FF2B5EF4-FFF2-40B4-BE49-F238E27FC236}">
                    <a16:creationId xmlns:a16="http://schemas.microsoft.com/office/drawing/2014/main" id="{E2A8FB26-91FF-3E4C-8347-A2AE524A00A4}"/>
                  </a:ext>
                </a:extLst>
              </p:cNvPr>
              <p:cNvCxnSpPr/>
              <p:nvPr/>
            </p:nvCxnSpPr>
            <p:spPr>
              <a:xfrm flipV="1">
                <a:off x="4182104" y="6238344"/>
                <a:ext cx="1247775" cy="82550"/>
              </a:xfrm>
              <a:prstGeom prst="line">
                <a:avLst/>
              </a:prstGeom>
              <a:noFill/>
              <a:ln w="12700" cap="flat" cmpd="sng" algn="ctr">
                <a:solidFill>
                  <a:srgbClr val="000000"/>
                </a:solidFill>
                <a:prstDash val="solid"/>
              </a:ln>
              <a:effectLst/>
            </p:spPr>
          </p:cxnSp>
          <p:cxnSp>
            <p:nvCxnSpPr>
              <p:cNvPr id="917" name="Straight Connector 916">
                <a:extLst>
                  <a:ext uri="{FF2B5EF4-FFF2-40B4-BE49-F238E27FC236}">
                    <a16:creationId xmlns:a16="http://schemas.microsoft.com/office/drawing/2014/main" id="{FC84CD0A-6A0B-954A-A0C2-9433ED84E08F}"/>
                  </a:ext>
                </a:extLst>
              </p:cNvPr>
              <p:cNvCxnSpPr/>
              <p:nvPr/>
            </p:nvCxnSpPr>
            <p:spPr>
              <a:xfrm>
                <a:off x="4842504" y="5785906"/>
                <a:ext cx="1057275" cy="123825"/>
              </a:xfrm>
              <a:prstGeom prst="line">
                <a:avLst/>
              </a:prstGeom>
              <a:noFill/>
              <a:ln w="12700" cap="flat" cmpd="sng" algn="ctr">
                <a:solidFill>
                  <a:srgbClr val="000000"/>
                </a:solidFill>
                <a:prstDash val="solid"/>
              </a:ln>
              <a:effectLst/>
            </p:spPr>
          </p:cxnSp>
          <p:cxnSp>
            <p:nvCxnSpPr>
              <p:cNvPr id="918" name="Straight Connector 917">
                <a:extLst>
                  <a:ext uri="{FF2B5EF4-FFF2-40B4-BE49-F238E27FC236}">
                    <a16:creationId xmlns:a16="http://schemas.microsoft.com/office/drawing/2014/main" id="{F20F73DF-CC1A-414D-AA37-5C7FA5314FCC}"/>
                  </a:ext>
                </a:extLst>
              </p:cNvPr>
              <p:cNvCxnSpPr/>
              <p:nvPr/>
            </p:nvCxnSpPr>
            <p:spPr>
              <a:xfrm flipV="1">
                <a:off x="4126541" y="5939894"/>
                <a:ext cx="1790700" cy="298450"/>
              </a:xfrm>
              <a:prstGeom prst="line">
                <a:avLst/>
              </a:prstGeom>
              <a:noFill/>
              <a:ln w="12700" cap="flat" cmpd="sng" algn="ctr">
                <a:solidFill>
                  <a:srgbClr val="000000"/>
                </a:solidFill>
                <a:prstDash val="solid"/>
              </a:ln>
              <a:effectLst/>
            </p:spPr>
          </p:cxnSp>
          <p:cxnSp>
            <p:nvCxnSpPr>
              <p:cNvPr id="919" name="Straight Connector 918">
                <a:extLst>
                  <a:ext uri="{FF2B5EF4-FFF2-40B4-BE49-F238E27FC236}">
                    <a16:creationId xmlns:a16="http://schemas.microsoft.com/office/drawing/2014/main" id="{AC31F3CF-B52D-E042-B7DB-4F44E715F9A8}"/>
                  </a:ext>
                </a:extLst>
              </p:cNvPr>
              <p:cNvCxnSpPr/>
              <p:nvPr/>
            </p:nvCxnSpPr>
            <p:spPr>
              <a:xfrm flipV="1">
                <a:off x="5453691" y="5968469"/>
                <a:ext cx="588963" cy="269875"/>
              </a:xfrm>
              <a:prstGeom prst="line">
                <a:avLst/>
              </a:prstGeom>
              <a:noFill/>
              <a:ln w="12700" cap="flat" cmpd="sng" algn="ctr">
                <a:solidFill>
                  <a:srgbClr val="000000"/>
                </a:solidFill>
                <a:prstDash val="solid"/>
              </a:ln>
              <a:effectLst/>
            </p:spPr>
          </p:cxnSp>
          <p:cxnSp>
            <p:nvCxnSpPr>
              <p:cNvPr id="920" name="Straight Connector 919">
                <a:extLst>
                  <a:ext uri="{FF2B5EF4-FFF2-40B4-BE49-F238E27FC236}">
                    <a16:creationId xmlns:a16="http://schemas.microsoft.com/office/drawing/2014/main" id="{48C7DC80-D2A7-B248-9A8F-1B651F5CEB39}"/>
                  </a:ext>
                </a:extLst>
              </p:cNvPr>
              <p:cNvCxnSpPr/>
              <p:nvPr/>
            </p:nvCxnSpPr>
            <p:spPr>
              <a:xfrm>
                <a:off x="4596441" y="5752569"/>
                <a:ext cx="814388" cy="401637"/>
              </a:xfrm>
              <a:prstGeom prst="line">
                <a:avLst/>
              </a:prstGeom>
              <a:noFill/>
              <a:ln w="12700" cap="flat" cmpd="sng" algn="ctr">
                <a:solidFill>
                  <a:srgbClr val="000000"/>
                </a:solidFill>
                <a:prstDash val="solid"/>
              </a:ln>
              <a:effectLst/>
            </p:spPr>
          </p:cxnSp>
          <p:grpSp>
            <p:nvGrpSpPr>
              <p:cNvPr id="921" name="Group 347">
                <a:extLst>
                  <a:ext uri="{FF2B5EF4-FFF2-40B4-BE49-F238E27FC236}">
                    <a16:creationId xmlns:a16="http://schemas.microsoft.com/office/drawing/2014/main" id="{A2DC2A2D-4327-FB49-8F37-6B6A7EBE1D0E}"/>
                  </a:ext>
                </a:extLst>
              </p:cNvPr>
              <p:cNvGrpSpPr>
                <a:grpSpLocks/>
              </p:cNvGrpSpPr>
              <p:nvPr/>
            </p:nvGrpSpPr>
            <p:grpSpPr bwMode="auto">
              <a:xfrm>
                <a:off x="5856401" y="5796097"/>
                <a:ext cx="588970" cy="242608"/>
                <a:chOff x="1871277" y="1576300"/>
                <a:chExt cx="1128371" cy="437861"/>
              </a:xfrm>
            </p:grpSpPr>
            <p:sp>
              <p:nvSpPr>
                <p:cNvPr id="962" name="Oval 961">
                  <a:extLst>
                    <a:ext uri="{FF2B5EF4-FFF2-40B4-BE49-F238E27FC236}">
                      <a16:creationId xmlns:a16="http://schemas.microsoft.com/office/drawing/2014/main" id="{9B6F5CD8-4D1E-1A4F-9507-95200A73998A}"/>
                    </a:ext>
                  </a:extLst>
                </p:cNvPr>
                <p:cNvSpPr/>
                <p:nvPr/>
              </p:nvSpPr>
              <p:spPr bwMode="auto">
                <a:xfrm flipV="1">
                  <a:off x="1874446" y="1694641"/>
                  <a:ext cx="1125202" cy="319520"/>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63" name="Rectangle 962">
                  <a:extLst>
                    <a:ext uri="{FF2B5EF4-FFF2-40B4-BE49-F238E27FC236}">
                      <a16:creationId xmlns:a16="http://schemas.microsoft.com/office/drawing/2014/main" id="{C28B8F5B-8431-1A46-AAE4-9B0ED530F25B}"/>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64" name="Oval 963">
                  <a:extLst>
                    <a:ext uri="{FF2B5EF4-FFF2-40B4-BE49-F238E27FC236}">
                      <a16:creationId xmlns:a16="http://schemas.microsoft.com/office/drawing/2014/main" id="{F1F79620-841F-DD4E-87FC-51E7153EC005}"/>
                    </a:ext>
                  </a:extLst>
                </p:cNvPr>
                <p:cNvSpPr/>
                <p:nvPr/>
              </p:nvSpPr>
              <p:spPr bwMode="auto">
                <a:xfrm flipV="1">
                  <a:off x="1871277" y="1576300"/>
                  <a:ext cx="1125200" cy="319520"/>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65" name="Freeform 964">
                  <a:extLst>
                    <a:ext uri="{FF2B5EF4-FFF2-40B4-BE49-F238E27FC236}">
                      <a16:creationId xmlns:a16="http://schemas.microsoft.com/office/drawing/2014/main" id="{E98A7BEC-9D56-6B49-8125-0F5CDE1FC0B8}"/>
                    </a:ext>
                  </a:extLst>
                </p:cNvPr>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66" name="Freeform 965">
                  <a:extLst>
                    <a:ext uri="{FF2B5EF4-FFF2-40B4-BE49-F238E27FC236}">
                      <a16:creationId xmlns:a16="http://schemas.microsoft.com/office/drawing/2014/main" id="{6905DB74-EB71-3644-AC3F-2EDDA70861AB}"/>
                    </a:ext>
                  </a:extLst>
                </p:cNvPr>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67" name="Freeform 966">
                  <a:extLst>
                    <a:ext uri="{FF2B5EF4-FFF2-40B4-BE49-F238E27FC236}">
                      <a16:creationId xmlns:a16="http://schemas.microsoft.com/office/drawing/2014/main" id="{62D3DDB5-3EA7-214C-8C31-BA38971C9A74}"/>
                    </a:ext>
                  </a:extLst>
                </p:cNvPr>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68" name="Freeform 967">
                  <a:extLst>
                    <a:ext uri="{FF2B5EF4-FFF2-40B4-BE49-F238E27FC236}">
                      <a16:creationId xmlns:a16="http://schemas.microsoft.com/office/drawing/2014/main" id="{B71B4E2A-E351-6C49-9DFD-6BB4843D451F}"/>
                    </a:ext>
                  </a:extLst>
                </p:cNvPr>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69" name="Straight Connector 968">
                  <a:extLst>
                    <a:ext uri="{FF2B5EF4-FFF2-40B4-BE49-F238E27FC236}">
                      <a16:creationId xmlns:a16="http://schemas.microsoft.com/office/drawing/2014/main" id="{7146C111-B5B3-8141-95C1-2CADFE9B32BF}"/>
                    </a:ext>
                  </a:extLst>
                </p:cNvPr>
                <p:cNvCxnSpPr>
                  <a:endCxn id="964" idx="2"/>
                </p:cNvCxnSpPr>
                <p:nvPr/>
              </p:nvCxnSpPr>
              <p:spPr bwMode="auto">
                <a:xfrm flipH="1" flipV="1">
                  <a:off x="1871277" y="1737243"/>
                  <a:ext cx="3169" cy="123074"/>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970" name="Straight Connector 969">
                  <a:extLst>
                    <a:ext uri="{FF2B5EF4-FFF2-40B4-BE49-F238E27FC236}">
                      <a16:creationId xmlns:a16="http://schemas.microsoft.com/office/drawing/2014/main" id="{DFA6A355-A08F-F241-92FA-D0E6992CE4F5}"/>
                    </a:ext>
                  </a:extLst>
                </p:cNvPr>
                <p:cNvCxnSpPr/>
                <p:nvPr/>
              </p:nvCxnSpPr>
              <p:spPr bwMode="auto">
                <a:xfrm flipH="1" flipV="1">
                  <a:off x="2996477" y="1734877"/>
                  <a:ext cx="3171" cy="123074"/>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922" name="Group 347">
                <a:extLst>
                  <a:ext uri="{FF2B5EF4-FFF2-40B4-BE49-F238E27FC236}">
                    <a16:creationId xmlns:a16="http://schemas.microsoft.com/office/drawing/2014/main" id="{46EDC75E-59E6-4645-85A7-E2C58E545181}"/>
                  </a:ext>
                </a:extLst>
              </p:cNvPr>
              <p:cNvGrpSpPr>
                <a:grpSpLocks/>
              </p:cNvGrpSpPr>
              <p:nvPr/>
            </p:nvGrpSpPr>
            <p:grpSpPr bwMode="auto">
              <a:xfrm>
                <a:off x="4375328" y="5654000"/>
                <a:ext cx="588970" cy="242608"/>
                <a:chOff x="1871277" y="1576300"/>
                <a:chExt cx="1128371" cy="437861"/>
              </a:xfrm>
            </p:grpSpPr>
            <p:sp>
              <p:nvSpPr>
                <p:cNvPr id="953" name="Oval 952">
                  <a:extLst>
                    <a:ext uri="{FF2B5EF4-FFF2-40B4-BE49-F238E27FC236}">
                      <a16:creationId xmlns:a16="http://schemas.microsoft.com/office/drawing/2014/main" id="{9DACA189-A149-9949-BCF3-95B569BB6477}"/>
                    </a:ext>
                  </a:extLst>
                </p:cNvPr>
                <p:cNvSpPr/>
                <p:nvPr/>
              </p:nvSpPr>
              <p:spPr bwMode="auto">
                <a:xfrm flipV="1">
                  <a:off x="1874446" y="1694641"/>
                  <a:ext cx="1125202" cy="319520"/>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54" name="Rectangle 953">
                  <a:extLst>
                    <a:ext uri="{FF2B5EF4-FFF2-40B4-BE49-F238E27FC236}">
                      <a16:creationId xmlns:a16="http://schemas.microsoft.com/office/drawing/2014/main" id="{08EC0937-ACA9-3840-8439-8223BB848980}"/>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5" name="Oval 954">
                  <a:extLst>
                    <a:ext uri="{FF2B5EF4-FFF2-40B4-BE49-F238E27FC236}">
                      <a16:creationId xmlns:a16="http://schemas.microsoft.com/office/drawing/2014/main" id="{E17B98F5-9CEF-6F4F-BBA9-BB8DE0D91B36}"/>
                    </a:ext>
                  </a:extLst>
                </p:cNvPr>
                <p:cNvSpPr/>
                <p:nvPr/>
              </p:nvSpPr>
              <p:spPr bwMode="auto">
                <a:xfrm flipV="1">
                  <a:off x="1871277" y="1576300"/>
                  <a:ext cx="1125200" cy="319520"/>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56" name="Freeform 955">
                  <a:extLst>
                    <a:ext uri="{FF2B5EF4-FFF2-40B4-BE49-F238E27FC236}">
                      <a16:creationId xmlns:a16="http://schemas.microsoft.com/office/drawing/2014/main" id="{61234B09-DC44-7342-A70C-06AC8A581E23}"/>
                    </a:ext>
                  </a:extLst>
                </p:cNvPr>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7" name="Freeform 956">
                  <a:extLst>
                    <a:ext uri="{FF2B5EF4-FFF2-40B4-BE49-F238E27FC236}">
                      <a16:creationId xmlns:a16="http://schemas.microsoft.com/office/drawing/2014/main" id="{03AF34FD-E240-F04C-9158-920D29213255}"/>
                    </a:ext>
                  </a:extLst>
                </p:cNvPr>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8" name="Freeform 957">
                  <a:extLst>
                    <a:ext uri="{FF2B5EF4-FFF2-40B4-BE49-F238E27FC236}">
                      <a16:creationId xmlns:a16="http://schemas.microsoft.com/office/drawing/2014/main" id="{526E50F3-60FD-0E45-BC3A-3C6066FB7D8A}"/>
                    </a:ext>
                  </a:extLst>
                </p:cNvPr>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9" name="Freeform 958">
                  <a:extLst>
                    <a:ext uri="{FF2B5EF4-FFF2-40B4-BE49-F238E27FC236}">
                      <a16:creationId xmlns:a16="http://schemas.microsoft.com/office/drawing/2014/main" id="{FEE1E3A7-C090-734C-9180-457004D9D039}"/>
                    </a:ext>
                  </a:extLst>
                </p:cNvPr>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60" name="Straight Connector 959">
                  <a:extLst>
                    <a:ext uri="{FF2B5EF4-FFF2-40B4-BE49-F238E27FC236}">
                      <a16:creationId xmlns:a16="http://schemas.microsoft.com/office/drawing/2014/main" id="{99A3F99A-570C-8A42-9492-3585D770DA95}"/>
                    </a:ext>
                  </a:extLst>
                </p:cNvPr>
                <p:cNvCxnSpPr>
                  <a:endCxn id="955" idx="2"/>
                </p:cNvCxnSpPr>
                <p:nvPr/>
              </p:nvCxnSpPr>
              <p:spPr bwMode="auto">
                <a:xfrm flipH="1" flipV="1">
                  <a:off x="1871277" y="1737243"/>
                  <a:ext cx="3169" cy="123074"/>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961" name="Straight Connector 960">
                  <a:extLst>
                    <a:ext uri="{FF2B5EF4-FFF2-40B4-BE49-F238E27FC236}">
                      <a16:creationId xmlns:a16="http://schemas.microsoft.com/office/drawing/2014/main" id="{5F18512F-CA24-4444-95DF-016FA49178DB}"/>
                    </a:ext>
                  </a:extLst>
                </p:cNvPr>
                <p:cNvCxnSpPr/>
                <p:nvPr/>
              </p:nvCxnSpPr>
              <p:spPr bwMode="auto">
                <a:xfrm flipH="1" flipV="1">
                  <a:off x="2996477" y="1734877"/>
                  <a:ext cx="3171" cy="123074"/>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923" name="Group 347">
                <a:extLst>
                  <a:ext uri="{FF2B5EF4-FFF2-40B4-BE49-F238E27FC236}">
                    <a16:creationId xmlns:a16="http://schemas.microsoft.com/office/drawing/2014/main" id="{4B02C431-99D3-6D48-8159-7B4877B83ADD}"/>
                  </a:ext>
                </a:extLst>
              </p:cNvPr>
              <p:cNvGrpSpPr>
                <a:grpSpLocks/>
              </p:cNvGrpSpPr>
              <p:nvPr/>
            </p:nvGrpSpPr>
            <p:grpSpPr bwMode="auto">
              <a:xfrm>
                <a:off x="2848241" y="5847813"/>
                <a:ext cx="588970" cy="242608"/>
                <a:chOff x="1871277" y="1576300"/>
                <a:chExt cx="1128371" cy="437861"/>
              </a:xfrm>
            </p:grpSpPr>
            <p:sp>
              <p:nvSpPr>
                <p:cNvPr id="944" name="Oval 943">
                  <a:extLst>
                    <a:ext uri="{FF2B5EF4-FFF2-40B4-BE49-F238E27FC236}">
                      <a16:creationId xmlns:a16="http://schemas.microsoft.com/office/drawing/2014/main" id="{0FF0DF6F-D87B-2346-B35F-0DD610115E22}"/>
                    </a:ext>
                  </a:extLst>
                </p:cNvPr>
                <p:cNvSpPr/>
                <p:nvPr/>
              </p:nvSpPr>
              <p:spPr bwMode="auto">
                <a:xfrm flipV="1">
                  <a:off x="1874446" y="1694641"/>
                  <a:ext cx="1125202" cy="319520"/>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45" name="Rectangle 944">
                  <a:extLst>
                    <a:ext uri="{FF2B5EF4-FFF2-40B4-BE49-F238E27FC236}">
                      <a16:creationId xmlns:a16="http://schemas.microsoft.com/office/drawing/2014/main" id="{0A88A3D0-6A43-9C4F-B2B8-C62A5B975479}"/>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6" name="Oval 945">
                  <a:extLst>
                    <a:ext uri="{FF2B5EF4-FFF2-40B4-BE49-F238E27FC236}">
                      <a16:creationId xmlns:a16="http://schemas.microsoft.com/office/drawing/2014/main" id="{A97EE425-A6D3-754D-B745-A46539A9BCE9}"/>
                    </a:ext>
                  </a:extLst>
                </p:cNvPr>
                <p:cNvSpPr/>
                <p:nvPr/>
              </p:nvSpPr>
              <p:spPr bwMode="auto">
                <a:xfrm flipV="1">
                  <a:off x="1871277" y="1576300"/>
                  <a:ext cx="1125200" cy="319520"/>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47" name="Freeform 946">
                  <a:extLst>
                    <a:ext uri="{FF2B5EF4-FFF2-40B4-BE49-F238E27FC236}">
                      <a16:creationId xmlns:a16="http://schemas.microsoft.com/office/drawing/2014/main" id="{D4B205B1-4191-B84B-8CA4-DD171806AD2E}"/>
                    </a:ext>
                  </a:extLst>
                </p:cNvPr>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8" name="Freeform 947">
                  <a:extLst>
                    <a:ext uri="{FF2B5EF4-FFF2-40B4-BE49-F238E27FC236}">
                      <a16:creationId xmlns:a16="http://schemas.microsoft.com/office/drawing/2014/main" id="{1BBBF1EF-3ED2-5848-B3F0-7F8463BE28C7}"/>
                    </a:ext>
                  </a:extLst>
                </p:cNvPr>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9" name="Freeform 948">
                  <a:extLst>
                    <a:ext uri="{FF2B5EF4-FFF2-40B4-BE49-F238E27FC236}">
                      <a16:creationId xmlns:a16="http://schemas.microsoft.com/office/drawing/2014/main" id="{AE727D85-0B80-AB43-A858-E12A22DEF74E}"/>
                    </a:ext>
                  </a:extLst>
                </p:cNvPr>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0" name="Freeform 949">
                  <a:extLst>
                    <a:ext uri="{FF2B5EF4-FFF2-40B4-BE49-F238E27FC236}">
                      <a16:creationId xmlns:a16="http://schemas.microsoft.com/office/drawing/2014/main" id="{E087DF11-E1FC-A24A-A90A-56EFAAF5ED33}"/>
                    </a:ext>
                  </a:extLst>
                </p:cNvPr>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51" name="Straight Connector 950">
                  <a:extLst>
                    <a:ext uri="{FF2B5EF4-FFF2-40B4-BE49-F238E27FC236}">
                      <a16:creationId xmlns:a16="http://schemas.microsoft.com/office/drawing/2014/main" id="{63B2769E-5BF0-4C43-BDCD-E08BBCA40A60}"/>
                    </a:ext>
                  </a:extLst>
                </p:cNvPr>
                <p:cNvCxnSpPr>
                  <a:endCxn id="946" idx="2"/>
                </p:cNvCxnSpPr>
                <p:nvPr/>
              </p:nvCxnSpPr>
              <p:spPr bwMode="auto">
                <a:xfrm flipH="1" flipV="1">
                  <a:off x="1871277" y="1737243"/>
                  <a:ext cx="3169" cy="123074"/>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952" name="Straight Connector 951">
                  <a:extLst>
                    <a:ext uri="{FF2B5EF4-FFF2-40B4-BE49-F238E27FC236}">
                      <a16:creationId xmlns:a16="http://schemas.microsoft.com/office/drawing/2014/main" id="{D9643885-03AC-8C44-B9B3-97EEFAB93F73}"/>
                    </a:ext>
                  </a:extLst>
                </p:cNvPr>
                <p:cNvCxnSpPr/>
                <p:nvPr/>
              </p:nvCxnSpPr>
              <p:spPr bwMode="auto">
                <a:xfrm flipH="1" flipV="1">
                  <a:off x="2996477" y="1734877"/>
                  <a:ext cx="3171" cy="123074"/>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924" name="Group 347">
                <a:extLst>
                  <a:ext uri="{FF2B5EF4-FFF2-40B4-BE49-F238E27FC236}">
                    <a16:creationId xmlns:a16="http://schemas.microsoft.com/office/drawing/2014/main" id="{59383640-B92E-3B49-9F91-B00C1816C4B2}"/>
                  </a:ext>
                </a:extLst>
              </p:cNvPr>
              <p:cNvGrpSpPr>
                <a:grpSpLocks/>
              </p:cNvGrpSpPr>
              <p:nvPr/>
            </p:nvGrpSpPr>
            <p:grpSpPr bwMode="auto">
              <a:xfrm>
                <a:off x="5166757" y="6114152"/>
                <a:ext cx="588970" cy="242608"/>
                <a:chOff x="1871277" y="1576300"/>
                <a:chExt cx="1128371" cy="437861"/>
              </a:xfrm>
            </p:grpSpPr>
            <p:sp>
              <p:nvSpPr>
                <p:cNvPr id="935" name="Oval 934">
                  <a:extLst>
                    <a:ext uri="{FF2B5EF4-FFF2-40B4-BE49-F238E27FC236}">
                      <a16:creationId xmlns:a16="http://schemas.microsoft.com/office/drawing/2014/main" id="{5018BF36-5D40-234D-B43E-166D4365DFC7}"/>
                    </a:ext>
                  </a:extLst>
                </p:cNvPr>
                <p:cNvSpPr/>
                <p:nvPr/>
              </p:nvSpPr>
              <p:spPr bwMode="auto">
                <a:xfrm flipV="1">
                  <a:off x="1874446" y="1694641"/>
                  <a:ext cx="1125202" cy="319520"/>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36" name="Rectangle 935">
                  <a:extLst>
                    <a:ext uri="{FF2B5EF4-FFF2-40B4-BE49-F238E27FC236}">
                      <a16:creationId xmlns:a16="http://schemas.microsoft.com/office/drawing/2014/main" id="{F3CF2F53-1F91-DA4A-B9DD-A5E958F02DF9}"/>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37" name="Oval 936">
                  <a:extLst>
                    <a:ext uri="{FF2B5EF4-FFF2-40B4-BE49-F238E27FC236}">
                      <a16:creationId xmlns:a16="http://schemas.microsoft.com/office/drawing/2014/main" id="{DE201E6A-02EE-B14D-8F1B-DC21CC87BE80}"/>
                    </a:ext>
                  </a:extLst>
                </p:cNvPr>
                <p:cNvSpPr/>
                <p:nvPr/>
              </p:nvSpPr>
              <p:spPr bwMode="auto">
                <a:xfrm flipV="1">
                  <a:off x="1871277" y="1576300"/>
                  <a:ext cx="1125200" cy="319520"/>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38" name="Freeform 937">
                  <a:extLst>
                    <a:ext uri="{FF2B5EF4-FFF2-40B4-BE49-F238E27FC236}">
                      <a16:creationId xmlns:a16="http://schemas.microsoft.com/office/drawing/2014/main" id="{FB05CF2E-83B0-2640-93AB-853D8763B115}"/>
                    </a:ext>
                  </a:extLst>
                </p:cNvPr>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39" name="Freeform 938">
                  <a:extLst>
                    <a:ext uri="{FF2B5EF4-FFF2-40B4-BE49-F238E27FC236}">
                      <a16:creationId xmlns:a16="http://schemas.microsoft.com/office/drawing/2014/main" id="{E2067AB0-285F-1D49-84B3-34E74A8258AC}"/>
                    </a:ext>
                  </a:extLst>
                </p:cNvPr>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0" name="Freeform 939">
                  <a:extLst>
                    <a:ext uri="{FF2B5EF4-FFF2-40B4-BE49-F238E27FC236}">
                      <a16:creationId xmlns:a16="http://schemas.microsoft.com/office/drawing/2014/main" id="{E1588A39-233E-9A43-89F2-A2C023D3DD50}"/>
                    </a:ext>
                  </a:extLst>
                </p:cNvPr>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1" name="Freeform 940">
                  <a:extLst>
                    <a:ext uri="{FF2B5EF4-FFF2-40B4-BE49-F238E27FC236}">
                      <a16:creationId xmlns:a16="http://schemas.microsoft.com/office/drawing/2014/main" id="{7E4670CD-E442-5648-B94B-92AF3B894755}"/>
                    </a:ext>
                  </a:extLst>
                </p:cNvPr>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42" name="Straight Connector 941">
                  <a:extLst>
                    <a:ext uri="{FF2B5EF4-FFF2-40B4-BE49-F238E27FC236}">
                      <a16:creationId xmlns:a16="http://schemas.microsoft.com/office/drawing/2014/main" id="{759AD6F2-B641-0B45-9023-2F9E18420F9E}"/>
                    </a:ext>
                  </a:extLst>
                </p:cNvPr>
                <p:cNvCxnSpPr>
                  <a:endCxn id="937" idx="2"/>
                </p:cNvCxnSpPr>
                <p:nvPr/>
              </p:nvCxnSpPr>
              <p:spPr bwMode="auto">
                <a:xfrm flipH="1" flipV="1">
                  <a:off x="1871277" y="1737243"/>
                  <a:ext cx="3169" cy="123074"/>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943" name="Straight Connector 942">
                  <a:extLst>
                    <a:ext uri="{FF2B5EF4-FFF2-40B4-BE49-F238E27FC236}">
                      <a16:creationId xmlns:a16="http://schemas.microsoft.com/office/drawing/2014/main" id="{BD308E44-0EFE-944D-83E1-D1B7C02C2983}"/>
                    </a:ext>
                  </a:extLst>
                </p:cNvPr>
                <p:cNvCxnSpPr/>
                <p:nvPr/>
              </p:nvCxnSpPr>
              <p:spPr bwMode="auto">
                <a:xfrm flipH="1" flipV="1">
                  <a:off x="2996477" y="1734877"/>
                  <a:ext cx="3171" cy="123074"/>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925" name="Group 347">
                <a:extLst>
                  <a:ext uri="{FF2B5EF4-FFF2-40B4-BE49-F238E27FC236}">
                    <a16:creationId xmlns:a16="http://schemas.microsoft.com/office/drawing/2014/main" id="{885312C2-0E07-194B-BEF1-237808F2C1B0}"/>
                  </a:ext>
                </a:extLst>
              </p:cNvPr>
              <p:cNvGrpSpPr>
                <a:grpSpLocks/>
              </p:cNvGrpSpPr>
              <p:nvPr/>
            </p:nvGrpSpPr>
            <p:grpSpPr bwMode="auto">
              <a:xfrm>
                <a:off x="3704088" y="6206732"/>
                <a:ext cx="588970" cy="242608"/>
                <a:chOff x="1871277" y="1576300"/>
                <a:chExt cx="1128371" cy="437861"/>
              </a:xfrm>
            </p:grpSpPr>
            <p:sp>
              <p:nvSpPr>
                <p:cNvPr id="926" name="Oval 925">
                  <a:extLst>
                    <a:ext uri="{FF2B5EF4-FFF2-40B4-BE49-F238E27FC236}">
                      <a16:creationId xmlns:a16="http://schemas.microsoft.com/office/drawing/2014/main" id="{DB1F6E96-DE25-304B-B7D0-FD1D59509C9D}"/>
                    </a:ext>
                  </a:extLst>
                </p:cNvPr>
                <p:cNvSpPr/>
                <p:nvPr/>
              </p:nvSpPr>
              <p:spPr bwMode="auto">
                <a:xfrm flipV="1">
                  <a:off x="1874446" y="1694641"/>
                  <a:ext cx="1125202" cy="319520"/>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27" name="Rectangle 926">
                  <a:extLst>
                    <a:ext uri="{FF2B5EF4-FFF2-40B4-BE49-F238E27FC236}">
                      <a16:creationId xmlns:a16="http://schemas.microsoft.com/office/drawing/2014/main" id="{C6F722AF-47B6-754C-8E9E-EFEB45831A89}"/>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28" name="Oval 927">
                  <a:extLst>
                    <a:ext uri="{FF2B5EF4-FFF2-40B4-BE49-F238E27FC236}">
                      <a16:creationId xmlns:a16="http://schemas.microsoft.com/office/drawing/2014/main" id="{B7EFF65E-E3E4-7743-90E8-6E0DED7FF48C}"/>
                    </a:ext>
                  </a:extLst>
                </p:cNvPr>
                <p:cNvSpPr/>
                <p:nvPr/>
              </p:nvSpPr>
              <p:spPr bwMode="auto">
                <a:xfrm flipV="1">
                  <a:off x="1871277" y="1576300"/>
                  <a:ext cx="1125200" cy="319520"/>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29" name="Freeform 928">
                  <a:extLst>
                    <a:ext uri="{FF2B5EF4-FFF2-40B4-BE49-F238E27FC236}">
                      <a16:creationId xmlns:a16="http://schemas.microsoft.com/office/drawing/2014/main" id="{A6419AFD-CC26-B146-A541-B565AEA3805C}"/>
                    </a:ext>
                  </a:extLst>
                </p:cNvPr>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30" name="Freeform 929">
                  <a:extLst>
                    <a:ext uri="{FF2B5EF4-FFF2-40B4-BE49-F238E27FC236}">
                      <a16:creationId xmlns:a16="http://schemas.microsoft.com/office/drawing/2014/main" id="{0147F8D3-CAD7-8542-B967-4F72DDDE3A54}"/>
                    </a:ext>
                  </a:extLst>
                </p:cNvPr>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31" name="Freeform 930">
                  <a:extLst>
                    <a:ext uri="{FF2B5EF4-FFF2-40B4-BE49-F238E27FC236}">
                      <a16:creationId xmlns:a16="http://schemas.microsoft.com/office/drawing/2014/main" id="{AAF1E1A5-D576-1A4A-9BFD-6C323830CFC5}"/>
                    </a:ext>
                  </a:extLst>
                </p:cNvPr>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32" name="Freeform 931">
                  <a:extLst>
                    <a:ext uri="{FF2B5EF4-FFF2-40B4-BE49-F238E27FC236}">
                      <a16:creationId xmlns:a16="http://schemas.microsoft.com/office/drawing/2014/main" id="{00B23D7F-A468-7B41-B882-C74692A46B5A}"/>
                    </a:ext>
                  </a:extLst>
                </p:cNvPr>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33" name="Straight Connector 932">
                  <a:extLst>
                    <a:ext uri="{FF2B5EF4-FFF2-40B4-BE49-F238E27FC236}">
                      <a16:creationId xmlns:a16="http://schemas.microsoft.com/office/drawing/2014/main" id="{A710DADF-5A66-4E4D-9212-3DB6E5790B57}"/>
                    </a:ext>
                  </a:extLst>
                </p:cNvPr>
                <p:cNvCxnSpPr>
                  <a:endCxn id="928" idx="2"/>
                </p:cNvCxnSpPr>
                <p:nvPr/>
              </p:nvCxnSpPr>
              <p:spPr bwMode="auto">
                <a:xfrm flipH="1" flipV="1">
                  <a:off x="1871277" y="1737243"/>
                  <a:ext cx="3169" cy="123074"/>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934" name="Straight Connector 933">
                  <a:extLst>
                    <a:ext uri="{FF2B5EF4-FFF2-40B4-BE49-F238E27FC236}">
                      <a16:creationId xmlns:a16="http://schemas.microsoft.com/office/drawing/2014/main" id="{59A3775F-4767-2F47-9662-6CCEC729A7A8}"/>
                    </a:ext>
                  </a:extLst>
                </p:cNvPr>
                <p:cNvCxnSpPr/>
                <p:nvPr/>
              </p:nvCxnSpPr>
              <p:spPr bwMode="auto">
                <a:xfrm flipH="1" flipV="1">
                  <a:off x="2996477" y="1734877"/>
                  <a:ext cx="3171" cy="123074"/>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grpSp>
          <p:nvGrpSpPr>
            <p:cNvPr id="857" name="Group 856">
              <a:extLst>
                <a:ext uri="{FF2B5EF4-FFF2-40B4-BE49-F238E27FC236}">
                  <a16:creationId xmlns:a16="http://schemas.microsoft.com/office/drawing/2014/main" id="{54A52462-5258-B74E-939D-5568EFF6BF9A}"/>
                </a:ext>
              </a:extLst>
            </p:cNvPr>
            <p:cNvGrpSpPr/>
            <p:nvPr/>
          </p:nvGrpSpPr>
          <p:grpSpPr>
            <a:xfrm>
              <a:off x="4990227" y="3046752"/>
              <a:ext cx="3116606" cy="1053561"/>
              <a:chOff x="4990227" y="2877416"/>
              <a:chExt cx="3116606" cy="1053561"/>
            </a:xfrm>
          </p:grpSpPr>
          <p:sp>
            <p:nvSpPr>
              <p:cNvPr id="876" name="Rectangle 875">
                <a:extLst>
                  <a:ext uri="{FF2B5EF4-FFF2-40B4-BE49-F238E27FC236}">
                    <a16:creationId xmlns:a16="http://schemas.microsoft.com/office/drawing/2014/main" id="{A13ADE3B-72C2-1D43-B7E3-53ACC236F401}"/>
                  </a:ext>
                </a:extLst>
              </p:cNvPr>
              <p:cNvSpPr/>
              <p:nvPr/>
            </p:nvSpPr>
            <p:spPr bwMode="auto">
              <a:xfrm>
                <a:off x="5418665" y="2913389"/>
                <a:ext cx="2688168" cy="1017588"/>
              </a:xfrm>
              <a:prstGeom prst="rect">
                <a:avLst/>
              </a:prstGeom>
              <a:solidFill>
                <a:srgbClr val="2D2DB9">
                  <a:lumMod val="20000"/>
                  <a:lumOff val="80000"/>
                </a:srgbClr>
              </a:solidFill>
              <a:ln w="317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877" name="Freeform 876">
                <a:extLst>
                  <a:ext uri="{FF2B5EF4-FFF2-40B4-BE49-F238E27FC236}">
                    <a16:creationId xmlns:a16="http://schemas.microsoft.com/office/drawing/2014/main" id="{8479C132-9D4A-964F-A8E8-7EB2EAA9863B}"/>
                  </a:ext>
                </a:extLst>
              </p:cNvPr>
              <p:cNvSpPr/>
              <p:nvPr/>
            </p:nvSpPr>
            <p:spPr bwMode="auto">
              <a:xfrm>
                <a:off x="5218221" y="2877416"/>
                <a:ext cx="213773" cy="1028160"/>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 name="connsiteX0" fmla="*/ 20385 w 220240"/>
                  <a:gd name="connsiteY0" fmla="*/ 745656 h 1058154"/>
                  <a:gd name="connsiteX1" fmla="*/ 214305 w 220240"/>
                  <a:gd name="connsiteY1" fmla="*/ 0 h 1058154"/>
                  <a:gd name="connsiteX2" fmla="*/ 220240 w 220240"/>
                  <a:gd name="connsiteY2" fmla="*/ 1027869 h 1058154"/>
                  <a:gd name="connsiteX3" fmla="*/ 68 w 220240"/>
                  <a:gd name="connsiteY3" fmla="*/ 986902 h 1058154"/>
                  <a:gd name="connsiteX4" fmla="*/ 20385 w 220240"/>
                  <a:gd name="connsiteY4" fmla="*/ 745656 h 1058154"/>
                  <a:gd name="connsiteX0" fmla="*/ 20385 w 220240"/>
                  <a:gd name="connsiteY0" fmla="*/ 745656 h 1068836"/>
                  <a:gd name="connsiteX1" fmla="*/ 214305 w 220240"/>
                  <a:gd name="connsiteY1" fmla="*/ 0 h 1068836"/>
                  <a:gd name="connsiteX2" fmla="*/ 220240 w 220240"/>
                  <a:gd name="connsiteY2" fmla="*/ 1027869 h 1068836"/>
                  <a:gd name="connsiteX3" fmla="*/ 68 w 220240"/>
                  <a:gd name="connsiteY3" fmla="*/ 986902 h 1068836"/>
                  <a:gd name="connsiteX4" fmla="*/ 20385 w 220240"/>
                  <a:gd name="connsiteY4" fmla="*/ 745656 h 1068836"/>
                  <a:gd name="connsiteX0" fmla="*/ 15446 w 215301"/>
                  <a:gd name="connsiteY0" fmla="*/ 745656 h 1057581"/>
                  <a:gd name="connsiteX1" fmla="*/ 209366 w 215301"/>
                  <a:gd name="connsiteY1" fmla="*/ 0 h 1057581"/>
                  <a:gd name="connsiteX2" fmla="*/ 215301 w 215301"/>
                  <a:gd name="connsiteY2" fmla="*/ 1027869 h 1057581"/>
                  <a:gd name="connsiteX3" fmla="*/ 87 w 215301"/>
                  <a:gd name="connsiteY3" fmla="*/ 888484 h 1057581"/>
                  <a:gd name="connsiteX4" fmla="*/ 15446 w 215301"/>
                  <a:gd name="connsiteY4" fmla="*/ 745656 h 1057581"/>
                  <a:gd name="connsiteX0" fmla="*/ 15446 w 215301"/>
                  <a:gd name="connsiteY0" fmla="*/ 745656 h 1063397"/>
                  <a:gd name="connsiteX1" fmla="*/ 209366 w 215301"/>
                  <a:gd name="connsiteY1" fmla="*/ 0 h 1063397"/>
                  <a:gd name="connsiteX2" fmla="*/ 215301 w 215301"/>
                  <a:gd name="connsiteY2" fmla="*/ 1027869 h 1063397"/>
                  <a:gd name="connsiteX3" fmla="*/ 87 w 215301"/>
                  <a:gd name="connsiteY3" fmla="*/ 888484 h 1063397"/>
                  <a:gd name="connsiteX4" fmla="*/ 15446 w 215301"/>
                  <a:gd name="connsiteY4" fmla="*/ 745656 h 1063397"/>
                  <a:gd name="connsiteX0" fmla="*/ 15446 w 215301"/>
                  <a:gd name="connsiteY0" fmla="*/ 745656 h 1027869"/>
                  <a:gd name="connsiteX1" fmla="*/ 209366 w 215301"/>
                  <a:gd name="connsiteY1" fmla="*/ 0 h 1027869"/>
                  <a:gd name="connsiteX2" fmla="*/ 215301 w 215301"/>
                  <a:gd name="connsiteY2" fmla="*/ 1027869 h 1027869"/>
                  <a:gd name="connsiteX3" fmla="*/ 87 w 215301"/>
                  <a:gd name="connsiteY3" fmla="*/ 888484 h 1027869"/>
                  <a:gd name="connsiteX4" fmla="*/ 15446 w 215301"/>
                  <a:gd name="connsiteY4" fmla="*/ 745656 h 1027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301" h="1027869">
                    <a:moveTo>
                      <a:pt x="15446" y="745656"/>
                    </a:moveTo>
                    <a:lnTo>
                      <a:pt x="209366" y="0"/>
                    </a:lnTo>
                    <a:cubicBezTo>
                      <a:pt x="211344" y="342623"/>
                      <a:pt x="213323" y="685246"/>
                      <a:pt x="215301" y="1027869"/>
                    </a:cubicBezTo>
                    <a:cubicBezTo>
                      <a:pt x="115469" y="960083"/>
                      <a:pt x="99918" y="931665"/>
                      <a:pt x="87" y="888484"/>
                    </a:cubicBezTo>
                    <a:cubicBezTo>
                      <a:pt x="-1403" y="675204"/>
                      <a:pt x="16936" y="958936"/>
                      <a:pt x="15446" y="745656"/>
                    </a:cubicBezTo>
                    <a:close/>
                  </a:path>
                </a:pathLst>
              </a:custGeom>
              <a:gradFill rotWithShape="1">
                <a:gsLst>
                  <a:gs pos="0">
                    <a:srgbClr val="FFFFFF">
                      <a:lumMod val="95000"/>
                    </a:srgbClr>
                  </a:gs>
                  <a:gs pos="100000">
                    <a:srgbClr val="2D2DB9">
                      <a:lumMod val="20000"/>
                      <a:lumOff val="80000"/>
                    </a:srgbClr>
                  </a:gs>
                </a:gsLst>
                <a:lin ang="0" scaled="0"/>
              </a:gra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878" name="Group 950">
                <a:extLst>
                  <a:ext uri="{FF2B5EF4-FFF2-40B4-BE49-F238E27FC236}">
                    <a16:creationId xmlns:a16="http://schemas.microsoft.com/office/drawing/2014/main" id="{6265B51A-C625-0E46-B1CD-1B0CC4EAE2DF}"/>
                  </a:ext>
                </a:extLst>
              </p:cNvPr>
              <p:cNvGrpSpPr>
                <a:grpSpLocks/>
              </p:cNvGrpSpPr>
              <p:nvPr/>
            </p:nvGrpSpPr>
            <p:grpSpPr bwMode="auto">
              <a:xfrm>
                <a:off x="4990227" y="3351862"/>
                <a:ext cx="251561" cy="564103"/>
                <a:chOff x="4140" y="429"/>
                <a:chExt cx="1425" cy="2396"/>
              </a:xfrm>
            </p:grpSpPr>
            <p:sp>
              <p:nvSpPr>
                <p:cNvPr id="880" name="Freeform 951">
                  <a:extLst>
                    <a:ext uri="{FF2B5EF4-FFF2-40B4-BE49-F238E27FC236}">
                      <a16:creationId xmlns:a16="http://schemas.microsoft.com/office/drawing/2014/main" id="{A5BA354F-B231-C647-9049-264E94760E6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81" name="Rectangle 952">
                  <a:extLst>
                    <a:ext uri="{FF2B5EF4-FFF2-40B4-BE49-F238E27FC236}">
                      <a16:creationId xmlns:a16="http://schemas.microsoft.com/office/drawing/2014/main" id="{4CD802A5-F6DB-4B4A-9C9B-E57940A6AE29}"/>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82" name="Freeform 953">
                  <a:extLst>
                    <a:ext uri="{FF2B5EF4-FFF2-40B4-BE49-F238E27FC236}">
                      <a16:creationId xmlns:a16="http://schemas.microsoft.com/office/drawing/2014/main" id="{79259F7C-2EC8-F74E-9E7F-4095E5E5CFD4}"/>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83" name="Freeform 954">
                  <a:extLst>
                    <a:ext uri="{FF2B5EF4-FFF2-40B4-BE49-F238E27FC236}">
                      <a16:creationId xmlns:a16="http://schemas.microsoft.com/office/drawing/2014/main" id="{451FA157-6D0F-9145-8122-26E1DA1A236D}"/>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84" name="Rectangle 955">
                  <a:extLst>
                    <a:ext uri="{FF2B5EF4-FFF2-40B4-BE49-F238E27FC236}">
                      <a16:creationId xmlns:a16="http://schemas.microsoft.com/office/drawing/2014/main" id="{C2607605-6DA4-EE4D-8DD3-849C75A05671}"/>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885" name="Group 956">
                  <a:extLst>
                    <a:ext uri="{FF2B5EF4-FFF2-40B4-BE49-F238E27FC236}">
                      <a16:creationId xmlns:a16="http://schemas.microsoft.com/office/drawing/2014/main" id="{9869AF7B-AAFD-8D4B-8E7F-90CCD3755626}"/>
                    </a:ext>
                  </a:extLst>
                </p:cNvPr>
                <p:cNvGrpSpPr>
                  <a:grpSpLocks/>
                </p:cNvGrpSpPr>
                <p:nvPr/>
              </p:nvGrpSpPr>
              <p:grpSpPr bwMode="auto">
                <a:xfrm>
                  <a:off x="4749" y="668"/>
                  <a:ext cx="581" cy="145"/>
                  <a:chOff x="614" y="2568"/>
                  <a:chExt cx="725" cy="139"/>
                </a:xfrm>
              </p:grpSpPr>
              <p:sp>
                <p:nvSpPr>
                  <p:cNvPr id="910" name="AutoShape 957">
                    <a:extLst>
                      <a:ext uri="{FF2B5EF4-FFF2-40B4-BE49-F238E27FC236}">
                        <a16:creationId xmlns:a16="http://schemas.microsoft.com/office/drawing/2014/main" id="{C9AB02AE-DBB7-4942-87E6-03EAC872AF56}"/>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11" name="AutoShape 958">
                    <a:extLst>
                      <a:ext uri="{FF2B5EF4-FFF2-40B4-BE49-F238E27FC236}">
                        <a16:creationId xmlns:a16="http://schemas.microsoft.com/office/drawing/2014/main" id="{A1397CEF-8A99-9C43-984B-80BD60AFF6D5}"/>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886" name="Rectangle 959">
                  <a:extLst>
                    <a:ext uri="{FF2B5EF4-FFF2-40B4-BE49-F238E27FC236}">
                      <a16:creationId xmlns:a16="http://schemas.microsoft.com/office/drawing/2014/main" id="{E8594A77-9042-2641-ABFC-F29E8FF40D5E}"/>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887" name="Group 960">
                  <a:extLst>
                    <a:ext uri="{FF2B5EF4-FFF2-40B4-BE49-F238E27FC236}">
                      <a16:creationId xmlns:a16="http://schemas.microsoft.com/office/drawing/2014/main" id="{1262AD39-4096-D741-A742-CED9CF146D7C}"/>
                    </a:ext>
                  </a:extLst>
                </p:cNvPr>
                <p:cNvGrpSpPr>
                  <a:grpSpLocks/>
                </p:cNvGrpSpPr>
                <p:nvPr/>
              </p:nvGrpSpPr>
              <p:grpSpPr bwMode="auto">
                <a:xfrm>
                  <a:off x="4747" y="994"/>
                  <a:ext cx="581" cy="134"/>
                  <a:chOff x="614" y="2568"/>
                  <a:chExt cx="725" cy="139"/>
                </a:xfrm>
              </p:grpSpPr>
              <p:sp>
                <p:nvSpPr>
                  <p:cNvPr id="908" name="AutoShape 961">
                    <a:extLst>
                      <a:ext uri="{FF2B5EF4-FFF2-40B4-BE49-F238E27FC236}">
                        <a16:creationId xmlns:a16="http://schemas.microsoft.com/office/drawing/2014/main" id="{59E4897D-95E8-2A4B-9BA9-0B7172ED7B81}"/>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09" name="AutoShape 962">
                    <a:extLst>
                      <a:ext uri="{FF2B5EF4-FFF2-40B4-BE49-F238E27FC236}">
                        <a16:creationId xmlns:a16="http://schemas.microsoft.com/office/drawing/2014/main" id="{2382242C-86DC-C04B-94D5-2B4545FC2AD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888" name="Rectangle 963">
                  <a:extLst>
                    <a:ext uri="{FF2B5EF4-FFF2-40B4-BE49-F238E27FC236}">
                      <a16:creationId xmlns:a16="http://schemas.microsoft.com/office/drawing/2014/main" id="{CBBEA7CF-B701-8748-AA95-11773F0862F7}"/>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89" name="Rectangle 964">
                  <a:extLst>
                    <a:ext uri="{FF2B5EF4-FFF2-40B4-BE49-F238E27FC236}">
                      <a16:creationId xmlns:a16="http://schemas.microsoft.com/office/drawing/2014/main" id="{2840794F-AC07-854C-A963-38CAEB859431}"/>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890" name="Group 965">
                  <a:extLst>
                    <a:ext uri="{FF2B5EF4-FFF2-40B4-BE49-F238E27FC236}">
                      <a16:creationId xmlns:a16="http://schemas.microsoft.com/office/drawing/2014/main" id="{00D85896-AE73-FC4F-A921-B401C2ABE627}"/>
                    </a:ext>
                  </a:extLst>
                </p:cNvPr>
                <p:cNvGrpSpPr>
                  <a:grpSpLocks/>
                </p:cNvGrpSpPr>
                <p:nvPr/>
              </p:nvGrpSpPr>
              <p:grpSpPr bwMode="auto">
                <a:xfrm>
                  <a:off x="4735" y="1627"/>
                  <a:ext cx="582" cy="151"/>
                  <a:chOff x="614" y="2568"/>
                  <a:chExt cx="725" cy="139"/>
                </a:xfrm>
              </p:grpSpPr>
              <p:sp>
                <p:nvSpPr>
                  <p:cNvPr id="906" name="AutoShape 966">
                    <a:extLst>
                      <a:ext uri="{FF2B5EF4-FFF2-40B4-BE49-F238E27FC236}">
                        <a16:creationId xmlns:a16="http://schemas.microsoft.com/office/drawing/2014/main" id="{924B40FA-21E3-834D-911F-D56CADE5ECA3}"/>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07" name="AutoShape 967">
                    <a:extLst>
                      <a:ext uri="{FF2B5EF4-FFF2-40B4-BE49-F238E27FC236}">
                        <a16:creationId xmlns:a16="http://schemas.microsoft.com/office/drawing/2014/main" id="{47F8F0C4-6D37-9543-9F00-43D5F28FB2C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891" name="Freeform 968">
                  <a:extLst>
                    <a:ext uri="{FF2B5EF4-FFF2-40B4-BE49-F238E27FC236}">
                      <a16:creationId xmlns:a16="http://schemas.microsoft.com/office/drawing/2014/main" id="{1DAD0535-0585-3A48-B18F-8CFD540ADB78}"/>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892" name="Group 969">
                  <a:extLst>
                    <a:ext uri="{FF2B5EF4-FFF2-40B4-BE49-F238E27FC236}">
                      <a16:creationId xmlns:a16="http://schemas.microsoft.com/office/drawing/2014/main" id="{66D816ED-1F9A-D04E-95EE-62CBF7E44ED1}"/>
                    </a:ext>
                  </a:extLst>
                </p:cNvPr>
                <p:cNvGrpSpPr>
                  <a:grpSpLocks/>
                </p:cNvGrpSpPr>
                <p:nvPr/>
              </p:nvGrpSpPr>
              <p:grpSpPr bwMode="auto">
                <a:xfrm>
                  <a:off x="4739" y="1327"/>
                  <a:ext cx="582" cy="139"/>
                  <a:chOff x="614" y="2568"/>
                  <a:chExt cx="725" cy="139"/>
                </a:xfrm>
              </p:grpSpPr>
              <p:sp>
                <p:nvSpPr>
                  <p:cNvPr id="904" name="AutoShape 970">
                    <a:extLst>
                      <a:ext uri="{FF2B5EF4-FFF2-40B4-BE49-F238E27FC236}">
                        <a16:creationId xmlns:a16="http://schemas.microsoft.com/office/drawing/2014/main" id="{8C0B4415-0AC2-3945-92F3-A694CD6600DB}"/>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05" name="AutoShape 971">
                    <a:extLst>
                      <a:ext uri="{FF2B5EF4-FFF2-40B4-BE49-F238E27FC236}">
                        <a16:creationId xmlns:a16="http://schemas.microsoft.com/office/drawing/2014/main" id="{0B3FE1DC-EC1B-BE41-BD3D-DA207D617D5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893" name="Rectangle 972">
                  <a:extLst>
                    <a:ext uri="{FF2B5EF4-FFF2-40B4-BE49-F238E27FC236}">
                      <a16:creationId xmlns:a16="http://schemas.microsoft.com/office/drawing/2014/main" id="{D76687F0-DEBC-0F4A-B4AF-5C24DB379F8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94" name="Freeform 973">
                  <a:extLst>
                    <a:ext uri="{FF2B5EF4-FFF2-40B4-BE49-F238E27FC236}">
                      <a16:creationId xmlns:a16="http://schemas.microsoft.com/office/drawing/2014/main" id="{9E9FD877-5F4F-754A-87E4-3CF2A2B86815}"/>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95" name="Freeform 974">
                  <a:extLst>
                    <a:ext uri="{FF2B5EF4-FFF2-40B4-BE49-F238E27FC236}">
                      <a16:creationId xmlns:a16="http://schemas.microsoft.com/office/drawing/2014/main" id="{42A0B2EC-7CC7-B240-8E62-08161F36999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96" name="Oval 975">
                  <a:extLst>
                    <a:ext uri="{FF2B5EF4-FFF2-40B4-BE49-F238E27FC236}">
                      <a16:creationId xmlns:a16="http://schemas.microsoft.com/office/drawing/2014/main" id="{924FB68E-8166-014C-89D3-D4305C34F3C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97" name="Freeform 976">
                  <a:extLst>
                    <a:ext uri="{FF2B5EF4-FFF2-40B4-BE49-F238E27FC236}">
                      <a16:creationId xmlns:a16="http://schemas.microsoft.com/office/drawing/2014/main" id="{97FE5EBC-22BA-6044-8980-CAE030812074}"/>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98" name="AutoShape 977">
                  <a:extLst>
                    <a:ext uri="{FF2B5EF4-FFF2-40B4-BE49-F238E27FC236}">
                      <a16:creationId xmlns:a16="http://schemas.microsoft.com/office/drawing/2014/main" id="{A5F87333-9B58-984B-975F-83AEC1482489}"/>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99" name="AutoShape 978">
                  <a:extLst>
                    <a:ext uri="{FF2B5EF4-FFF2-40B4-BE49-F238E27FC236}">
                      <a16:creationId xmlns:a16="http://schemas.microsoft.com/office/drawing/2014/main" id="{A819AAE6-0355-8D4F-8137-BD2B7A2B727C}"/>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00" name="Oval 979">
                  <a:extLst>
                    <a:ext uri="{FF2B5EF4-FFF2-40B4-BE49-F238E27FC236}">
                      <a16:creationId xmlns:a16="http://schemas.microsoft.com/office/drawing/2014/main" id="{7425A734-37C7-AE46-A20A-FA4A5976715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01" name="Oval 980">
                  <a:extLst>
                    <a:ext uri="{FF2B5EF4-FFF2-40B4-BE49-F238E27FC236}">
                      <a16:creationId xmlns:a16="http://schemas.microsoft.com/office/drawing/2014/main" id="{820B07E3-33AF-1341-B1D5-46C41ACB743C}"/>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902" name="Oval 981">
                  <a:extLst>
                    <a:ext uri="{FF2B5EF4-FFF2-40B4-BE49-F238E27FC236}">
                      <a16:creationId xmlns:a16="http://schemas.microsoft.com/office/drawing/2014/main" id="{44036096-87EC-A746-8FE7-7773B3B32B1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03" name="Rectangle 982">
                  <a:extLst>
                    <a:ext uri="{FF2B5EF4-FFF2-40B4-BE49-F238E27FC236}">
                      <a16:creationId xmlns:a16="http://schemas.microsoft.com/office/drawing/2014/main" id="{4C8AA049-B48E-C24E-91A9-8455F582713C}"/>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879" name="TextBox 878">
                <a:extLst>
                  <a:ext uri="{FF2B5EF4-FFF2-40B4-BE49-F238E27FC236}">
                    <a16:creationId xmlns:a16="http://schemas.microsoft.com/office/drawing/2014/main" id="{BD391945-30B0-AF4B-9B16-8435026C785B}"/>
                  </a:ext>
                </a:extLst>
              </p:cNvPr>
              <p:cNvSpPr txBox="1"/>
              <p:nvPr/>
            </p:nvSpPr>
            <p:spPr>
              <a:xfrm>
                <a:off x="5377031" y="3090332"/>
                <a:ext cx="2659202" cy="615553"/>
              </a:xfrm>
              <a:prstGeom prst="rect">
                <a:avLst/>
              </a:prstGeom>
              <a:noFill/>
            </p:spPr>
            <p:txBody>
              <a:bodyPr wrap="none" rtlCol="0">
                <a:spAutoFit/>
              </a:body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SDN Controller</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(network operating system)</a:t>
                </a:r>
              </a:p>
            </p:txBody>
          </p:sp>
        </p:grpSp>
        <p:sp>
          <p:nvSpPr>
            <p:cNvPr id="858" name="TextBox 857">
              <a:extLst>
                <a:ext uri="{FF2B5EF4-FFF2-40B4-BE49-F238E27FC236}">
                  <a16:creationId xmlns:a16="http://schemas.microsoft.com/office/drawing/2014/main" id="{460A62D4-F61E-134D-905E-F48547E04AB7}"/>
                </a:ext>
              </a:extLst>
            </p:cNvPr>
            <p:cNvSpPr txBox="1"/>
            <p:nvPr/>
          </p:nvSpPr>
          <p:spPr>
            <a:xfrm>
              <a:off x="6837708" y="1058305"/>
              <a:ext cx="595035" cy="584776"/>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3200" b="0" i="0" u="none" strike="noStrike" kern="0" cap="none" spc="0" normalizeH="0" baseline="0" noProof="0" dirty="0">
                  <a:ln>
                    <a:noFill/>
                  </a:ln>
                  <a:solidFill>
                    <a:srgbClr val="008000"/>
                  </a:solidFill>
                  <a:effectLst/>
                  <a:uLnTx/>
                  <a:uFillTx/>
                  <a:latin typeface="Arial" charset="0"/>
                  <a:ea typeface="ＭＳ Ｐゴシック" charset="0"/>
                </a:rPr>
                <a:t>…</a:t>
              </a:r>
            </a:p>
          </p:txBody>
        </p:sp>
        <p:grpSp>
          <p:nvGrpSpPr>
            <p:cNvPr id="859" name="Group 858">
              <a:extLst>
                <a:ext uri="{FF2B5EF4-FFF2-40B4-BE49-F238E27FC236}">
                  <a16:creationId xmlns:a16="http://schemas.microsoft.com/office/drawing/2014/main" id="{C04C3E74-140C-174C-86ED-F87FDFEFCDEE}"/>
                </a:ext>
              </a:extLst>
            </p:cNvPr>
            <p:cNvGrpSpPr/>
            <p:nvPr/>
          </p:nvGrpSpPr>
          <p:grpSpPr>
            <a:xfrm>
              <a:off x="5165914" y="1277466"/>
              <a:ext cx="1023471" cy="590176"/>
              <a:chOff x="4721412" y="1277470"/>
              <a:chExt cx="1023471" cy="590176"/>
            </a:xfrm>
          </p:grpSpPr>
          <p:sp>
            <p:nvSpPr>
              <p:cNvPr id="874" name="Oval 873">
                <a:extLst>
                  <a:ext uri="{FF2B5EF4-FFF2-40B4-BE49-F238E27FC236}">
                    <a16:creationId xmlns:a16="http://schemas.microsoft.com/office/drawing/2014/main" id="{4ECE1B24-7462-554F-B043-548B485E42D6}"/>
                  </a:ext>
                </a:extLst>
              </p:cNvPr>
              <p:cNvSpPr/>
              <p:nvPr/>
            </p:nvSpPr>
            <p:spPr bwMode="auto">
              <a:xfrm>
                <a:off x="4721412" y="1277470"/>
                <a:ext cx="1023471" cy="590176"/>
              </a:xfrm>
              <a:prstGeom prst="ellipse">
                <a:avLst/>
              </a:prstGeom>
              <a:solidFill>
                <a:srgbClr val="008000">
                  <a:alpha val="70000"/>
                </a:srgbClr>
              </a:solidFill>
              <a:ln w="9525" cap="flat" cmpd="sng" algn="ctr">
                <a:solidFill>
                  <a:srgbClr val="008000"/>
                </a:solid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875" name="TextBox 874">
                <a:extLst>
                  <a:ext uri="{FF2B5EF4-FFF2-40B4-BE49-F238E27FC236}">
                    <a16:creationId xmlns:a16="http://schemas.microsoft.com/office/drawing/2014/main" id="{8832E712-F1F9-5E47-90F8-8A9C1FCF21E9}"/>
                  </a:ext>
                </a:extLst>
              </p:cNvPr>
              <p:cNvSpPr txBox="1"/>
              <p:nvPr/>
            </p:nvSpPr>
            <p:spPr>
              <a:xfrm>
                <a:off x="4792385" y="1374585"/>
                <a:ext cx="890463" cy="369332"/>
              </a:xfrm>
              <a:prstGeom prst="rect">
                <a:avLst/>
              </a:prstGeom>
              <a:noFill/>
            </p:spPr>
            <p:txBody>
              <a:bodyPr wrap="none" rtlCol="0">
                <a:spAutoFit/>
              </a:body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routing</a:t>
                </a:r>
              </a:p>
            </p:txBody>
          </p:sp>
        </p:grpSp>
        <p:grpSp>
          <p:nvGrpSpPr>
            <p:cNvPr id="860" name="Group 859">
              <a:extLst>
                <a:ext uri="{FF2B5EF4-FFF2-40B4-BE49-F238E27FC236}">
                  <a16:creationId xmlns:a16="http://schemas.microsoft.com/office/drawing/2014/main" id="{94FF35AA-DC45-2445-BD7D-65CD25F3EB23}"/>
                </a:ext>
              </a:extLst>
            </p:cNvPr>
            <p:cNvGrpSpPr/>
            <p:nvPr/>
          </p:nvGrpSpPr>
          <p:grpSpPr>
            <a:xfrm>
              <a:off x="6000628" y="1798416"/>
              <a:ext cx="1023471" cy="590176"/>
              <a:chOff x="6106459" y="1967753"/>
              <a:chExt cx="1023471" cy="590176"/>
            </a:xfrm>
          </p:grpSpPr>
          <p:sp>
            <p:nvSpPr>
              <p:cNvPr id="872" name="Oval 871">
                <a:extLst>
                  <a:ext uri="{FF2B5EF4-FFF2-40B4-BE49-F238E27FC236}">
                    <a16:creationId xmlns:a16="http://schemas.microsoft.com/office/drawing/2014/main" id="{3821BD45-E196-1B47-B58A-8DE288ED4A33}"/>
                  </a:ext>
                </a:extLst>
              </p:cNvPr>
              <p:cNvSpPr/>
              <p:nvPr/>
            </p:nvSpPr>
            <p:spPr bwMode="auto">
              <a:xfrm>
                <a:off x="6106459" y="1967753"/>
                <a:ext cx="1023471" cy="590176"/>
              </a:xfrm>
              <a:prstGeom prst="ellipse">
                <a:avLst/>
              </a:prstGeom>
              <a:solidFill>
                <a:srgbClr val="008000">
                  <a:alpha val="70000"/>
                </a:srgbClr>
              </a:solidFill>
              <a:ln w="9525" cap="flat" cmpd="sng" algn="ctr">
                <a:solidFill>
                  <a:srgbClr val="008000"/>
                </a:solid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873" name="TextBox 872">
                <a:extLst>
                  <a:ext uri="{FF2B5EF4-FFF2-40B4-BE49-F238E27FC236}">
                    <a16:creationId xmlns:a16="http://schemas.microsoft.com/office/drawing/2014/main" id="{09503A04-2C2E-F941-9ED5-3A37B498CDA9}"/>
                  </a:ext>
                </a:extLst>
              </p:cNvPr>
              <p:cNvSpPr txBox="1"/>
              <p:nvPr/>
            </p:nvSpPr>
            <p:spPr>
              <a:xfrm>
                <a:off x="6177429" y="1997637"/>
                <a:ext cx="903087" cy="544765"/>
              </a:xfrm>
              <a:prstGeom prst="rect">
                <a:avLst/>
              </a:prstGeom>
              <a:noFill/>
            </p:spPr>
            <p:txBody>
              <a:bodyPr wrap="none" rtlCol="0">
                <a:spAutoFit/>
              </a:bodyPr>
              <a:lstStyle/>
              <a:p>
                <a:pPr marL="0" marR="0" lvl="0" indent="0" algn="ctr" defTabSz="914400" eaLnBrk="0" fontAlgn="base" latinLnBrk="0" hangingPunct="0">
                  <a:lnSpc>
                    <a:spcPct val="8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access </a:t>
                </a:r>
              </a:p>
              <a:p>
                <a:pPr marL="0" marR="0" lvl="0" indent="0" algn="ctr" defTabSz="914400" eaLnBrk="0" fontAlgn="base" latinLnBrk="0" hangingPunct="0">
                  <a:lnSpc>
                    <a:spcPct val="8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control</a:t>
                </a:r>
              </a:p>
            </p:txBody>
          </p:sp>
        </p:grpSp>
        <p:grpSp>
          <p:nvGrpSpPr>
            <p:cNvPr id="861" name="Group 860">
              <a:extLst>
                <a:ext uri="{FF2B5EF4-FFF2-40B4-BE49-F238E27FC236}">
                  <a16:creationId xmlns:a16="http://schemas.microsoft.com/office/drawing/2014/main" id="{F4CEBF5F-0D71-6B41-996D-0354922EB612}"/>
                </a:ext>
              </a:extLst>
            </p:cNvPr>
            <p:cNvGrpSpPr/>
            <p:nvPr/>
          </p:nvGrpSpPr>
          <p:grpSpPr>
            <a:xfrm>
              <a:off x="7230837" y="1756871"/>
              <a:ext cx="1023471" cy="590176"/>
              <a:chOff x="6938682" y="977153"/>
              <a:chExt cx="1023471" cy="590176"/>
            </a:xfrm>
          </p:grpSpPr>
          <p:sp>
            <p:nvSpPr>
              <p:cNvPr id="870" name="Oval 869">
                <a:extLst>
                  <a:ext uri="{FF2B5EF4-FFF2-40B4-BE49-F238E27FC236}">
                    <a16:creationId xmlns:a16="http://schemas.microsoft.com/office/drawing/2014/main" id="{2D855133-90E2-7042-AF1B-8352C3CC5BF7}"/>
                  </a:ext>
                </a:extLst>
              </p:cNvPr>
              <p:cNvSpPr/>
              <p:nvPr/>
            </p:nvSpPr>
            <p:spPr bwMode="auto">
              <a:xfrm>
                <a:off x="6938682" y="977153"/>
                <a:ext cx="1023471" cy="590176"/>
              </a:xfrm>
              <a:prstGeom prst="ellipse">
                <a:avLst/>
              </a:prstGeom>
              <a:solidFill>
                <a:srgbClr val="008000">
                  <a:alpha val="70000"/>
                </a:srgbClr>
              </a:solidFill>
              <a:ln w="9525" cap="flat" cmpd="sng" algn="ctr">
                <a:solidFill>
                  <a:srgbClr val="008000"/>
                </a:solid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871" name="TextBox 870">
                <a:extLst>
                  <a:ext uri="{FF2B5EF4-FFF2-40B4-BE49-F238E27FC236}">
                    <a16:creationId xmlns:a16="http://schemas.microsoft.com/office/drawing/2014/main" id="{3D7D80F7-46BE-EC48-B7D7-3C763154D621}"/>
                  </a:ext>
                </a:extLst>
              </p:cNvPr>
              <p:cNvSpPr txBox="1"/>
              <p:nvPr/>
            </p:nvSpPr>
            <p:spPr>
              <a:xfrm>
                <a:off x="6964568" y="1007037"/>
                <a:ext cx="993256" cy="544765"/>
              </a:xfrm>
              <a:prstGeom prst="rect">
                <a:avLst/>
              </a:prstGeom>
              <a:noFill/>
            </p:spPr>
            <p:txBody>
              <a:bodyPr wrap="none" rtlCol="0">
                <a:spAutoFit/>
              </a:bodyPr>
              <a:lstStyle/>
              <a:p>
                <a:pPr marL="0" marR="0" lvl="0" indent="0" algn="ctr" defTabSz="914400" eaLnBrk="0" fontAlgn="base" latinLnBrk="0" hangingPunct="0">
                  <a:lnSpc>
                    <a:spcPct val="8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load</a:t>
                </a:r>
              </a:p>
              <a:p>
                <a:pPr marL="0" marR="0" lvl="0" indent="0" algn="ctr" defTabSz="914400" eaLnBrk="0" fontAlgn="base" latinLnBrk="0" hangingPunct="0">
                  <a:lnSpc>
                    <a:spcPct val="8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balance</a:t>
                </a:r>
              </a:p>
            </p:txBody>
          </p:sp>
        </p:grpSp>
        <p:cxnSp>
          <p:nvCxnSpPr>
            <p:cNvPr id="862" name="Straight Arrow Connector 861">
              <a:extLst>
                <a:ext uri="{FF2B5EF4-FFF2-40B4-BE49-F238E27FC236}">
                  <a16:creationId xmlns:a16="http://schemas.microsoft.com/office/drawing/2014/main" id="{7BDC462A-14A0-764C-A672-5D241FEED1DE}"/>
                </a:ext>
              </a:extLst>
            </p:cNvPr>
            <p:cNvCxnSpPr/>
            <p:nvPr/>
          </p:nvCxnSpPr>
          <p:spPr bwMode="auto">
            <a:xfrm flipV="1">
              <a:off x="8627245" y="1217948"/>
              <a:ext cx="0" cy="1248832"/>
            </a:xfrm>
            <a:prstGeom prst="straightConnector1">
              <a:avLst/>
            </a:prstGeom>
            <a:solidFill>
              <a:srgbClr val="00CC99"/>
            </a:solidFill>
            <a:ln w="9525" cap="flat" cmpd="sng" algn="ctr">
              <a:solidFill>
                <a:srgbClr val="000000"/>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863" name="Straight Arrow Connector 862">
              <a:extLst>
                <a:ext uri="{FF2B5EF4-FFF2-40B4-BE49-F238E27FC236}">
                  <a16:creationId xmlns:a16="http://schemas.microsoft.com/office/drawing/2014/main" id="{456B3B86-566B-B74B-A02C-E7472619477F}"/>
                </a:ext>
              </a:extLst>
            </p:cNvPr>
            <p:cNvCxnSpPr/>
            <p:nvPr/>
          </p:nvCxnSpPr>
          <p:spPr bwMode="auto">
            <a:xfrm>
              <a:off x="8652645" y="2966181"/>
              <a:ext cx="0" cy="1524424"/>
            </a:xfrm>
            <a:prstGeom prst="straightConnector1">
              <a:avLst/>
            </a:prstGeom>
            <a:solidFill>
              <a:srgbClr val="00CC99"/>
            </a:solidFill>
            <a:ln w="9525" cap="flat" cmpd="sng" algn="ctr">
              <a:solidFill>
                <a:srgbClr val="000000"/>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864" name="Straight Arrow Connector 863">
              <a:extLst>
                <a:ext uri="{FF2B5EF4-FFF2-40B4-BE49-F238E27FC236}">
                  <a16:creationId xmlns:a16="http://schemas.microsoft.com/office/drawing/2014/main" id="{8EE09DB2-3F15-2A46-A79B-D24A8CF3014A}"/>
                </a:ext>
              </a:extLst>
            </p:cNvPr>
            <p:cNvCxnSpPr/>
            <p:nvPr/>
          </p:nvCxnSpPr>
          <p:spPr bwMode="auto">
            <a:xfrm>
              <a:off x="8661016" y="5381629"/>
              <a:ext cx="0" cy="414864"/>
            </a:xfrm>
            <a:prstGeom prst="straightConnector1">
              <a:avLst/>
            </a:prstGeom>
            <a:solidFill>
              <a:srgbClr val="00CC99"/>
            </a:solidFill>
            <a:ln w="9525" cap="flat" cmpd="sng" algn="ctr">
              <a:solidFill>
                <a:srgbClr val="000000"/>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865" name="Straight Arrow Connector 864">
              <a:extLst>
                <a:ext uri="{FF2B5EF4-FFF2-40B4-BE49-F238E27FC236}">
                  <a16:creationId xmlns:a16="http://schemas.microsoft.com/office/drawing/2014/main" id="{602E5161-3933-E44A-A9CD-F172C848B87B}"/>
                </a:ext>
              </a:extLst>
            </p:cNvPr>
            <p:cNvCxnSpPr/>
            <p:nvPr/>
          </p:nvCxnSpPr>
          <p:spPr bwMode="auto">
            <a:xfrm flipV="1">
              <a:off x="8653320" y="4546025"/>
              <a:ext cx="0" cy="414864"/>
            </a:xfrm>
            <a:prstGeom prst="straightConnector1">
              <a:avLst/>
            </a:prstGeom>
            <a:solidFill>
              <a:srgbClr val="00CC99"/>
            </a:solidFill>
            <a:ln w="9525" cap="flat" cmpd="sng" algn="ctr">
              <a:solidFill>
                <a:srgbClr val="000000"/>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866" name="TextBox 399">
              <a:extLst>
                <a:ext uri="{FF2B5EF4-FFF2-40B4-BE49-F238E27FC236}">
                  <a16:creationId xmlns:a16="http://schemas.microsoft.com/office/drawing/2014/main" id="{7DE1AEF7-BBBD-CE47-95BE-236511149F52}"/>
                </a:ext>
              </a:extLst>
            </p:cNvPr>
            <p:cNvSpPr txBox="1">
              <a:spLocks noChangeArrowheads="1"/>
            </p:cNvSpPr>
            <p:nvPr/>
          </p:nvSpPr>
          <p:spPr bwMode="auto">
            <a:xfrm>
              <a:off x="6650715" y="4235599"/>
              <a:ext cx="1635889" cy="28458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ts val="1463"/>
                </a:lnSpc>
                <a:spcBef>
                  <a:spcPct val="0"/>
                </a:spcBef>
                <a:spcAft>
                  <a:spcPct val="0"/>
                </a:spcAft>
                <a:buClrTx/>
                <a:buSzTx/>
                <a:buFontTx/>
                <a:buNone/>
                <a:tabLst/>
                <a:defRPr/>
              </a:pPr>
              <a:r>
                <a:rPr kumimoji="0" lang="en-US" sz="1400" b="0" i="1" u="none" strike="noStrike" kern="0" cap="none" spc="0" normalizeH="0" baseline="0" noProof="0" dirty="0">
                  <a:ln>
                    <a:noFill/>
                  </a:ln>
                  <a:solidFill>
                    <a:srgbClr val="000000"/>
                  </a:solidFill>
                  <a:effectLst/>
                  <a:uLnTx/>
                  <a:uFillTx/>
                  <a:latin typeface="Arial" charset="0"/>
                  <a:ea typeface="ＭＳ Ｐゴシック" charset="0"/>
                </a:rPr>
                <a:t>southbound API</a:t>
              </a:r>
            </a:p>
          </p:txBody>
        </p:sp>
        <p:sp>
          <p:nvSpPr>
            <p:cNvPr id="867" name="TextBox 399">
              <a:extLst>
                <a:ext uri="{FF2B5EF4-FFF2-40B4-BE49-F238E27FC236}">
                  <a16:creationId xmlns:a16="http://schemas.microsoft.com/office/drawing/2014/main" id="{033F372B-9E56-9B43-9893-2EBEDF887392}"/>
                </a:ext>
              </a:extLst>
            </p:cNvPr>
            <p:cNvSpPr txBox="1">
              <a:spLocks noChangeArrowheads="1"/>
            </p:cNvSpPr>
            <p:nvPr/>
          </p:nvSpPr>
          <p:spPr bwMode="auto">
            <a:xfrm>
              <a:off x="6646778" y="2717781"/>
              <a:ext cx="1635889" cy="28458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ts val="1463"/>
                </a:lnSpc>
                <a:spcBef>
                  <a:spcPct val="0"/>
                </a:spcBef>
                <a:spcAft>
                  <a:spcPct val="0"/>
                </a:spcAft>
                <a:buClrTx/>
                <a:buSzTx/>
                <a:buFontTx/>
                <a:buNone/>
                <a:tabLst/>
                <a:defRPr/>
              </a:pPr>
              <a:r>
                <a:rPr kumimoji="0" lang="en-US" sz="1400" b="0" i="1" u="none" strike="noStrike" kern="0" cap="none" spc="0" normalizeH="0" baseline="0" noProof="0" dirty="0">
                  <a:ln>
                    <a:noFill/>
                  </a:ln>
                  <a:solidFill>
                    <a:srgbClr val="000000"/>
                  </a:solidFill>
                  <a:effectLst/>
                  <a:uLnTx/>
                  <a:uFillTx/>
                  <a:latin typeface="Arial" charset="0"/>
                  <a:ea typeface="ＭＳ Ｐゴシック" charset="0"/>
                </a:rPr>
                <a:t>northbound API</a:t>
              </a:r>
            </a:p>
          </p:txBody>
        </p:sp>
        <p:sp>
          <p:nvSpPr>
            <p:cNvPr id="868" name="TextBox 399">
              <a:extLst>
                <a:ext uri="{FF2B5EF4-FFF2-40B4-BE49-F238E27FC236}">
                  <a16:creationId xmlns:a16="http://schemas.microsoft.com/office/drawing/2014/main" id="{16B44057-72D3-5E46-935C-9EED28D7FDD3}"/>
                </a:ext>
              </a:extLst>
            </p:cNvPr>
            <p:cNvSpPr txBox="1">
              <a:spLocks noChangeArrowheads="1"/>
            </p:cNvSpPr>
            <p:nvPr/>
          </p:nvSpPr>
          <p:spPr bwMode="auto">
            <a:xfrm>
              <a:off x="5507651" y="5795718"/>
              <a:ext cx="2302688" cy="28458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ts val="1463"/>
                </a:lnSpc>
                <a:spcBef>
                  <a:spcPct val="0"/>
                </a:spcBef>
                <a:spcAft>
                  <a:spcPct val="0"/>
                </a:spcAft>
                <a:buClrTx/>
                <a:buSzTx/>
                <a:buFontTx/>
                <a:buNone/>
                <a:tabLst/>
                <a:defRPr/>
              </a:pPr>
              <a:r>
                <a:rPr kumimoji="0" lang="en-US" sz="1400" b="0" i="1" u="none" strike="noStrike" kern="0" cap="none" spc="0" normalizeH="0" baseline="0" noProof="0" dirty="0">
                  <a:ln>
                    <a:noFill/>
                  </a:ln>
                  <a:solidFill>
                    <a:srgbClr val="000000"/>
                  </a:solidFill>
                  <a:effectLst/>
                  <a:uLnTx/>
                  <a:uFillTx/>
                  <a:latin typeface="Arial" charset="0"/>
                  <a:ea typeface="ＭＳ Ｐゴシック" charset="0"/>
                </a:rPr>
                <a:t>SDN-controlled switches</a:t>
              </a:r>
            </a:p>
          </p:txBody>
        </p:sp>
        <p:sp>
          <p:nvSpPr>
            <p:cNvPr id="869" name="TextBox 399">
              <a:extLst>
                <a:ext uri="{FF2B5EF4-FFF2-40B4-BE49-F238E27FC236}">
                  <a16:creationId xmlns:a16="http://schemas.microsoft.com/office/drawing/2014/main" id="{862C44EB-1706-6C4E-AFA2-ACADCAC1D4D1}"/>
                </a:ext>
              </a:extLst>
            </p:cNvPr>
            <p:cNvSpPr txBox="1">
              <a:spLocks noChangeArrowheads="1"/>
            </p:cNvSpPr>
            <p:nvPr/>
          </p:nvSpPr>
          <p:spPr bwMode="auto">
            <a:xfrm>
              <a:off x="5707907" y="910464"/>
              <a:ext cx="2381659" cy="28458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ts val="1463"/>
                </a:lnSpc>
                <a:spcBef>
                  <a:spcPct val="0"/>
                </a:spcBef>
                <a:spcAft>
                  <a:spcPct val="0"/>
                </a:spcAft>
                <a:buClrTx/>
                <a:buSzTx/>
                <a:buFontTx/>
                <a:buNone/>
                <a:tabLst/>
                <a:defRPr/>
              </a:pPr>
              <a:r>
                <a:rPr kumimoji="0" lang="en-US" sz="1400" b="0" i="1" u="none" strike="noStrike" kern="0" cap="none" spc="0" normalizeH="0" baseline="0" noProof="0" dirty="0">
                  <a:ln>
                    <a:noFill/>
                  </a:ln>
                  <a:solidFill>
                    <a:srgbClr val="000000"/>
                  </a:solidFill>
                  <a:effectLst/>
                  <a:uLnTx/>
                  <a:uFillTx/>
                  <a:latin typeface="Arial" charset="0"/>
                  <a:ea typeface="ＭＳ Ｐゴシック" charset="0"/>
                </a:rPr>
                <a:t>network-control applications</a:t>
              </a:r>
            </a:p>
          </p:txBody>
        </p:sp>
      </p:grpSp>
      <p:sp>
        <p:nvSpPr>
          <p:cNvPr id="971" name="Rectangle 970">
            <a:extLst>
              <a:ext uri="{FF2B5EF4-FFF2-40B4-BE49-F238E27FC236}">
                <a16:creationId xmlns:a16="http://schemas.microsoft.com/office/drawing/2014/main" id="{CF79C9C5-C35F-9D4D-A4B3-C17F7845845A}"/>
              </a:ext>
            </a:extLst>
          </p:cNvPr>
          <p:cNvSpPr/>
          <p:nvPr/>
        </p:nvSpPr>
        <p:spPr bwMode="auto">
          <a:xfrm>
            <a:off x="6602169" y="1209232"/>
            <a:ext cx="4134334" cy="1797015"/>
          </a:xfrm>
          <a:prstGeom prst="rect">
            <a:avLst/>
          </a:prstGeom>
          <a:solidFill>
            <a:srgbClr val="FFFFFF">
              <a:alpha val="77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26" name="Rectangle 125">
            <a:extLst>
              <a:ext uri="{FF2B5EF4-FFF2-40B4-BE49-F238E27FC236}">
                <a16:creationId xmlns:a16="http://schemas.microsoft.com/office/drawing/2014/main" id="{C8ACC79C-3DA0-964D-9E40-DA4E67217D81}"/>
              </a:ext>
            </a:extLst>
          </p:cNvPr>
          <p:cNvSpPr/>
          <p:nvPr/>
        </p:nvSpPr>
        <p:spPr bwMode="auto">
          <a:xfrm>
            <a:off x="6929934" y="5060985"/>
            <a:ext cx="3767293" cy="1527705"/>
          </a:xfrm>
          <a:prstGeom prst="rect">
            <a:avLst/>
          </a:prstGeom>
          <a:solidFill>
            <a:srgbClr val="FFFFFF">
              <a:alpha val="77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Tree>
    <p:extLst>
      <p:ext uri="{BB962C8B-B14F-4D97-AF65-F5344CB8AC3E}">
        <p14:creationId xmlns:p14="http://schemas.microsoft.com/office/powerpoint/2010/main" val="323029601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50">
                                            <p:txEl>
                                              <p:pRg st="1" end="1"/>
                                            </p:txEl>
                                          </p:spTgt>
                                        </p:tgtEl>
                                        <p:attrNameLst>
                                          <p:attrName>style.visibility</p:attrName>
                                        </p:attrNameLst>
                                      </p:cBhvr>
                                      <p:to>
                                        <p:strVal val="visible"/>
                                      </p:to>
                                    </p:set>
                                    <p:animEffect transition="in" filter="dissolve">
                                      <p:cBhvr>
                                        <p:cTn id="7" dur="500"/>
                                        <p:tgtEl>
                                          <p:spTgt spid="850">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50">
                                            <p:txEl>
                                              <p:pRg st="2" end="2"/>
                                            </p:txEl>
                                          </p:spTgt>
                                        </p:tgtEl>
                                        <p:attrNameLst>
                                          <p:attrName>style.visibility</p:attrName>
                                        </p:attrNameLst>
                                      </p:cBhvr>
                                      <p:to>
                                        <p:strVal val="visible"/>
                                      </p:to>
                                    </p:set>
                                    <p:animEffect transition="in" filter="dissolve">
                                      <p:cBhvr>
                                        <p:cTn id="12" dur="500"/>
                                        <p:tgtEl>
                                          <p:spTgt spid="850">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850">
                                            <p:txEl>
                                              <p:pRg st="3" end="3"/>
                                            </p:txEl>
                                          </p:spTgt>
                                        </p:tgtEl>
                                        <p:attrNameLst>
                                          <p:attrName>style.visibility</p:attrName>
                                        </p:attrNameLst>
                                      </p:cBhvr>
                                      <p:to>
                                        <p:strVal val="visible"/>
                                      </p:to>
                                    </p:set>
                                    <p:animEffect transition="in" filter="dissolve">
                                      <p:cBhvr>
                                        <p:cTn id="17" dur="500"/>
                                        <p:tgtEl>
                                          <p:spTgt spid="850">
                                            <p:txEl>
                                              <p:pRg st="3" end="3"/>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850">
                                            <p:txEl>
                                              <p:pRg st="4" end="4"/>
                                            </p:txEl>
                                          </p:spTgt>
                                        </p:tgtEl>
                                        <p:attrNameLst>
                                          <p:attrName>style.visibility</p:attrName>
                                        </p:attrNameLst>
                                      </p:cBhvr>
                                      <p:to>
                                        <p:strVal val="visible"/>
                                      </p:to>
                                    </p:set>
                                    <p:animEffect transition="in" filter="dissolve">
                                      <p:cBhvr>
                                        <p:cTn id="22" dur="500"/>
                                        <p:tgtEl>
                                          <p:spTgt spid="850">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ECD85E7-B9DB-9043-B7EC-8C0919E801A1}"/>
              </a:ext>
            </a:extLst>
          </p:cNvPr>
          <p:cNvSpPr>
            <a:spLocks noGrp="1"/>
          </p:cNvSpPr>
          <p:nvPr>
            <p:ph type="title"/>
          </p:nvPr>
        </p:nvSpPr>
        <p:spPr>
          <a:xfrm>
            <a:off x="838200" y="364139"/>
            <a:ext cx="10515600" cy="894622"/>
          </a:xfrm>
        </p:spPr>
        <p:txBody>
          <a:bodyPr>
            <a:normAutofit/>
          </a:bodyPr>
          <a:lstStyle/>
          <a:p>
            <a:r>
              <a:rPr lang="en-US" dirty="0"/>
              <a:t>Software defined networking (SDN)</a:t>
            </a:r>
          </a:p>
        </p:txBody>
      </p:sp>
      <p:sp>
        <p:nvSpPr>
          <p:cNvPr id="4" name="Slide Number Placeholder 3">
            <a:extLst>
              <a:ext uri="{FF2B5EF4-FFF2-40B4-BE49-F238E27FC236}">
                <a16:creationId xmlns:a16="http://schemas.microsoft.com/office/drawing/2014/main" id="{A8F71119-17C6-6045-B8FE-FECA68C801C0}"/>
              </a:ext>
            </a:extLst>
          </p:cNvPr>
          <p:cNvSpPr>
            <a:spLocks noGrp="1"/>
          </p:cNvSpPr>
          <p:nvPr>
            <p:ph type="sldNum" sz="quarter" idx="4"/>
          </p:nvPr>
        </p:nvSpPr>
        <p:spPr/>
        <p:txBody>
          <a:bodyPr/>
          <a:lstStyle/>
          <a:p>
            <a:r>
              <a:rPr lang="en-US" dirty="0"/>
              <a:t>Network Layer: 5-</a:t>
            </a:r>
            <a:fld id="{C4204591-24BD-A542-B9D5-F8D8A88D2FEE}" type="slidenum">
              <a:rPr lang="en-US" smtClean="0"/>
              <a:pPr/>
              <a:t>69</a:t>
            </a:fld>
            <a:endParaRPr lang="en-US" dirty="0"/>
          </a:p>
        </p:txBody>
      </p:sp>
      <p:sp>
        <p:nvSpPr>
          <p:cNvPr id="850" name="Content Placeholder 6">
            <a:extLst>
              <a:ext uri="{FF2B5EF4-FFF2-40B4-BE49-F238E27FC236}">
                <a16:creationId xmlns:a16="http://schemas.microsoft.com/office/drawing/2014/main" id="{BCBBA01E-E6B7-6244-BCD8-8FA9A6E5AB79}"/>
              </a:ext>
            </a:extLst>
          </p:cNvPr>
          <p:cNvSpPr txBox="1">
            <a:spLocks/>
          </p:cNvSpPr>
          <p:nvPr/>
        </p:nvSpPr>
        <p:spPr bwMode="auto">
          <a:xfrm>
            <a:off x="826718" y="1581356"/>
            <a:ext cx="5010411" cy="36140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0" indent="0">
              <a:buNone/>
            </a:pPr>
            <a:r>
              <a:rPr lang="en-US" sz="3200" dirty="0">
                <a:solidFill>
                  <a:srgbClr val="0000A8"/>
                </a:solidFill>
              </a:rPr>
              <a:t>network-control apps:</a:t>
            </a:r>
          </a:p>
          <a:p>
            <a:pPr>
              <a:lnSpc>
                <a:spcPct val="100000"/>
              </a:lnSpc>
            </a:pPr>
            <a:r>
              <a:rPr lang="en-US" dirty="0"/>
              <a:t>“brains” of control:  implement control functions using lower-level services, API provided by SDN controller</a:t>
            </a:r>
          </a:p>
          <a:p>
            <a:pPr>
              <a:lnSpc>
                <a:spcPct val="100000"/>
              </a:lnSpc>
            </a:pPr>
            <a:r>
              <a:rPr lang="en-US" i="1" dirty="0">
                <a:solidFill>
                  <a:srgbClr val="000000"/>
                </a:solidFill>
              </a:rPr>
              <a:t>unbundled: </a:t>
            </a:r>
            <a:r>
              <a:rPr lang="en-US" dirty="0"/>
              <a:t>can be provided by 3</a:t>
            </a:r>
            <a:r>
              <a:rPr lang="en-US" baseline="30000" dirty="0"/>
              <a:t>rd</a:t>
            </a:r>
            <a:r>
              <a:rPr lang="en-US" dirty="0"/>
              <a:t> party: distinct from routing vendor, or SDN controller</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2800" b="0" i="0" u="none" strike="noStrike" kern="0" cap="none" spc="0" normalizeH="0" baseline="0" noProof="0" dirty="0">
              <a:ln>
                <a:noFill/>
              </a:ln>
              <a:solidFill>
                <a:srgbClr val="000000"/>
              </a:solidFill>
              <a:effectLst/>
              <a:uLnTx/>
              <a:uFillTx/>
              <a:latin typeface="Gill Sans MT"/>
              <a:ea typeface="ＭＳ Ｐゴシック" charset="0"/>
            </a:endParaRPr>
          </a:p>
        </p:txBody>
      </p:sp>
      <p:grpSp>
        <p:nvGrpSpPr>
          <p:cNvPr id="851" name="Group 850">
            <a:extLst>
              <a:ext uri="{FF2B5EF4-FFF2-40B4-BE49-F238E27FC236}">
                <a16:creationId xmlns:a16="http://schemas.microsoft.com/office/drawing/2014/main" id="{CE55C0D3-06CC-DF41-88F6-A273370E03E8}"/>
              </a:ext>
            </a:extLst>
          </p:cNvPr>
          <p:cNvGrpSpPr/>
          <p:nvPr/>
        </p:nvGrpSpPr>
        <p:grpSpPr>
          <a:xfrm>
            <a:off x="6806501" y="1476134"/>
            <a:ext cx="3846765" cy="5169840"/>
            <a:chOff x="4990227" y="910464"/>
            <a:chExt cx="3846765" cy="5169840"/>
          </a:xfrm>
        </p:grpSpPr>
        <p:sp>
          <p:nvSpPr>
            <p:cNvPr id="852" name="TextBox 399">
              <a:extLst>
                <a:ext uri="{FF2B5EF4-FFF2-40B4-BE49-F238E27FC236}">
                  <a16:creationId xmlns:a16="http://schemas.microsoft.com/office/drawing/2014/main" id="{5EA34F1E-D60F-4E46-99D4-53221197BEEC}"/>
                </a:ext>
              </a:extLst>
            </p:cNvPr>
            <p:cNvSpPr txBox="1">
              <a:spLocks noChangeArrowheads="1"/>
            </p:cNvSpPr>
            <p:nvPr/>
          </p:nvSpPr>
          <p:spPr bwMode="auto">
            <a:xfrm>
              <a:off x="8518490" y="4936685"/>
              <a:ext cx="286930" cy="4714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ts val="1463"/>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rPr>
                <a:t>data</a:t>
              </a:r>
            </a:p>
            <a:p>
              <a:pPr marL="0" marR="0" lvl="0" indent="0" algn="ctr" defTabSz="914400" eaLnBrk="0" fontAlgn="base" latinLnBrk="0" hangingPunct="0">
                <a:lnSpc>
                  <a:spcPts val="1463"/>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rPr>
                <a:t>plane</a:t>
              </a:r>
            </a:p>
          </p:txBody>
        </p:sp>
        <p:sp>
          <p:nvSpPr>
            <p:cNvPr id="853" name="TextBox 400">
              <a:extLst>
                <a:ext uri="{FF2B5EF4-FFF2-40B4-BE49-F238E27FC236}">
                  <a16:creationId xmlns:a16="http://schemas.microsoft.com/office/drawing/2014/main" id="{DE759E4F-F356-5946-9CC4-A4E5C9A1D6D9}"/>
                </a:ext>
              </a:extLst>
            </p:cNvPr>
            <p:cNvSpPr txBox="1">
              <a:spLocks noChangeArrowheads="1"/>
            </p:cNvSpPr>
            <p:nvPr/>
          </p:nvSpPr>
          <p:spPr bwMode="auto">
            <a:xfrm>
              <a:off x="8494972" y="2474327"/>
              <a:ext cx="342020" cy="4714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ts val="1463"/>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rPr>
                <a:t>control</a:t>
              </a:r>
            </a:p>
            <a:p>
              <a:pPr marL="0" marR="0" lvl="0" indent="0" algn="ctr" defTabSz="914400" eaLnBrk="0" fontAlgn="base" latinLnBrk="0" hangingPunct="0">
                <a:lnSpc>
                  <a:spcPts val="1463"/>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rPr>
                <a:t>plane</a:t>
              </a:r>
            </a:p>
          </p:txBody>
        </p:sp>
        <p:cxnSp>
          <p:nvCxnSpPr>
            <p:cNvPr id="854" name="Straight Connector 853">
              <a:extLst>
                <a:ext uri="{FF2B5EF4-FFF2-40B4-BE49-F238E27FC236}">
                  <a16:creationId xmlns:a16="http://schemas.microsoft.com/office/drawing/2014/main" id="{1A2102D6-7949-1844-8DED-B73B0057D3CF}"/>
                </a:ext>
              </a:extLst>
            </p:cNvPr>
            <p:cNvCxnSpPr/>
            <p:nvPr/>
          </p:nvCxnSpPr>
          <p:spPr bwMode="auto">
            <a:xfrm flipV="1">
              <a:off x="5272718" y="4529666"/>
              <a:ext cx="2791783" cy="14329"/>
            </a:xfrm>
            <a:prstGeom prst="line">
              <a:avLst/>
            </a:prstGeom>
            <a:noFill/>
            <a:ln w="25400" cap="flat" cmpd="sng" algn="ctr">
              <a:solidFill>
                <a:srgbClr val="000000"/>
              </a:solidFill>
              <a:prstDash val="dash"/>
            </a:ln>
            <a:effectLst/>
          </p:spPr>
        </p:cxnSp>
        <p:cxnSp>
          <p:nvCxnSpPr>
            <p:cNvPr id="855" name="Straight Connector 854">
              <a:extLst>
                <a:ext uri="{FF2B5EF4-FFF2-40B4-BE49-F238E27FC236}">
                  <a16:creationId xmlns:a16="http://schemas.microsoft.com/office/drawing/2014/main" id="{41F5119B-91DF-204A-A96B-FEEB6C0969E0}"/>
                </a:ext>
              </a:extLst>
            </p:cNvPr>
            <p:cNvCxnSpPr/>
            <p:nvPr/>
          </p:nvCxnSpPr>
          <p:spPr bwMode="auto">
            <a:xfrm flipV="1">
              <a:off x="5192283" y="2709335"/>
              <a:ext cx="3041550" cy="18563"/>
            </a:xfrm>
            <a:prstGeom prst="line">
              <a:avLst/>
            </a:prstGeom>
            <a:noFill/>
            <a:ln w="25400" cap="flat" cmpd="sng" algn="ctr">
              <a:solidFill>
                <a:srgbClr val="000000"/>
              </a:solidFill>
              <a:prstDash val="dash"/>
            </a:ln>
            <a:effectLst/>
          </p:spPr>
        </p:cxnSp>
        <p:grpSp>
          <p:nvGrpSpPr>
            <p:cNvPr id="856" name="Group 855">
              <a:extLst>
                <a:ext uri="{FF2B5EF4-FFF2-40B4-BE49-F238E27FC236}">
                  <a16:creationId xmlns:a16="http://schemas.microsoft.com/office/drawing/2014/main" id="{4A072938-7333-B54B-8E85-AA4AB0118ED1}"/>
                </a:ext>
              </a:extLst>
            </p:cNvPr>
            <p:cNvGrpSpPr/>
            <p:nvPr/>
          </p:nvGrpSpPr>
          <p:grpSpPr>
            <a:xfrm>
              <a:off x="5164667" y="4826000"/>
              <a:ext cx="2979208" cy="973667"/>
              <a:chOff x="2592388" y="5601756"/>
              <a:chExt cx="4027487" cy="939800"/>
            </a:xfrm>
          </p:grpSpPr>
          <p:sp>
            <p:nvSpPr>
              <p:cNvPr id="912" name="Freeform 2">
                <a:extLst>
                  <a:ext uri="{FF2B5EF4-FFF2-40B4-BE49-F238E27FC236}">
                    <a16:creationId xmlns:a16="http://schemas.microsoft.com/office/drawing/2014/main" id="{71DEC372-158B-D843-AAA9-4449502790F7}"/>
                  </a:ext>
                </a:extLst>
              </p:cNvPr>
              <p:cNvSpPr>
                <a:spLocks/>
              </p:cNvSpPr>
              <p:nvPr/>
            </p:nvSpPr>
            <p:spPr bwMode="auto">
              <a:xfrm>
                <a:off x="2592388" y="5601756"/>
                <a:ext cx="4027487" cy="939800"/>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cxnSp>
            <p:nvCxnSpPr>
              <p:cNvPr id="913" name="Straight Connector 912">
                <a:extLst>
                  <a:ext uri="{FF2B5EF4-FFF2-40B4-BE49-F238E27FC236}">
                    <a16:creationId xmlns:a16="http://schemas.microsoft.com/office/drawing/2014/main" id="{B0A5E970-BE5B-924E-8E27-2F517326B70B}"/>
                  </a:ext>
                </a:extLst>
              </p:cNvPr>
              <p:cNvCxnSpPr/>
              <p:nvPr/>
            </p:nvCxnSpPr>
            <p:spPr>
              <a:xfrm flipV="1">
                <a:off x="3262941" y="5752569"/>
                <a:ext cx="1316038" cy="131762"/>
              </a:xfrm>
              <a:prstGeom prst="line">
                <a:avLst/>
              </a:prstGeom>
              <a:noFill/>
              <a:ln w="12700" cap="flat" cmpd="sng" algn="ctr">
                <a:solidFill>
                  <a:srgbClr val="000000"/>
                </a:solidFill>
                <a:prstDash val="solid"/>
              </a:ln>
              <a:effectLst/>
            </p:spPr>
          </p:cxnSp>
          <p:cxnSp>
            <p:nvCxnSpPr>
              <p:cNvPr id="914" name="Straight Connector 913">
                <a:extLst>
                  <a:ext uri="{FF2B5EF4-FFF2-40B4-BE49-F238E27FC236}">
                    <a16:creationId xmlns:a16="http://schemas.microsoft.com/office/drawing/2014/main" id="{4BCA3B8C-279D-E840-87D5-1E0642D09387}"/>
                  </a:ext>
                </a:extLst>
              </p:cNvPr>
              <p:cNvCxnSpPr/>
              <p:nvPr/>
            </p:nvCxnSpPr>
            <p:spPr>
              <a:xfrm>
                <a:off x="3151816" y="5939894"/>
                <a:ext cx="2259013" cy="298450"/>
              </a:xfrm>
              <a:prstGeom prst="line">
                <a:avLst/>
              </a:prstGeom>
              <a:noFill/>
              <a:ln w="12700" cap="flat" cmpd="sng" algn="ctr">
                <a:solidFill>
                  <a:srgbClr val="000000"/>
                </a:solidFill>
                <a:prstDash val="solid"/>
              </a:ln>
              <a:effectLst/>
            </p:spPr>
          </p:cxnSp>
          <p:cxnSp>
            <p:nvCxnSpPr>
              <p:cNvPr id="915" name="Straight Connector 914">
                <a:extLst>
                  <a:ext uri="{FF2B5EF4-FFF2-40B4-BE49-F238E27FC236}">
                    <a16:creationId xmlns:a16="http://schemas.microsoft.com/office/drawing/2014/main" id="{CD10DAC3-DC6D-E045-A194-1C410416865B}"/>
                  </a:ext>
                </a:extLst>
              </p:cNvPr>
              <p:cNvCxnSpPr/>
              <p:nvPr/>
            </p:nvCxnSpPr>
            <p:spPr>
              <a:xfrm>
                <a:off x="3164516" y="6044669"/>
                <a:ext cx="714375" cy="276225"/>
              </a:xfrm>
              <a:prstGeom prst="line">
                <a:avLst/>
              </a:prstGeom>
              <a:noFill/>
              <a:ln w="12700" cap="flat" cmpd="sng" algn="ctr">
                <a:solidFill>
                  <a:srgbClr val="000000"/>
                </a:solidFill>
                <a:prstDash val="solid"/>
              </a:ln>
              <a:effectLst/>
            </p:spPr>
          </p:cxnSp>
          <p:cxnSp>
            <p:nvCxnSpPr>
              <p:cNvPr id="916" name="Straight Connector 915">
                <a:extLst>
                  <a:ext uri="{FF2B5EF4-FFF2-40B4-BE49-F238E27FC236}">
                    <a16:creationId xmlns:a16="http://schemas.microsoft.com/office/drawing/2014/main" id="{E2A8FB26-91FF-3E4C-8347-A2AE524A00A4}"/>
                  </a:ext>
                </a:extLst>
              </p:cNvPr>
              <p:cNvCxnSpPr/>
              <p:nvPr/>
            </p:nvCxnSpPr>
            <p:spPr>
              <a:xfrm flipV="1">
                <a:off x="4182104" y="6238344"/>
                <a:ext cx="1247775" cy="82550"/>
              </a:xfrm>
              <a:prstGeom prst="line">
                <a:avLst/>
              </a:prstGeom>
              <a:noFill/>
              <a:ln w="12700" cap="flat" cmpd="sng" algn="ctr">
                <a:solidFill>
                  <a:srgbClr val="000000"/>
                </a:solidFill>
                <a:prstDash val="solid"/>
              </a:ln>
              <a:effectLst/>
            </p:spPr>
          </p:cxnSp>
          <p:cxnSp>
            <p:nvCxnSpPr>
              <p:cNvPr id="917" name="Straight Connector 916">
                <a:extLst>
                  <a:ext uri="{FF2B5EF4-FFF2-40B4-BE49-F238E27FC236}">
                    <a16:creationId xmlns:a16="http://schemas.microsoft.com/office/drawing/2014/main" id="{FC84CD0A-6A0B-954A-A0C2-9433ED84E08F}"/>
                  </a:ext>
                </a:extLst>
              </p:cNvPr>
              <p:cNvCxnSpPr/>
              <p:nvPr/>
            </p:nvCxnSpPr>
            <p:spPr>
              <a:xfrm>
                <a:off x="4842504" y="5785906"/>
                <a:ext cx="1057275" cy="123825"/>
              </a:xfrm>
              <a:prstGeom prst="line">
                <a:avLst/>
              </a:prstGeom>
              <a:noFill/>
              <a:ln w="12700" cap="flat" cmpd="sng" algn="ctr">
                <a:solidFill>
                  <a:srgbClr val="000000"/>
                </a:solidFill>
                <a:prstDash val="solid"/>
              </a:ln>
              <a:effectLst/>
            </p:spPr>
          </p:cxnSp>
          <p:cxnSp>
            <p:nvCxnSpPr>
              <p:cNvPr id="918" name="Straight Connector 917">
                <a:extLst>
                  <a:ext uri="{FF2B5EF4-FFF2-40B4-BE49-F238E27FC236}">
                    <a16:creationId xmlns:a16="http://schemas.microsoft.com/office/drawing/2014/main" id="{F20F73DF-CC1A-414D-AA37-5C7FA5314FCC}"/>
                  </a:ext>
                </a:extLst>
              </p:cNvPr>
              <p:cNvCxnSpPr/>
              <p:nvPr/>
            </p:nvCxnSpPr>
            <p:spPr>
              <a:xfrm flipV="1">
                <a:off x="4126541" y="5939894"/>
                <a:ext cx="1790700" cy="298450"/>
              </a:xfrm>
              <a:prstGeom prst="line">
                <a:avLst/>
              </a:prstGeom>
              <a:noFill/>
              <a:ln w="12700" cap="flat" cmpd="sng" algn="ctr">
                <a:solidFill>
                  <a:srgbClr val="000000"/>
                </a:solidFill>
                <a:prstDash val="solid"/>
              </a:ln>
              <a:effectLst/>
            </p:spPr>
          </p:cxnSp>
          <p:cxnSp>
            <p:nvCxnSpPr>
              <p:cNvPr id="919" name="Straight Connector 918">
                <a:extLst>
                  <a:ext uri="{FF2B5EF4-FFF2-40B4-BE49-F238E27FC236}">
                    <a16:creationId xmlns:a16="http://schemas.microsoft.com/office/drawing/2014/main" id="{AC31F3CF-B52D-E042-B7DB-4F44E715F9A8}"/>
                  </a:ext>
                </a:extLst>
              </p:cNvPr>
              <p:cNvCxnSpPr/>
              <p:nvPr/>
            </p:nvCxnSpPr>
            <p:spPr>
              <a:xfrm flipV="1">
                <a:off x="5453691" y="5968469"/>
                <a:ext cx="588963" cy="269875"/>
              </a:xfrm>
              <a:prstGeom prst="line">
                <a:avLst/>
              </a:prstGeom>
              <a:noFill/>
              <a:ln w="12700" cap="flat" cmpd="sng" algn="ctr">
                <a:solidFill>
                  <a:srgbClr val="000000"/>
                </a:solidFill>
                <a:prstDash val="solid"/>
              </a:ln>
              <a:effectLst/>
            </p:spPr>
          </p:cxnSp>
          <p:cxnSp>
            <p:nvCxnSpPr>
              <p:cNvPr id="920" name="Straight Connector 919">
                <a:extLst>
                  <a:ext uri="{FF2B5EF4-FFF2-40B4-BE49-F238E27FC236}">
                    <a16:creationId xmlns:a16="http://schemas.microsoft.com/office/drawing/2014/main" id="{48C7DC80-D2A7-B248-9A8F-1B651F5CEB39}"/>
                  </a:ext>
                </a:extLst>
              </p:cNvPr>
              <p:cNvCxnSpPr/>
              <p:nvPr/>
            </p:nvCxnSpPr>
            <p:spPr>
              <a:xfrm>
                <a:off x="4596441" y="5752569"/>
                <a:ext cx="814388" cy="401637"/>
              </a:xfrm>
              <a:prstGeom prst="line">
                <a:avLst/>
              </a:prstGeom>
              <a:noFill/>
              <a:ln w="12700" cap="flat" cmpd="sng" algn="ctr">
                <a:solidFill>
                  <a:srgbClr val="000000"/>
                </a:solidFill>
                <a:prstDash val="solid"/>
              </a:ln>
              <a:effectLst/>
            </p:spPr>
          </p:cxnSp>
          <p:grpSp>
            <p:nvGrpSpPr>
              <p:cNvPr id="921" name="Group 347">
                <a:extLst>
                  <a:ext uri="{FF2B5EF4-FFF2-40B4-BE49-F238E27FC236}">
                    <a16:creationId xmlns:a16="http://schemas.microsoft.com/office/drawing/2014/main" id="{A2DC2A2D-4327-FB49-8F37-6B6A7EBE1D0E}"/>
                  </a:ext>
                </a:extLst>
              </p:cNvPr>
              <p:cNvGrpSpPr>
                <a:grpSpLocks/>
              </p:cNvGrpSpPr>
              <p:nvPr/>
            </p:nvGrpSpPr>
            <p:grpSpPr bwMode="auto">
              <a:xfrm>
                <a:off x="5856401" y="5796097"/>
                <a:ext cx="588970" cy="242608"/>
                <a:chOff x="1871277" y="1576300"/>
                <a:chExt cx="1128371" cy="437861"/>
              </a:xfrm>
            </p:grpSpPr>
            <p:sp>
              <p:nvSpPr>
                <p:cNvPr id="962" name="Oval 961">
                  <a:extLst>
                    <a:ext uri="{FF2B5EF4-FFF2-40B4-BE49-F238E27FC236}">
                      <a16:creationId xmlns:a16="http://schemas.microsoft.com/office/drawing/2014/main" id="{9B6F5CD8-4D1E-1A4F-9507-95200A73998A}"/>
                    </a:ext>
                  </a:extLst>
                </p:cNvPr>
                <p:cNvSpPr/>
                <p:nvPr/>
              </p:nvSpPr>
              <p:spPr bwMode="auto">
                <a:xfrm flipV="1">
                  <a:off x="1874446" y="1694641"/>
                  <a:ext cx="1125202" cy="319520"/>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63" name="Rectangle 962">
                  <a:extLst>
                    <a:ext uri="{FF2B5EF4-FFF2-40B4-BE49-F238E27FC236}">
                      <a16:creationId xmlns:a16="http://schemas.microsoft.com/office/drawing/2014/main" id="{C28B8F5B-8431-1A46-AAE4-9B0ED530F25B}"/>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64" name="Oval 963">
                  <a:extLst>
                    <a:ext uri="{FF2B5EF4-FFF2-40B4-BE49-F238E27FC236}">
                      <a16:creationId xmlns:a16="http://schemas.microsoft.com/office/drawing/2014/main" id="{F1F79620-841F-DD4E-87FC-51E7153EC005}"/>
                    </a:ext>
                  </a:extLst>
                </p:cNvPr>
                <p:cNvSpPr/>
                <p:nvPr/>
              </p:nvSpPr>
              <p:spPr bwMode="auto">
                <a:xfrm flipV="1">
                  <a:off x="1871277" y="1576300"/>
                  <a:ext cx="1125200" cy="319520"/>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65" name="Freeform 964">
                  <a:extLst>
                    <a:ext uri="{FF2B5EF4-FFF2-40B4-BE49-F238E27FC236}">
                      <a16:creationId xmlns:a16="http://schemas.microsoft.com/office/drawing/2014/main" id="{E98A7BEC-9D56-6B49-8125-0F5CDE1FC0B8}"/>
                    </a:ext>
                  </a:extLst>
                </p:cNvPr>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66" name="Freeform 965">
                  <a:extLst>
                    <a:ext uri="{FF2B5EF4-FFF2-40B4-BE49-F238E27FC236}">
                      <a16:creationId xmlns:a16="http://schemas.microsoft.com/office/drawing/2014/main" id="{6905DB74-EB71-3644-AC3F-2EDDA70861AB}"/>
                    </a:ext>
                  </a:extLst>
                </p:cNvPr>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67" name="Freeform 966">
                  <a:extLst>
                    <a:ext uri="{FF2B5EF4-FFF2-40B4-BE49-F238E27FC236}">
                      <a16:creationId xmlns:a16="http://schemas.microsoft.com/office/drawing/2014/main" id="{62D3DDB5-3EA7-214C-8C31-BA38971C9A74}"/>
                    </a:ext>
                  </a:extLst>
                </p:cNvPr>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68" name="Freeform 967">
                  <a:extLst>
                    <a:ext uri="{FF2B5EF4-FFF2-40B4-BE49-F238E27FC236}">
                      <a16:creationId xmlns:a16="http://schemas.microsoft.com/office/drawing/2014/main" id="{B71B4E2A-E351-6C49-9DFD-6BB4843D451F}"/>
                    </a:ext>
                  </a:extLst>
                </p:cNvPr>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69" name="Straight Connector 968">
                  <a:extLst>
                    <a:ext uri="{FF2B5EF4-FFF2-40B4-BE49-F238E27FC236}">
                      <a16:creationId xmlns:a16="http://schemas.microsoft.com/office/drawing/2014/main" id="{7146C111-B5B3-8141-95C1-2CADFE9B32BF}"/>
                    </a:ext>
                  </a:extLst>
                </p:cNvPr>
                <p:cNvCxnSpPr>
                  <a:endCxn id="964" idx="2"/>
                </p:cNvCxnSpPr>
                <p:nvPr/>
              </p:nvCxnSpPr>
              <p:spPr bwMode="auto">
                <a:xfrm flipH="1" flipV="1">
                  <a:off x="1871277" y="1737243"/>
                  <a:ext cx="3169" cy="123074"/>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970" name="Straight Connector 969">
                  <a:extLst>
                    <a:ext uri="{FF2B5EF4-FFF2-40B4-BE49-F238E27FC236}">
                      <a16:creationId xmlns:a16="http://schemas.microsoft.com/office/drawing/2014/main" id="{DFA6A355-A08F-F241-92FA-D0E6992CE4F5}"/>
                    </a:ext>
                  </a:extLst>
                </p:cNvPr>
                <p:cNvCxnSpPr/>
                <p:nvPr/>
              </p:nvCxnSpPr>
              <p:spPr bwMode="auto">
                <a:xfrm flipH="1" flipV="1">
                  <a:off x="2996477" y="1734877"/>
                  <a:ext cx="3171" cy="123074"/>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922" name="Group 347">
                <a:extLst>
                  <a:ext uri="{FF2B5EF4-FFF2-40B4-BE49-F238E27FC236}">
                    <a16:creationId xmlns:a16="http://schemas.microsoft.com/office/drawing/2014/main" id="{46EDC75E-59E6-4645-85A7-E2C58E545181}"/>
                  </a:ext>
                </a:extLst>
              </p:cNvPr>
              <p:cNvGrpSpPr>
                <a:grpSpLocks/>
              </p:cNvGrpSpPr>
              <p:nvPr/>
            </p:nvGrpSpPr>
            <p:grpSpPr bwMode="auto">
              <a:xfrm>
                <a:off x="4375328" y="5654000"/>
                <a:ext cx="588970" cy="242608"/>
                <a:chOff x="1871277" y="1576300"/>
                <a:chExt cx="1128371" cy="437861"/>
              </a:xfrm>
            </p:grpSpPr>
            <p:sp>
              <p:nvSpPr>
                <p:cNvPr id="953" name="Oval 952">
                  <a:extLst>
                    <a:ext uri="{FF2B5EF4-FFF2-40B4-BE49-F238E27FC236}">
                      <a16:creationId xmlns:a16="http://schemas.microsoft.com/office/drawing/2014/main" id="{9DACA189-A149-9949-BCF3-95B569BB6477}"/>
                    </a:ext>
                  </a:extLst>
                </p:cNvPr>
                <p:cNvSpPr/>
                <p:nvPr/>
              </p:nvSpPr>
              <p:spPr bwMode="auto">
                <a:xfrm flipV="1">
                  <a:off x="1874446" y="1694641"/>
                  <a:ext cx="1125202" cy="319520"/>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54" name="Rectangle 953">
                  <a:extLst>
                    <a:ext uri="{FF2B5EF4-FFF2-40B4-BE49-F238E27FC236}">
                      <a16:creationId xmlns:a16="http://schemas.microsoft.com/office/drawing/2014/main" id="{08EC0937-ACA9-3840-8439-8223BB848980}"/>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5" name="Oval 954">
                  <a:extLst>
                    <a:ext uri="{FF2B5EF4-FFF2-40B4-BE49-F238E27FC236}">
                      <a16:creationId xmlns:a16="http://schemas.microsoft.com/office/drawing/2014/main" id="{E17B98F5-9CEF-6F4F-BBA9-BB8DE0D91B36}"/>
                    </a:ext>
                  </a:extLst>
                </p:cNvPr>
                <p:cNvSpPr/>
                <p:nvPr/>
              </p:nvSpPr>
              <p:spPr bwMode="auto">
                <a:xfrm flipV="1">
                  <a:off x="1871277" y="1576300"/>
                  <a:ext cx="1125200" cy="319520"/>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56" name="Freeform 955">
                  <a:extLst>
                    <a:ext uri="{FF2B5EF4-FFF2-40B4-BE49-F238E27FC236}">
                      <a16:creationId xmlns:a16="http://schemas.microsoft.com/office/drawing/2014/main" id="{61234B09-DC44-7342-A70C-06AC8A581E23}"/>
                    </a:ext>
                  </a:extLst>
                </p:cNvPr>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7" name="Freeform 956">
                  <a:extLst>
                    <a:ext uri="{FF2B5EF4-FFF2-40B4-BE49-F238E27FC236}">
                      <a16:creationId xmlns:a16="http://schemas.microsoft.com/office/drawing/2014/main" id="{03AF34FD-E240-F04C-9158-920D29213255}"/>
                    </a:ext>
                  </a:extLst>
                </p:cNvPr>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8" name="Freeform 957">
                  <a:extLst>
                    <a:ext uri="{FF2B5EF4-FFF2-40B4-BE49-F238E27FC236}">
                      <a16:creationId xmlns:a16="http://schemas.microsoft.com/office/drawing/2014/main" id="{526E50F3-60FD-0E45-BC3A-3C6066FB7D8A}"/>
                    </a:ext>
                  </a:extLst>
                </p:cNvPr>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9" name="Freeform 958">
                  <a:extLst>
                    <a:ext uri="{FF2B5EF4-FFF2-40B4-BE49-F238E27FC236}">
                      <a16:creationId xmlns:a16="http://schemas.microsoft.com/office/drawing/2014/main" id="{FEE1E3A7-C090-734C-9180-457004D9D039}"/>
                    </a:ext>
                  </a:extLst>
                </p:cNvPr>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60" name="Straight Connector 959">
                  <a:extLst>
                    <a:ext uri="{FF2B5EF4-FFF2-40B4-BE49-F238E27FC236}">
                      <a16:creationId xmlns:a16="http://schemas.microsoft.com/office/drawing/2014/main" id="{99A3F99A-570C-8A42-9492-3585D770DA95}"/>
                    </a:ext>
                  </a:extLst>
                </p:cNvPr>
                <p:cNvCxnSpPr>
                  <a:endCxn id="955" idx="2"/>
                </p:cNvCxnSpPr>
                <p:nvPr/>
              </p:nvCxnSpPr>
              <p:spPr bwMode="auto">
                <a:xfrm flipH="1" flipV="1">
                  <a:off x="1871277" y="1737243"/>
                  <a:ext cx="3169" cy="123074"/>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961" name="Straight Connector 960">
                  <a:extLst>
                    <a:ext uri="{FF2B5EF4-FFF2-40B4-BE49-F238E27FC236}">
                      <a16:creationId xmlns:a16="http://schemas.microsoft.com/office/drawing/2014/main" id="{5F18512F-CA24-4444-95DF-016FA49178DB}"/>
                    </a:ext>
                  </a:extLst>
                </p:cNvPr>
                <p:cNvCxnSpPr/>
                <p:nvPr/>
              </p:nvCxnSpPr>
              <p:spPr bwMode="auto">
                <a:xfrm flipH="1" flipV="1">
                  <a:off x="2996477" y="1734877"/>
                  <a:ext cx="3171" cy="123074"/>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923" name="Group 347">
                <a:extLst>
                  <a:ext uri="{FF2B5EF4-FFF2-40B4-BE49-F238E27FC236}">
                    <a16:creationId xmlns:a16="http://schemas.microsoft.com/office/drawing/2014/main" id="{4B02C431-99D3-6D48-8159-7B4877B83ADD}"/>
                  </a:ext>
                </a:extLst>
              </p:cNvPr>
              <p:cNvGrpSpPr>
                <a:grpSpLocks/>
              </p:cNvGrpSpPr>
              <p:nvPr/>
            </p:nvGrpSpPr>
            <p:grpSpPr bwMode="auto">
              <a:xfrm>
                <a:off x="2848241" y="5847813"/>
                <a:ext cx="588970" cy="242608"/>
                <a:chOff x="1871277" y="1576300"/>
                <a:chExt cx="1128371" cy="437861"/>
              </a:xfrm>
            </p:grpSpPr>
            <p:sp>
              <p:nvSpPr>
                <p:cNvPr id="944" name="Oval 943">
                  <a:extLst>
                    <a:ext uri="{FF2B5EF4-FFF2-40B4-BE49-F238E27FC236}">
                      <a16:creationId xmlns:a16="http://schemas.microsoft.com/office/drawing/2014/main" id="{0FF0DF6F-D87B-2346-B35F-0DD610115E22}"/>
                    </a:ext>
                  </a:extLst>
                </p:cNvPr>
                <p:cNvSpPr/>
                <p:nvPr/>
              </p:nvSpPr>
              <p:spPr bwMode="auto">
                <a:xfrm flipV="1">
                  <a:off x="1874446" y="1694641"/>
                  <a:ext cx="1125202" cy="319520"/>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45" name="Rectangle 944">
                  <a:extLst>
                    <a:ext uri="{FF2B5EF4-FFF2-40B4-BE49-F238E27FC236}">
                      <a16:creationId xmlns:a16="http://schemas.microsoft.com/office/drawing/2014/main" id="{0A88A3D0-6A43-9C4F-B2B8-C62A5B975479}"/>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6" name="Oval 945">
                  <a:extLst>
                    <a:ext uri="{FF2B5EF4-FFF2-40B4-BE49-F238E27FC236}">
                      <a16:creationId xmlns:a16="http://schemas.microsoft.com/office/drawing/2014/main" id="{A97EE425-A6D3-754D-B745-A46539A9BCE9}"/>
                    </a:ext>
                  </a:extLst>
                </p:cNvPr>
                <p:cNvSpPr/>
                <p:nvPr/>
              </p:nvSpPr>
              <p:spPr bwMode="auto">
                <a:xfrm flipV="1">
                  <a:off x="1871277" y="1576300"/>
                  <a:ext cx="1125200" cy="319520"/>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47" name="Freeform 946">
                  <a:extLst>
                    <a:ext uri="{FF2B5EF4-FFF2-40B4-BE49-F238E27FC236}">
                      <a16:creationId xmlns:a16="http://schemas.microsoft.com/office/drawing/2014/main" id="{D4B205B1-4191-B84B-8CA4-DD171806AD2E}"/>
                    </a:ext>
                  </a:extLst>
                </p:cNvPr>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8" name="Freeform 947">
                  <a:extLst>
                    <a:ext uri="{FF2B5EF4-FFF2-40B4-BE49-F238E27FC236}">
                      <a16:creationId xmlns:a16="http://schemas.microsoft.com/office/drawing/2014/main" id="{1BBBF1EF-3ED2-5848-B3F0-7F8463BE28C7}"/>
                    </a:ext>
                  </a:extLst>
                </p:cNvPr>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9" name="Freeform 948">
                  <a:extLst>
                    <a:ext uri="{FF2B5EF4-FFF2-40B4-BE49-F238E27FC236}">
                      <a16:creationId xmlns:a16="http://schemas.microsoft.com/office/drawing/2014/main" id="{AE727D85-0B80-AB43-A858-E12A22DEF74E}"/>
                    </a:ext>
                  </a:extLst>
                </p:cNvPr>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0" name="Freeform 949">
                  <a:extLst>
                    <a:ext uri="{FF2B5EF4-FFF2-40B4-BE49-F238E27FC236}">
                      <a16:creationId xmlns:a16="http://schemas.microsoft.com/office/drawing/2014/main" id="{E087DF11-E1FC-A24A-A90A-56EFAAF5ED33}"/>
                    </a:ext>
                  </a:extLst>
                </p:cNvPr>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51" name="Straight Connector 950">
                  <a:extLst>
                    <a:ext uri="{FF2B5EF4-FFF2-40B4-BE49-F238E27FC236}">
                      <a16:creationId xmlns:a16="http://schemas.microsoft.com/office/drawing/2014/main" id="{63B2769E-5BF0-4C43-BDCD-E08BBCA40A60}"/>
                    </a:ext>
                  </a:extLst>
                </p:cNvPr>
                <p:cNvCxnSpPr>
                  <a:endCxn id="946" idx="2"/>
                </p:cNvCxnSpPr>
                <p:nvPr/>
              </p:nvCxnSpPr>
              <p:spPr bwMode="auto">
                <a:xfrm flipH="1" flipV="1">
                  <a:off x="1871277" y="1737243"/>
                  <a:ext cx="3169" cy="123074"/>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952" name="Straight Connector 951">
                  <a:extLst>
                    <a:ext uri="{FF2B5EF4-FFF2-40B4-BE49-F238E27FC236}">
                      <a16:creationId xmlns:a16="http://schemas.microsoft.com/office/drawing/2014/main" id="{D9643885-03AC-8C44-B9B3-97EEFAB93F73}"/>
                    </a:ext>
                  </a:extLst>
                </p:cNvPr>
                <p:cNvCxnSpPr/>
                <p:nvPr/>
              </p:nvCxnSpPr>
              <p:spPr bwMode="auto">
                <a:xfrm flipH="1" flipV="1">
                  <a:off x="2996477" y="1734877"/>
                  <a:ext cx="3171" cy="123074"/>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924" name="Group 347">
                <a:extLst>
                  <a:ext uri="{FF2B5EF4-FFF2-40B4-BE49-F238E27FC236}">
                    <a16:creationId xmlns:a16="http://schemas.microsoft.com/office/drawing/2014/main" id="{59383640-B92E-3B49-9F91-B00C1816C4B2}"/>
                  </a:ext>
                </a:extLst>
              </p:cNvPr>
              <p:cNvGrpSpPr>
                <a:grpSpLocks/>
              </p:cNvGrpSpPr>
              <p:nvPr/>
            </p:nvGrpSpPr>
            <p:grpSpPr bwMode="auto">
              <a:xfrm>
                <a:off x="5166757" y="6114152"/>
                <a:ext cx="588970" cy="242608"/>
                <a:chOff x="1871277" y="1576300"/>
                <a:chExt cx="1128371" cy="437861"/>
              </a:xfrm>
            </p:grpSpPr>
            <p:sp>
              <p:nvSpPr>
                <p:cNvPr id="935" name="Oval 934">
                  <a:extLst>
                    <a:ext uri="{FF2B5EF4-FFF2-40B4-BE49-F238E27FC236}">
                      <a16:creationId xmlns:a16="http://schemas.microsoft.com/office/drawing/2014/main" id="{5018BF36-5D40-234D-B43E-166D4365DFC7}"/>
                    </a:ext>
                  </a:extLst>
                </p:cNvPr>
                <p:cNvSpPr/>
                <p:nvPr/>
              </p:nvSpPr>
              <p:spPr bwMode="auto">
                <a:xfrm flipV="1">
                  <a:off x="1874446" y="1694641"/>
                  <a:ext cx="1125202" cy="319520"/>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36" name="Rectangle 935">
                  <a:extLst>
                    <a:ext uri="{FF2B5EF4-FFF2-40B4-BE49-F238E27FC236}">
                      <a16:creationId xmlns:a16="http://schemas.microsoft.com/office/drawing/2014/main" id="{F3CF2F53-1F91-DA4A-B9DD-A5E958F02DF9}"/>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37" name="Oval 936">
                  <a:extLst>
                    <a:ext uri="{FF2B5EF4-FFF2-40B4-BE49-F238E27FC236}">
                      <a16:creationId xmlns:a16="http://schemas.microsoft.com/office/drawing/2014/main" id="{DE201E6A-02EE-B14D-8F1B-DC21CC87BE80}"/>
                    </a:ext>
                  </a:extLst>
                </p:cNvPr>
                <p:cNvSpPr/>
                <p:nvPr/>
              </p:nvSpPr>
              <p:spPr bwMode="auto">
                <a:xfrm flipV="1">
                  <a:off x="1871277" y="1576300"/>
                  <a:ext cx="1125200" cy="319520"/>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38" name="Freeform 937">
                  <a:extLst>
                    <a:ext uri="{FF2B5EF4-FFF2-40B4-BE49-F238E27FC236}">
                      <a16:creationId xmlns:a16="http://schemas.microsoft.com/office/drawing/2014/main" id="{FB05CF2E-83B0-2640-93AB-853D8763B115}"/>
                    </a:ext>
                  </a:extLst>
                </p:cNvPr>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39" name="Freeform 938">
                  <a:extLst>
                    <a:ext uri="{FF2B5EF4-FFF2-40B4-BE49-F238E27FC236}">
                      <a16:creationId xmlns:a16="http://schemas.microsoft.com/office/drawing/2014/main" id="{E2067AB0-285F-1D49-84B3-34E74A8258AC}"/>
                    </a:ext>
                  </a:extLst>
                </p:cNvPr>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0" name="Freeform 939">
                  <a:extLst>
                    <a:ext uri="{FF2B5EF4-FFF2-40B4-BE49-F238E27FC236}">
                      <a16:creationId xmlns:a16="http://schemas.microsoft.com/office/drawing/2014/main" id="{E1588A39-233E-9A43-89F2-A2C023D3DD50}"/>
                    </a:ext>
                  </a:extLst>
                </p:cNvPr>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1" name="Freeform 940">
                  <a:extLst>
                    <a:ext uri="{FF2B5EF4-FFF2-40B4-BE49-F238E27FC236}">
                      <a16:creationId xmlns:a16="http://schemas.microsoft.com/office/drawing/2014/main" id="{7E4670CD-E442-5648-B94B-92AF3B894755}"/>
                    </a:ext>
                  </a:extLst>
                </p:cNvPr>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42" name="Straight Connector 941">
                  <a:extLst>
                    <a:ext uri="{FF2B5EF4-FFF2-40B4-BE49-F238E27FC236}">
                      <a16:creationId xmlns:a16="http://schemas.microsoft.com/office/drawing/2014/main" id="{759AD6F2-B641-0B45-9023-2F9E18420F9E}"/>
                    </a:ext>
                  </a:extLst>
                </p:cNvPr>
                <p:cNvCxnSpPr>
                  <a:endCxn id="937" idx="2"/>
                </p:cNvCxnSpPr>
                <p:nvPr/>
              </p:nvCxnSpPr>
              <p:spPr bwMode="auto">
                <a:xfrm flipH="1" flipV="1">
                  <a:off x="1871277" y="1737243"/>
                  <a:ext cx="3169" cy="123074"/>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943" name="Straight Connector 942">
                  <a:extLst>
                    <a:ext uri="{FF2B5EF4-FFF2-40B4-BE49-F238E27FC236}">
                      <a16:creationId xmlns:a16="http://schemas.microsoft.com/office/drawing/2014/main" id="{BD308E44-0EFE-944D-83E1-D1B7C02C2983}"/>
                    </a:ext>
                  </a:extLst>
                </p:cNvPr>
                <p:cNvCxnSpPr/>
                <p:nvPr/>
              </p:nvCxnSpPr>
              <p:spPr bwMode="auto">
                <a:xfrm flipH="1" flipV="1">
                  <a:off x="2996477" y="1734877"/>
                  <a:ext cx="3171" cy="123074"/>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925" name="Group 347">
                <a:extLst>
                  <a:ext uri="{FF2B5EF4-FFF2-40B4-BE49-F238E27FC236}">
                    <a16:creationId xmlns:a16="http://schemas.microsoft.com/office/drawing/2014/main" id="{885312C2-0E07-194B-BEF1-237808F2C1B0}"/>
                  </a:ext>
                </a:extLst>
              </p:cNvPr>
              <p:cNvGrpSpPr>
                <a:grpSpLocks/>
              </p:cNvGrpSpPr>
              <p:nvPr/>
            </p:nvGrpSpPr>
            <p:grpSpPr bwMode="auto">
              <a:xfrm>
                <a:off x="3704088" y="6206732"/>
                <a:ext cx="588970" cy="242608"/>
                <a:chOff x="1871277" y="1576300"/>
                <a:chExt cx="1128371" cy="437861"/>
              </a:xfrm>
            </p:grpSpPr>
            <p:sp>
              <p:nvSpPr>
                <p:cNvPr id="926" name="Oval 925">
                  <a:extLst>
                    <a:ext uri="{FF2B5EF4-FFF2-40B4-BE49-F238E27FC236}">
                      <a16:creationId xmlns:a16="http://schemas.microsoft.com/office/drawing/2014/main" id="{DB1F6E96-DE25-304B-B7D0-FD1D59509C9D}"/>
                    </a:ext>
                  </a:extLst>
                </p:cNvPr>
                <p:cNvSpPr/>
                <p:nvPr/>
              </p:nvSpPr>
              <p:spPr bwMode="auto">
                <a:xfrm flipV="1">
                  <a:off x="1874446" y="1694641"/>
                  <a:ext cx="1125202" cy="319520"/>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27" name="Rectangle 926">
                  <a:extLst>
                    <a:ext uri="{FF2B5EF4-FFF2-40B4-BE49-F238E27FC236}">
                      <a16:creationId xmlns:a16="http://schemas.microsoft.com/office/drawing/2014/main" id="{C6F722AF-47B6-754C-8E9E-EFEB45831A89}"/>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28" name="Oval 927">
                  <a:extLst>
                    <a:ext uri="{FF2B5EF4-FFF2-40B4-BE49-F238E27FC236}">
                      <a16:creationId xmlns:a16="http://schemas.microsoft.com/office/drawing/2014/main" id="{B7EFF65E-E3E4-7743-90E8-6E0DED7FF48C}"/>
                    </a:ext>
                  </a:extLst>
                </p:cNvPr>
                <p:cNvSpPr/>
                <p:nvPr/>
              </p:nvSpPr>
              <p:spPr bwMode="auto">
                <a:xfrm flipV="1">
                  <a:off x="1871277" y="1576300"/>
                  <a:ext cx="1125200" cy="319520"/>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29" name="Freeform 928">
                  <a:extLst>
                    <a:ext uri="{FF2B5EF4-FFF2-40B4-BE49-F238E27FC236}">
                      <a16:creationId xmlns:a16="http://schemas.microsoft.com/office/drawing/2014/main" id="{A6419AFD-CC26-B146-A541-B565AEA3805C}"/>
                    </a:ext>
                  </a:extLst>
                </p:cNvPr>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30" name="Freeform 929">
                  <a:extLst>
                    <a:ext uri="{FF2B5EF4-FFF2-40B4-BE49-F238E27FC236}">
                      <a16:creationId xmlns:a16="http://schemas.microsoft.com/office/drawing/2014/main" id="{0147F8D3-CAD7-8542-B967-4F72DDDE3A54}"/>
                    </a:ext>
                  </a:extLst>
                </p:cNvPr>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31" name="Freeform 930">
                  <a:extLst>
                    <a:ext uri="{FF2B5EF4-FFF2-40B4-BE49-F238E27FC236}">
                      <a16:creationId xmlns:a16="http://schemas.microsoft.com/office/drawing/2014/main" id="{AAF1E1A5-D576-1A4A-9BFD-6C323830CFC5}"/>
                    </a:ext>
                  </a:extLst>
                </p:cNvPr>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32" name="Freeform 931">
                  <a:extLst>
                    <a:ext uri="{FF2B5EF4-FFF2-40B4-BE49-F238E27FC236}">
                      <a16:creationId xmlns:a16="http://schemas.microsoft.com/office/drawing/2014/main" id="{00B23D7F-A468-7B41-B882-C74692A46B5A}"/>
                    </a:ext>
                  </a:extLst>
                </p:cNvPr>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33" name="Straight Connector 932">
                  <a:extLst>
                    <a:ext uri="{FF2B5EF4-FFF2-40B4-BE49-F238E27FC236}">
                      <a16:creationId xmlns:a16="http://schemas.microsoft.com/office/drawing/2014/main" id="{A710DADF-5A66-4E4D-9212-3DB6E5790B57}"/>
                    </a:ext>
                  </a:extLst>
                </p:cNvPr>
                <p:cNvCxnSpPr>
                  <a:endCxn id="928" idx="2"/>
                </p:cNvCxnSpPr>
                <p:nvPr/>
              </p:nvCxnSpPr>
              <p:spPr bwMode="auto">
                <a:xfrm flipH="1" flipV="1">
                  <a:off x="1871277" y="1737243"/>
                  <a:ext cx="3169" cy="123074"/>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934" name="Straight Connector 933">
                  <a:extLst>
                    <a:ext uri="{FF2B5EF4-FFF2-40B4-BE49-F238E27FC236}">
                      <a16:creationId xmlns:a16="http://schemas.microsoft.com/office/drawing/2014/main" id="{59A3775F-4767-2F47-9662-6CCEC729A7A8}"/>
                    </a:ext>
                  </a:extLst>
                </p:cNvPr>
                <p:cNvCxnSpPr/>
                <p:nvPr/>
              </p:nvCxnSpPr>
              <p:spPr bwMode="auto">
                <a:xfrm flipH="1" flipV="1">
                  <a:off x="2996477" y="1734877"/>
                  <a:ext cx="3171" cy="123074"/>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grpSp>
          <p:nvGrpSpPr>
            <p:cNvPr id="857" name="Group 856">
              <a:extLst>
                <a:ext uri="{FF2B5EF4-FFF2-40B4-BE49-F238E27FC236}">
                  <a16:creationId xmlns:a16="http://schemas.microsoft.com/office/drawing/2014/main" id="{54A52462-5258-B74E-939D-5568EFF6BF9A}"/>
                </a:ext>
              </a:extLst>
            </p:cNvPr>
            <p:cNvGrpSpPr/>
            <p:nvPr/>
          </p:nvGrpSpPr>
          <p:grpSpPr>
            <a:xfrm>
              <a:off x="4990227" y="3046752"/>
              <a:ext cx="3116606" cy="1053561"/>
              <a:chOff x="4990227" y="2877416"/>
              <a:chExt cx="3116606" cy="1053561"/>
            </a:xfrm>
          </p:grpSpPr>
          <p:sp>
            <p:nvSpPr>
              <p:cNvPr id="876" name="Rectangle 875">
                <a:extLst>
                  <a:ext uri="{FF2B5EF4-FFF2-40B4-BE49-F238E27FC236}">
                    <a16:creationId xmlns:a16="http://schemas.microsoft.com/office/drawing/2014/main" id="{A13ADE3B-72C2-1D43-B7E3-53ACC236F401}"/>
                  </a:ext>
                </a:extLst>
              </p:cNvPr>
              <p:cNvSpPr/>
              <p:nvPr/>
            </p:nvSpPr>
            <p:spPr bwMode="auto">
              <a:xfrm>
                <a:off x="5418665" y="2913389"/>
                <a:ext cx="2688168" cy="1017588"/>
              </a:xfrm>
              <a:prstGeom prst="rect">
                <a:avLst/>
              </a:prstGeom>
              <a:solidFill>
                <a:srgbClr val="2D2DB9">
                  <a:lumMod val="20000"/>
                  <a:lumOff val="80000"/>
                </a:srgbClr>
              </a:solidFill>
              <a:ln w="317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877" name="Freeform 876">
                <a:extLst>
                  <a:ext uri="{FF2B5EF4-FFF2-40B4-BE49-F238E27FC236}">
                    <a16:creationId xmlns:a16="http://schemas.microsoft.com/office/drawing/2014/main" id="{8479C132-9D4A-964F-A8E8-7EB2EAA9863B}"/>
                  </a:ext>
                </a:extLst>
              </p:cNvPr>
              <p:cNvSpPr/>
              <p:nvPr/>
            </p:nvSpPr>
            <p:spPr bwMode="auto">
              <a:xfrm>
                <a:off x="5218221" y="2877416"/>
                <a:ext cx="213773" cy="1028160"/>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 name="connsiteX0" fmla="*/ 20385 w 220240"/>
                  <a:gd name="connsiteY0" fmla="*/ 745656 h 1058154"/>
                  <a:gd name="connsiteX1" fmla="*/ 214305 w 220240"/>
                  <a:gd name="connsiteY1" fmla="*/ 0 h 1058154"/>
                  <a:gd name="connsiteX2" fmla="*/ 220240 w 220240"/>
                  <a:gd name="connsiteY2" fmla="*/ 1027869 h 1058154"/>
                  <a:gd name="connsiteX3" fmla="*/ 68 w 220240"/>
                  <a:gd name="connsiteY3" fmla="*/ 986902 h 1058154"/>
                  <a:gd name="connsiteX4" fmla="*/ 20385 w 220240"/>
                  <a:gd name="connsiteY4" fmla="*/ 745656 h 1058154"/>
                  <a:gd name="connsiteX0" fmla="*/ 20385 w 220240"/>
                  <a:gd name="connsiteY0" fmla="*/ 745656 h 1068836"/>
                  <a:gd name="connsiteX1" fmla="*/ 214305 w 220240"/>
                  <a:gd name="connsiteY1" fmla="*/ 0 h 1068836"/>
                  <a:gd name="connsiteX2" fmla="*/ 220240 w 220240"/>
                  <a:gd name="connsiteY2" fmla="*/ 1027869 h 1068836"/>
                  <a:gd name="connsiteX3" fmla="*/ 68 w 220240"/>
                  <a:gd name="connsiteY3" fmla="*/ 986902 h 1068836"/>
                  <a:gd name="connsiteX4" fmla="*/ 20385 w 220240"/>
                  <a:gd name="connsiteY4" fmla="*/ 745656 h 1068836"/>
                  <a:gd name="connsiteX0" fmla="*/ 15446 w 215301"/>
                  <a:gd name="connsiteY0" fmla="*/ 745656 h 1057581"/>
                  <a:gd name="connsiteX1" fmla="*/ 209366 w 215301"/>
                  <a:gd name="connsiteY1" fmla="*/ 0 h 1057581"/>
                  <a:gd name="connsiteX2" fmla="*/ 215301 w 215301"/>
                  <a:gd name="connsiteY2" fmla="*/ 1027869 h 1057581"/>
                  <a:gd name="connsiteX3" fmla="*/ 87 w 215301"/>
                  <a:gd name="connsiteY3" fmla="*/ 888484 h 1057581"/>
                  <a:gd name="connsiteX4" fmla="*/ 15446 w 215301"/>
                  <a:gd name="connsiteY4" fmla="*/ 745656 h 1057581"/>
                  <a:gd name="connsiteX0" fmla="*/ 15446 w 215301"/>
                  <a:gd name="connsiteY0" fmla="*/ 745656 h 1063397"/>
                  <a:gd name="connsiteX1" fmla="*/ 209366 w 215301"/>
                  <a:gd name="connsiteY1" fmla="*/ 0 h 1063397"/>
                  <a:gd name="connsiteX2" fmla="*/ 215301 w 215301"/>
                  <a:gd name="connsiteY2" fmla="*/ 1027869 h 1063397"/>
                  <a:gd name="connsiteX3" fmla="*/ 87 w 215301"/>
                  <a:gd name="connsiteY3" fmla="*/ 888484 h 1063397"/>
                  <a:gd name="connsiteX4" fmla="*/ 15446 w 215301"/>
                  <a:gd name="connsiteY4" fmla="*/ 745656 h 1063397"/>
                  <a:gd name="connsiteX0" fmla="*/ 15446 w 215301"/>
                  <a:gd name="connsiteY0" fmla="*/ 745656 h 1027869"/>
                  <a:gd name="connsiteX1" fmla="*/ 209366 w 215301"/>
                  <a:gd name="connsiteY1" fmla="*/ 0 h 1027869"/>
                  <a:gd name="connsiteX2" fmla="*/ 215301 w 215301"/>
                  <a:gd name="connsiteY2" fmla="*/ 1027869 h 1027869"/>
                  <a:gd name="connsiteX3" fmla="*/ 87 w 215301"/>
                  <a:gd name="connsiteY3" fmla="*/ 888484 h 1027869"/>
                  <a:gd name="connsiteX4" fmla="*/ 15446 w 215301"/>
                  <a:gd name="connsiteY4" fmla="*/ 745656 h 1027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301" h="1027869">
                    <a:moveTo>
                      <a:pt x="15446" y="745656"/>
                    </a:moveTo>
                    <a:lnTo>
                      <a:pt x="209366" y="0"/>
                    </a:lnTo>
                    <a:cubicBezTo>
                      <a:pt x="211344" y="342623"/>
                      <a:pt x="213323" y="685246"/>
                      <a:pt x="215301" y="1027869"/>
                    </a:cubicBezTo>
                    <a:cubicBezTo>
                      <a:pt x="115469" y="960083"/>
                      <a:pt x="99918" y="931665"/>
                      <a:pt x="87" y="888484"/>
                    </a:cubicBezTo>
                    <a:cubicBezTo>
                      <a:pt x="-1403" y="675204"/>
                      <a:pt x="16936" y="958936"/>
                      <a:pt x="15446" y="745656"/>
                    </a:cubicBezTo>
                    <a:close/>
                  </a:path>
                </a:pathLst>
              </a:custGeom>
              <a:gradFill rotWithShape="1">
                <a:gsLst>
                  <a:gs pos="0">
                    <a:srgbClr val="FFFFFF">
                      <a:lumMod val="95000"/>
                    </a:srgbClr>
                  </a:gs>
                  <a:gs pos="100000">
                    <a:srgbClr val="2D2DB9">
                      <a:lumMod val="20000"/>
                      <a:lumOff val="80000"/>
                    </a:srgbClr>
                  </a:gs>
                </a:gsLst>
                <a:lin ang="0" scaled="0"/>
              </a:gra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878" name="Group 950">
                <a:extLst>
                  <a:ext uri="{FF2B5EF4-FFF2-40B4-BE49-F238E27FC236}">
                    <a16:creationId xmlns:a16="http://schemas.microsoft.com/office/drawing/2014/main" id="{6265B51A-C625-0E46-B1CD-1B0CC4EAE2DF}"/>
                  </a:ext>
                </a:extLst>
              </p:cNvPr>
              <p:cNvGrpSpPr>
                <a:grpSpLocks/>
              </p:cNvGrpSpPr>
              <p:nvPr/>
            </p:nvGrpSpPr>
            <p:grpSpPr bwMode="auto">
              <a:xfrm>
                <a:off x="4990227" y="3351862"/>
                <a:ext cx="251561" cy="564103"/>
                <a:chOff x="4140" y="429"/>
                <a:chExt cx="1425" cy="2396"/>
              </a:xfrm>
            </p:grpSpPr>
            <p:sp>
              <p:nvSpPr>
                <p:cNvPr id="880" name="Freeform 951">
                  <a:extLst>
                    <a:ext uri="{FF2B5EF4-FFF2-40B4-BE49-F238E27FC236}">
                      <a16:creationId xmlns:a16="http://schemas.microsoft.com/office/drawing/2014/main" id="{A5BA354F-B231-C647-9049-264E94760E6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81" name="Rectangle 952">
                  <a:extLst>
                    <a:ext uri="{FF2B5EF4-FFF2-40B4-BE49-F238E27FC236}">
                      <a16:creationId xmlns:a16="http://schemas.microsoft.com/office/drawing/2014/main" id="{4CD802A5-F6DB-4B4A-9C9B-E57940A6AE29}"/>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82" name="Freeform 953">
                  <a:extLst>
                    <a:ext uri="{FF2B5EF4-FFF2-40B4-BE49-F238E27FC236}">
                      <a16:creationId xmlns:a16="http://schemas.microsoft.com/office/drawing/2014/main" id="{79259F7C-2EC8-F74E-9E7F-4095E5E5CFD4}"/>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83" name="Freeform 954">
                  <a:extLst>
                    <a:ext uri="{FF2B5EF4-FFF2-40B4-BE49-F238E27FC236}">
                      <a16:creationId xmlns:a16="http://schemas.microsoft.com/office/drawing/2014/main" id="{451FA157-6D0F-9145-8122-26E1DA1A236D}"/>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84" name="Rectangle 955">
                  <a:extLst>
                    <a:ext uri="{FF2B5EF4-FFF2-40B4-BE49-F238E27FC236}">
                      <a16:creationId xmlns:a16="http://schemas.microsoft.com/office/drawing/2014/main" id="{C2607605-6DA4-EE4D-8DD3-849C75A05671}"/>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885" name="Group 956">
                  <a:extLst>
                    <a:ext uri="{FF2B5EF4-FFF2-40B4-BE49-F238E27FC236}">
                      <a16:creationId xmlns:a16="http://schemas.microsoft.com/office/drawing/2014/main" id="{9869AF7B-AAFD-8D4B-8E7F-90CCD3755626}"/>
                    </a:ext>
                  </a:extLst>
                </p:cNvPr>
                <p:cNvGrpSpPr>
                  <a:grpSpLocks/>
                </p:cNvGrpSpPr>
                <p:nvPr/>
              </p:nvGrpSpPr>
              <p:grpSpPr bwMode="auto">
                <a:xfrm>
                  <a:off x="4749" y="668"/>
                  <a:ext cx="581" cy="145"/>
                  <a:chOff x="614" y="2568"/>
                  <a:chExt cx="725" cy="139"/>
                </a:xfrm>
              </p:grpSpPr>
              <p:sp>
                <p:nvSpPr>
                  <p:cNvPr id="910" name="AutoShape 957">
                    <a:extLst>
                      <a:ext uri="{FF2B5EF4-FFF2-40B4-BE49-F238E27FC236}">
                        <a16:creationId xmlns:a16="http://schemas.microsoft.com/office/drawing/2014/main" id="{C9AB02AE-DBB7-4942-87E6-03EAC872AF56}"/>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11" name="AutoShape 958">
                    <a:extLst>
                      <a:ext uri="{FF2B5EF4-FFF2-40B4-BE49-F238E27FC236}">
                        <a16:creationId xmlns:a16="http://schemas.microsoft.com/office/drawing/2014/main" id="{A1397CEF-8A99-9C43-984B-80BD60AFF6D5}"/>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886" name="Rectangle 959">
                  <a:extLst>
                    <a:ext uri="{FF2B5EF4-FFF2-40B4-BE49-F238E27FC236}">
                      <a16:creationId xmlns:a16="http://schemas.microsoft.com/office/drawing/2014/main" id="{E8594A77-9042-2641-ABFC-F29E8FF40D5E}"/>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887" name="Group 960">
                  <a:extLst>
                    <a:ext uri="{FF2B5EF4-FFF2-40B4-BE49-F238E27FC236}">
                      <a16:creationId xmlns:a16="http://schemas.microsoft.com/office/drawing/2014/main" id="{1262AD39-4096-D741-A742-CED9CF146D7C}"/>
                    </a:ext>
                  </a:extLst>
                </p:cNvPr>
                <p:cNvGrpSpPr>
                  <a:grpSpLocks/>
                </p:cNvGrpSpPr>
                <p:nvPr/>
              </p:nvGrpSpPr>
              <p:grpSpPr bwMode="auto">
                <a:xfrm>
                  <a:off x="4747" y="994"/>
                  <a:ext cx="581" cy="134"/>
                  <a:chOff x="614" y="2568"/>
                  <a:chExt cx="725" cy="139"/>
                </a:xfrm>
              </p:grpSpPr>
              <p:sp>
                <p:nvSpPr>
                  <p:cNvPr id="908" name="AutoShape 961">
                    <a:extLst>
                      <a:ext uri="{FF2B5EF4-FFF2-40B4-BE49-F238E27FC236}">
                        <a16:creationId xmlns:a16="http://schemas.microsoft.com/office/drawing/2014/main" id="{59E4897D-95E8-2A4B-9BA9-0B7172ED7B81}"/>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09" name="AutoShape 962">
                    <a:extLst>
                      <a:ext uri="{FF2B5EF4-FFF2-40B4-BE49-F238E27FC236}">
                        <a16:creationId xmlns:a16="http://schemas.microsoft.com/office/drawing/2014/main" id="{2382242C-86DC-C04B-94D5-2B4545FC2AD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888" name="Rectangle 963">
                  <a:extLst>
                    <a:ext uri="{FF2B5EF4-FFF2-40B4-BE49-F238E27FC236}">
                      <a16:creationId xmlns:a16="http://schemas.microsoft.com/office/drawing/2014/main" id="{CBBEA7CF-B701-8748-AA95-11773F0862F7}"/>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89" name="Rectangle 964">
                  <a:extLst>
                    <a:ext uri="{FF2B5EF4-FFF2-40B4-BE49-F238E27FC236}">
                      <a16:creationId xmlns:a16="http://schemas.microsoft.com/office/drawing/2014/main" id="{2840794F-AC07-854C-A963-38CAEB859431}"/>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890" name="Group 965">
                  <a:extLst>
                    <a:ext uri="{FF2B5EF4-FFF2-40B4-BE49-F238E27FC236}">
                      <a16:creationId xmlns:a16="http://schemas.microsoft.com/office/drawing/2014/main" id="{00D85896-AE73-FC4F-A921-B401C2ABE627}"/>
                    </a:ext>
                  </a:extLst>
                </p:cNvPr>
                <p:cNvGrpSpPr>
                  <a:grpSpLocks/>
                </p:cNvGrpSpPr>
                <p:nvPr/>
              </p:nvGrpSpPr>
              <p:grpSpPr bwMode="auto">
                <a:xfrm>
                  <a:off x="4735" y="1627"/>
                  <a:ext cx="582" cy="151"/>
                  <a:chOff x="614" y="2568"/>
                  <a:chExt cx="725" cy="139"/>
                </a:xfrm>
              </p:grpSpPr>
              <p:sp>
                <p:nvSpPr>
                  <p:cNvPr id="906" name="AutoShape 966">
                    <a:extLst>
                      <a:ext uri="{FF2B5EF4-FFF2-40B4-BE49-F238E27FC236}">
                        <a16:creationId xmlns:a16="http://schemas.microsoft.com/office/drawing/2014/main" id="{924B40FA-21E3-834D-911F-D56CADE5ECA3}"/>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07" name="AutoShape 967">
                    <a:extLst>
                      <a:ext uri="{FF2B5EF4-FFF2-40B4-BE49-F238E27FC236}">
                        <a16:creationId xmlns:a16="http://schemas.microsoft.com/office/drawing/2014/main" id="{47F8F0C4-6D37-9543-9F00-43D5F28FB2C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891" name="Freeform 968">
                  <a:extLst>
                    <a:ext uri="{FF2B5EF4-FFF2-40B4-BE49-F238E27FC236}">
                      <a16:creationId xmlns:a16="http://schemas.microsoft.com/office/drawing/2014/main" id="{1DAD0535-0585-3A48-B18F-8CFD540ADB78}"/>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892" name="Group 969">
                  <a:extLst>
                    <a:ext uri="{FF2B5EF4-FFF2-40B4-BE49-F238E27FC236}">
                      <a16:creationId xmlns:a16="http://schemas.microsoft.com/office/drawing/2014/main" id="{66D816ED-1F9A-D04E-95EE-62CBF7E44ED1}"/>
                    </a:ext>
                  </a:extLst>
                </p:cNvPr>
                <p:cNvGrpSpPr>
                  <a:grpSpLocks/>
                </p:cNvGrpSpPr>
                <p:nvPr/>
              </p:nvGrpSpPr>
              <p:grpSpPr bwMode="auto">
                <a:xfrm>
                  <a:off x="4739" y="1327"/>
                  <a:ext cx="582" cy="139"/>
                  <a:chOff x="614" y="2568"/>
                  <a:chExt cx="725" cy="139"/>
                </a:xfrm>
              </p:grpSpPr>
              <p:sp>
                <p:nvSpPr>
                  <p:cNvPr id="904" name="AutoShape 970">
                    <a:extLst>
                      <a:ext uri="{FF2B5EF4-FFF2-40B4-BE49-F238E27FC236}">
                        <a16:creationId xmlns:a16="http://schemas.microsoft.com/office/drawing/2014/main" id="{8C0B4415-0AC2-3945-92F3-A694CD6600DB}"/>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05" name="AutoShape 971">
                    <a:extLst>
                      <a:ext uri="{FF2B5EF4-FFF2-40B4-BE49-F238E27FC236}">
                        <a16:creationId xmlns:a16="http://schemas.microsoft.com/office/drawing/2014/main" id="{0B3FE1DC-EC1B-BE41-BD3D-DA207D617D5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893" name="Rectangle 972">
                  <a:extLst>
                    <a:ext uri="{FF2B5EF4-FFF2-40B4-BE49-F238E27FC236}">
                      <a16:creationId xmlns:a16="http://schemas.microsoft.com/office/drawing/2014/main" id="{D76687F0-DEBC-0F4A-B4AF-5C24DB379F8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94" name="Freeform 973">
                  <a:extLst>
                    <a:ext uri="{FF2B5EF4-FFF2-40B4-BE49-F238E27FC236}">
                      <a16:creationId xmlns:a16="http://schemas.microsoft.com/office/drawing/2014/main" id="{9E9FD877-5F4F-754A-87E4-3CF2A2B86815}"/>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95" name="Freeform 974">
                  <a:extLst>
                    <a:ext uri="{FF2B5EF4-FFF2-40B4-BE49-F238E27FC236}">
                      <a16:creationId xmlns:a16="http://schemas.microsoft.com/office/drawing/2014/main" id="{42A0B2EC-7CC7-B240-8E62-08161F36999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96" name="Oval 975">
                  <a:extLst>
                    <a:ext uri="{FF2B5EF4-FFF2-40B4-BE49-F238E27FC236}">
                      <a16:creationId xmlns:a16="http://schemas.microsoft.com/office/drawing/2014/main" id="{924FB68E-8166-014C-89D3-D4305C34F3C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97" name="Freeform 976">
                  <a:extLst>
                    <a:ext uri="{FF2B5EF4-FFF2-40B4-BE49-F238E27FC236}">
                      <a16:creationId xmlns:a16="http://schemas.microsoft.com/office/drawing/2014/main" id="{97FE5EBC-22BA-6044-8980-CAE030812074}"/>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98" name="AutoShape 977">
                  <a:extLst>
                    <a:ext uri="{FF2B5EF4-FFF2-40B4-BE49-F238E27FC236}">
                      <a16:creationId xmlns:a16="http://schemas.microsoft.com/office/drawing/2014/main" id="{A5F87333-9B58-984B-975F-83AEC1482489}"/>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99" name="AutoShape 978">
                  <a:extLst>
                    <a:ext uri="{FF2B5EF4-FFF2-40B4-BE49-F238E27FC236}">
                      <a16:creationId xmlns:a16="http://schemas.microsoft.com/office/drawing/2014/main" id="{A819AAE6-0355-8D4F-8137-BD2B7A2B727C}"/>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00" name="Oval 979">
                  <a:extLst>
                    <a:ext uri="{FF2B5EF4-FFF2-40B4-BE49-F238E27FC236}">
                      <a16:creationId xmlns:a16="http://schemas.microsoft.com/office/drawing/2014/main" id="{7425A734-37C7-AE46-A20A-FA4A5976715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01" name="Oval 980">
                  <a:extLst>
                    <a:ext uri="{FF2B5EF4-FFF2-40B4-BE49-F238E27FC236}">
                      <a16:creationId xmlns:a16="http://schemas.microsoft.com/office/drawing/2014/main" id="{820B07E3-33AF-1341-B1D5-46C41ACB743C}"/>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902" name="Oval 981">
                  <a:extLst>
                    <a:ext uri="{FF2B5EF4-FFF2-40B4-BE49-F238E27FC236}">
                      <a16:creationId xmlns:a16="http://schemas.microsoft.com/office/drawing/2014/main" id="{44036096-87EC-A746-8FE7-7773B3B32B1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03" name="Rectangle 982">
                  <a:extLst>
                    <a:ext uri="{FF2B5EF4-FFF2-40B4-BE49-F238E27FC236}">
                      <a16:creationId xmlns:a16="http://schemas.microsoft.com/office/drawing/2014/main" id="{4C8AA049-B48E-C24E-91A9-8455F582713C}"/>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879" name="TextBox 878">
                <a:extLst>
                  <a:ext uri="{FF2B5EF4-FFF2-40B4-BE49-F238E27FC236}">
                    <a16:creationId xmlns:a16="http://schemas.microsoft.com/office/drawing/2014/main" id="{BD391945-30B0-AF4B-9B16-8435026C785B}"/>
                  </a:ext>
                </a:extLst>
              </p:cNvPr>
              <p:cNvSpPr txBox="1"/>
              <p:nvPr/>
            </p:nvSpPr>
            <p:spPr>
              <a:xfrm>
                <a:off x="5377031" y="3090332"/>
                <a:ext cx="2659202" cy="615553"/>
              </a:xfrm>
              <a:prstGeom prst="rect">
                <a:avLst/>
              </a:prstGeom>
              <a:noFill/>
            </p:spPr>
            <p:txBody>
              <a:bodyPr wrap="none" rtlCol="0">
                <a:spAutoFit/>
              </a:body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SDN Controller</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(network operating system)</a:t>
                </a:r>
              </a:p>
            </p:txBody>
          </p:sp>
        </p:grpSp>
        <p:sp>
          <p:nvSpPr>
            <p:cNvPr id="858" name="TextBox 857">
              <a:extLst>
                <a:ext uri="{FF2B5EF4-FFF2-40B4-BE49-F238E27FC236}">
                  <a16:creationId xmlns:a16="http://schemas.microsoft.com/office/drawing/2014/main" id="{460A62D4-F61E-134D-905E-F48547E04AB7}"/>
                </a:ext>
              </a:extLst>
            </p:cNvPr>
            <p:cNvSpPr txBox="1"/>
            <p:nvPr/>
          </p:nvSpPr>
          <p:spPr>
            <a:xfrm>
              <a:off x="6837708" y="1058305"/>
              <a:ext cx="595035" cy="584776"/>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3200" b="0" i="0" u="none" strike="noStrike" kern="0" cap="none" spc="0" normalizeH="0" baseline="0" noProof="0" dirty="0">
                  <a:ln>
                    <a:noFill/>
                  </a:ln>
                  <a:solidFill>
                    <a:srgbClr val="008000"/>
                  </a:solidFill>
                  <a:effectLst/>
                  <a:uLnTx/>
                  <a:uFillTx/>
                  <a:latin typeface="Arial" charset="0"/>
                  <a:ea typeface="ＭＳ Ｐゴシック" charset="0"/>
                </a:rPr>
                <a:t>…</a:t>
              </a:r>
            </a:p>
          </p:txBody>
        </p:sp>
        <p:grpSp>
          <p:nvGrpSpPr>
            <p:cNvPr id="859" name="Group 858">
              <a:extLst>
                <a:ext uri="{FF2B5EF4-FFF2-40B4-BE49-F238E27FC236}">
                  <a16:creationId xmlns:a16="http://schemas.microsoft.com/office/drawing/2014/main" id="{C04C3E74-140C-174C-86ED-F87FDFEFCDEE}"/>
                </a:ext>
              </a:extLst>
            </p:cNvPr>
            <p:cNvGrpSpPr/>
            <p:nvPr/>
          </p:nvGrpSpPr>
          <p:grpSpPr>
            <a:xfrm>
              <a:off x="5165914" y="1277466"/>
              <a:ext cx="1023471" cy="590176"/>
              <a:chOff x="4721412" y="1277470"/>
              <a:chExt cx="1023471" cy="590176"/>
            </a:xfrm>
          </p:grpSpPr>
          <p:sp>
            <p:nvSpPr>
              <p:cNvPr id="874" name="Oval 873">
                <a:extLst>
                  <a:ext uri="{FF2B5EF4-FFF2-40B4-BE49-F238E27FC236}">
                    <a16:creationId xmlns:a16="http://schemas.microsoft.com/office/drawing/2014/main" id="{4ECE1B24-7462-554F-B043-548B485E42D6}"/>
                  </a:ext>
                </a:extLst>
              </p:cNvPr>
              <p:cNvSpPr/>
              <p:nvPr/>
            </p:nvSpPr>
            <p:spPr bwMode="auto">
              <a:xfrm>
                <a:off x="4721412" y="1277470"/>
                <a:ext cx="1023471" cy="590176"/>
              </a:xfrm>
              <a:prstGeom prst="ellipse">
                <a:avLst/>
              </a:prstGeom>
              <a:solidFill>
                <a:schemeClr val="accent6">
                  <a:lumMod val="20000"/>
                  <a:lumOff val="80000"/>
                  <a:alpha val="70000"/>
                </a:schemeClr>
              </a:solidFill>
              <a:ln w="9525" cap="flat" cmpd="sng" algn="ctr">
                <a:solidFill>
                  <a:srgbClr val="008000"/>
                </a:solid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875" name="TextBox 874">
                <a:extLst>
                  <a:ext uri="{FF2B5EF4-FFF2-40B4-BE49-F238E27FC236}">
                    <a16:creationId xmlns:a16="http://schemas.microsoft.com/office/drawing/2014/main" id="{8832E712-F1F9-5E47-90F8-8A9C1FCF21E9}"/>
                  </a:ext>
                </a:extLst>
              </p:cNvPr>
              <p:cNvSpPr txBox="1"/>
              <p:nvPr/>
            </p:nvSpPr>
            <p:spPr>
              <a:xfrm>
                <a:off x="4792385" y="1374585"/>
                <a:ext cx="890463" cy="369332"/>
              </a:xfrm>
              <a:prstGeom prst="rect">
                <a:avLst/>
              </a:prstGeom>
              <a:noFill/>
            </p:spPr>
            <p:txBody>
              <a:bodyPr wrap="none" rtlCol="0">
                <a:spAutoFit/>
              </a:body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routing</a:t>
                </a:r>
              </a:p>
            </p:txBody>
          </p:sp>
        </p:grpSp>
        <p:grpSp>
          <p:nvGrpSpPr>
            <p:cNvPr id="860" name="Group 859">
              <a:extLst>
                <a:ext uri="{FF2B5EF4-FFF2-40B4-BE49-F238E27FC236}">
                  <a16:creationId xmlns:a16="http://schemas.microsoft.com/office/drawing/2014/main" id="{94FF35AA-DC45-2445-BD7D-65CD25F3EB23}"/>
                </a:ext>
              </a:extLst>
            </p:cNvPr>
            <p:cNvGrpSpPr/>
            <p:nvPr/>
          </p:nvGrpSpPr>
          <p:grpSpPr>
            <a:xfrm>
              <a:off x="6000628" y="1798416"/>
              <a:ext cx="1023471" cy="590176"/>
              <a:chOff x="6106459" y="1967753"/>
              <a:chExt cx="1023471" cy="590176"/>
            </a:xfrm>
          </p:grpSpPr>
          <p:sp>
            <p:nvSpPr>
              <p:cNvPr id="872" name="Oval 871">
                <a:extLst>
                  <a:ext uri="{FF2B5EF4-FFF2-40B4-BE49-F238E27FC236}">
                    <a16:creationId xmlns:a16="http://schemas.microsoft.com/office/drawing/2014/main" id="{3821BD45-E196-1B47-B58A-8DE288ED4A33}"/>
                  </a:ext>
                </a:extLst>
              </p:cNvPr>
              <p:cNvSpPr/>
              <p:nvPr/>
            </p:nvSpPr>
            <p:spPr bwMode="auto">
              <a:xfrm>
                <a:off x="6106459" y="1967753"/>
                <a:ext cx="1023471" cy="590176"/>
              </a:xfrm>
              <a:prstGeom prst="ellipse">
                <a:avLst/>
              </a:prstGeom>
              <a:solidFill>
                <a:schemeClr val="accent6">
                  <a:lumMod val="20000"/>
                  <a:lumOff val="80000"/>
                  <a:alpha val="70000"/>
                </a:schemeClr>
              </a:solidFill>
              <a:ln w="9525" cap="flat" cmpd="sng" algn="ctr">
                <a:solidFill>
                  <a:srgbClr val="008000"/>
                </a:solid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873" name="TextBox 872">
                <a:extLst>
                  <a:ext uri="{FF2B5EF4-FFF2-40B4-BE49-F238E27FC236}">
                    <a16:creationId xmlns:a16="http://schemas.microsoft.com/office/drawing/2014/main" id="{09503A04-2C2E-F941-9ED5-3A37B498CDA9}"/>
                  </a:ext>
                </a:extLst>
              </p:cNvPr>
              <p:cNvSpPr txBox="1"/>
              <p:nvPr/>
            </p:nvSpPr>
            <p:spPr>
              <a:xfrm>
                <a:off x="6177429" y="1997637"/>
                <a:ext cx="903087" cy="544765"/>
              </a:xfrm>
              <a:prstGeom prst="rect">
                <a:avLst/>
              </a:prstGeom>
              <a:noFill/>
            </p:spPr>
            <p:txBody>
              <a:bodyPr wrap="none" rtlCol="0">
                <a:spAutoFit/>
              </a:bodyPr>
              <a:lstStyle/>
              <a:p>
                <a:pPr marL="0" marR="0" lvl="0" indent="0" algn="ctr" defTabSz="914400" eaLnBrk="0" fontAlgn="base" latinLnBrk="0" hangingPunct="0">
                  <a:lnSpc>
                    <a:spcPct val="8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access </a:t>
                </a:r>
              </a:p>
              <a:p>
                <a:pPr marL="0" marR="0" lvl="0" indent="0" algn="ctr" defTabSz="914400" eaLnBrk="0" fontAlgn="base" latinLnBrk="0" hangingPunct="0">
                  <a:lnSpc>
                    <a:spcPct val="8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control</a:t>
                </a:r>
              </a:p>
            </p:txBody>
          </p:sp>
        </p:grpSp>
        <p:grpSp>
          <p:nvGrpSpPr>
            <p:cNvPr id="861" name="Group 860">
              <a:extLst>
                <a:ext uri="{FF2B5EF4-FFF2-40B4-BE49-F238E27FC236}">
                  <a16:creationId xmlns:a16="http://schemas.microsoft.com/office/drawing/2014/main" id="{F4CEBF5F-0D71-6B41-996D-0354922EB612}"/>
                </a:ext>
              </a:extLst>
            </p:cNvPr>
            <p:cNvGrpSpPr/>
            <p:nvPr/>
          </p:nvGrpSpPr>
          <p:grpSpPr>
            <a:xfrm>
              <a:off x="7230837" y="1756871"/>
              <a:ext cx="1023471" cy="590176"/>
              <a:chOff x="6938682" y="977153"/>
              <a:chExt cx="1023471" cy="590176"/>
            </a:xfrm>
          </p:grpSpPr>
          <p:sp>
            <p:nvSpPr>
              <p:cNvPr id="870" name="Oval 869">
                <a:extLst>
                  <a:ext uri="{FF2B5EF4-FFF2-40B4-BE49-F238E27FC236}">
                    <a16:creationId xmlns:a16="http://schemas.microsoft.com/office/drawing/2014/main" id="{2D855133-90E2-7042-AF1B-8352C3CC5BF7}"/>
                  </a:ext>
                </a:extLst>
              </p:cNvPr>
              <p:cNvSpPr/>
              <p:nvPr/>
            </p:nvSpPr>
            <p:spPr bwMode="auto">
              <a:xfrm>
                <a:off x="6938682" y="977153"/>
                <a:ext cx="1023471" cy="590176"/>
              </a:xfrm>
              <a:prstGeom prst="ellipse">
                <a:avLst/>
              </a:prstGeom>
              <a:solidFill>
                <a:schemeClr val="accent6">
                  <a:lumMod val="20000"/>
                  <a:lumOff val="80000"/>
                  <a:alpha val="70000"/>
                </a:schemeClr>
              </a:solidFill>
              <a:ln w="9525" cap="flat" cmpd="sng" algn="ctr">
                <a:solidFill>
                  <a:srgbClr val="008000"/>
                </a:solid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871" name="TextBox 870">
                <a:extLst>
                  <a:ext uri="{FF2B5EF4-FFF2-40B4-BE49-F238E27FC236}">
                    <a16:creationId xmlns:a16="http://schemas.microsoft.com/office/drawing/2014/main" id="{3D7D80F7-46BE-EC48-B7D7-3C763154D621}"/>
                  </a:ext>
                </a:extLst>
              </p:cNvPr>
              <p:cNvSpPr txBox="1"/>
              <p:nvPr/>
            </p:nvSpPr>
            <p:spPr>
              <a:xfrm>
                <a:off x="6964568" y="1007037"/>
                <a:ext cx="993256" cy="544765"/>
              </a:xfrm>
              <a:prstGeom prst="rect">
                <a:avLst/>
              </a:prstGeom>
              <a:noFill/>
            </p:spPr>
            <p:txBody>
              <a:bodyPr wrap="none" rtlCol="0">
                <a:spAutoFit/>
              </a:bodyPr>
              <a:lstStyle/>
              <a:p>
                <a:pPr marL="0" marR="0" lvl="0" indent="0" algn="ctr" defTabSz="914400" eaLnBrk="0" fontAlgn="base" latinLnBrk="0" hangingPunct="0">
                  <a:lnSpc>
                    <a:spcPct val="8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load</a:t>
                </a:r>
              </a:p>
              <a:p>
                <a:pPr marL="0" marR="0" lvl="0" indent="0" algn="ctr" defTabSz="914400" eaLnBrk="0" fontAlgn="base" latinLnBrk="0" hangingPunct="0">
                  <a:lnSpc>
                    <a:spcPct val="8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balance</a:t>
                </a:r>
              </a:p>
            </p:txBody>
          </p:sp>
        </p:grpSp>
        <p:cxnSp>
          <p:nvCxnSpPr>
            <p:cNvPr id="862" name="Straight Arrow Connector 861">
              <a:extLst>
                <a:ext uri="{FF2B5EF4-FFF2-40B4-BE49-F238E27FC236}">
                  <a16:creationId xmlns:a16="http://schemas.microsoft.com/office/drawing/2014/main" id="{7BDC462A-14A0-764C-A672-5D241FEED1DE}"/>
                </a:ext>
              </a:extLst>
            </p:cNvPr>
            <p:cNvCxnSpPr/>
            <p:nvPr/>
          </p:nvCxnSpPr>
          <p:spPr bwMode="auto">
            <a:xfrm flipV="1">
              <a:off x="8627245" y="1217948"/>
              <a:ext cx="0" cy="1248832"/>
            </a:xfrm>
            <a:prstGeom prst="straightConnector1">
              <a:avLst/>
            </a:prstGeom>
            <a:solidFill>
              <a:srgbClr val="00CC99"/>
            </a:solidFill>
            <a:ln w="9525" cap="flat" cmpd="sng" algn="ctr">
              <a:solidFill>
                <a:srgbClr val="000000"/>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863" name="Straight Arrow Connector 862">
              <a:extLst>
                <a:ext uri="{FF2B5EF4-FFF2-40B4-BE49-F238E27FC236}">
                  <a16:creationId xmlns:a16="http://schemas.microsoft.com/office/drawing/2014/main" id="{456B3B86-566B-B74B-A02C-E7472619477F}"/>
                </a:ext>
              </a:extLst>
            </p:cNvPr>
            <p:cNvCxnSpPr/>
            <p:nvPr/>
          </p:nvCxnSpPr>
          <p:spPr bwMode="auto">
            <a:xfrm>
              <a:off x="8652645" y="2966181"/>
              <a:ext cx="0" cy="1524424"/>
            </a:xfrm>
            <a:prstGeom prst="straightConnector1">
              <a:avLst/>
            </a:prstGeom>
            <a:solidFill>
              <a:srgbClr val="00CC99"/>
            </a:solidFill>
            <a:ln w="9525" cap="flat" cmpd="sng" algn="ctr">
              <a:solidFill>
                <a:srgbClr val="000000"/>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864" name="Straight Arrow Connector 863">
              <a:extLst>
                <a:ext uri="{FF2B5EF4-FFF2-40B4-BE49-F238E27FC236}">
                  <a16:creationId xmlns:a16="http://schemas.microsoft.com/office/drawing/2014/main" id="{8EE09DB2-3F15-2A46-A79B-D24A8CF3014A}"/>
                </a:ext>
              </a:extLst>
            </p:cNvPr>
            <p:cNvCxnSpPr/>
            <p:nvPr/>
          </p:nvCxnSpPr>
          <p:spPr bwMode="auto">
            <a:xfrm>
              <a:off x="8661016" y="5381629"/>
              <a:ext cx="0" cy="414864"/>
            </a:xfrm>
            <a:prstGeom prst="straightConnector1">
              <a:avLst/>
            </a:prstGeom>
            <a:solidFill>
              <a:srgbClr val="00CC99"/>
            </a:solidFill>
            <a:ln w="9525" cap="flat" cmpd="sng" algn="ctr">
              <a:solidFill>
                <a:srgbClr val="000000"/>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865" name="Straight Arrow Connector 864">
              <a:extLst>
                <a:ext uri="{FF2B5EF4-FFF2-40B4-BE49-F238E27FC236}">
                  <a16:creationId xmlns:a16="http://schemas.microsoft.com/office/drawing/2014/main" id="{602E5161-3933-E44A-A9CD-F172C848B87B}"/>
                </a:ext>
              </a:extLst>
            </p:cNvPr>
            <p:cNvCxnSpPr/>
            <p:nvPr/>
          </p:nvCxnSpPr>
          <p:spPr bwMode="auto">
            <a:xfrm flipV="1">
              <a:off x="8653320" y="4546025"/>
              <a:ext cx="0" cy="414864"/>
            </a:xfrm>
            <a:prstGeom prst="straightConnector1">
              <a:avLst/>
            </a:prstGeom>
            <a:solidFill>
              <a:srgbClr val="00CC99"/>
            </a:solidFill>
            <a:ln w="9525" cap="flat" cmpd="sng" algn="ctr">
              <a:solidFill>
                <a:srgbClr val="000000"/>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866" name="TextBox 399">
              <a:extLst>
                <a:ext uri="{FF2B5EF4-FFF2-40B4-BE49-F238E27FC236}">
                  <a16:creationId xmlns:a16="http://schemas.microsoft.com/office/drawing/2014/main" id="{7DE1AEF7-BBBD-CE47-95BE-236511149F52}"/>
                </a:ext>
              </a:extLst>
            </p:cNvPr>
            <p:cNvSpPr txBox="1">
              <a:spLocks noChangeArrowheads="1"/>
            </p:cNvSpPr>
            <p:nvPr/>
          </p:nvSpPr>
          <p:spPr bwMode="auto">
            <a:xfrm>
              <a:off x="6650715" y="4235599"/>
              <a:ext cx="1635889" cy="28458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ts val="1463"/>
                </a:lnSpc>
                <a:spcBef>
                  <a:spcPct val="0"/>
                </a:spcBef>
                <a:spcAft>
                  <a:spcPct val="0"/>
                </a:spcAft>
                <a:buClrTx/>
                <a:buSzTx/>
                <a:buFontTx/>
                <a:buNone/>
                <a:tabLst/>
                <a:defRPr/>
              </a:pPr>
              <a:r>
                <a:rPr kumimoji="0" lang="en-US" sz="1400" b="0" i="1" u="none" strike="noStrike" kern="0" cap="none" spc="0" normalizeH="0" baseline="0" noProof="0" dirty="0">
                  <a:ln>
                    <a:noFill/>
                  </a:ln>
                  <a:solidFill>
                    <a:srgbClr val="000000"/>
                  </a:solidFill>
                  <a:effectLst/>
                  <a:uLnTx/>
                  <a:uFillTx/>
                  <a:latin typeface="Arial" charset="0"/>
                  <a:ea typeface="ＭＳ Ｐゴシック" charset="0"/>
                </a:rPr>
                <a:t>southbound API</a:t>
              </a:r>
            </a:p>
          </p:txBody>
        </p:sp>
        <p:sp>
          <p:nvSpPr>
            <p:cNvPr id="867" name="TextBox 399">
              <a:extLst>
                <a:ext uri="{FF2B5EF4-FFF2-40B4-BE49-F238E27FC236}">
                  <a16:creationId xmlns:a16="http://schemas.microsoft.com/office/drawing/2014/main" id="{033F372B-9E56-9B43-9893-2EBEDF887392}"/>
                </a:ext>
              </a:extLst>
            </p:cNvPr>
            <p:cNvSpPr txBox="1">
              <a:spLocks noChangeArrowheads="1"/>
            </p:cNvSpPr>
            <p:nvPr/>
          </p:nvSpPr>
          <p:spPr bwMode="auto">
            <a:xfrm>
              <a:off x="6646778" y="2717781"/>
              <a:ext cx="1635889" cy="28458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ts val="1463"/>
                </a:lnSpc>
                <a:spcBef>
                  <a:spcPct val="0"/>
                </a:spcBef>
                <a:spcAft>
                  <a:spcPct val="0"/>
                </a:spcAft>
                <a:buClrTx/>
                <a:buSzTx/>
                <a:buFontTx/>
                <a:buNone/>
                <a:tabLst/>
                <a:defRPr/>
              </a:pPr>
              <a:r>
                <a:rPr kumimoji="0" lang="en-US" sz="1400" b="0" i="1" u="none" strike="noStrike" kern="0" cap="none" spc="0" normalizeH="0" baseline="0" noProof="0" dirty="0">
                  <a:ln>
                    <a:noFill/>
                  </a:ln>
                  <a:solidFill>
                    <a:srgbClr val="000000"/>
                  </a:solidFill>
                  <a:effectLst/>
                  <a:uLnTx/>
                  <a:uFillTx/>
                  <a:latin typeface="Arial" charset="0"/>
                  <a:ea typeface="ＭＳ Ｐゴシック" charset="0"/>
                </a:rPr>
                <a:t>northbound API</a:t>
              </a:r>
            </a:p>
          </p:txBody>
        </p:sp>
        <p:sp>
          <p:nvSpPr>
            <p:cNvPr id="868" name="TextBox 399">
              <a:extLst>
                <a:ext uri="{FF2B5EF4-FFF2-40B4-BE49-F238E27FC236}">
                  <a16:creationId xmlns:a16="http://schemas.microsoft.com/office/drawing/2014/main" id="{16B44057-72D3-5E46-935C-9EED28D7FDD3}"/>
                </a:ext>
              </a:extLst>
            </p:cNvPr>
            <p:cNvSpPr txBox="1">
              <a:spLocks noChangeArrowheads="1"/>
            </p:cNvSpPr>
            <p:nvPr/>
          </p:nvSpPr>
          <p:spPr bwMode="auto">
            <a:xfrm>
              <a:off x="5507651" y="5795718"/>
              <a:ext cx="2302688" cy="28458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ts val="1463"/>
                </a:lnSpc>
                <a:spcBef>
                  <a:spcPct val="0"/>
                </a:spcBef>
                <a:spcAft>
                  <a:spcPct val="0"/>
                </a:spcAft>
                <a:buClrTx/>
                <a:buSzTx/>
                <a:buFontTx/>
                <a:buNone/>
                <a:tabLst/>
                <a:defRPr/>
              </a:pPr>
              <a:r>
                <a:rPr kumimoji="0" lang="en-US" sz="1400" b="0" i="1" u="none" strike="noStrike" kern="0" cap="none" spc="0" normalizeH="0" baseline="0" noProof="0" dirty="0">
                  <a:ln>
                    <a:noFill/>
                  </a:ln>
                  <a:solidFill>
                    <a:srgbClr val="000000"/>
                  </a:solidFill>
                  <a:effectLst/>
                  <a:uLnTx/>
                  <a:uFillTx/>
                  <a:latin typeface="Arial" charset="0"/>
                  <a:ea typeface="ＭＳ Ｐゴシック" charset="0"/>
                </a:rPr>
                <a:t>SDN-controlled switches</a:t>
              </a:r>
            </a:p>
          </p:txBody>
        </p:sp>
        <p:sp>
          <p:nvSpPr>
            <p:cNvPr id="869" name="TextBox 399">
              <a:extLst>
                <a:ext uri="{FF2B5EF4-FFF2-40B4-BE49-F238E27FC236}">
                  <a16:creationId xmlns:a16="http://schemas.microsoft.com/office/drawing/2014/main" id="{862C44EB-1706-6C4E-AFA2-ACADCAC1D4D1}"/>
                </a:ext>
              </a:extLst>
            </p:cNvPr>
            <p:cNvSpPr txBox="1">
              <a:spLocks noChangeArrowheads="1"/>
            </p:cNvSpPr>
            <p:nvPr/>
          </p:nvSpPr>
          <p:spPr bwMode="auto">
            <a:xfrm>
              <a:off x="5707907" y="910464"/>
              <a:ext cx="2381659" cy="28458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eaLnBrk="0" fontAlgn="base" latinLnBrk="0" hangingPunct="0">
                <a:lnSpc>
                  <a:spcPts val="1463"/>
                </a:lnSpc>
                <a:spcBef>
                  <a:spcPct val="0"/>
                </a:spcBef>
                <a:spcAft>
                  <a:spcPct val="0"/>
                </a:spcAft>
                <a:buClrTx/>
                <a:buSzTx/>
                <a:buFontTx/>
                <a:buNone/>
                <a:tabLst/>
                <a:defRPr/>
              </a:pPr>
              <a:r>
                <a:rPr kumimoji="0" lang="en-US" sz="1400" b="0" i="1" u="none" strike="noStrike" kern="0" cap="none" spc="0" normalizeH="0" baseline="0" noProof="0" dirty="0">
                  <a:ln>
                    <a:noFill/>
                  </a:ln>
                  <a:solidFill>
                    <a:srgbClr val="000000"/>
                  </a:solidFill>
                  <a:effectLst/>
                  <a:uLnTx/>
                  <a:uFillTx/>
                  <a:latin typeface="Arial" charset="0"/>
                  <a:ea typeface="ＭＳ Ｐゴシック" charset="0"/>
                </a:rPr>
                <a:t>network-control applications</a:t>
              </a:r>
            </a:p>
          </p:txBody>
        </p:sp>
      </p:grpSp>
      <p:sp>
        <p:nvSpPr>
          <p:cNvPr id="971" name="Rectangle 970">
            <a:extLst>
              <a:ext uri="{FF2B5EF4-FFF2-40B4-BE49-F238E27FC236}">
                <a16:creationId xmlns:a16="http://schemas.microsoft.com/office/drawing/2014/main" id="{CF79C9C5-C35F-9D4D-A4B3-C17F7845845A}"/>
              </a:ext>
            </a:extLst>
          </p:cNvPr>
          <p:cNvSpPr/>
          <p:nvPr/>
        </p:nvSpPr>
        <p:spPr bwMode="auto">
          <a:xfrm>
            <a:off x="6727429" y="3557392"/>
            <a:ext cx="4134334" cy="1167008"/>
          </a:xfrm>
          <a:prstGeom prst="rect">
            <a:avLst/>
          </a:prstGeom>
          <a:solidFill>
            <a:srgbClr val="FFFFFF">
              <a:alpha val="77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26" name="Rectangle 125">
            <a:extLst>
              <a:ext uri="{FF2B5EF4-FFF2-40B4-BE49-F238E27FC236}">
                <a16:creationId xmlns:a16="http://schemas.microsoft.com/office/drawing/2014/main" id="{C8ACC79C-3DA0-964D-9E40-DA4E67217D81}"/>
              </a:ext>
            </a:extLst>
          </p:cNvPr>
          <p:cNvSpPr/>
          <p:nvPr/>
        </p:nvSpPr>
        <p:spPr bwMode="auto">
          <a:xfrm>
            <a:off x="6929934" y="5060985"/>
            <a:ext cx="3767293" cy="1527705"/>
          </a:xfrm>
          <a:prstGeom prst="rect">
            <a:avLst/>
          </a:prstGeom>
          <a:solidFill>
            <a:srgbClr val="FFFFFF">
              <a:alpha val="77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Tree>
    <p:extLst>
      <p:ext uri="{BB962C8B-B14F-4D97-AF65-F5344CB8AC3E}">
        <p14:creationId xmlns:p14="http://schemas.microsoft.com/office/powerpoint/2010/main" val="17548191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50">
                                            <p:txEl>
                                              <p:pRg st="1" end="1"/>
                                            </p:txEl>
                                          </p:spTgt>
                                        </p:tgtEl>
                                        <p:attrNameLst>
                                          <p:attrName>style.visibility</p:attrName>
                                        </p:attrNameLst>
                                      </p:cBhvr>
                                      <p:to>
                                        <p:strVal val="visible"/>
                                      </p:to>
                                    </p:set>
                                    <p:animEffect transition="in" filter="dissolve">
                                      <p:cBhvr>
                                        <p:cTn id="7" dur="500"/>
                                        <p:tgtEl>
                                          <p:spTgt spid="850">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50">
                                            <p:txEl>
                                              <p:pRg st="2" end="2"/>
                                            </p:txEl>
                                          </p:spTgt>
                                        </p:tgtEl>
                                        <p:attrNameLst>
                                          <p:attrName>style.visibility</p:attrName>
                                        </p:attrNameLst>
                                      </p:cBhvr>
                                      <p:to>
                                        <p:strVal val="visible"/>
                                      </p:to>
                                    </p:set>
                                    <p:animEffect transition="in" filter="dissolve">
                                      <p:cBhvr>
                                        <p:cTn id="12" dur="500"/>
                                        <p:tgtEl>
                                          <p:spTgt spid="850">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ECD85E7-B9DB-9043-B7EC-8C0919E801A1}"/>
              </a:ext>
            </a:extLst>
          </p:cNvPr>
          <p:cNvSpPr>
            <a:spLocks noGrp="1"/>
          </p:cNvSpPr>
          <p:nvPr>
            <p:ph type="title"/>
          </p:nvPr>
        </p:nvSpPr>
        <p:spPr>
          <a:xfrm>
            <a:off x="838200" y="364139"/>
            <a:ext cx="10515600" cy="894622"/>
          </a:xfrm>
        </p:spPr>
        <p:txBody>
          <a:bodyPr>
            <a:normAutofit/>
          </a:bodyPr>
          <a:lstStyle/>
          <a:p>
            <a:r>
              <a:rPr lang="en-US" dirty="0"/>
              <a:t>Components of SDN controller</a:t>
            </a:r>
          </a:p>
        </p:txBody>
      </p:sp>
      <p:sp>
        <p:nvSpPr>
          <p:cNvPr id="4" name="Slide Number Placeholder 3">
            <a:extLst>
              <a:ext uri="{FF2B5EF4-FFF2-40B4-BE49-F238E27FC236}">
                <a16:creationId xmlns:a16="http://schemas.microsoft.com/office/drawing/2014/main" id="{A8F71119-17C6-6045-B8FE-FECA68C801C0}"/>
              </a:ext>
            </a:extLst>
          </p:cNvPr>
          <p:cNvSpPr>
            <a:spLocks noGrp="1"/>
          </p:cNvSpPr>
          <p:nvPr>
            <p:ph type="sldNum" sz="quarter" idx="4"/>
          </p:nvPr>
        </p:nvSpPr>
        <p:spPr/>
        <p:txBody>
          <a:bodyPr/>
          <a:lstStyle/>
          <a:p>
            <a:r>
              <a:rPr lang="en-US" dirty="0"/>
              <a:t>Network Layer: 5-</a:t>
            </a:r>
            <a:fld id="{C4204591-24BD-A542-B9D5-F8D8A88D2FEE}" type="slidenum">
              <a:rPr lang="en-US" smtClean="0"/>
              <a:pPr/>
              <a:t>70</a:t>
            </a:fld>
            <a:endParaRPr lang="en-US" dirty="0"/>
          </a:p>
        </p:txBody>
      </p:sp>
      <p:sp>
        <p:nvSpPr>
          <p:cNvPr id="285" name="Rectangle 284">
            <a:extLst>
              <a:ext uri="{FF2B5EF4-FFF2-40B4-BE49-F238E27FC236}">
                <a16:creationId xmlns:a16="http://schemas.microsoft.com/office/drawing/2014/main" id="{944E854B-8227-5B4D-85A7-A109A955A3A0}"/>
              </a:ext>
            </a:extLst>
          </p:cNvPr>
          <p:cNvSpPr/>
          <p:nvPr/>
        </p:nvSpPr>
        <p:spPr bwMode="auto">
          <a:xfrm>
            <a:off x="4808857" y="2082088"/>
            <a:ext cx="5228030" cy="3568673"/>
          </a:xfrm>
          <a:prstGeom prst="rect">
            <a:avLst/>
          </a:prstGeom>
          <a:solidFill>
            <a:srgbClr val="2D2DB9">
              <a:lumMod val="20000"/>
              <a:lumOff val="80000"/>
            </a:srgbClr>
          </a:solidFill>
          <a:ln w="317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286" name="Straight Connector 285">
            <a:extLst>
              <a:ext uri="{FF2B5EF4-FFF2-40B4-BE49-F238E27FC236}">
                <a16:creationId xmlns:a16="http://schemas.microsoft.com/office/drawing/2014/main" id="{DCAD6B67-C824-F345-91DB-5A5B5F846C20}"/>
              </a:ext>
            </a:extLst>
          </p:cNvPr>
          <p:cNvCxnSpPr>
            <a:endCxn id="401" idx="4"/>
          </p:cNvCxnSpPr>
          <p:nvPr/>
        </p:nvCxnSpPr>
        <p:spPr bwMode="auto">
          <a:xfrm flipH="1" flipV="1">
            <a:off x="8244907" y="1910774"/>
            <a:ext cx="605" cy="407737"/>
          </a:xfrm>
          <a:prstGeom prst="line">
            <a:avLst/>
          </a:prstGeom>
          <a:solidFill>
            <a:srgbClr val="00CC99"/>
          </a:solidFill>
          <a:ln w="9525" cap="flat" cmpd="sng" algn="ctr">
            <a:solidFill>
              <a:srgbClr val="808080">
                <a:lumMod val="75000"/>
              </a:srgbClr>
            </a:solidFill>
            <a:prstDash val="sys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287" name="Rounded Rectangle 286">
            <a:extLst>
              <a:ext uri="{FF2B5EF4-FFF2-40B4-BE49-F238E27FC236}">
                <a16:creationId xmlns:a16="http://schemas.microsoft.com/office/drawing/2014/main" id="{B0C05023-542D-7B4C-94D1-9A99FB8BB403}"/>
              </a:ext>
            </a:extLst>
          </p:cNvPr>
          <p:cNvSpPr/>
          <p:nvPr/>
        </p:nvSpPr>
        <p:spPr>
          <a:xfrm>
            <a:off x="4947365" y="3165861"/>
            <a:ext cx="4945030" cy="1553784"/>
          </a:xfrm>
          <a:prstGeom prst="roundRect">
            <a:avLst/>
          </a:prstGeom>
          <a:solidFill>
            <a:srgbClr val="AAE2CA">
              <a:lumMod val="75000"/>
            </a:srgbClr>
          </a:solidFill>
          <a:ln w="12700">
            <a:noFill/>
            <a:tailEnd type="arrow"/>
          </a:ln>
        </p:spPr>
        <p:txBody>
          <a:bodyPr vert="horz" wrap="none" lIns="91440" tIns="45720" rIns="91440" bIns="45720" numCol="1" rtlCol="0" anchor="t" anchorCtr="0" compatLnSpc="1">
            <a:prstTxWarp prst="textNoShape">
              <a:avLst/>
            </a:prstTxWarp>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88" name="Rounded Rectangle 287">
            <a:extLst>
              <a:ext uri="{FF2B5EF4-FFF2-40B4-BE49-F238E27FC236}">
                <a16:creationId xmlns:a16="http://schemas.microsoft.com/office/drawing/2014/main" id="{287C38A3-0850-C44D-B7B8-A9745DE5768E}"/>
              </a:ext>
            </a:extLst>
          </p:cNvPr>
          <p:cNvSpPr/>
          <p:nvPr/>
        </p:nvSpPr>
        <p:spPr>
          <a:xfrm>
            <a:off x="4947365" y="4779178"/>
            <a:ext cx="4959028" cy="737977"/>
          </a:xfrm>
          <a:prstGeom prst="roundRect">
            <a:avLst/>
          </a:prstGeom>
          <a:solidFill>
            <a:srgbClr val="AAE2CA">
              <a:lumMod val="75000"/>
            </a:srgbClr>
          </a:solidFill>
          <a:ln w="12700">
            <a:noFill/>
            <a:tailEnd type="arrow"/>
          </a:ln>
        </p:spPr>
        <p:txBody>
          <a:bodyPr vert="horz" wrap="none" lIns="91440" tIns="45720" rIns="91440" bIns="45720" numCol="1" rtlCol="0" anchor="t" anchorCtr="0" compatLnSpc="1">
            <a:prstTxWarp prst="textNoShape">
              <a:avLst/>
            </a:prstTxWarp>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cxnSp>
        <p:nvCxnSpPr>
          <p:cNvPr id="289" name="Straight Connector 288">
            <a:extLst>
              <a:ext uri="{FF2B5EF4-FFF2-40B4-BE49-F238E27FC236}">
                <a16:creationId xmlns:a16="http://schemas.microsoft.com/office/drawing/2014/main" id="{1BA3E4C1-2167-2941-8758-AC27C65BF336}"/>
              </a:ext>
            </a:extLst>
          </p:cNvPr>
          <p:cNvCxnSpPr/>
          <p:nvPr/>
        </p:nvCxnSpPr>
        <p:spPr bwMode="auto">
          <a:xfrm>
            <a:off x="5032372" y="5687428"/>
            <a:ext cx="4860022" cy="0"/>
          </a:xfrm>
          <a:prstGeom prst="line">
            <a:avLst/>
          </a:prstGeom>
          <a:solidFill>
            <a:srgbClr val="00CC99"/>
          </a:solidFill>
          <a:ln w="19050" cap="flat" cmpd="sng" algn="ctr">
            <a:solidFill>
              <a:srgbClr val="00000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290" name="TextBox 289">
            <a:extLst>
              <a:ext uri="{FF2B5EF4-FFF2-40B4-BE49-F238E27FC236}">
                <a16:creationId xmlns:a16="http://schemas.microsoft.com/office/drawing/2014/main" id="{FEF8BDCE-10A3-4945-890E-07302A2DDCE0}"/>
              </a:ext>
            </a:extLst>
          </p:cNvPr>
          <p:cNvSpPr txBox="1"/>
          <p:nvPr/>
        </p:nvSpPr>
        <p:spPr>
          <a:xfrm>
            <a:off x="4964055" y="3773215"/>
            <a:ext cx="5089063" cy="325730"/>
          </a:xfrm>
          <a:prstGeom prst="rect">
            <a:avLst/>
          </a:prstGeom>
          <a:noFill/>
        </p:spPr>
        <p:txBody>
          <a:bodyPr wrap="square" rtlCol="0">
            <a:spAutoFit/>
          </a:bodyPr>
          <a:lstStyle/>
          <a:p>
            <a:pPr eaLnBrk="0" fontAlgn="base" hangingPunct="0">
              <a:lnSpc>
                <a:spcPts val="1800"/>
              </a:lnSpc>
              <a:spcBef>
                <a:spcPct val="0"/>
              </a:spcBef>
              <a:spcAft>
                <a:spcPct val="0"/>
              </a:spcAft>
            </a:pPr>
            <a:r>
              <a:rPr lang="en-US" sz="1600" dirty="0">
                <a:solidFill>
                  <a:srgbClr val="000000"/>
                </a:solidFill>
                <a:latin typeface="Arial"/>
                <a:ea typeface="ＭＳ Ｐゴシック" charset="0"/>
                <a:cs typeface="Arial"/>
              </a:rPr>
              <a:t>Network-wide distributed, robust  state management</a:t>
            </a:r>
          </a:p>
        </p:txBody>
      </p:sp>
      <p:sp>
        <p:nvSpPr>
          <p:cNvPr id="291" name="TextBox 290">
            <a:extLst>
              <a:ext uri="{FF2B5EF4-FFF2-40B4-BE49-F238E27FC236}">
                <a16:creationId xmlns:a16="http://schemas.microsoft.com/office/drawing/2014/main" id="{1233DE24-DE17-EB41-94D3-7D3C67F566A0}"/>
              </a:ext>
            </a:extLst>
          </p:cNvPr>
          <p:cNvSpPr txBox="1"/>
          <p:nvPr/>
        </p:nvSpPr>
        <p:spPr>
          <a:xfrm>
            <a:off x="5352533" y="5171961"/>
            <a:ext cx="4033912" cy="325730"/>
          </a:xfrm>
          <a:prstGeom prst="rect">
            <a:avLst/>
          </a:prstGeom>
          <a:noFill/>
        </p:spPr>
        <p:txBody>
          <a:bodyPr wrap="square" rtlCol="0">
            <a:spAutoFit/>
          </a:bodyPr>
          <a:lstStyle/>
          <a:p>
            <a:pPr eaLnBrk="0" fontAlgn="base" hangingPunct="0">
              <a:lnSpc>
                <a:spcPts val="1800"/>
              </a:lnSpc>
              <a:spcBef>
                <a:spcPct val="0"/>
              </a:spcBef>
              <a:spcAft>
                <a:spcPct val="0"/>
              </a:spcAft>
            </a:pPr>
            <a:r>
              <a:rPr lang="en-US" sz="1600" dirty="0">
                <a:solidFill>
                  <a:srgbClr val="000000"/>
                </a:solidFill>
                <a:latin typeface="Arial"/>
                <a:ea typeface="ＭＳ Ｐゴシック" charset="0"/>
                <a:cs typeface="Arial"/>
              </a:rPr>
              <a:t>Communication to/from controlled devices</a:t>
            </a:r>
          </a:p>
        </p:txBody>
      </p:sp>
      <p:grpSp>
        <p:nvGrpSpPr>
          <p:cNvPr id="292" name="Group 291">
            <a:extLst>
              <a:ext uri="{FF2B5EF4-FFF2-40B4-BE49-F238E27FC236}">
                <a16:creationId xmlns:a16="http://schemas.microsoft.com/office/drawing/2014/main" id="{A4106C39-6826-F649-8BAE-952782ACDF47}"/>
              </a:ext>
            </a:extLst>
          </p:cNvPr>
          <p:cNvGrpSpPr/>
          <p:nvPr/>
        </p:nvGrpSpPr>
        <p:grpSpPr>
          <a:xfrm>
            <a:off x="5266463" y="4140643"/>
            <a:ext cx="1244650" cy="459826"/>
            <a:chOff x="3128876" y="457817"/>
            <a:chExt cx="1432326" cy="459826"/>
          </a:xfrm>
        </p:grpSpPr>
        <p:sp>
          <p:nvSpPr>
            <p:cNvPr id="293" name="Rounded Rectangle 292">
              <a:extLst>
                <a:ext uri="{FF2B5EF4-FFF2-40B4-BE49-F238E27FC236}">
                  <a16:creationId xmlns:a16="http://schemas.microsoft.com/office/drawing/2014/main" id="{785F579F-89F0-D849-A148-DA31C29E0478}"/>
                </a:ext>
              </a:extLst>
            </p:cNvPr>
            <p:cNvSpPr/>
            <p:nvPr/>
          </p:nvSpPr>
          <p:spPr>
            <a:xfrm>
              <a:off x="3128876" y="457817"/>
              <a:ext cx="1432326" cy="459826"/>
            </a:xfrm>
            <a:prstGeom prst="roundRect">
              <a:avLst/>
            </a:prstGeom>
            <a:solidFill>
              <a:srgbClr val="00CC99">
                <a:lumMod val="60000"/>
                <a:lumOff val="40000"/>
              </a:srgbClr>
            </a:solidFill>
            <a:ln w="12700">
              <a:solidFill>
                <a:srgbClr val="00CC99">
                  <a:lumMod val="20000"/>
                  <a:lumOff val="80000"/>
                </a:srgbClr>
              </a:solidFill>
            </a:ln>
            <a:effectLst>
              <a:outerShdw blurRad="50800" dist="38100" dir="2700000" algn="tl" rotWithShape="0">
                <a:srgbClr val="00CC99">
                  <a:lumMod val="75000"/>
                  <a:alpha val="99000"/>
                </a:srgbClr>
              </a:outerShdw>
            </a:effectLst>
          </p:spPr>
          <p:txBody>
            <a:bodyPr vert="horz" wrap="none" lIns="91440" tIns="45720" rIns="91440" bIns="45720" numCol="1" rtlCol="0" anchor="t" anchorCtr="0" compatLnSpc="1">
              <a:prstTxWarp prst="textNoShape">
                <a:avLst/>
              </a:prstTxWarp>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4" name="TextBox 293">
              <a:extLst>
                <a:ext uri="{FF2B5EF4-FFF2-40B4-BE49-F238E27FC236}">
                  <a16:creationId xmlns:a16="http://schemas.microsoft.com/office/drawing/2014/main" id="{1B01F0F3-3B0B-D24E-8AFF-8E64FA3EA2AD}"/>
                </a:ext>
              </a:extLst>
            </p:cNvPr>
            <p:cNvSpPr txBox="1"/>
            <p:nvPr/>
          </p:nvSpPr>
          <p:spPr>
            <a:xfrm>
              <a:off x="3198388" y="541671"/>
              <a:ext cx="1302385" cy="299227"/>
            </a:xfrm>
            <a:prstGeom prst="rect">
              <a:avLst/>
            </a:prstGeom>
            <a:noFill/>
          </p:spPr>
          <p:txBody>
            <a:bodyPr wrap="none" rtlCol="0">
              <a:spAutoFit/>
            </a:bodyPr>
            <a:lstStyle/>
            <a:p>
              <a:pPr marL="0" marR="0" lvl="0" indent="0" algn="ctr" defTabSz="914400" eaLnBrk="0" fontAlgn="base" latinLnBrk="0" hangingPunct="0">
                <a:lnSpc>
                  <a:spcPts val="16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a:ea typeface="ＭＳ Ｐゴシック" charset="0"/>
                  <a:cs typeface="Arial"/>
                </a:rPr>
                <a:t>Link-state info</a:t>
              </a:r>
            </a:p>
          </p:txBody>
        </p:sp>
      </p:grpSp>
      <p:grpSp>
        <p:nvGrpSpPr>
          <p:cNvPr id="295" name="Group 294">
            <a:extLst>
              <a:ext uri="{FF2B5EF4-FFF2-40B4-BE49-F238E27FC236}">
                <a16:creationId xmlns:a16="http://schemas.microsoft.com/office/drawing/2014/main" id="{B35AF95D-2A6B-4940-967F-D3EC1899BFE0}"/>
              </a:ext>
            </a:extLst>
          </p:cNvPr>
          <p:cNvGrpSpPr/>
          <p:nvPr/>
        </p:nvGrpSpPr>
        <p:grpSpPr>
          <a:xfrm>
            <a:off x="8350067" y="4140643"/>
            <a:ext cx="1022824" cy="459826"/>
            <a:chOff x="3086839" y="457817"/>
            <a:chExt cx="1525489" cy="459826"/>
          </a:xfrm>
        </p:grpSpPr>
        <p:sp>
          <p:nvSpPr>
            <p:cNvPr id="296" name="Rounded Rectangle 295">
              <a:extLst>
                <a:ext uri="{FF2B5EF4-FFF2-40B4-BE49-F238E27FC236}">
                  <a16:creationId xmlns:a16="http://schemas.microsoft.com/office/drawing/2014/main" id="{8817EFC4-E482-D24A-BC32-D4E6D7FB0BEB}"/>
                </a:ext>
              </a:extLst>
            </p:cNvPr>
            <p:cNvSpPr/>
            <p:nvPr/>
          </p:nvSpPr>
          <p:spPr>
            <a:xfrm>
              <a:off x="3128876" y="457817"/>
              <a:ext cx="1432326" cy="459826"/>
            </a:xfrm>
            <a:prstGeom prst="roundRect">
              <a:avLst/>
            </a:prstGeom>
            <a:solidFill>
              <a:srgbClr val="00CC99">
                <a:lumMod val="60000"/>
                <a:lumOff val="40000"/>
              </a:srgbClr>
            </a:solidFill>
            <a:ln w="12700">
              <a:solidFill>
                <a:srgbClr val="00CC99">
                  <a:lumMod val="20000"/>
                  <a:lumOff val="80000"/>
                </a:srgbClr>
              </a:solidFill>
            </a:ln>
            <a:effectLst>
              <a:outerShdw blurRad="50800" dist="38100" dir="2700000" algn="tl" rotWithShape="0">
                <a:srgbClr val="00CC99">
                  <a:lumMod val="75000"/>
                  <a:alpha val="99000"/>
                </a:srgbClr>
              </a:outerShdw>
            </a:effectLst>
          </p:spPr>
          <p:txBody>
            <a:bodyPr vert="horz" wrap="none" lIns="91440" tIns="45720" rIns="91440" bIns="45720" numCol="1" rtlCol="0" anchor="t" anchorCtr="0" compatLnSpc="1">
              <a:prstTxWarp prst="textNoShape">
                <a:avLst/>
              </a:prstTxWarp>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7" name="TextBox 296">
              <a:extLst>
                <a:ext uri="{FF2B5EF4-FFF2-40B4-BE49-F238E27FC236}">
                  <a16:creationId xmlns:a16="http://schemas.microsoft.com/office/drawing/2014/main" id="{D6EF1E4C-EDB2-F241-A1EC-CF4C0EFEB0B3}"/>
                </a:ext>
              </a:extLst>
            </p:cNvPr>
            <p:cNvSpPr txBox="1"/>
            <p:nvPr/>
          </p:nvSpPr>
          <p:spPr>
            <a:xfrm>
              <a:off x="3086839" y="541671"/>
              <a:ext cx="1525489" cy="299227"/>
            </a:xfrm>
            <a:prstGeom prst="rect">
              <a:avLst/>
            </a:prstGeom>
            <a:noFill/>
          </p:spPr>
          <p:txBody>
            <a:bodyPr wrap="none" rtlCol="0">
              <a:spAutoFit/>
            </a:bodyPr>
            <a:lstStyle/>
            <a:p>
              <a:pPr marL="0" marR="0" lvl="0" indent="0" algn="ctr" defTabSz="914400" eaLnBrk="0" fontAlgn="base" latinLnBrk="0" hangingPunct="0">
                <a:lnSpc>
                  <a:spcPts val="16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a:ea typeface="ＭＳ Ｐゴシック" charset="0"/>
                  <a:cs typeface="Arial"/>
                </a:rPr>
                <a:t>switch info</a:t>
              </a:r>
            </a:p>
          </p:txBody>
        </p:sp>
      </p:grpSp>
      <p:grpSp>
        <p:nvGrpSpPr>
          <p:cNvPr id="298" name="Group 297">
            <a:extLst>
              <a:ext uri="{FF2B5EF4-FFF2-40B4-BE49-F238E27FC236}">
                <a16:creationId xmlns:a16="http://schemas.microsoft.com/office/drawing/2014/main" id="{B962C98D-D27D-1643-B4D4-A64979111543}"/>
              </a:ext>
            </a:extLst>
          </p:cNvPr>
          <p:cNvGrpSpPr/>
          <p:nvPr/>
        </p:nvGrpSpPr>
        <p:grpSpPr>
          <a:xfrm>
            <a:off x="6658595" y="4140643"/>
            <a:ext cx="960359" cy="459826"/>
            <a:chOff x="3128876" y="457817"/>
            <a:chExt cx="1432326" cy="459826"/>
          </a:xfrm>
        </p:grpSpPr>
        <p:sp>
          <p:nvSpPr>
            <p:cNvPr id="299" name="Rounded Rectangle 298">
              <a:extLst>
                <a:ext uri="{FF2B5EF4-FFF2-40B4-BE49-F238E27FC236}">
                  <a16:creationId xmlns:a16="http://schemas.microsoft.com/office/drawing/2014/main" id="{0C279289-40E0-5040-BA32-5B9616160FE8}"/>
                </a:ext>
              </a:extLst>
            </p:cNvPr>
            <p:cNvSpPr/>
            <p:nvPr/>
          </p:nvSpPr>
          <p:spPr>
            <a:xfrm>
              <a:off x="3128876" y="457817"/>
              <a:ext cx="1432326" cy="459826"/>
            </a:xfrm>
            <a:prstGeom prst="roundRect">
              <a:avLst/>
            </a:prstGeom>
            <a:solidFill>
              <a:srgbClr val="00CC99">
                <a:lumMod val="60000"/>
                <a:lumOff val="40000"/>
              </a:srgbClr>
            </a:solidFill>
            <a:ln w="12700">
              <a:solidFill>
                <a:srgbClr val="00CC99">
                  <a:lumMod val="20000"/>
                  <a:lumOff val="80000"/>
                </a:srgbClr>
              </a:solidFill>
            </a:ln>
            <a:effectLst>
              <a:outerShdw blurRad="50800" dist="38100" dir="2700000" algn="tl" rotWithShape="0">
                <a:srgbClr val="00CC99">
                  <a:lumMod val="75000"/>
                  <a:alpha val="99000"/>
                </a:srgbClr>
              </a:outerShdw>
            </a:effectLst>
          </p:spPr>
          <p:txBody>
            <a:bodyPr vert="horz" wrap="none" lIns="91440" tIns="45720" rIns="91440" bIns="45720" numCol="1" rtlCol="0" anchor="t" anchorCtr="0" compatLnSpc="1">
              <a:prstTxWarp prst="textNoShape">
                <a:avLst/>
              </a:prstTxWarp>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0" name="TextBox 299">
              <a:extLst>
                <a:ext uri="{FF2B5EF4-FFF2-40B4-BE49-F238E27FC236}">
                  <a16:creationId xmlns:a16="http://schemas.microsoft.com/office/drawing/2014/main" id="{A7C14CC9-7CB6-7649-8072-8CBF922116B8}"/>
                </a:ext>
              </a:extLst>
            </p:cNvPr>
            <p:cNvSpPr txBox="1"/>
            <p:nvPr/>
          </p:nvSpPr>
          <p:spPr>
            <a:xfrm>
              <a:off x="3205754" y="541671"/>
              <a:ext cx="1287660" cy="299227"/>
            </a:xfrm>
            <a:prstGeom prst="rect">
              <a:avLst/>
            </a:prstGeom>
            <a:noFill/>
          </p:spPr>
          <p:txBody>
            <a:bodyPr wrap="none" rtlCol="0">
              <a:spAutoFit/>
            </a:bodyPr>
            <a:lstStyle/>
            <a:p>
              <a:pPr marL="0" marR="0" lvl="0" indent="0" algn="ctr" defTabSz="914400" eaLnBrk="0" fontAlgn="base" latinLnBrk="0" hangingPunct="0">
                <a:lnSpc>
                  <a:spcPts val="16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a:ea typeface="ＭＳ Ｐゴシック" charset="0"/>
                  <a:cs typeface="Arial"/>
                </a:rPr>
                <a:t>host info</a:t>
              </a:r>
            </a:p>
          </p:txBody>
        </p:sp>
      </p:grpSp>
      <p:grpSp>
        <p:nvGrpSpPr>
          <p:cNvPr id="301" name="Group 300">
            <a:extLst>
              <a:ext uri="{FF2B5EF4-FFF2-40B4-BE49-F238E27FC236}">
                <a16:creationId xmlns:a16="http://schemas.microsoft.com/office/drawing/2014/main" id="{6A5844DE-E6C0-BB4D-9B7E-4CF779271B24}"/>
              </a:ext>
            </a:extLst>
          </p:cNvPr>
          <p:cNvGrpSpPr/>
          <p:nvPr/>
        </p:nvGrpSpPr>
        <p:grpSpPr>
          <a:xfrm>
            <a:off x="6114701" y="3277496"/>
            <a:ext cx="889706" cy="459826"/>
            <a:chOff x="3128876" y="457817"/>
            <a:chExt cx="1432326" cy="459826"/>
          </a:xfrm>
        </p:grpSpPr>
        <p:sp>
          <p:nvSpPr>
            <p:cNvPr id="302" name="Rounded Rectangle 301">
              <a:extLst>
                <a:ext uri="{FF2B5EF4-FFF2-40B4-BE49-F238E27FC236}">
                  <a16:creationId xmlns:a16="http://schemas.microsoft.com/office/drawing/2014/main" id="{72A6745C-527A-3346-B849-6DEC25931482}"/>
                </a:ext>
              </a:extLst>
            </p:cNvPr>
            <p:cNvSpPr/>
            <p:nvPr/>
          </p:nvSpPr>
          <p:spPr>
            <a:xfrm>
              <a:off x="3128876" y="457817"/>
              <a:ext cx="1432326" cy="459826"/>
            </a:xfrm>
            <a:prstGeom prst="roundRect">
              <a:avLst/>
            </a:prstGeom>
            <a:solidFill>
              <a:srgbClr val="00CC99">
                <a:lumMod val="60000"/>
                <a:lumOff val="40000"/>
              </a:srgbClr>
            </a:solidFill>
            <a:ln w="12700">
              <a:solidFill>
                <a:srgbClr val="00CC99">
                  <a:lumMod val="20000"/>
                  <a:lumOff val="80000"/>
                </a:srgbClr>
              </a:solidFill>
            </a:ln>
            <a:effectLst>
              <a:outerShdw blurRad="50800" dist="38100" dir="2700000" algn="tl" rotWithShape="0">
                <a:srgbClr val="00CC99">
                  <a:lumMod val="75000"/>
                  <a:alpha val="99000"/>
                </a:srgbClr>
              </a:outerShdw>
            </a:effectLst>
          </p:spPr>
          <p:txBody>
            <a:bodyPr vert="horz" wrap="none" lIns="91440" tIns="45720" rIns="91440" bIns="45720" numCol="1" rtlCol="0" anchor="t" anchorCtr="0" compatLnSpc="1">
              <a:prstTxWarp prst="textNoShape">
                <a:avLst/>
              </a:prstTxWarp>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3" name="TextBox 302">
              <a:extLst>
                <a:ext uri="{FF2B5EF4-FFF2-40B4-BE49-F238E27FC236}">
                  <a16:creationId xmlns:a16="http://schemas.microsoft.com/office/drawing/2014/main" id="{2ECECAEC-466F-424C-8A9E-2E1366735B04}"/>
                </a:ext>
              </a:extLst>
            </p:cNvPr>
            <p:cNvSpPr txBox="1"/>
            <p:nvPr/>
          </p:nvSpPr>
          <p:spPr>
            <a:xfrm>
              <a:off x="3198565" y="541671"/>
              <a:ext cx="1302042" cy="299227"/>
            </a:xfrm>
            <a:prstGeom prst="rect">
              <a:avLst/>
            </a:prstGeom>
            <a:noFill/>
          </p:spPr>
          <p:txBody>
            <a:bodyPr wrap="none" rtlCol="0">
              <a:spAutoFit/>
            </a:bodyPr>
            <a:lstStyle/>
            <a:p>
              <a:pPr marL="0" marR="0" lvl="0" indent="0" algn="ctr" defTabSz="914400" eaLnBrk="0" fontAlgn="base" latinLnBrk="0" hangingPunct="0">
                <a:lnSpc>
                  <a:spcPts val="16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a:ea typeface="ＭＳ Ｐゴシック" charset="0"/>
                  <a:cs typeface="Arial"/>
                </a:rPr>
                <a:t>statistics</a:t>
              </a:r>
            </a:p>
          </p:txBody>
        </p:sp>
      </p:grpSp>
      <p:grpSp>
        <p:nvGrpSpPr>
          <p:cNvPr id="304" name="Group 303">
            <a:extLst>
              <a:ext uri="{FF2B5EF4-FFF2-40B4-BE49-F238E27FC236}">
                <a16:creationId xmlns:a16="http://schemas.microsoft.com/office/drawing/2014/main" id="{B6AF6F6C-63E0-B641-814D-98A200A1FD88}"/>
              </a:ext>
            </a:extLst>
          </p:cNvPr>
          <p:cNvGrpSpPr/>
          <p:nvPr/>
        </p:nvGrpSpPr>
        <p:grpSpPr>
          <a:xfrm>
            <a:off x="7912675" y="3289355"/>
            <a:ext cx="1032905" cy="459826"/>
            <a:chOff x="3079326" y="457817"/>
            <a:chExt cx="1540525" cy="459826"/>
          </a:xfrm>
        </p:grpSpPr>
        <p:sp>
          <p:nvSpPr>
            <p:cNvPr id="305" name="Rounded Rectangle 304">
              <a:extLst>
                <a:ext uri="{FF2B5EF4-FFF2-40B4-BE49-F238E27FC236}">
                  <a16:creationId xmlns:a16="http://schemas.microsoft.com/office/drawing/2014/main" id="{E293BA32-8AD1-2E4F-BF8B-655127670D8C}"/>
                </a:ext>
              </a:extLst>
            </p:cNvPr>
            <p:cNvSpPr/>
            <p:nvPr/>
          </p:nvSpPr>
          <p:spPr>
            <a:xfrm>
              <a:off x="3128876" y="457817"/>
              <a:ext cx="1432326" cy="459826"/>
            </a:xfrm>
            <a:prstGeom prst="roundRect">
              <a:avLst/>
            </a:prstGeom>
            <a:solidFill>
              <a:srgbClr val="00CC99">
                <a:lumMod val="60000"/>
                <a:lumOff val="40000"/>
              </a:srgbClr>
            </a:solidFill>
            <a:ln w="12700">
              <a:solidFill>
                <a:srgbClr val="00CC99">
                  <a:lumMod val="20000"/>
                  <a:lumOff val="80000"/>
                </a:srgbClr>
              </a:solidFill>
            </a:ln>
            <a:effectLst>
              <a:outerShdw blurRad="50800" dist="38100" dir="2700000" algn="tl" rotWithShape="0">
                <a:srgbClr val="00CC99">
                  <a:lumMod val="75000"/>
                  <a:alpha val="99000"/>
                </a:srgbClr>
              </a:outerShdw>
            </a:effectLst>
          </p:spPr>
          <p:txBody>
            <a:bodyPr vert="horz" wrap="none" lIns="91440" tIns="45720" rIns="91440" bIns="45720" numCol="1" rtlCol="0" anchor="t" anchorCtr="0" compatLnSpc="1">
              <a:prstTxWarp prst="textNoShape">
                <a:avLst/>
              </a:prstTxWarp>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6" name="TextBox 305">
              <a:extLst>
                <a:ext uri="{FF2B5EF4-FFF2-40B4-BE49-F238E27FC236}">
                  <a16:creationId xmlns:a16="http://schemas.microsoft.com/office/drawing/2014/main" id="{6AB6CD59-D22E-8349-864F-6C31B0E9C461}"/>
                </a:ext>
              </a:extLst>
            </p:cNvPr>
            <p:cNvSpPr txBox="1"/>
            <p:nvPr/>
          </p:nvSpPr>
          <p:spPr>
            <a:xfrm>
              <a:off x="3079326" y="541671"/>
              <a:ext cx="1540525" cy="299227"/>
            </a:xfrm>
            <a:prstGeom prst="rect">
              <a:avLst/>
            </a:prstGeom>
            <a:noFill/>
          </p:spPr>
          <p:txBody>
            <a:bodyPr wrap="none" rtlCol="0">
              <a:spAutoFit/>
            </a:bodyPr>
            <a:lstStyle/>
            <a:p>
              <a:pPr marL="0" marR="0" lvl="0" indent="0" algn="ctr" defTabSz="914400" eaLnBrk="0" fontAlgn="base" latinLnBrk="0" hangingPunct="0">
                <a:lnSpc>
                  <a:spcPts val="16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a:ea typeface="ＭＳ Ｐゴシック" charset="0"/>
                  <a:cs typeface="Arial"/>
                </a:rPr>
                <a:t>flow tables</a:t>
              </a:r>
            </a:p>
          </p:txBody>
        </p:sp>
      </p:grpSp>
      <p:sp>
        <p:nvSpPr>
          <p:cNvPr id="307" name="TextBox 306">
            <a:extLst>
              <a:ext uri="{FF2B5EF4-FFF2-40B4-BE49-F238E27FC236}">
                <a16:creationId xmlns:a16="http://schemas.microsoft.com/office/drawing/2014/main" id="{9CB3D047-79BA-D64C-96E0-34616543CDAB}"/>
              </a:ext>
            </a:extLst>
          </p:cNvPr>
          <p:cNvSpPr txBox="1"/>
          <p:nvPr/>
        </p:nvSpPr>
        <p:spPr>
          <a:xfrm>
            <a:off x="7135050" y="3073206"/>
            <a:ext cx="570238" cy="1077218"/>
          </a:xfrm>
          <a:prstGeom prst="rect">
            <a:avLst/>
          </a:prstGeom>
          <a:noFill/>
        </p:spPr>
        <p:txBody>
          <a:bodyPr wrap="square" rtlCol="0">
            <a:spAutoFit/>
          </a:bodyPr>
          <a:lstStyle/>
          <a:p>
            <a:pPr eaLnBrk="0" fontAlgn="base" hangingPunct="0">
              <a:spcBef>
                <a:spcPct val="0"/>
              </a:spcBef>
              <a:spcAft>
                <a:spcPct val="0"/>
              </a:spcAft>
            </a:pPr>
            <a:r>
              <a:rPr lang="en-US" sz="3200" dirty="0">
                <a:solidFill>
                  <a:srgbClr val="00CC99">
                    <a:lumMod val="60000"/>
                    <a:lumOff val="40000"/>
                  </a:srgbClr>
                </a:solidFill>
                <a:latin typeface="Arial" charset="0"/>
                <a:ea typeface="ＭＳ Ｐゴシック" charset="0"/>
              </a:rPr>
              <a:t>…  </a:t>
            </a:r>
          </a:p>
        </p:txBody>
      </p:sp>
      <p:sp>
        <p:nvSpPr>
          <p:cNvPr id="308" name="TextBox 307">
            <a:extLst>
              <a:ext uri="{FF2B5EF4-FFF2-40B4-BE49-F238E27FC236}">
                <a16:creationId xmlns:a16="http://schemas.microsoft.com/office/drawing/2014/main" id="{0FE2F351-A5BF-7E4A-BD31-F4DFA935F67B}"/>
              </a:ext>
            </a:extLst>
          </p:cNvPr>
          <p:cNvSpPr txBox="1"/>
          <p:nvPr/>
        </p:nvSpPr>
        <p:spPr>
          <a:xfrm>
            <a:off x="7681571" y="3979419"/>
            <a:ext cx="595035" cy="584776"/>
          </a:xfrm>
          <a:prstGeom prst="rect">
            <a:avLst/>
          </a:prstGeom>
          <a:noFill/>
        </p:spPr>
        <p:txBody>
          <a:bodyPr wrap="none" rtlCol="0">
            <a:spAutoFit/>
          </a:bodyPr>
          <a:lstStyle/>
          <a:p>
            <a:pPr eaLnBrk="0" fontAlgn="base" hangingPunct="0">
              <a:spcBef>
                <a:spcPct val="0"/>
              </a:spcBef>
              <a:spcAft>
                <a:spcPct val="0"/>
              </a:spcAft>
            </a:pPr>
            <a:r>
              <a:rPr lang="en-US" sz="3200" dirty="0">
                <a:solidFill>
                  <a:srgbClr val="00CC99">
                    <a:lumMod val="60000"/>
                    <a:lumOff val="40000"/>
                  </a:srgbClr>
                </a:solidFill>
                <a:latin typeface="Arial" charset="0"/>
                <a:ea typeface="ＭＳ Ｐゴシック" charset="0"/>
              </a:rPr>
              <a:t>…  </a:t>
            </a:r>
          </a:p>
        </p:txBody>
      </p:sp>
      <p:grpSp>
        <p:nvGrpSpPr>
          <p:cNvPr id="309" name="Group 308">
            <a:extLst>
              <a:ext uri="{FF2B5EF4-FFF2-40B4-BE49-F238E27FC236}">
                <a16:creationId xmlns:a16="http://schemas.microsoft.com/office/drawing/2014/main" id="{C901DDE8-8F94-DF4E-AEA7-AB34CE631912}"/>
              </a:ext>
            </a:extLst>
          </p:cNvPr>
          <p:cNvGrpSpPr/>
          <p:nvPr/>
        </p:nvGrpSpPr>
        <p:grpSpPr>
          <a:xfrm>
            <a:off x="5868362" y="4871857"/>
            <a:ext cx="1257452" cy="286824"/>
            <a:chOff x="3128876" y="457775"/>
            <a:chExt cx="1432326" cy="459868"/>
          </a:xfrm>
        </p:grpSpPr>
        <p:sp>
          <p:nvSpPr>
            <p:cNvPr id="310" name="Rounded Rectangle 309">
              <a:extLst>
                <a:ext uri="{FF2B5EF4-FFF2-40B4-BE49-F238E27FC236}">
                  <a16:creationId xmlns:a16="http://schemas.microsoft.com/office/drawing/2014/main" id="{D70B5B43-83B8-D248-A4C5-56B1B99D7540}"/>
                </a:ext>
              </a:extLst>
            </p:cNvPr>
            <p:cNvSpPr/>
            <p:nvPr/>
          </p:nvSpPr>
          <p:spPr>
            <a:xfrm>
              <a:off x="3128876" y="457817"/>
              <a:ext cx="1432326" cy="459826"/>
            </a:xfrm>
            <a:prstGeom prst="roundRect">
              <a:avLst/>
            </a:prstGeom>
            <a:solidFill>
              <a:srgbClr val="00CC99">
                <a:lumMod val="60000"/>
                <a:lumOff val="40000"/>
              </a:srgbClr>
            </a:solidFill>
            <a:ln w="12700">
              <a:solidFill>
                <a:srgbClr val="00CC99">
                  <a:lumMod val="20000"/>
                  <a:lumOff val="80000"/>
                </a:srgbClr>
              </a:solidFill>
            </a:ln>
            <a:effectLst>
              <a:outerShdw blurRad="50800" dist="38100" dir="2700000" algn="tl" rotWithShape="0">
                <a:srgbClr val="00CC99">
                  <a:lumMod val="75000"/>
                  <a:alpha val="99000"/>
                </a:srgbClr>
              </a:outerShdw>
            </a:effectLst>
          </p:spPr>
          <p:txBody>
            <a:bodyPr vert="horz" wrap="none" lIns="91440" tIns="45720" rIns="91440" bIns="45720" numCol="1" rtlCol="0" anchor="t" anchorCtr="0" compatLnSpc="1">
              <a:prstTxWarp prst="textNoShape">
                <a:avLst/>
              </a:prstTxWarp>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1" name="TextBox 310">
              <a:extLst>
                <a:ext uri="{FF2B5EF4-FFF2-40B4-BE49-F238E27FC236}">
                  <a16:creationId xmlns:a16="http://schemas.microsoft.com/office/drawing/2014/main" id="{707CFE23-BA4A-304C-8158-B6005BD4628C}"/>
                </a:ext>
              </a:extLst>
            </p:cNvPr>
            <p:cNvSpPr txBox="1"/>
            <p:nvPr/>
          </p:nvSpPr>
          <p:spPr>
            <a:xfrm>
              <a:off x="3278378" y="457775"/>
              <a:ext cx="1142401" cy="299227"/>
            </a:xfrm>
            <a:prstGeom prst="rect">
              <a:avLst/>
            </a:prstGeom>
            <a:noFill/>
          </p:spPr>
          <p:txBody>
            <a:bodyPr wrap="none" rtlCol="0">
              <a:spAutoFit/>
            </a:bodyPr>
            <a:lstStyle/>
            <a:p>
              <a:pPr marL="0" marR="0" lvl="0" indent="0" algn="ctr" defTabSz="914400" eaLnBrk="0" fontAlgn="base" latinLnBrk="0" hangingPunct="0">
                <a:lnSpc>
                  <a:spcPts val="16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a:ea typeface="ＭＳ Ｐゴシック" charset="0"/>
                  <a:cs typeface="Arial"/>
                </a:rPr>
                <a:t>OpenFlow</a:t>
              </a:r>
            </a:p>
          </p:txBody>
        </p:sp>
      </p:grpSp>
      <p:grpSp>
        <p:nvGrpSpPr>
          <p:cNvPr id="312" name="Group 311">
            <a:extLst>
              <a:ext uri="{FF2B5EF4-FFF2-40B4-BE49-F238E27FC236}">
                <a16:creationId xmlns:a16="http://schemas.microsoft.com/office/drawing/2014/main" id="{225246EF-DB30-AC4C-B08B-6E7F57977112}"/>
              </a:ext>
            </a:extLst>
          </p:cNvPr>
          <p:cNvGrpSpPr/>
          <p:nvPr/>
        </p:nvGrpSpPr>
        <p:grpSpPr>
          <a:xfrm>
            <a:off x="7737594" y="4876640"/>
            <a:ext cx="1244650" cy="307410"/>
            <a:chOff x="3128876" y="457817"/>
            <a:chExt cx="1432326" cy="459826"/>
          </a:xfrm>
        </p:grpSpPr>
        <p:sp>
          <p:nvSpPr>
            <p:cNvPr id="313" name="Rounded Rectangle 312">
              <a:extLst>
                <a:ext uri="{FF2B5EF4-FFF2-40B4-BE49-F238E27FC236}">
                  <a16:creationId xmlns:a16="http://schemas.microsoft.com/office/drawing/2014/main" id="{85D1F457-4FAB-1547-8FDB-F99750CAEB89}"/>
                </a:ext>
              </a:extLst>
            </p:cNvPr>
            <p:cNvSpPr/>
            <p:nvPr/>
          </p:nvSpPr>
          <p:spPr>
            <a:xfrm>
              <a:off x="3128876" y="457817"/>
              <a:ext cx="1432326" cy="459826"/>
            </a:xfrm>
            <a:prstGeom prst="roundRect">
              <a:avLst/>
            </a:prstGeom>
            <a:solidFill>
              <a:srgbClr val="00CC99">
                <a:lumMod val="60000"/>
                <a:lumOff val="40000"/>
              </a:srgbClr>
            </a:solidFill>
            <a:ln w="12700">
              <a:solidFill>
                <a:srgbClr val="00CC99">
                  <a:lumMod val="20000"/>
                  <a:lumOff val="80000"/>
                </a:srgbClr>
              </a:solidFill>
            </a:ln>
            <a:effectLst>
              <a:outerShdw blurRad="50800" dist="38100" dir="2700000" algn="tl" rotWithShape="0">
                <a:srgbClr val="00CC99">
                  <a:lumMod val="75000"/>
                  <a:alpha val="99000"/>
                </a:srgbClr>
              </a:outerShdw>
            </a:effectLst>
          </p:spPr>
          <p:txBody>
            <a:bodyPr vert="horz" wrap="none" lIns="91440" tIns="45720" rIns="91440" bIns="45720" numCol="1" rtlCol="0" anchor="t" anchorCtr="0" compatLnSpc="1">
              <a:prstTxWarp prst="textNoShape">
                <a:avLst/>
              </a:prstTxWarp>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4" name="TextBox 313">
              <a:extLst>
                <a:ext uri="{FF2B5EF4-FFF2-40B4-BE49-F238E27FC236}">
                  <a16:creationId xmlns:a16="http://schemas.microsoft.com/office/drawing/2014/main" id="{6EFCEB90-AD54-3A47-8F53-87BD63754EA5}"/>
                </a:ext>
              </a:extLst>
            </p:cNvPr>
            <p:cNvSpPr txBox="1"/>
            <p:nvPr/>
          </p:nvSpPr>
          <p:spPr>
            <a:xfrm>
              <a:off x="3446730" y="484746"/>
              <a:ext cx="805702" cy="299227"/>
            </a:xfrm>
            <a:prstGeom prst="rect">
              <a:avLst/>
            </a:prstGeom>
            <a:noFill/>
          </p:spPr>
          <p:txBody>
            <a:bodyPr wrap="none" rtlCol="0">
              <a:spAutoFit/>
            </a:bodyPr>
            <a:lstStyle/>
            <a:p>
              <a:pPr marL="0" marR="0" lvl="0" indent="0" algn="ctr" defTabSz="914400" eaLnBrk="0" fontAlgn="base" latinLnBrk="0" hangingPunct="0">
                <a:lnSpc>
                  <a:spcPts val="16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a:ea typeface="ＭＳ Ｐゴシック" charset="0"/>
                  <a:cs typeface="Arial"/>
                </a:rPr>
                <a:t>SNMP</a:t>
              </a:r>
            </a:p>
          </p:txBody>
        </p:sp>
      </p:grpSp>
      <p:sp>
        <p:nvSpPr>
          <p:cNvPr id="315" name="TextBox 314">
            <a:extLst>
              <a:ext uri="{FF2B5EF4-FFF2-40B4-BE49-F238E27FC236}">
                <a16:creationId xmlns:a16="http://schemas.microsoft.com/office/drawing/2014/main" id="{B03FB035-AB1A-294C-B7DD-352BD9267278}"/>
              </a:ext>
            </a:extLst>
          </p:cNvPr>
          <p:cNvSpPr txBox="1"/>
          <p:nvPr/>
        </p:nvSpPr>
        <p:spPr>
          <a:xfrm>
            <a:off x="7120351" y="4585147"/>
            <a:ext cx="595035" cy="584776"/>
          </a:xfrm>
          <a:prstGeom prst="rect">
            <a:avLst/>
          </a:prstGeom>
          <a:noFill/>
        </p:spPr>
        <p:txBody>
          <a:bodyPr wrap="none" rtlCol="0">
            <a:spAutoFit/>
          </a:bodyPr>
          <a:lstStyle/>
          <a:p>
            <a:pPr eaLnBrk="0" fontAlgn="base" hangingPunct="0">
              <a:spcBef>
                <a:spcPct val="0"/>
              </a:spcBef>
              <a:spcAft>
                <a:spcPct val="0"/>
              </a:spcAft>
            </a:pPr>
            <a:r>
              <a:rPr lang="en-US" sz="3200" dirty="0">
                <a:solidFill>
                  <a:srgbClr val="00CC99">
                    <a:lumMod val="60000"/>
                    <a:lumOff val="40000"/>
                  </a:srgbClr>
                </a:solidFill>
                <a:latin typeface="Arial" charset="0"/>
                <a:ea typeface="ＭＳ Ｐゴシック" charset="0"/>
              </a:rPr>
              <a:t>…  </a:t>
            </a:r>
          </a:p>
        </p:txBody>
      </p:sp>
      <p:cxnSp>
        <p:nvCxnSpPr>
          <p:cNvPr id="316" name="Straight Connector 315">
            <a:extLst>
              <a:ext uri="{FF2B5EF4-FFF2-40B4-BE49-F238E27FC236}">
                <a16:creationId xmlns:a16="http://schemas.microsoft.com/office/drawing/2014/main" id="{CD1F0B93-D931-0C4E-87E4-C4619ADB5AA2}"/>
              </a:ext>
            </a:extLst>
          </p:cNvPr>
          <p:cNvCxnSpPr>
            <a:endCxn id="395" idx="4"/>
          </p:cNvCxnSpPr>
          <p:nvPr/>
        </p:nvCxnSpPr>
        <p:spPr bwMode="auto">
          <a:xfrm flipV="1">
            <a:off x="5836375" y="1866354"/>
            <a:ext cx="4943" cy="388092"/>
          </a:xfrm>
          <a:prstGeom prst="line">
            <a:avLst/>
          </a:prstGeom>
          <a:solidFill>
            <a:srgbClr val="00CC99"/>
          </a:solidFill>
          <a:ln w="9525" cap="flat" cmpd="sng" algn="ctr">
            <a:solidFill>
              <a:srgbClr val="808080">
                <a:lumMod val="75000"/>
              </a:srgbClr>
            </a:solidFill>
            <a:prstDash val="sys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17" name="Straight Connector 316">
            <a:extLst>
              <a:ext uri="{FF2B5EF4-FFF2-40B4-BE49-F238E27FC236}">
                <a16:creationId xmlns:a16="http://schemas.microsoft.com/office/drawing/2014/main" id="{DBD16687-671D-8E4F-AC2B-6CA2B1C9791D}"/>
              </a:ext>
            </a:extLst>
          </p:cNvPr>
          <p:cNvCxnSpPr>
            <a:endCxn id="399" idx="2"/>
          </p:cNvCxnSpPr>
          <p:nvPr/>
        </p:nvCxnSpPr>
        <p:spPr bwMode="auto">
          <a:xfrm flipH="1" flipV="1">
            <a:off x="7065792" y="1876324"/>
            <a:ext cx="5609" cy="302391"/>
          </a:xfrm>
          <a:prstGeom prst="line">
            <a:avLst/>
          </a:prstGeom>
          <a:solidFill>
            <a:srgbClr val="00CC99"/>
          </a:solidFill>
          <a:ln w="9525" cap="flat" cmpd="sng" algn="ctr">
            <a:solidFill>
              <a:srgbClr val="808080">
                <a:lumMod val="75000"/>
              </a:srgbClr>
            </a:solidFill>
            <a:prstDash val="sys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18" name="Straight Connector 317">
            <a:extLst>
              <a:ext uri="{FF2B5EF4-FFF2-40B4-BE49-F238E27FC236}">
                <a16:creationId xmlns:a16="http://schemas.microsoft.com/office/drawing/2014/main" id="{AAC72143-3408-7D48-BDA7-B08476C2E2F1}"/>
              </a:ext>
            </a:extLst>
          </p:cNvPr>
          <p:cNvCxnSpPr/>
          <p:nvPr/>
        </p:nvCxnSpPr>
        <p:spPr bwMode="auto">
          <a:xfrm>
            <a:off x="5074063" y="2342893"/>
            <a:ext cx="4818331" cy="0"/>
          </a:xfrm>
          <a:prstGeom prst="line">
            <a:avLst/>
          </a:prstGeom>
          <a:solidFill>
            <a:srgbClr val="00CC99"/>
          </a:solidFill>
          <a:ln w="19050" cap="flat" cmpd="sng" algn="ctr">
            <a:solidFill>
              <a:srgbClr val="00000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319" name="Rounded Rectangle 318">
            <a:extLst>
              <a:ext uri="{FF2B5EF4-FFF2-40B4-BE49-F238E27FC236}">
                <a16:creationId xmlns:a16="http://schemas.microsoft.com/office/drawing/2014/main" id="{9FC19565-BA27-CF4F-9461-F1C46FCA8EEF}"/>
              </a:ext>
            </a:extLst>
          </p:cNvPr>
          <p:cNvSpPr/>
          <p:nvPr/>
        </p:nvSpPr>
        <p:spPr>
          <a:xfrm>
            <a:off x="4947365" y="2182258"/>
            <a:ext cx="4951677" cy="932987"/>
          </a:xfrm>
          <a:prstGeom prst="roundRect">
            <a:avLst/>
          </a:prstGeom>
          <a:solidFill>
            <a:srgbClr val="AAE2CA">
              <a:lumMod val="75000"/>
            </a:srgbClr>
          </a:solidFill>
          <a:ln w="12700">
            <a:noFill/>
            <a:tailEnd type="arrow"/>
          </a:ln>
        </p:spPr>
        <p:txBody>
          <a:bodyPr vert="horz" wrap="none" lIns="91440" tIns="45720" rIns="91440" bIns="45720" numCol="1" rtlCol="0" anchor="t" anchorCtr="0" compatLnSpc="1">
            <a:prstTxWarp prst="textNoShape">
              <a:avLst/>
            </a:prstTxWarp>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20" name="Group 319">
            <a:extLst>
              <a:ext uri="{FF2B5EF4-FFF2-40B4-BE49-F238E27FC236}">
                <a16:creationId xmlns:a16="http://schemas.microsoft.com/office/drawing/2014/main" id="{5CF34090-DC88-0F4E-91D9-F0247D2A62D6}"/>
              </a:ext>
            </a:extLst>
          </p:cNvPr>
          <p:cNvGrpSpPr/>
          <p:nvPr/>
        </p:nvGrpSpPr>
        <p:grpSpPr>
          <a:xfrm>
            <a:off x="5436759" y="2550631"/>
            <a:ext cx="1033900" cy="504412"/>
            <a:chOff x="3103238" y="432317"/>
            <a:chExt cx="1461287" cy="504412"/>
          </a:xfrm>
        </p:grpSpPr>
        <p:sp>
          <p:nvSpPr>
            <p:cNvPr id="321" name="Rounded Rectangle 320">
              <a:extLst>
                <a:ext uri="{FF2B5EF4-FFF2-40B4-BE49-F238E27FC236}">
                  <a16:creationId xmlns:a16="http://schemas.microsoft.com/office/drawing/2014/main" id="{70508080-4FED-294C-9D0D-78B9AED5A157}"/>
                </a:ext>
              </a:extLst>
            </p:cNvPr>
            <p:cNvSpPr/>
            <p:nvPr/>
          </p:nvSpPr>
          <p:spPr>
            <a:xfrm>
              <a:off x="3128876" y="457817"/>
              <a:ext cx="1432326" cy="459826"/>
            </a:xfrm>
            <a:prstGeom prst="roundRect">
              <a:avLst/>
            </a:prstGeom>
            <a:solidFill>
              <a:srgbClr val="00CC99">
                <a:lumMod val="60000"/>
                <a:lumOff val="40000"/>
              </a:srgbClr>
            </a:solidFill>
            <a:ln w="12700">
              <a:solidFill>
                <a:srgbClr val="00CC99">
                  <a:lumMod val="20000"/>
                  <a:lumOff val="80000"/>
                </a:srgbClr>
              </a:solidFill>
            </a:ln>
            <a:effectLst>
              <a:outerShdw blurRad="50800" dist="38100" dir="2700000" algn="tl" rotWithShape="0">
                <a:srgbClr val="00CC99">
                  <a:lumMod val="75000"/>
                  <a:alpha val="99000"/>
                </a:srgbClr>
              </a:outerShdw>
            </a:effectLst>
          </p:spPr>
          <p:txBody>
            <a:bodyPr vert="horz" wrap="none" lIns="91440" tIns="45720" rIns="91440" bIns="45720" numCol="1" rtlCol="0" anchor="t" anchorCtr="0" compatLnSpc="1">
              <a:prstTxWarp prst="textNoShape">
                <a:avLst/>
              </a:prstTxWarp>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2" name="TextBox 321">
              <a:extLst>
                <a:ext uri="{FF2B5EF4-FFF2-40B4-BE49-F238E27FC236}">
                  <a16:creationId xmlns:a16="http://schemas.microsoft.com/office/drawing/2014/main" id="{279335A2-63A5-2348-BB92-942367EA7593}"/>
                </a:ext>
              </a:extLst>
            </p:cNvPr>
            <p:cNvSpPr txBox="1"/>
            <p:nvPr/>
          </p:nvSpPr>
          <p:spPr>
            <a:xfrm>
              <a:off x="3103238" y="432317"/>
              <a:ext cx="1461287" cy="504412"/>
            </a:xfrm>
            <a:prstGeom prst="rect">
              <a:avLst/>
            </a:prstGeom>
            <a:noFill/>
          </p:spPr>
          <p:txBody>
            <a:bodyPr wrap="square" rtlCol="0">
              <a:spAutoFit/>
            </a:bodyPr>
            <a:lstStyle/>
            <a:p>
              <a:pPr marL="0" marR="0" lvl="0" indent="0" algn="ctr" defTabSz="914400" eaLnBrk="0" fontAlgn="base" latinLnBrk="0" hangingPunct="0">
                <a:lnSpc>
                  <a:spcPts val="16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a:ea typeface="ＭＳ Ｐゴシック" charset="0"/>
                  <a:cs typeface="Arial"/>
                </a:rPr>
                <a:t>network graph</a:t>
              </a:r>
            </a:p>
          </p:txBody>
        </p:sp>
      </p:grpSp>
      <p:grpSp>
        <p:nvGrpSpPr>
          <p:cNvPr id="323" name="Group 322">
            <a:extLst>
              <a:ext uri="{FF2B5EF4-FFF2-40B4-BE49-F238E27FC236}">
                <a16:creationId xmlns:a16="http://schemas.microsoft.com/office/drawing/2014/main" id="{18C6437C-95C3-4D46-A63F-C3C9819DF5E5}"/>
              </a:ext>
            </a:extLst>
          </p:cNvPr>
          <p:cNvGrpSpPr/>
          <p:nvPr/>
        </p:nvGrpSpPr>
        <p:grpSpPr>
          <a:xfrm>
            <a:off x="8404313" y="2596585"/>
            <a:ext cx="1033900" cy="459826"/>
            <a:chOff x="3103238" y="457817"/>
            <a:chExt cx="1461287" cy="459826"/>
          </a:xfrm>
        </p:grpSpPr>
        <p:sp>
          <p:nvSpPr>
            <p:cNvPr id="324" name="Rounded Rectangle 323">
              <a:extLst>
                <a:ext uri="{FF2B5EF4-FFF2-40B4-BE49-F238E27FC236}">
                  <a16:creationId xmlns:a16="http://schemas.microsoft.com/office/drawing/2014/main" id="{238BD2F6-10FC-6749-9824-BF523F2C8381}"/>
                </a:ext>
              </a:extLst>
            </p:cNvPr>
            <p:cNvSpPr/>
            <p:nvPr/>
          </p:nvSpPr>
          <p:spPr>
            <a:xfrm>
              <a:off x="3128876" y="457817"/>
              <a:ext cx="1432326" cy="459826"/>
            </a:xfrm>
            <a:prstGeom prst="roundRect">
              <a:avLst/>
            </a:prstGeom>
            <a:solidFill>
              <a:srgbClr val="00CC99">
                <a:lumMod val="60000"/>
                <a:lumOff val="40000"/>
              </a:srgbClr>
            </a:solidFill>
            <a:ln w="12700">
              <a:solidFill>
                <a:srgbClr val="00CC99">
                  <a:lumMod val="20000"/>
                  <a:lumOff val="80000"/>
                </a:srgbClr>
              </a:solidFill>
            </a:ln>
            <a:effectLst>
              <a:outerShdw blurRad="50800" dist="38100" dir="2700000" algn="tl" rotWithShape="0">
                <a:srgbClr val="00CC99">
                  <a:lumMod val="75000"/>
                  <a:alpha val="99000"/>
                </a:srgbClr>
              </a:outerShdw>
            </a:effectLst>
          </p:spPr>
          <p:txBody>
            <a:bodyPr vert="horz" wrap="none" lIns="91440" tIns="45720" rIns="91440" bIns="45720" numCol="1" rtlCol="0" anchor="t" anchorCtr="0" compatLnSpc="1">
              <a:prstTxWarp prst="textNoShape">
                <a:avLst/>
              </a:prstTxWarp>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5" name="TextBox 324">
              <a:extLst>
                <a:ext uri="{FF2B5EF4-FFF2-40B4-BE49-F238E27FC236}">
                  <a16:creationId xmlns:a16="http://schemas.microsoft.com/office/drawing/2014/main" id="{2DD75364-1DD6-0C40-8C94-2D6B3B0AE27B}"/>
                </a:ext>
              </a:extLst>
            </p:cNvPr>
            <p:cNvSpPr txBox="1"/>
            <p:nvPr/>
          </p:nvSpPr>
          <p:spPr>
            <a:xfrm>
              <a:off x="3103238" y="553253"/>
              <a:ext cx="1461287" cy="299227"/>
            </a:xfrm>
            <a:prstGeom prst="rect">
              <a:avLst/>
            </a:prstGeom>
            <a:noFill/>
          </p:spPr>
          <p:txBody>
            <a:bodyPr wrap="square" rtlCol="0">
              <a:spAutoFit/>
            </a:bodyPr>
            <a:lstStyle/>
            <a:p>
              <a:pPr marL="0" marR="0" lvl="0" indent="0" algn="ctr" defTabSz="914400" eaLnBrk="0" fontAlgn="base" latinLnBrk="0" hangingPunct="0">
                <a:lnSpc>
                  <a:spcPts val="16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a:ea typeface="ＭＳ Ｐゴシック" charset="0"/>
                  <a:cs typeface="Arial"/>
                </a:rPr>
                <a:t>intent</a:t>
              </a:r>
            </a:p>
          </p:txBody>
        </p:sp>
      </p:grpSp>
      <p:grpSp>
        <p:nvGrpSpPr>
          <p:cNvPr id="326" name="Group 325">
            <a:extLst>
              <a:ext uri="{FF2B5EF4-FFF2-40B4-BE49-F238E27FC236}">
                <a16:creationId xmlns:a16="http://schemas.microsoft.com/office/drawing/2014/main" id="{B351C480-6414-DF4C-984A-5F6B5B95B110}"/>
              </a:ext>
            </a:extLst>
          </p:cNvPr>
          <p:cNvGrpSpPr/>
          <p:nvPr/>
        </p:nvGrpSpPr>
        <p:grpSpPr>
          <a:xfrm>
            <a:off x="6628386" y="2549087"/>
            <a:ext cx="1033900" cy="504412"/>
            <a:chOff x="3103238" y="432317"/>
            <a:chExt cx="1461287" cy="504412"/>
          </a:xfrm>
        </p:grpSpPr>
        <p:sp>
          <p:nvSpPr>
            <p:cNvPr id="327" name="Rounded Rectangle 326">
              <a:extLst>
                <a:ext uri="{FF2B5EF4-FFF2-40B4-BE49-F238E27FC236}">
                  <a16:creationId xmlns:a16="http://schemas.microsoft.com/office/drawing/2014/main" id="{F5B67F4E-4B50-0049-AB26-880C7EF3F117}"/>
                </a:ext>
              </a:extLst>
            </p:cNvPr>
            <p:cNvSpPr/>
            <p:nvPr/>
          </p:nvSpPr>
          <p:spPr>
            <a:xfrm>
              <a:off x="3128876" y="457817"/>
              <a:ext cx="1432326" cy="459826"/>
            </a:xfrm>
            <a:prstGeom prst="roundRect">
              <a:avLst/>
            </a:prstGeom>
            <a:solidFill>
              <a:srgbClr val="00CC99">
                <a:lumMod val="60000"/>
                <a:lumOff val="40000"/>
              </a:srgbClr>
            </a:solidFill>
            <a:ln w="12700">
              <a:solidFill>
                <a:srgbClr val="00CC99">
                  <a:lumMod val="20000"/>
                  <a:lumOff val="80000"/>
                </a:srgbClr>
              </a:solidFill>
            </a:ln>
            <a:effectLst>
              <a:outerShdw blurRad="50800" dist="38100" dir="2700000" algn="tl" rotWithShape="0">
                <a:srgbClr val="00CC99">
                  <a:lumMod val="75000"/>
                  <a:alpha val="99000"/>
                </a:srgbClr>
              </a:outerShdw>
            </a:effectLst>
          </p:spPr>
          <p:txBody>
            <a:bodyPr vert="horz" wrap="none" lIns="91440" tIns="45720" rIns="91440" bIns="45720" numCol="1" rtlCol="0" anchor="t" anchorCtr="0" compatLnSpc="1">
              <a:prstTxWarp prst="textNoShape">
                <a:avLst/>
              </a:prstTxWarp>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8" name="TextBox 327">
              <a:extLst>
                <a:ext uri="{FF2B5EF4-FFF2-40B4-BE49-F238E27FC236}">
                  <a16:creationId xmlns:a16="http://schemas.microsoft.com/office/drawing/2014/main" id="{61B5B352-7E46-F74D-8F6E-F72F87CAA4F9}"/>
                </a:ext>
              </a:extLst>
            </p:cNvPr>
            <p:cNvSpPr txBox="1"/>
            <p:nvPr/>
          </p:nvSpPr>
          <p:spPr>
            <a:xfrm>
              <a:off x="3103238" y="432317"/>
              <a:ext cx="1461287" cy="504412"/>
            </a:xfrm>
            <a:prstGeom prst="rect">
              <a:avLst/>
            </a:prstGeom>
            <a:noFill/>
          </p:spPr>
          <p:txBody>
            <a:bodyPr wrap="square" rtlCol="0">
              <a:spAutoFit/>
            </a:bodyPr>
            <a:lstStyle/>
            <a:p>
              <a:pPr marL="0" marR="0" lvl="0" indent="0" algn="ctr" defTabSz="914400" eaLnBrk="0" fontAlgn="base" latinLnBrk="0" hangingPunct="0">
                <a:lnSpc>
                  <a:spcPts val="16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a:ea typeface="ＭＳ Ｐゴシック" charset="0"/>
                  <a:cs typeface="Arial"/>
                </a:rPr>
                <a:t>RESTful</a:t>
              </a:r>
            </a:p>
            <a:p>
              <a:pPr marL="0" marR="0" lvl="0" indent="0" algn="ctr" defTabSz="914400" eaLnBrk="0" fontAlgn="base" latinLnBrk="0" hangingPunct="0">
                <a:lnSpc>
                  <a:spcPts val="16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a:ea typeface="ＭＳ Ｐゴシック" charset="0"/>
                  <a:cs typeface="Arial"/>
                </a:rPr>
                <a:t>API</a:t>
              </a:r>
            </a:p>
          </p:txBody>
        </p:sp>
      </p:grpSp>
      <p:sp>
        <p:nvSpPr>
          <p:cNvPr id="329" name="TextBox 328">
            <a:extLst>
              <a:ext uri="{FF2B5EF4-FFF2-40B4-BE49-F238E27FC236}">
                <a16:creationId xmlns:a16="http://schemas.microsoft.com/office/drawing/2014/main" id="{38B852BE-9C6C-474A-AD5F-393039D0D661}"/>
              </a:ext>
            </a:extLst>
          </p:cNvPr>
          <p:cNvSpPr txBox="1"/>
          <p:nvPr/>
        </p:nvSpPr>
        <p:spPr>
          <a:xfrm>
            <a:off x="7750348" y="2399633"/>
            <a:ext cx="627904" cy="584776"/>
          </a:xfrm>
          <a:prstGeom prst="rect">
            <a:avLst/>
          </a:prstGeom>
          <a:noFill/>
        </p:spPr>
        <p:txBody>
          <a:bodyPr wrap="none" rtlCol="0">
            <a:spAutoFit/>
          </a:bodyPr>
          <a:lstStyle/>
          <a:p>
            <a:pPr eaLnBrk="0" fontAlgn="base" hangingPunct="0">
              <a:spcBef>
                <a:spcPct val="0"/>
              </a:spcBef>
              <a:spcAft>
                <a:spcPct val="0"/>
              </a:spcAft>
            </a:pPr>
            <a:r>
              <a:rPr lang="en-US" sz="3200" dirty="0">
                <a:solidFill>
                  <a:srgbClr val="00CC99">
                    <a:lumMod val="60000"/>
                    <a:lumOff val="40000"/>
                  </a:srgbClr>
                </a:solidFill>
                <a:latin typeface="Arial" charset="0"/>
                <a:ea typeface="ＭＳ Ｐゴシック" charset="0"/>
              </a:rPr>
              <a:t>…  </a:t>
            </a:r>
          </a:p>
        </p:txBody>
      </p:sp>
      <p:sp>
        <p:nvSpPr>
          <p:cNvPr id="330" name="TextBox 329">
            <a:extLst>
              <a:ext uri="{FF2B5EF4-FFF2-40B4-BE49-F238E27FC236}">
                <a16:creationId xmlns:a16="http://schemas.microsoft.com/office/drawing/2014/main" id="{CD58AB62-EE81-684F-AAAA-1262DCBC90EF}"/>
              </a:ext>
            </a:extLst>
          </p:cNvPr>
          <p:cNvSpPr txBox="1"/>
          <p:nvPr/>
        </p:nvSpPr>
        <p:spPr>
          <a:xfrm>
            <a:off x="5178244" y="2216488"/>
            <a:ext cx="4914815" cy="325730"/>
          </a:xfrm>
          <a:prstGeom prst="rect">
            <a:avLst/>
          </a:prstGeom>
          <a:noFill/>
        </p:spPr>
        <p:txBody>
          <a:bodyPr wrap="square" rtlCol="0">
            <a:spAutoFit/>
          </a:bodyPr>
          <a:lstStyle/>
          <a:p>
            <a:pPr eaLnBrk="0" fontAlgn="base" hangingPunct="0">
              <a:lnSpc>
                <a:spcPts val="1800"/>
              </a:lnSpc>
              <a:spcBef>
                <a:spcPct val="0"/>
              </a:spcBef>
              <a:spcAft>
                <a:spcPct val="0"/>
              </a:spcAft>
            </a:pPr>
            <a:r>
              <a:rPr lang="en-US" sz="1600" dirty="0">
                <a:solidFill>
                  <a:srgbClr val="000000"/>
                </a:solidFill>
                <a:latin typeface="Arial"/>
                <a:ea typeface="ＭＳ Ｐゴシック" charset="0"/>
                <a:cs typeface="Arial"/>
              </a:rPr>
              <a:t>Interface, abstractions for network control apps</a:t>
            </a:r>
          </a:p>
        </p:txBody>
      </p:sp>
      <p:cxnSp>
        <p:nvCxnSpPr>
          <p:cNvPr id="331" name="Straight Connector 330">
            <a:extLst>
              <a:ext uri="{FF2B5EF4-FFF2-40B4-BE49-F238E27FC236}">
                <a16:creationId xmlns:a16="http://schemas.microsoft.com/office/drawing/2014/main" id="{B8830464-03B5-0F4C-9648-5F38F26A43A3}"/>
              </a:ext>
            </a:extLst>
          </p:cNvPr>
          <p:cNvCxnSpPr/>
          <p:nvPr/>
        </p:nvCxnSpPr>
        <p:spPr bwMode="auto">
          <a:xfrm>
            <a:off x="5028809" y="2010842"/>
            <a:ext cx="4753400" cy="19546"/>
          </a:xfrm>
          <a:prstGeom prst="line">
            <a:avLst/>
          </a:prstGeom>
          <a:solidFill>
            <a:srgbClr val="00CC99"/>
          </a:solidFill>
          <a:ln w="19050" cap="flat" cmpd="sng" algn="ctr">
            <a:solidFill>
              <a:srgbClr val="00000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332" name="TextBox 331">
            <a:extLst>
              <a:ext uri="{FF2B5EF4-FFF2-40B4-BE49-F238E27FC236}">
                <a16:creationId xmlns:a16="http://schemas.microsoft.com/office/drawing/2014/main" id="{F10FE23D-E107-B445-859B-E6027DF19076}"/>
              </a:ext>
            </a:extLst>
          </p:cNvPr>
          <p:cNvSpPr txBox="1"/>
          <p:nvPr/>
        </p:nvSpPr>
        <p:spPr>
          <a:xfrm>
            <a:off x="10299705" y="3308646"/>
            <a:ext cx="1787912" cy="954107"/>
          </a:xfrm>
          <a:prstGeom prst="rect">
            <a:avLst/>
          </a:prstGeom>
          <a:noFill/>
        </p:spPr>
        <p:txBody>
          <a:bodyPr wrap="square" rtlCol="0">
            <a:spAutoFit/>
          </a:bodyPr>
          <a:lstStyle/>
          <a:p>
            <a:pPr eaLnBrk="0" fontAlgn="base" hangingPunct="0">
              <a:spcBef>
                <a:spcPct val="0"/>
              </a:spcBef>
              <a:spcAft>
                <a:spcPct val="0"/>
              </a:spcAft>
            </a:pPr>
            <a:r>
              <a:rPr lang="en-US" sz="2800" dirty="0">
                <a:solidFill>
                  <a:srgbClr val="000000"/>
                </a:solidFill>
                <a:ea typeface="ＭＳ Ｐゴシック" charset="0"/>
              </a:rPr>
              <a:t>SDN</a:t>
            </a:r>
          </a:p>
          <a:p>
            <a:pPr eaLnBrk="0" fontAlgn="base" hangingPunct="0">
              <a:spcBef>
                <a:spcPct val="0"/>
              </a:spcBef>
              <a:spcAft>
                <a:spcPct val="0"/>
              </a:spcAft>
            </a:pPr>
            <a:r>
              <a:rPr lang="en-US" sz="2800" dirty="0">
                <a:solidFill>
                  <a:srgbClr val="000000"/>
                </a:solidFill>
                <a:ea typeface="ＭＳ Ｐゴシック" charset="0"/>
              </a:rPr>
              <a:t>controller</a:t>
            </a:r>
          </a:p>
        </p:txBody>
      </p:sp>
      <p:grpSp>
        <p:nvGrpSpPr>
          <p:cNvPr id="333" name="Group 332">
            <a:extLst>
              <a:ext uri="{FF2B5EF4-FFF2-40B4-BE49-F238E27FC236}">
                <a16:creationId xmlns:a16="http://schemas.microsoft.com/office/drawing/2014/main" id="{6F122871-9C9E-8742-A165-2E8D5CBDC4DB}"/>
              </a:ext>
            </a:extLst>
          </p:cNvPr>
          <p:cNvGrpSpPr/>
          <p:nvPr/>
        </p:nvGrpSpPr>
        <p:grpSpPr>
          <a:xfrm>
            <a:off x="5939083" y="5780474"/>
            <a:ext cx="2979208" cy="973667"/>
            <a:chOff x="2592388" y="5601756"/>
            <a:chExt cx="4027487" cy="939800"/>
          </a:xfrm>
        </p:grpSpPr>
        <p:sp>
          <p:nvSpPr>
            <p:cNvPr id="334" name="Freeform 2">
              <a:extLst>
                <a:ext uri="{FF2B5EF4-FFF2-40B4-BE49-F238E27FC236}">
                  <a16:creationId xmlns:a16="http://schemas.microsoft.com/office/drawing/2014/main" id="{8F556373-6AC3-BC46-B91B-948F5051BD56}"/>
                </a:ext>
              </a:extLst>
            </p:cNvPr>
            <p:cNvSpPr>
              <a:spLocks/>
            </p:cNvSpPr>
            <p:nvPr/>
          </p:nvSpPr>
          <p:spPr bwMode="auto">
            <a:xfrm>
              <a:off x="2592388" y="5601756"/>
              <a:ext cx="4027487" cy="939800"/>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cxnSp>
          <p:nvCxnSpPr>
            <p:cNvPr id="335" name="Straight Connector 334">
              <a:extLst>
                <a:ext uri="{FF2B5EF4-FFF2-40B4-BE49-F238E27FC236}">
                  <a16:creationId xmlns:a16="http://schemas.microsoft.com/office/drawing/2014/main" id="{0BB78303-17DC-B343-9F0D-F9A7ED581968}"/>
                </a:ext>
              </a:extLst>
            </p:cNvPr>
            <p:cNvCxnSpPr/>
            <p:nvPr/>
          </p:nvCxnSpPr>
          <p:spPr>
            <a:xfrm flipV="1">
              <a:off x="3262941" y="5752569"/>
              <a:ext cx="1316038" cy="131762"/>
            </a:xfrm>
            <a:prstGeom prst="line">
              <a:avLst/>
            </a:prstGeom>
            <a:noFill/>
            <a:ln w="12700" cap="flat" cmpd="sng" algn="ctr">
              <a:solidFill>
                <a:srgbClr val="000000"/>
              </a:solidFill>
              <a:prstDash val="solid"/>
            </a:ln>
            <a:effectLst/>
          </p:spPr>
        </p:cxnSp>
        <p:cxnSp>
          <p:nvCxnSpPr>
            <p:cNvPr id="336" name="Straight Connector 335">
              <a:extLst>
                <a:ext uri="{FF2B5EF4-FFF2-40B4-BE49-F238E27FC236}">
                  <a16:creationId xmlns:a16="http://schemas.microsoft.com/office/drawing/2014/main" id="{378BCE47-94A6-AD4D-9534-753D35D83682}"/>
                </a:ext>
              </a:extLst>
            </p:cNvPr>
            <p:cNvCxnSpPr/>
            <p:nvPr/>
          </p:nvCxnSpPr>
          <p:spPr>
            <a:xfrm>
              <a:off x="3151816" y="5939894"/>
              <a:ext cx="2259013" cy="298450"/>
            </a:xfrm>
            <a:prstGeom prst="line">
              <a:avLst/>
            </a:prstGeom>
            <a:noFill/>
            <a:ln w="12700" cap="flat" cmpd="sng" algn="ctr">
              <a:solidFill>
                <a:srgbClr val="000000"/>
              </a:solidFill>
              <a:prstDash val="solid"/>
            </a:ln>
            <a:effectLst/>
          </p:spPr>
        </p:cxnSp>
        <p:cxnSp>
          <p:nvCxnSpPr>
            <p:cNvPr id="337" name="Straight Connector 336">
              <a:extLst>
                <a:ext uri="{FF2B5EF4-FFF2-40B4-BE49-F238E27FC236}">
                  <a16:creationId xmlns:a16="http://schemas.microsoft.com/office/drawing/2014/main" id="{0966C145-EBBB-3E46-AE1C-E53119D51C33}"/>
                </a:ext>
              </a:extLst>
            </p:cNvPr>
            <p:cNvCxnSpPr/>
            <p:nvPr/>
          </p:nvCxnSpPr>
          <p:spPr>
            <a:xfrm>
              <a:off x="3164516" y="6044669"/>
              <a:ext cx="714375" cy="276225"/>
            </a:xfrm>
            <a:prstGeom prst="line">
              <a:avLst/>
            </a:prstGeom>
            <a:noFill/>
            <a:ln w="12700" cap="flat" cmpd="sng" algn="ctr">
              <a:solidFill>
                <a:srgbClr val="000000"/>
              </a:solidFill>
              <a:prstDash val="solid"/>
            </a:ln>
            <a:effectLst/>
          </p:spPr>
        </p:cxnSp>
        <p:cxnSp>
          <p:nvCxnSpPr>
            <p:cNvPr id="338" name="Straight Connector 337">
              <a:extLst>
                <a:ext uri="{FF2B5EF4-FFF2-40B4-BE49-F238E27FC236}">
                  <a16:creationId xmlns:a16="http://schemas.microsoft.com/office/drawing/2014/main" id="{FF1259B8-9E31-BF46-A4BD-B09A7F5E0970}"/>
                </a:ext>
              </a:extLst>
            </p:cNvPr>
            <p:cNvCxnSpPr/>
            <p:nvPr/>
          </p:nvCxnSpPr>
          <p:spPr>
            <a:xfrm flipV="1">
              <a:off x="4182104" y="6238344"/>
              <a:ext cx="1247775" cy="82550"/>
            </a:xfrm>
            <a:prstGeom prst="line">
              <a:avLst/>
            </a:prstGeom>
            <a:noFill/>
            <a:ln w="12700" cap="flat" cmpd="sng" algn="ctr">
              <a:solidFill>
                <a:srgbClr val="000000"/>
              </a:solidFill>
              <a:prstDash val="solid"/>
            </a:ln>
            <a:effectLst/>
          </p:spPr>
        </p:cxnSp>
        <p:cxnSp>
          <p:nvCxnSpPr>
            <p:cNvPr id="339" name="Straight Connector 338">
              <a:extLst>
                <a:ext uri="{FF2B5EF4-FFF2-40B4-BE49-F238E27FC236}">
                  <a16:creationId xmlns:a16="http://schemas.microsoft.com/office/drawing/2014/main" id="{4B27F46F-B544-0340-8CCB-C19A314BCE16}"/>
                </a:ext>
              </a:extLst>
            </p:cNvPr>
            <p:cNvCxnSpPr/>
            <p:nvPr/>
          </p:nvCxnSpPr>
          <p:spPr>
            <a:xfrm>
              <a:off x="4842504" y="5785906"/>
              <a:ext cx="1057275" cy="123825"/>
            </a:xfrm>
            <a:prstGeom prst="line">
              <a:avLst/>
            </a:prstGeom>
            <a:noFill/>
            <a:ln w="12700" cap="flat" cmpd="sng" algn="ctr">
              <a:solidFill>
                <a:srgbClr val="000000"/>
              </a:solidFill>
              <a:prstDash val="solid"/>
            </a:ln>
            <a:effectLst/>
          </p:spPr>
        </p:cxnSp>
        <p:cxnSp>
          <p:nvCxnSpPr>
            <p:cNvPr id="340" name="Straight Connector 339">
              <a:extLst>
                <a:ext uri="{FF2B5EF4-FFF2-40B4-BE49-F238E27FC236}">
                  <a16:creationId xmlns:a16="http://schemas.microsoft.com/office/drawing/2014/main" id="{EDF02737-E9AA-8145-A607-2A6B9F09249E}"/>
                </a:ext>
              </a:extLst>
            </p:cNvPr>
            <p:cNvCxnSpPr/>
            <p:nvPr/>
          </p:nvCxnSpPr>
          <p:spPr>
            <a:xfrm flipV="1">
              <a:off x="4126541" y="5939894"/>
              <a:ext cx="1790700" cy="298450"/>
            </a:xfrm>
            <a:prstGeom prst="line">
              <a:avLst/>
            </a:prstGeom>
            <a:noFill/>
            <a:ln w="12700" cap="flat" cmpd="sng" algn="ctr">
              <a:solidFill>
                <a:srgbClr val="000000"/>
              </a:solidFill>
              <a:prstDash val="solid"/>
            </a:ln>
            <a:effectLst/>
          </p:spPr>
        </p:cxnSp>
        <p:cxnSp>
          <p:nvCxnSpPr>
            <p:cNvPr id="341" name="Straight Connector 340">
              <a:extLst>
                <a:ext uri="{FF2B5EF4-FFF2-40B4-BE49-F238E27FC236}">
                  <a16:creationId xmlns:a16="http://schemas.microsoft.com/office/drawing/2014/main" id="{6360387A-0467-6343-B8B8-64CAC24C2FC9}"/>
                </a:ext>
              </a:extLst>
            </p:cNvPr>
            <p:cNvCxnSpPr/>
            <p:nvPr/>
          </p:nvCxnSpPr>
          <p:spPr>
            <a:xfrm flipV="1">
              <a:off x="5453691" y="5968469"/>
              <a:ext cx="588963" cy="269875"/>
            </a:xfrm>
            <a:prstGeom prst="line">
              <a:avLst/>
            </a:prstGeom>
            <a:noFill/>
            <a:ln w="12700" cap="flat" cmpd="sng" algn="ctr">
              <a:solidFill>
                <a:srgbClr val="000000"/>
              </a:solidFill>
              <a:prstDash val="solid"/>
            </a:ln>
            <a:effectLst/>
          </p:spPr>
        </p:cxnSp>
        <p:cxnSp>
          <p:nvCxnSpPr>
            <p:cNvPr id="342" name="Straight Connector 341">
              <a:extLst>
                <a:ext uri="{FF2B5EF4-FFF2-40B4-BE49-F238E27FC236}">
                  <a16:creationId xmlns:a16="http://schemas.microsoft.com/office/drawing/2014/main" id="{22A8E4F5-F729-F544-B0FB-47A8F9669D90}"/>
                </a:ext>
              </a:extLst>
            </p:cNvPr>
            <p:cNvCxnSpPr/>
            <p:nvPr/>
          </p:nvCxnSpPr>
          <p:spPr>
            <a:xfrm>
              <a:off x="4596441" y="5752569"/>
              <a:ext cx="814388" cy="401637"/>
            </a:xfrm>
            <a:prstGeom prst="line">
              <a:avLst/>
            </a:prstGeom>
            <a:noFill/>
            <a:ln w="12700" cap="flat" cmpd="sng" algn="ctr">
              <a:solidFill>
                <a:srgbClr val="000000"/>
              </a:solidFill>
              <a:prstDash val="solid"/>
            </a:ln>
            <a:effectLst/>
          </p:spPr>
        </p:cxnSp>
        <p:grpSp>
          <p:nvGrpSpPr>
            <p:cNvPr id="343" name="Group 347">
              <a:extLst>
                <a:ext uri="{FF2B5EF4-FFF2-40B4-BE49-F238E27FC236}">
                  <a16:creationId xmlns:a16="http://schemas.microsoft.com/office/drawing/2014/main" id="{CA6931F2-3933-7741-856F-589301B9861A}"/>
                </a:ext>
              </a:extLst>
            </p:cNvPr>
            <p:cNvGrpSpPr>
              <a:grpSpLocks/>
            </p:cNvGrpSpPr>
            <p:nvPr/>
          </p:nvGrpSpPr>
          <p:grpSpPr bwMode="auto">
            <a:xfrm>
              <a:off x="5856401" y="5796097"/>
              <a:ext cx="588970" cy="242608"/>
              <a:chOff x="1871277" y="1576300"/>
              <a:chExt cx="1128371" cy="437861"/>
            </a:xfrm>
          </p:grpSpPr>
          <p:sp>
            <p:nvSpPr>
              <p:cNvPr id="384" name="Oval 383">
                <a:extLst>
                  <a:ext uri="{FF2B5EF4-FFF2-40B4-BE49-F238E27FC236}">
                    <a16:creationId xmlns:a16="http://schemas.microsoft.com/office/drawing/2014/main" id="{48DB66FC-C226-214E-A3AD-816994155EA5}"/>
                  </a:ext>
                </a:extLst>
              </p:cNvPr>
              <p:cNvSpPr/>
              <p:nvPr/>
            </p:nvSpPr>
            <p:spPr bwMode="auto">
              <a:xfrm flipV="1">
                <a:off x="1874446" y="1694641"/>
                <a:ext cx="1125202" cy="319520"/>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85" name="Rectangle 384">
                <a:extLst>
                  <a:ext uri="{FF2B5EF4-FFF2-40B4-BE49-F238E27FC236}">
                    <a16:creationId xmlns:a16="http://schemas.microsoft.com/office/drawing/2014/main" id="{6F1FB35D-4E67-0241-9D81-538E169881C2}"/>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86" name="Oval 385">
                <a:extLst>
                  <a:ext uri="{FF2B5EF4-FFF2-40B4-BE49-F238E27FC236}">
                    <a16:creationId xmlns:a16="http://schemas.microsoft.com/office/drawing/2014/main" id="{0B0777CF-F074-354A-B449-F61D52E9C711}"/>
                  </a:ext>
                </a:extLst>
              </p:cNvPr>
              <p:cNvSpPr/>
              <p:nvPr/>
            </p:nvSpPr>
            <p:spPr bwMode="auto">
              <a:xfrm flipV="1">
                <a:off x="1871277" y="1576300"/>
                <a:ext cx="1125200" cy="319520"/>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87" name="Freeform 386">
                <a:extLst>
                  <a:ext uri="{FF2B5EF4-FFF2-40B4-BE49-F238E27FC236}">
                    <a16:creationId xmlns:a16="http://schemas.microsoft.com/office/drawing/2014/main" id="{40749788-4A07-1F45-921B-FB7E7B066A72}"/>
                  </a:ext>
                </a:extLst>
              </p:cNvPr>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88" name="Freeform 387">
                <a:extLst>
                  <a:ext uri="{FF2B5EF4-FFF2-40B4-BE49-F238E27FC236}">
                    <a16:creationId xmlns:a16="http://schemas.microsoft.com/office/drawing/2014/main" id="{4B69D8B0-A3DF-A64E-A30E-5C0D05CBABD5}"/>
                  </a:ext>
                </a:extLst>
              </p:cNvPr>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89" name="Freeform 388">
                <a:extLst>
                  <a:ext uri="{FF2B5EF4-FFF2-40B4-BE49-F238E27FC236}">
                    <a16:creationId xmlns:a16="http://schemas.microsoft.com/office/drawing/2014/main" id="{37894BB3-6720-8B4C-8987-B8BD549D8243}"/>
                  </a:ext>
                </a:extLst>
              </p:cNvPr>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90" name="Freeform 389">
                <a:extLst>
                  <a:ext uri="{FF2B5EF4-FFF2-40B4-BE49-F238E27FC236}">
                    <a16:creationId xmlns:a16="http://schemas.microsoft.com/office/drawing/2014/main" id="{088D6419-9EB3-664B-A8BD-39BF61462CFF}"/>
                  </a:ext>
                </a:extLst>
              </p:cNvPr>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91" name="Straight Connector 390">
                <a:extLst>
                  <a:ext uri="{FF2B5EF4-FFF2-40B4-BE49-F238E27FC236}">
                    <a16:creationId xmlns:a16="http://schemas.microsoft.com/office/drawing/2014/main" id="{0093B11F-AF87-4346-9F4A-0300F556B11D}"/>
                  </a:ext>
                </a:extLst>
              </p:cNvPr>
              <p:cNvCxnSpPr>
                <a:endCxn id="386" idx="2"/>
              </p:cNvCxnSpPr>
              <p:nvPr/>
            </p:nvCxnSpPr>
            <p:spPr bwMode="auto">
              <a:xfrm flipH="1" flipV="1">
                <a:off x="1871277" y="1737243"/>
                <a:ext cx="3169" cy="123074"/>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392" name="Straight Connector 391">
                <a:extLst>
                  <a:ext uri="{FF2B5EF4-FFF2-40B4-BE49-F238E27FC236}">
                    <a16:creationId xmlns:a16="http://schemas.microsoft.com/office/drawing/2014/main" id="{80794115-B184-A04B-AD5C-ACFDEA80333C}"/>
                  </a:ext>
                </a:extLst>
              </p:cNvPr>
              <p:cNvCxnSpPr/>
              <p:nvPr/>
            </p:nvCxnSpPr>
            <p:spPr bwMode="auto">
              <a:xfrm flipH="1" flipV="1">
                <a:off x="2996477" y="1734877"/>
                <a:ext cx="3171" cy="123074"/>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344" name="Group 347">
              <a:extLst>
                <a:ext uri="{FF2B5EF4-FFF2-40B4-BE49-F238E27FC236}">
                  <a16:creationId xmlns:a16="http://schemas.microsoft.com/office/drawing/2014/main" id="{053AA106-8CA6-6647-A8AF-DC27A47964FA}"/>
                </a:ext>
              </a:extLst>
            </p:cNvPr>
            <p:cNvGrpSpPr>
              <a:grpSpLocks/>
            </p:cNvGrpSpPr>
            <p:nvPr/>
          </p:nvGrpSpPr>
          <p:grpSpPr bwMode="auto">
            <a:xfrm>
              <a:off x="4375328" y="5654000"/>
              <a:ext cx="588970" cy="242608"/>
              <a:chOff x="1871277" y="1576300"/>
              <a:chExt cx="1128371" cy="437861"/>
            </a:xfrm>
          </p:grpSpPr>
          <p:sp>
            <p:nvSpPr>
              <p:cNvPr id="375" name="Oval 374">
                <a:extLst>
                  <a:ext uri="{FF2B5EF4-FFF2-40B4-BE49-F238E27FC236}">
                    <a16:creationId xmlns:a16="http://schemas.microsoft.com/office/drawing/2014/main" id="{7653AF3D-D35F-FD4C-B735-F75B497459B7}"/>
                  </a:ext>
                </a:extLst>
              </p:cNvPr>
              <p:cNvSpPr/>
              <p:nvPr/>
            </p:nvSpPr>
            <p:spPr bwMode="auto">
              <a:xfrm flipV="1">
                <a:off x="1874446" y="1694641"/>
                <a:ext cx="1125202" cy="319520"/>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76" name="Rectangle 375">
                <a:extLst>
                  <a:ext uri="{FF2B5EF4-FFF2-40B4-BE49-F238E27FC236}">
                    <a16:creationId xmlns:a16="http://schemas.microsoft.com/office/drawing/2014/main" id="{A5FF5362-BFCE-014B-8FF8-38A939FB6131}"/>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77" name="Oval 376">
                <a:extLst>
                  <a:ext uri="{FF2B5EF4-FFF2-40B4-BE49-F238E27FC236}">
                    <a16:creationId xmlns:a16="http://schemas.microsoft.com/office/drawing/2014/main" id="{AE891AB1-8072-4E4A-B919-4175A357BF24}"/>
                  </a:ext>
                </a:extLst>
              </p:cNvPr>
              <p:cNvSpPr/>
              <p:nvPr/>
            </p:nvSpPr>
            <p:spPr bwMode="auto">
              <a:xfrm flipV="1">
                <a:off x="1871277" y="1576300"/>
                <a:ext cx="1125200" cy="319520"/>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78" name="Freeform 377">
                <a:extLst>
                  <a:ext uri="{FF2B5EF4-FFF2-40B4-BE49-F238E27FC236}">
                    <a16:creationId xmlns:a16="http://schemas.microsoft.com/office/drawing/2014/main" id="{8F02B480-0020-064C-9816-2B563E830AC3}"/>
                  </a:ext>
                </a:extLst>
              </p:cNvPr>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79" name="Freeform 378">
                <a:extLst>
                  <a:ext uri="{FF2B5EF4-FFF2-40B4-BE49-F238E27FC236}">
                    <a16:creationId xmlns:a16="http://schemas.microsoft.com/office/drawing/2014/main" id="{2009FB24-534D-EB44-8BB9-69D3DFCDAD41}"/>
                  </a:ext>
                </a:extLst>
              </p:cNvPr>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80" name="Freeform 379">
                <a:extLst>
                  <a:ext uri="{FF2B5EF4-FFF2-40B4-BE49-F238E27FC236}">
                    <a16:creationId xmlns:a16="http://schemas.microsoft.com/office/drawing/2014/main" id="{9F418A13-C33D-1643-A7D9-7927114050A7}"/>
                  </a:ext>
                </a:extLst>
              </p:cNvPr>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81" name="Freeform 380">
                <a:extLst>
                  <a:ext uri="{FF2B5EF4-FFF2-40B4-BE49-F238E27FC236}">
                    <a16:creationId xmlns:a16="http://schemas.microsoft.com/office/drawing/2014/main" id="{B3989D97-22F3-1542-8DA4-F63BD5051A18}"/>
                  </a:ext>
                </a:extLst>
              </p:cNvPr>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82" name="Straight Connector 381">
                <a:extLst>
                  <a:ext uri="{FF2B5EF4-FFF2-40B4-BE49-F238E27FC236}">
                    <a16:creationId xmlns:a16="http://schemas.microsoft.com/office/drawing/2014/main" id="{3CA87B05-0DAB-F946-AAC8-B471385201F1}"/>
                  </a:ext>
                </a:extLst>
              </p:cNvPr>
              <p:cNvCxnSpPr>
                <a:endCxn id="377" idx="2"/>
              </p:cNvCxnSpPr>
              <p:nvPr/>
            </p:nvCxnSpPr>
            <p:spPr bwMode="auto">
              <a:xfrm flipH="1" flipV="1">
                <a:off x="1871277" y="1737243"/>
                <a:ext cx="3169" cy="123074"/>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383" name="Straight Connector 382">
                <a:extLst>
                  <a:ext uri="{FF2B5EF4-FFF2-40B4-BE49-F238E27FC236}">
                    <a16:creationId xmlns:a16="http://schemas.microsoft.com/office/drawing/2014/main" id="{A916D2A4-0DB9-D74D-8538-C35B39DCF98F}"/>
                  </a:ext>
                </a:extLst>
              </p:cNvPr>
              <p:cNvCxnSpPr/>
              <p:nvPr/>
            </p:nvCxnSpPr>
            <p:spPr bwMode="auto">
              <a:xfrm flipH="1" flipV="1">
                <a:off x="2996477" y="1734877"/>
                <a:ext cx="3171" cy="123074"/>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345" name="Group 347">
              <a:extLst>
                <a:ext uri="{FF2B5EF4-FFF2-40B4-BE49-F238E27FC236}">
                  <a16:creationId xmlns:a16="http://schemas.microsoft.com/office/drawing/2014/main" id="{8FB35C13-917B-4A4A-A204-F46152658E49}"/>
                </a:ext>
              </a:extLst>
            </p:cNvPr>
            <p:cNvGrpSpPr>
              <a:grpSpLocks/>
            </p:cNvGrpSpPr>
            <p:nvPr/>
          </p:nvGrpSpPr>
          <p:grpSpPr bwMode="auto">
            <a:xfrm>
              <a:off x="2848241" y="5847813"/>
              <a:ext cx="588970" cy="242608"/>
              <a:chOff x="1871277" y="1576300"/>
              <a:chExt cx="1128371" cy="437861"/>
            </a:xfrm>
          </p:grpSpPr>
          <p:sp>
            <p:nvSpPr>
              <p:cNvPr id="366" name="Oval 365">
                <a:extLst>
                  <a:ext uri="{FF2B5EF4-FFF2-40B4-BE49-F238E27FC236}">
                    <a16:creationId xmlns:a16="http://schemas.microsoft.com/office/drawing/2014/main" id="{C4D3AE02-4ED8-F84D-84D8-6CC7BB3D5EA7}"/>
                  </a:ext>
                </a:extLst>
              </p:cNvPr>
              <p:cNvSpPr/>
              <p:nvPr/>
            </p:nvSpPr>
            <p:spPr bwMode="auto">
              <a:xfrm flipV="1">
                <a:off x="1874446" y="1694641"/>
                <a:ext cx="1125202" cy="319520"/>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67" name="Rectangle 366">
                <a:extLst>
                  <a:ext uri="{FF2B5EF4-FFF2-40B4-BE49-F238E27FC236}">
                    <a16:creationId xmlns:a16="http://schemas.microsoft.com/office/drawing/2014/main" id="{3D39641A-0CCF-0F4A-8403-25F548A37BB2}"/>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68" name="Oval 367">
                <a:extLst>
                  <a:ext uri="{FF2B5EF4-FFF2-40B4-BE49-F238E27FC236}">
                    <a16:creationId xmlns:a16="http://schemas.microsoft.com/office/drawing/2014/main" id="{E0250449-6C02-FD4F-AB7A-5573C2BCFD2F}"/>
                  </a:ext>
                </a:extLst>
              </p:cNvPr>
              <p:cNvSpPr/>
              <p:nvPr/>
            </p:nvSpPr>
            <p:spPr bwMode="auto">
              <a:xfrm flipV="1">
                <a:off x="1871277" y="1576300"/>
                <a:ext cx="1125200" cy="319520"/>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69" name="Freeform 368">
                <a:extLst>
                  <a:ext uri="{FF2B5EF4-FFF2-40B4-BE49-F238E27FC236}">
                    <a16:creationId xmlns:a16="http://schemas.microsoft.com/office/drawing/2014/main" id="{269FA8FF-6E3D-4344-B115-9D21E37CD2EE}"/>
                  </a:ext>
                </a:extLst>
              </p:cNvPr>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70" name="Freeform 369">
                <a:extLst>
                  <a:ext uri="{FF2B5EF4-FFF2-40B4-BE49-F238E27FC236}">
                    <a16:creationId xmlns:a16="http://schemas.microsoft.com/office/drawing/2014/main" id="{45EC1E83-559B-E64C-87B3-E40B9BE6ECCA}"/>
                  </a:ext>
                </a:extLst>
              </p:cNvPr>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71" name="Freeform 370">
                <a:extLst>
                  <a:ext uri="{FF2B5EF4-FFF2-40B4-BE49-F238E27FC236}">
                    <a16:creationId xmlns:a16="http://schemas.microsoft.com/office/drawing/2014/main" id="{11688BC8-FCED-4845-9FAC-107EE9A389C8}"/>
                  </a:ext>
                </a:extLst>
              </p:cNvPr>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72" name="Freeform 371">
                <a:extLst>
                  <a:ext uri="{FF2B5EF4-FFF2-40B4-BE49-F238E27FC236}">
                    <a16:creationId xmlns:a16="http://schemas.microsoft.com/office/drawing/2014/main" id="{3CBE5CCC-CB5E-FD4B-8983-D6A89E8CC059}"/>
                  </a:ext>
                </a:extLst>
              </p:cNvPr>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73" name="Straight Connector 372">
                <a:extLst>
                  <a:ext uri="{FF2B5EF4-FFF2-40B4-BE49-F238E27FC236}">
                    <a16:creationId xmlns:a16="http://schemas.microsoft.com/office/drawing/2014/main" id="{70D3FB1B-60FC-EE42-BD50-0FC40F8CE64C}"/>
                  </a:ext>
                </a:extLst>
              </p:cNvPr>
              <p:cNvCxnSpPr>
                <a:endCxn id="368" idx="2"/>
              </p:cNvCxnSpPr>
              <p:nvPr/>
            </p:nvCxnSpPr>
            <p:spPr bwMode="auto">
              <a:xfrm flipH="1" flipV="1">
                <a:off x="1871277" y="1737243"/>
                <a:ext cx="3169" cy="123074"/>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374" name="Straight Connector 373">
                <a:extLst>
                  <a:ext uri="{FF2B5EF4-FFF2-40B4-BE49-F238E27FC236}">
                    <a16:creationId xmlns:a16="http://schemas.microsoft.com/office/drawing/2014/main" id="{44533DD3-DC46-F74A-9F05-7B7AF127E05B}"/>
                  </a:ext>
                </a:extLst>
              </p:cNvPr>
              <p:cNvCxnSpPr/>
              <p:nvPr/>
            </p:nvCxnSpPr>
            <p:spPr bwMode="auto">
              <a:xfrm flipH="1" flipV="1">
                <a:off x="2996477" y="1734877"/>
                <a:ext cx="3171" cy="123074"/>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346" name="Group 347">
              <a:extLst>
                <a:ext uri="{FF2B5EF4-FFF2-40B4-BE49-F238E27FC236}">
                  <a16:creationId xmlns:a16="http://schemas.microsoft.com/office/drawing/2014/main" id="{866BBC8A-DA7A-BF4D-ADA1-043BFD712A75}"/>
                </a:ext>
              </a:extLst>
            </p:cNvPr>
            <p:cNvGrpSpPr>
              <a:grpSpLocks/>
            </p:cNvGrpSpPr>
            <p:nvPr/>
          </p:nvGrpSpPr>
          <p:grpSpPr bwMode="auto">
            <a:xfrm>
              <a:off x="5166757" y="6114152"/>
              <a:ext cx="588970" cy="242608"/>
              <a:chOff x="1871277" y="1576300"/>
              <a:chExt cx="1128371" cy="437861"/>
            </a:xfrm>
          </p:grpSpPr>
          <p:sp>
            <p:nvSpPr>
              <p:cNvPr id="357" name="Oval 356">
                <a:extLst>
                  <a:ext uri="{FF2B5EF4-FFF2-40B4-BE49-F238E27FC236}">
                    <a16:creationId xmlns:a16="http://schemas.microsoft.com/office/drawing/2014/main" id="{E560D67C-D07B-FB4B-AD14-57E0C043ABA3}"/>
                  </a:ext>
                </a:extLst>
              </p:cNvPr>
              <p:cNvSpPr/>
              <p:nvPr/>
            </p:nvSpPr>
            <p:spPr bwMode="auto">
              <a:xfrm flipV="1">
                <a:off x="1874446" y="1694641"/>
                <a:ext cx="1125202" cy="319520"/>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58" name="Rectangle 357">
                <a:extLst>
                  <a:ext uri="{FF2B5EF4-FFF2-40B4-BE49-F238E27FC236}">
                    <a16:creationId xmlns:a16="http://schemas.microsoft.com/office/drawing/2014/main" id="{83E3175C-0E27-0D46-9EBE-0BB7FC50E72D}"/>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59" name="Oval 358">
                <a:extLst>
                  <a:ext uri="{FF2B5EF4-FFF2-40B4-BE49-F238E27FC236}">
                    <a16:creationId xmlns:a16="http://schemas.microsoft.com/office/drawing/2014/main" id="{7D63531B-B1B4-BD40-8A9B-CB60BE4CFFD5}"/>
                  </a:ext>
                </a:extLst>
              </p:cNvPr>
              <p:cNvSpPr/>
              <p:nvPr/>
            </p:nvSpPr>
            <p:spPr bwMode="auto">
              <a:xfrm flipV="1">
                <a:off x="1871277" y="1576300"/>
                <a:ext cx="1125200" cy="319520"/>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60" name="Freeform 359">
                <a:extLst>
                  <a:ext uri="{FF2B5EF4-FFF2-40B4-BE49-F238E27FC236}">
                    <a16:creationId xmlns:a16="http://schemas.microsoft.com/office/drawing/2014/main" id="{BCF2A578-96C9-E24A-9FFD-9B4B6CBEBAC6}"/>
                  </a:ext>
                </a:extLst>
              </p:cNvPr>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61" name="Freeform 360">
                <a:extLst>
                  <a:ext uri="{FF2B5EF4-FFF2-40B4-BE49-F238E27FC236}">
                    <a16:creationId xmlns:a16="http://schemas.microsoft.com/office/drawing/2014/main" id="{A3198C2C-5107-694D-BA7D-15A1D5D9F806}"/>
                  </a:ext>
                </a:extLst>
              </p:cNvPr>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62" name="Freeform 361">
                <a:extLst>
                  <a:ext uri="{FF2B5EF4-FFF2-40B4-BE49-F238E27FC236}">
                    <a16:creationId xmlns:a16="http://schemas.microsoft.com/office/drawing/2014/main" id="{10E1F221-C7E5-4B4B-A17A-BB3D255FA2E9}"/>
                  </a:ext>
                </a:extLst>
              </p:cNvPr>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63" name="Freeform 362">
                <a:extLst>
                  <a:ext uri="{FF2B5EF4-FFF2-40B4-BE49-F238E27FC236}">
                    <a16:creationId xmlns:a16="http://schemas.microsoft.com/office/drawing/2014/main" id="{7AE6CC35-5E36-4F4A-ADBA-8FAD8BB3BAC6}"/>
                  </a:ext>
                </a:extLst>
              </p:cNvPr>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64" name="Straight Connector 363">
                <a:extLst>
                  <a:ext uri="{FF2B5EF4-FFF2-40B4-BE49-F238E27FC236}">
                    <a16:creationId xmlns:a16="http://schemas.microsoft.com/office/drawing/2014/main" id="{0A44EE1A-BA03-AD4A-94FE-845895881C99}"/>
                  </a:ext>
                </a:extLst>
              </p:cNvPr>
              <p:cNvCxnSpPr>
                <a:endCxn id="359" idx="2"/>
              </p:cNvCxnSpPr>
              <p:nvPr/>
            </p:nvCxnSpPr>
            <p:spPr bwMode="auto">
              <a:xfrm flipH="1" flipV="1">
                <a:off x="1871277" y="1737243"/>
                <a:ext cx="3169" cy="123074"/>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365" name="Straight Connector 364">
                <a:extLst>
                  <a:ext uri="{FF2B5EF4-FFF2-40B4-BE49-F238E27FC236}">
                    <a16:creationId xmlns:a16="http://schemas.microsoft.com/office/drawing/2014/main" id="{82195786-42DD-904D-A897-7E003292A476}"/>
                  </a:ext>
                </a:extLst>
              </p:cNvPr>
              <p:cNvCxnSpPr/>
              <p:nvPr/>
            </p:nvCxnSpPr>
            <p:spPr bwMode="auto">
              <a:xfrm flipH="1" flipV="1">
                <a:off x="2996477" y="1734877"/>
                <a:ext cx="3171" cy="123074"/>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347" name="Group 347">
              <a:extLst>
                <a:ext uri="{FF2B5EF4-FFF2-40B4-BE49-F238E27FC236}">
                  <a16:creationId xmlns:a16="http://schemas.microsoft.com/office/drawing/2014/main" id="{FF036DA1-84A3-F442-B64F-08E07A13D80A}"/>
                </a:ext>
              </a:extLst>
            </p:cNvPr>
            <p:cNvGrpSpPr>
              <a:grpSpLocks/>
            </p:cNvGrpSpPr>
            <p:nvPr/>
          </p:nvGrpSpPr>
          <p:grpSpPr bwMode="auto">
            <a:xfrm>
              <a:off x="3704088" y="6206732"/>
              <a:ext cx="588970" cy="242608"/>
              <a:chOff x="1871277" y="1576300"/>
              <a:chExt cx="1128371" cy="437861"/>
            </a:xfrm>
          </p:grpSpPr>
          <p:sp>
            <p:nvSpPr>
              <p:cNvPr id="348" name="Oval 347">
                <a:extLst>
                  <a:ext uri="{FF2B5EF4-FFF2-40B4-BE49-F238E27FC236}">
                    <a16:creationId xmlns:a16="http://schemas.microsoft.com/office/drawing/2014/main" id="{F1068B44-FB9D-CD44-AA1B-DDD653525B39}"/>
                  </a:ext>
                </a:extLst>
              </p:cNvPr>
              <p:cNvSpPr/>
              <p:nvPr/>
            </p:nvSpPr>
            <p:spPr bwMode="auto">
              <a:xfrm flipV="1">
                <a:off x="1874446" y="1694641"/>
                <a:ext cx="1125202" cy="319520"/>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49" name="Rectangle 348">
                <a:extLst>
                  <a:ext uri="{FF2B5EF4-FFF2-40B4-BE49-F238E27FC236}">
                    <a16:creationId xmlns:a16="http://schemas.microsoft.com/office/drawing/2014/main" id="{94C8193D-0579-714E-A8A8-46350B76C947}"/>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50" name="Oval 349">
                <a:extLst>
                  <a:ext uri="{FF2B5EF4-FFF2-40B4-BE49-F238E27FC236}">
                    <a16:creationId xmlns:a16="http://schemas.microsoft.com/office/drawing/2014/main" id="{D811CDBE-BBD6-654D-978B-33DCF1AD67DC}"/>
                  </a:ext>
                </a:extLst>
              </p:cNvPr>
              <p:cNvSpPr/>
              <p:nvPr/>
            </p:nvSpPr>
            <p:spPr bwMode="auto">
              <a:xfrm flipV="1">
                <a:off x="1871277" y="1576300"/>
                <a:ext cx="1125200" cy="319520"/>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51" name="Freeform 350">
                <a:extLst>
                  <a:ext uri="{FF2B5EF4-FFF2-40B4-BE49-F238E27FC236}">
                    <a16:creationId xmlns:a16="http://schemas.microsoft.com/office/drawing/2014/main" id="{26CEB383-ECE8-9144-8160-823E88728B7F}"/>
                  </a:ext>
                </a:extLst>
              </p:cNvPr>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52" name="Freeform 351">
                <a:extLst>
                  <a:ext uri="{FF2B5EF4-FFF2-40B4-BE49-F238E27FC236}">
                    <a16:creationId xmlns:a16="http://schemas.microsoft.com/office/drawing/2014/main" id="{53A4B417-9A2E-904E-A597-2EA9919C9F8D}"/>
                  </a:ext>
                </a:extLst>
              </p:cNvPr>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53" name="Freeform 352">
                <a:extLst>
                  <a:ext uri="{FF2B5EF4-FFF2-40B4-BE49-F238E27FC236}">
                    <a16:creationId xmlns:a16="http://schemas.microsoft.com/office/drawing/2014/main" id="{DD57B720-5F7D-504F-8573-3A28FCC16067}"/>
                  </a:ext>
                </a:extLst>
              </p:cNvPr>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54" name="Freeform 353">
                <a:extLst>
                  <a:ext uri="{FF2B5EF4-FFF2-40B4-BE49-F238E27FC236}">
                    <a16:creationId xmlns:a16="http://schemas.microsoft.com/office/drawing/2014/main" id="{AA6C51CF-2638-7845-9E9C-2485530B8934}"/>
                  </a:ext>
                </a:extLst>
              </p:cNvPr>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55" name="Straight Connector 354">
                <a:extLst>
                  <a:ext uri="{FF2B5EF4-FFF2-40B4-BE49-F238E27FC236}">
                    <a16:creationId xmlns:a16="http://schemas.microsoft.com/office/drawing/2014/main" id="{D39CE6BF-A688-D547-B314-CB4669EEEF09}"/>
                  </a:ext>
                </a:extLst>
              </p:cNvPr>
              <p:cNvCxnSpPr>
                <a:endCxn id="350" idx="2"/>
              </p:cNvCxnSpPr>
              <p:nvPr/>
            </p:nvCxnSpPr>
            <p:spPr bwMode="auto">
              <a:xfrm flipH="1" flipV="1">
                <a:off x="1871277" y="1737243"/>
                <a:ext cx="3169" cy="123074"/>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356" name="Straight Connector 355">
                <a:extLst>
                  <a:ext uri="{FF2B5EF4-FFF2-40B4-BE49-F238E27FC236}">
                    <a16:creationId xmlns:a16="http://schemas.microsoft.com/office/drawing/2014/main" id="{0C46B6DE-6006-AD4F-838A-60B5C8E9300E}"/>
                  </a:ext>
                </a:extLst>
              </p:cNvPr>
              <p:cNvCxnSpPr/>
              <p:nvPr/>
            </p:nvCxnSpPr>
            <p:spPr bwMode="auto">
              <a:xfrm flipH="1" flipV="1">
                <a:off x="2996477" y="1734877"/>
                <a:ext cx="3171" cy="123074"/>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sp>
        <p:nvSpPr>
          <p:cNvPr id="393" name="Rectangle 392">
            <a:extLst>
              <a:ext uri="{FF2B5EF4-FFF2-40B4-BE49-F238E27FC236}">
                <a16:creationId xmlns:a16="http://schemas.microsoft.com/office/drawing/2014/main" id="{55267C50-DB8C-4F4C-AB99-A2AA1F869909}"/>
              </a:ext>
            </a:extLst>
          </p:cNvPr>
          <p:cNvSpPr/>
          <p:nvPr/>
        </p:nvSpPr>
        <p:spPr>
          <a:xfrm>
            <a:off x="5074486" y="5724971"/>
            <a:ext cx="5334198" cy="1133029"/>
          </a:xfrm>
          <a:prstGeom prst="rect">
            <a:avLst/>
          </a:prstGeom>
          <a:solidFill>
            <a:srgbClr val="FFFFFF">
              <a:alpha val="80000"/>
            </a:srgbClr>
          </a:solidFill>
          <a:ln w="12700">
            <a:noFill/>
            <a:tailEnd type="arrow"/>
          </a:ln>
        </p:spPr>
        <p:txBody>
          <a:bodyPr vert="horz" wrap="none" lIns="91440" tIns="45720" rIns="91440" bIns="45720" numCol="1" rtlCol="0" anchor="t" anchorCtr="0" compatLnSpc="1">
            <a:prstTxWarp prst="textNoShape">
              <a:avLst/>
            </a:prstTxWarp>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94" name="Group 393">
            <a:extLst>
              <a:ext uri="{FF2B5EF4-FFF2-40B4-BE49-F238E27FC236}">
                <a16:creationId xmlns:a16="http://schemas.microsoft.com/office/drawing/2014/main" id="{6F7A3894-18C1-8A4D-8806-6A0BF48BF4AD}"/>
              </a:ext>
            </a:extLst>
          </p:cNvPr>
          <p:cNvGrpSpPr/>
          <p:nvPr/>
        </p:nvGrpSpPr>
        <p:grpSpPr>
          <a:xfrm>
            <a:off x="5329582" y="1276178"/>
            <a:ext cx="1023471" cy="590176"/>
            <a:chOff x="4721412" y="1277470"/>
            <a:chExt cx="1023471" cy="590176"/>
          </a:xfrm>
        </p:grpSpPr>
        <p:sp>
          <p:nvSpPr>
            <p:cNvPr id="395" name="Oval 394">
              <a:extLst>
                <a:ext uri="{FF2B5EF4-FFF2-40B4-BE49-F238E27FC236}">
                  <a16:creationId xmlns:a16="http://schemas.microsoft.com/office/drawing/2014/main" id="{D21295F4-CBC3-D74D-91E9-84EB0A8312B3}"/>
                </a:ext>
              </a:extLst>
            </p:cNvPr>
            <p:cNvSpPr/>
            <p:nvPr/>
          </p:nvSpPr>
          <p:spPr bwMode="auto">
            <a:xfrm>
              <a:off x="4721412" y="1277470"/>
              <a:ext cx="1023471" cy="590176"/>
            </a:xfrm>
            <a:prstGeom prst="ellipse">
              <a:avLst/>
            </a:prstGeom>
            <a:solidFill>
              <a:srgbClr val="008000">
                <a:alpha val="70000"/>
              </a:srgbClr>
            </a:solidFill>
            <a:ln w="9525" cap="flat" cmpd="sng" algn="ctr">
              <a:solidFill>
                <a:srgbClr val="008000"/>
              </a:solid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96" name="TextBox 395">
              <a:extLst>
                <a:ext uri="{FF2B5EF4-FFF2-40B4-BE49-F238E27FC236}">
                  <a16:creationId xmlns:a16="http://schemas.microsoft.com/office/drawing/2014/main" id="{9709A8B2-452F-074F-9A07-F4CEB75B0EC1}"/>
                </a:ext>
              </a:extLst>
            </p:cNvPr>
            <p:cNvSpPr txBox="1"/>
            <p:nvPr/>
          </p:nvSpPr>
          <p:spPr>
            <a:xfrm>
              <a:off x="4792385" y="1374585"/>
              <a:ext cx="890463" cy="369332"/>
            </a:xfrm>
            <a:prstGeom prst="rect">
              <a:avLst/>
            </a:prstGeom>
            <a:noFill/>
          </p:spPr>
          <p:txBody>
            <a:bodyPr wrap="none" rtlCol="0">
              <a:spAutoFit/>
            </a:body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routing</a:t>
              </a:r>
            </a:p>
          </p:txBody>
        </p:sp>
      </p:grpSp>
      <p:grpSp>
        <p:nvGrpSpPr>
          <p:cNvPr id="397" name="Group 396">
            <a:extLst>
              <a:ext uri="{FF2B5EF4-FFF2-40B4-BE49-F238E27FC236}">
                <a16:creationId xmlns:a16="http://schemas.microsoft.com/office/drawing/2014/main" id="{832BB644-26F9-EB49-B2B9-F35C18A9794E}"/>
              </a:ext>
            </a:extLst>
          </p:cNvPr>
          <p:cNvGrpSpPr/>
          <p:nvPr/>
        </p:nvGrpSpPr>
        <p:grpSpPr>
          <a:xfrm>
            <a:off x="6543278" y="1301675"/>
            <a:ext cx="1023471" cy="590176"/>
            <a:chOff x="6106459" y="1967753"/>
            <a:chExt cx="1023471" cy="590176"/>
          </a:xfrm>
        </p:grpSpPr>
        <p:sp>
          <p:nvSpPr>
            <p:cNvPr id="398" name="Oval 397">
              <a:extLst>
                <a:ext uri="{FF2B5EF4-FFF2-40B4-BE49-F238E27FC236}">
                  <a16:creationId xmlns:a16="http://schemas.microsoft.com/office/drawing/2014/main" id="{0FD850DE-43F1-404C-8812-C9CBCEABB43C}"/>
                </a:ext>
              </a:extLst>
            </p:cNvPr>
            <p:cNvSpPr/>
            <p:nvPr/>
          </p:nvSpPr>
          <p:spPr bwMode="auto">
            <a:xfrm>
              <a:off x="6106459" y="1967753"/>
              <a:ext cx="1023471" cy="590176"/>
            </a:xfrm>
            <a:prstGeom prst="ellipse">
              <a:avLst/>
            </a:prstGeom>
            <a:solidFill>
              <a:srgbClr val="008000">
                <a:alpha val="70000"/>
              </a:srgbClr>
            </a:solidFill>
            <a:ln w="9525" cap="flat" cmpd="sng" algn="ctr">
              <a:solidFill>
                <a:srgbClr val="008000"/>
              </a:solid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99" name="TextBox 398">
              <a:extLst>
                <a:ext uri="{FF2B5EF4-FFF2-40B4-BE49-F238E27FC236}">
                  <a16:creationId xmlns:a16="http://schemas.microsoft.com/office/drawing/2014/main" id="{F822B2FB-C8DC-DC4C-9085-9658B29E1669}"/>
                </a:ext>
              </a:extLst>
            </p:cNvPr>
            <p:cNvSpPr txBox="1"/>
            <p:nvPr/>
          </p:nvSpPr>
          <p:spPr>
            <a:xfrm>
              <a:off x="6177429" y="1997637"/>
              <a:ext cx="903087" cy="544765"/>
            </a:xfrm>
            <a:prstGeom prst="rect">
              <a:avLst/>
            </a:prstGeom>
            <a:noFill/>
          </p:spPr>
          <p:txBody>
            <a:bodyPr wrap="none" rtlCol="0">
              <a:spAutoFit/>
            </a:bodyPr>
            <a:lstStyle/>
            <a:p>
              <a:pPr marL="0" marR="0" lvl="0" indent="0" algn="ctr" defTabSz="914400" eaLnBrk="0" fontAlgn="base" latinLnBrk="0" hangingPunct="0">
                <a:lnSpc>
                  <a:spcPct val="8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access </a:t>
              </a:r>
            </a:p>
            <a:p>
              <a:pPr marL="0" marR="0" lvl="0" indent="0" algn="ctr" defTabSz="914400" eaLnBrk="0" fontAlgn="base" latinLnBrk="0" hangingPunct="0">
                <a:lnSpc>
                  <a:spcPct val="8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control</a:t>
              </a:r>
            </a:p>
          </p:txBody>
        </p:sp>
      </p:grpSp>
      <p:grpSp>
        <p:nvGrpSpPr>
          <p:cNvPr id="400" name="Group 399">
            <a:extLst>
              <a:ext uri="{FF2B5EF4-FFF2-40B4-BE49-F238E27FC236}">
                <a16:creationId xmlns:a16="http://schemas.microsoft.com/office/drawing/2014/main" id="{DA2CF06A-DF85-0143-ACE7-1A34A68C8B3F}"/>
              </a:ext>
            </a:extLst>
          </p:cNvPr>
          <p:cNvGrpSpPr/>
          <p:nvPr/>
        </p:nvGrpSpPr>
        <p:grpSpPr>
          <a:xfrm>
            <a:off x="7733171" y="1320598"/>
            <a:ext cx="1023471" cy="590176"/>
            <a:chOff x="6938682" y="977153"/>
            <a:chExt cx="1023471" cy="590176"/>
          </a:xfrm>
        </p:grpSpPr>
        <p:sp>
          <p:nvSpPr>
            <p:cNvPr id="401" name="Oval 400">
              <a:extLst>
                <a:ext uri="{FF2B5EF4-FFF2-40B4-BE49-F238E27FC236}">
                  <a16:creationId xmlns:a16="http://schemas.microsoft.com/office/drawing/2014/main" id="{4D110F55-2027-6B4C-BB63-6FA816C4CABE}"/>
                </a:ext>
              </a:extLst>
            </p:cNvPr>
            <p:cNvSpPr/>
            <p:nvPr/>
          </p:nvSpPr>
          <p:spPr bwMode="auto">
            <a:xfrm>
              <a:off x="6938682" y="977153"/>
              <a:ext cx="1023471" cy="590176"/>
            </a:xfrm>
            <a:prstGeom prst="ellipse">
              <a:avLst/>
            </a:prstGeom>
            <a:solidFill>
              <a:srgbClr val="008000">
                <a:alpha val="70000"/>
              </a:srgbClr>
            </a:solidFill>
            <a:ln w="9525" cap="flat" cmpd="sng" algn="ctr">
              <a:solidFill>
                <a:srgbClr val="008000"/>
              </a:solid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02" name="TextBox 401">
              <a:extLst>
                <a:ext uri="{FF2B5EF4-FFF2-40B4-BE49-F238E27FC236}">
                  <a16:creationId xmlns:a16="http://schemas.microsoft.com/office/drawing/2014/main" id="{FD86D31D-1B63-D042-8A15-34502F51C96A}"/>
                </a:ext>
              </a:extLst>
            </p:cNvPr>
            <p:cNvSpPr txBox="1"/>
            <p:nvPr/>
          </p:nvSpPr>
          <p:spPr>
            <a:xfrm>
              <a:off x="6964568" y="1007037"/>
              <a:ext cx="993256" cy="544765"/>
            </a:xfrm>
            <a:prstGeom prst="rect">
              <a:avLst/>
            </a:prstGeom>
            <a:noFill/>
          </p:spPr>
          <p:txBody>
            <a:bodyPr wrap="none" rtlCol="0">
              <a:spAutoFit/>
            </a:bodyPr>
            <a:lstStyle/>
            <a:p>
              <a:pPr marL="0" marR="0" lvl="0" indent="0" algn="ctr" defTabSz="914400" eaLnBrk="0" fontAlgn="base" latinLnBrk="0" hangingPunct="0">
                <a:lnSpc>
                  <a:spcPct val="8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load</a:t>
              </a:r>
            </a:p>
            <a:p>
              <a:pPr marL="0" marR="0" lvl="0" indent="0" algn="ctr" defTabSz="914400" eaLnBrk="0" fontAlgn="base" latinLnBrk="0" hangingPunct="0">
                <a:lnSpc>
                  <a:spcPct val="8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rPr>
                <a:t>balance</a:t>
              </a:r>
            </a:p>
          </p:txBody>
        </p:sp>
      </p:grpSp>
      <p:sp>
        <p:nvSpPr>
          <p:cNvPr id="403" name="Rectangle 402">
            <a:extLst>
              <a:ext uri="{FF2B5EF4-FFF2-40B4-BE49-F238E27FC236}">
                <a16:creationId xmlns:a16="http://schemas.microsoft.com/office/drawing/2014/main" id="{A5E34BB8-C23B-0F4C-98F2-59913F2820C7}"/>
              </a:ext>
            </a:extLst>
          </p:cNvPr>
          <p:cNvSpPr/>
          <p:nvPr/>
        </p:nvSpPr>
        <p:spPr>
          <a:xfrm>
            <a:off x="4711309" y="1143000"/>
            <a:ext cx="4965002" cy="783590"/>
          </a:xfrm>
          <a:prstGeom prst="rect">
            <a:avLst/>
          </a:prstGeom>
          <a:solidFill>
            <a:srgbClr val="FFFFFF">
              <a:alpha val="80000"/>
            </a:srgbClr>
          </a:solidFill>
          <a:ln w="12700">
            <a:noFill/>
            <a:tailEnd type="arrow"/>
          </a:ln>
        </p:spPr>
        <p:txBody>
          <a:bodyPr vert="horz" wrap="none" lIns="91440" tIns="45720" rIns="91440" bIns="45720" numCol="1" rtlCol="0" anchor="t" anchorCtr="0" compatLnSpc="1">
            <a:prstTxWarp prst="textNoShape">
              <a:avLst/>
            </a:prstTxWarp>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04" name="Freeform 403">
            <a:extLst>
              <a:ext uri="{FF2B5EF4-FFF2-40B4-BE49-F238E27FC236}">
                <a16:creationId xmlns:a16="http://schemas.microsoft.com/office/drawing/2014/main" id="{44A4BE97-C4AC-5C44-9AA1-75DF573B3767}"/>
              </a:ext>
            </a:extLst>
          </p:cNvPr>
          <p:cNvSpPr/>
          <p:nvPr/>
        </p:nvSpPr>
        <p:spPr bwMode="auto">
          <a:xfrm rot="10800000">
            <a:off x="10030194" y="4626242"/>
            <a:ext cx="222179" cy="1166655"/>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 name="connsiteX0" fmla="*/ 20385 w 220240"/>
              <a:gd name="connsiteY0" fmla="*/ 745656 h 1058154"/>
              <a:gd name="connsiteX1" fmla="*/ 214305 w 220240"/>
              <a:gd name="connsiteY1" fmla="*/ 0 h 1058154"/>
              <a:gd name="connsiteX2" fmla="*/ 220240 w 220240"/>
              <a:gd name="connsiteY2" fmla="*/ 1027869 h 1058154"/>
              <a:gd name="connsiteX3" fmla="*/ 68 w 220240"/>
              <a:gd name="connsiteY3" fmla="*/ 986902 h 1058154"/>
              <a:gd name="connsiteX4" fmla="*/ 20385 w 220240"/>
              <a:gd name="connsiteY4" fmla="*/ 745656 h 1058154"/>
              <a:gd name="connsiteX0" fmla="*/ 20385 w 220240"/>
              <a:gd name="connsiteY0" fmla="*/ 745656 h 1068836"/>
              <a:gd name="connsiteX1" fmla="*/ 214305 w 220240"/>
              <a:gd name="connsiteY1" fmla="*/ 0 h 1068836"/>
              <a:gd name="connsiteX2" fmla="*/ 220240 w 220240"/>
              <a:gd name="connsiteY2" fmla="*/ 1027869 h 1068836"/>
              <a:gd name="connsiteX3" fmla="*/ 68 w 220240"/>
              <a:gd name="connsiteY3" fmla="*/ 986902 h 1068836"/>
              <a:gd name="connsiteX4" fmla="*/ 20385 w 220240"/>
              <a:gd name="connsiteY4" fmla="*/ 745656 h 1068836"/>
              <a:gd name="connsiteX0" fmla="*/ 15446 w 215301"/>
              <a:gd name="connsiteY0" fmla="*/ 745656 h 1057581"/>
              <a:gd name="connsiteX1" fmla="*/ 209366 w 215301"/>
              <a:gd name="connsiteY1" fmla="*/ 0 h 1057581"/>
              <a:gd name="connsiteX2" fmla="*/ 215301 w 215301"/>
              <a:gd name="connsiteY2" fmla="*/ 1027869 h 1057581"/>
              <a:gd name="connsiteX3" fmla="*/ 87 w 215301"/>
              <a:gd name="connsiteY3" fmla="*/ 888484 h 1057581"/>
              <a:gd name="connsiteX4" fmla="*/ 15446 w 215301"/>
              <a:gd name="connsiteY4" fmla="*/ 745656 h 1057581"/>
              <a:gd name="connsiteX0" fmla="*/ 15446 w 215301"/>
              <a:gd name="connsiteY0" fmla="*/ 745656 h 1063397"/>
              <a:gd name="connsiteX1" fmla="*/ 209366 w 215301"/>
              <a:gd name="connsiteY1" fmla="*/ 0 h 1063397"/>
              <a:gd name="connsiteX2" fmla="*/ 215301 w 215301"/>
              <a:gd name="connsiteY2" fmla="*/ 1027869 h 1063397"/>
              <a:gd name="connsiteX3" fmla="*/ 87 w 215301"/>
              <a:gd name="connsiteY3" fmla="*/ 888484 h 1063397"/>
              <a:gd name="connsiteX4" fmla="*/ 15446 w 215301"/>
              <a:gd name="connsiteY4" fmla="*/ 745656 h 1063397"/>
              <a:gd name="connsiteX0" fmla="*/ 15446 w 215301"/>
              <a:gd name="connsiteY0" fmla="*/ 745656 h 1027869"/>
              <a:gd name="connsiteX1" fmla="*/ 209366 w 215301"/>
              <a:gd name="connsiteY1" fmla="*/ 0 h 1027869"/>
              <a:gd name="connsiteX2" fmla="*/ 215301 w 215301"/>
              <a:gd name="connsiteY2" fmla="*/ 1027869 h 1027869"/>
              <a:gd name="connsiteX3" fmla="*/ 87 w 215301"/>
              <a:gd name="connsiteY3" fmla="*/ 888484 h 1027869"/>
              <a:gd name="connsiteX4" fmla="*/ 15446 w 215301"/>
              <a:gd name="connsiteY4" fmla="*/ 745656 h 1027869"/>
              <a:gd name="connsiteX0" fmla="*/ 2945 w 215465"/>
              <a:gd name="connsiteY0" fmla="*/ 0 h 1166325"/>
              <a:gd name="connsiteX1" fmla="*/ 209530 w 215465"/>
              <a:gd name="connsiteY1" fmla="*/ 138456 h 1166325"/>
              <a:gd name="connsiteX2" fmla="*/ 215465 w 215465"/>
              <a:gd name="connsiteY2" fmla="*/ 1166325 h 1166325"/>
              <a:gd name="connsiteX3" fmla="*/ 251 w 215465"/>
              <a:gd name="connsiteY3" fmla="*/ 1026940 h 1166325"/>
              <a:gd name="connsiteX4" fmla="*/ 2945 w 215465"/>
              <a:gd name="connsiteY4" fmla="*/ 0 h 1166325"/>
              <a:gd name="connsiteX0" fmla="*/ 11247 w 223767"/>
              <a:gd name="connsiteY0" fmla="*/ 0 h 1166325"/>
              <a:gd name="connsiteX1" fmla="*/ 217832 w 223767"/>
              <a:gd name="connsiteY1" fmla="*/ 138456 h 1166325"/>
              <a:gd name="connsiteX2" fmla="*/ 223767 w 223767"/>
              <a:gd name="connsiteY2" fmla="*/ 1166325 h 1166325"/>
              <a:gd name="connsiteX3" fmla="*/ 110 w 223767"/>
              <a:gd name="connsiteY3" fmla="*/ 226631 h 1166325"/>
              <a:gd name="connsiteX4" fmla="*/ 11247 w 223767"/>
              <a:gd name="connsiteY4" fmla="*/ 0 h 1166325"/>
              <a:gd name="connsiteX0" fmla="*/ 11247 w 223767"/>
              <a:gd name="connsiteY0" fmla="*/ 0 h 1166325"/>
              <a:gd name="connsiteX1" fmla="*/ 217832 w 223767"/>
              <a:gd name="connsiteY1" fmla="*/ 138456 h 1166325"/>
              <a:gd name="connsiteX2" fmla="*/ 223767 w 223767"/>
              <a:gd name="connsiteY2" fmla="*/ 1166325 h 1166325"/>
              <a:gd name="connsiteX3" fmla="*/ 110 w 223767"/>
              <a:gd name="connsiteY3" fmla="*/ 226631 h 1166325"/>
              <a:gd name="connsiteX4" fmla="*/ 11247 w 223767"/>
              <a:gd name="connsiteY4" fmla="*/ 0 h 1166325"/>
              <a:gd name="connsiteX0" fmla="*/ 11247 w 223767"/>
              <a:gd name="connsiteY0" fmla="*/ 0 h 1166325"/>
              <a:gd name="connsiteX1" fmla="*/ 217832 w 223767"/>
              <a:gd name="connsiteY1" fmla="*/ 138456 h 1166325"/>
              <a:gd name="connsiteX2" fmla="*/ 223767 w 223767"/>
              <a:gd name="connsiteY2" fmla="*/ 1166325 h 1166325"/>
              <a:gd name="connsiteX3" fmla="*/ 110 w 223767"/>
              <a:gd name="connsiteY3" fmla="*/ 226631 h 1166325"/>
              <a:gd name="connsiteX4" fmla="*/ 11247 w 223767"/>
              <a:gd name="connsiteY4" fmla="*/ 0 h 1166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767" h="1166325">
                <a:moveTo>
                  <a:pt x="11247" y="0"/>
                </a:moveTo>
                <a:lnTo>
                  <a:pt x="217832" y="138456"/>
                </a:lnTo>
                <a:cubicBezTo>
                  <a:pt x="219810" y="481079"/>
                  <a:pt x="221789" y="823702"/>
                  <a:pt x="223767" y="1166325"/>
                </a:cubicBezTo>
                <a:cubicBezTo>
                  <a:pt x="98607" y="641817"/>
                  <a:pt x="99941" y="672062"/>
                  <a:pt x="110" y="226631"/>
                </a:cubicBezTo>
                <a:cubicBezTo>
                  <a:pt x="-1380" y="13351"/>
                  <a:pt x="12737" y="213280"/>
                  <a:pt x="11247" y="0"/>
                </a:cubicBezTo>
                <a:close/>
              </a:path>
            </a:pathLst>
          </a:custGeom>
          <a:gradFill rotWithShape="1">
            <a:gsLst>
              <a:gs pos="0">
                <a:srgbClr val="FFFFFF">
                  <a:lumMod val="95000"/>
                </a:srgbClr>
              </a:gs>
              <a:gs pos="100000">
                <a:srgbClr val="2D2DB9">
                  <a:lumMod val="20000"/>
                  <a:lumOff val="80000"/>
                </a:srgbClr>
              </a:gs>
            </a:gsLst>
            <a:lin ang="0" scaled="0"/>
          </a:gra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405" name="Group 950">
            <a:extLst>
              <a:ext uri="{FF2B5EF4-FFF2-40B4-BE49-F238E27FC236}">
                <a16:creationId xmlns:a16="http://schemas.microsoft.com/office/drawing/2014/main" id="{52617F47-C1D0-4D49-AE97-8CA391BBFFB0}"/>
              </a:ext>
            </a:extLst>
          </p:cNvPr>
          <p:cNvGrpSpPr>
            <a:grpSpLocks/>
          </p:cNvGrpSpPr>
          <p:nvPr/>
        </p:nvGrpSpPr>
        <p:grpSpPr bwMode="auto">
          <a:xfrm>
            <a:off x="10230703" y="5170004"/>
            <a:ext cx="251561" cy="564103"/>
            <a:chOff x="4140" y="429"/>
            <a:chExt cx="1425" cy="2396"/>
          </a:xfrm>
        </p:grpSpPr>
        <p:sp>
          <p:nvSpPr>
            <p:cNvPr id="406" name="Freeform 951">
              <a:extLst>
                <a:ext uri="{FF2B5EF4-FFF2-40B4-BE49-F238E27FC236}">
                  <a16:creationId xmlns:a16="http://schemas.microsoft.com/office/drawing/2014/main" id="{1877567D-590F-FF4B-A303-3A0911BFE1F4}"/>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07" name="Rectangle 952">
              <a:extLst>
                <a:ext uri="{FF2B5EF4-FFF2-40B4-BE49-F238E27FC236}">
                  <a16:creationId xmlns:a16="http://schemas.microsoft.com/office/drawing/2014/main" id="{C193F19E-C53C-CB4D-8337-28B24D6789FF}"/>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08" name="Freeform 953">
              <a:extLst>
                <a:ext uri="{FF2B5EF4-FFF2-40B4-BE49-F238E27FC236}">
                  <a16:creationId xmlns:a16="http://schemas.microsoft.com/office/drawing/2014/main" id="{A98C8085-6A07-3747-8DF9-BB2C3858E173}"/>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09" name="Freeform 954">
              <a:extLst>
                <a:ext uri="{FF2B5EF4-FFF2-40B4-BE49-F238E27FC236}">
                  <a16:creationId xmlns:a16="http://schemas.microsoft.com/office/drawing/2014/main" id="{584A0456-C36C-224D-95CF-99F1C2856D78}"/>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0" name="Rectangle 955">
              <a:extLst>
                <a:ext uri="{FF2B5EF4-FFF2-40B4-BE49-F238E27FC236}">
                  <a16:creationId xmlns:a16="http://schemas.microsoft.com/office/drawing/2014/main" id="{34E86CA5-847C-E04D-A41A-6CBD1EDC52B5}"/>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411" name="Group 956">
              <a:extLst>
                <a:ext uri="{FF2B5EF4-FFF2-40B4-BE49-F238E27FC236}">
                  <a16:creationId xmlns:a16="http://schemas.microsoft.com/office/drawing/2014/main" id="{DBDC7094-4338-604D-B4E5-9801E831DF74}"/>
                </a:ext>
              </a:extLst>
            </p:cNvPr>
            <p:cNvGrpSpPr>
              <a:grpSpLocks/>
            </p:cNvGrpSpPr>
            <p:nvPr/>
          </p:nvGrpSpPr>
          <p:grpSpPr bwMode="auto">
            <a:xfrm>
              <a:off x="4749" y="668"/>
              <a:ext cx="581" cy="145"/>
              <a:chOff x="614" y="2568"/>
              <a:chExt cx="725" cy="139"/>
            </a:xfrm>
          </p:grpSpPr>
          <p:sp>
            <p:nvSpPr>
              <p:cNvPr id="436" name="AutoShape 957">
                <a:extLst>
                  <a:ext uri="{FF2B5EF4-FFF2-40B4-BE49-F238E27FC236}">
                    <a16:creationId xmlns:a16="http://schemas.microsoft.com/office/drawing/2014/main" id="{7D10BCA5-BA18-1F4A-A591-F166F9AF3C31}"/>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7" name="AutoShape 958">
                <a:extLst>
                  <a:ext uri="{FF2B5EF4-FFF2-40B4-BE49-F238E27FC236}">
                    <a16:creationId xmlns:a16="http://schemas.microsoft.com/office/drawing/2014/main" id="{45689A41-20A9-1C4F-93E8-542BB62FA299}"/>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12" name="Rectangle 959">
              <a:extLst>
                <a:ext uri="{FF2B5EF4-FFF2-40B4-BE49-F238E27FC236}">
                  <a16:creationId xmlns:a16="http://schemas.microsoft.com/office/drawing/2014/main" id="{853349CC-5FA4-6D44-8143-775B178D4050}"/>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413" name="Group 960">
              <a:extLst>
                <a:ext uri="{FF2B5EF4-FFF2-40B4-BE49-F238E27FC236}">
                  <a16:creationId xmlns:a16="http://schemas.microsoft.com/office/drawing/2014/main" id="{56377391-0F55-D14D-948C-BC7E08C40F23}"/>
                </a:ext>
              </a:extLst>
            </p:cNvPr>
            <p:cNvGrpSpPr>
              <a:grpSpLocks/>
            </p:cNvGrpSpPr>
            <p:nvPr/>
          </p:nvGrpSpPr>
          <p:grpSpPr bwMode="auto">
            <a:xfrm>
              <a:off x="4747" y="994"/>
              <a:ext cx="581" cy="134"/>
              <a:chOff x="614" y="2568"/>
              <a:chExt cx="725" cy="139"/>
            </a:xfrm>
          </p:grpSpPr>
          <p:sp>
            <p:nvSpPr>
              <p:cNvPr id="434" name="AutoShape 961">
                <a:extLst>
                  <a:ext uri="{FF2B5EF4-FFF2-40B4-BE49-F238E27FC236}">
                    <a16:creationId xmlns:a16="http://schemas.microsoft.com/office/drawing/2014/main" id="{4C4AFD26-70F6-A941-A9F0-04DD1A2268FC}"/>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5" name="AutoShape 962">
                <a:extLst>
                  <a:ext uri="{FF2B5EF4-FFF2-40B4-BE49-F238E27FC236}">
                    <a16:creationId xmlns:a16="http://schemas.microsoft.com/office/drawing/2014/main" id="{3C65D175-CAC7-8B43-988F-73D814A35485}"/>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14" name="Rectangle 963">
              <a:extLst>
                <a:ext uri="{FF2B5EF4-FFF2-40B4-BE49-F238E27FC236}">
                  <a16:creationId xmlns:a16="http://schemas.microsoft.com/office/drawing/2014/main" id="{9A1F0DC2-3DCE-4649-A0D2-A22A6E9BAFE3}"/>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5" name="Rectangle 964">
              <a:extLst>
                <a:ext uri="{FF2B5EF4-FFF2-40B4-BE49-F238E27FC236}">
                  <a16:creationId xmlns:a16="http://schemas.microsoft.com/office/drawing/2014/main" id="{FA6D6911-9874-F549-9C02-3608B7D22A1E}"/>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416" name="Group 965">
              <a:extLst>
                <a:ext uri="{FF2B5EF4-FFF2-40B4-BE49-F238E27FC236}">
                  <a16:creationId xmlns:a16="http://schemas.microsoft.com/office/drawing/2014/main" id="{24CF5AC7-BF55-1348-ADA8-EB7A9C16E3AD}"/>
                </a:ext>
              </a:extLst>
            </p:cNvPr>
            <p:cNvGrpSpPr>
              <a:grpSpLocks/>
            </p:cNvGrpSpPr>
            <p:nvPr/>
          </p:nvGrpSpPr>
          <p:grpSpPr bwMode="auto">
            <a:xfrm>
              <a:off x="4735" y="1627"/>
              <a:ext cx="582" cy="151"/>
              <a:chOff x="614" y="2568"/>
              <a:chExt cx="725" cy="139"/>
            </a:xfrm>
          </p:grpSpPr>
          <p:sp>
            <p:nvSpPr>
              <p:cNvPr id="432" name="AutoShape 966">
                <a:extLst>
                  <a:ext uri="{FF2B5EF4-FFF2-40B4-BE49-F238E27FC236}">
                    <a16:creationId xmlns:a16="http://schemas.microsoft.com/office/drawing/2014/main" id="{58A87E0F-D5D2-3C41-BA13-970F26F914F2}"/>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3" name="AutoShape 967">
                <a:extLst>
                  <a:ext uri="{FF2B5EF4-FFF2-40B4-BE49-F238E27FC236}">
                    <a16:creationId xmlns:a16="http://schemas.microsoft.com/office/drawing/2014/main" id="{787FF90A-D408-FE40-86E8-18D1D250E2C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17" name="Freeform 968">
              <a:extLst>
                <a:ext uri="{FF2B5EF4-FFF2-40B4-BE49-F238E27FC236}">
                  <a16:creationId xmlns:a16="http://schemas.microsoft.com/office/drawing/2014/main" id="{BED5794D-41F5-5A45-9EAD-C96FE37F827D}"/>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418" name="Group 969">
              <a:extLst>
                <a:ext uri="{FF2B5EF4-FFF2-40B4-BE49-F238E27FC236}">
                  <a16:creationId xmlns:a16="http://schemas.microsoft.com/office/drawing/2014/main" id="{CDA75218-F78E-6247-A5D9-2F05D0CCEAD6}"/>
                </a:ext>
              </a:extLst>
            </p:cNvPr>
            <p:cNvGrpSpPr>
              <a:grpSpLocks/>
            </p:cNvGrpSpPr>
            <p:nvPr/>
          </p:nvGrpSpPr>
          <p:grpSpPr bwMode="auto">
            <a:xfrm>
              <a:off x="4739" y="1327"/>
              <a:ext cx="582" cy="139"/>
              <a:chOff x="614" y="2568"/>
              <a:chExt cx="725" cy="139"/>
            </a:xfrm>
          </p:grpSpPr>
          <p:sp>
            <p:nvSpPr>
              <p:cNvPr id="430" name="AutoShape 970">
                <a:extLst>
                  <a:ext uri="{FF2B5EF4-FFF2-40B4-BE49-F238E27FC236}">
                    <a16:creationId xmlns:a16="http://schemas.microsoft.com/office/drawing/2014/main" id="{CE06864D-BF8C-3F46-BEBA-C9D3E7C2DA41}"/>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1" name="AutoShape 971">
                <a:extLst>
                  <a:ext uri="{FF2B5EF4-FFF2-40B4-BE49-F238E27FC236}">
                    <a16:creationId xmlns:a16="http://schemas.microsoft.com/office/drawing/2014/main" id="{F71E2E3D-084A-6E41-BFE8-203830EBC824}"/>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19" name="Rectangle 972">
              <a:extLst>
                <a:ext uri="{FF2B5EF4-FFF2-40B4-BE49-F238E27FC236}">
                  <a16:creationId xmlns:a16="http://schemas.microsoft.com/office/drawing/2014/main" id="{3C21695C-3CBC-214E-B575-3A414E77F7E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0" name="Freeform 973">
              <a:extLst>
                <a:ext uri="{FF2B5EF4-FFF2-40B4-BE49-F238E27FC236}">
                  <a16:creationId xmlns:a16="http://schemas.microsoft.com/office/drawing/2014/main" id="{3DF132D8-92AF-704D-ADED-E54AD352C9F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1" name="Freeform 974">
              <a:extLst>
                <a:ext uri="{FF2B5EF4-FFF2-40B4-BE49-F238E27FC236}">
                  <a16:creationId xmlns:a16="http://schemas.microsoft.com/office/drawing/2014/main" id="{285BE7D0-0CB2-594F-9222-784EA37CC2A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2" name="Oval 975">
              <a:extLst>
                <a:ext uri="{FF2B5EF4-FFF2-40B4-BE49-F238E27FC236}">
                  <a16:creationId xmlns:a16="http://schemas.microsoft.com/office/drawing/2014/main" id="{376BBC3E-D29B-9A4F-A519-2571921C8142}"/>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3" name="Freeform 976">
              <a:extLst>
                <a:ext uri="{FF2B5EF4-FFF2-40B4-BE49-F238E27FC236}">
                  <a16:creationId xmlns:a16="http://schemas.microsoft.com/office/drawing/2014/main" id="{8B3C1CC2-B0C4-E84C-BB19-E6C62641D3AF}"/>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4" name="AutoShape 977">
              <a:extLst>
                <a:ext uri="{FF2B5EF4-FFF2-40B4-BE49-F238E27FC236}">
                  <a16:creationId xmlns:a16="http://schemas.microsoft.com/office/drawing/2014/main" id="{2941789A-2ED5-AF49-91BD-F70F5B12EDD9}"/>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5" name="AutoShape 978">
              <a:extLst>
                <a:ext uri="{FF2B5EF4-FFF2-40B4-BE49-F238E27FC236}">
                  <a16:creationId xmlns:a16="http://schemas.microsoft.com/office/drawing/2014/main" id="{B1327524-6037-444C-B79A-1892DCAAD09A}"/>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6" name="Oval 979">
              <a:extLst>
                <a:ext uri="{FF2B5EF4-FFF2-40B4-BE49-F238E27FC236}">
                  <a16:creationId xmlns:a16="http://schemas.microsoft.com/office/drawing/2014/main" id="{95FF13D4-DE0B-9945-BC13-4A84638A9BA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7" name="Oval 980">
              <a:extLst>
                <a:ext uri="{FF2B5EF4-FFF2-40B4-BE49-F238E27FC236}">
                  <a16:creationId xmlns:a16="http://schemas.microsoft.com/office/drawing/2014/main" id="{54E49FD3-0578-3040-8398-37DFF03FFBAC}"/>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428" name="Oval 981">
              <a:extLst>
                <a:ext uri="{FF2B5EF4-FFF2-40B4-BE49-F238E27FC236}">
                  <a16:creationId xmlns:a16="http://schemas.microsoft.com/office/drawing/2014/main" id="{0A8BB100-B111-0847-A2AA-E6107BA58AAA}"/>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9" name="Rectangle 982">
              <a:extLst>
                <a:ext uri="{FF2B5EF4-FFF2-40B4-BE49-F238E27FC236}">
                  <a16:creationId xmlns:a16="http://schemas.microsoft.com/office/drawing/2014/main" id="{D514F7EC-0F45-4744-BA7B-7CC3DE0E7DD3}"/>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38" name="TextBox 437">
            <a:extLst>
              <a:ext uri="{FF2B5EF4-FFF2-40B4-BE49-F238E27FC236}">
                <a16:creationId xmlns:a16="http://schemas.microsoft.com/office/drawing/2014/main" id="{680C9B80-3207-1745-AC49-44A2EC7C04CE}"/>
              </a:ext>
            </a:extLst>
          </p:cNvPr>
          <p:cNvSpPr txBox="1"/>
          <p:nvPr/>
        </p:nvSpPr>
        <p:spPr>
          <a:xfrm>
            <a:off x="776613" y="4804221"/>
            <a:ext cx="4033380" cy="1089529"/>
          </a:xfrm>
          <a:prstGeom prst="rect">
            <a:avLst/>
          </a:prstGeom>
          <a:noFill/>
        </p:spPr>
        <p:txBody>
          <a:bodyPr wrap="square" rtlCol="0">
            <a:spAutoFit/>
          </a:bodyPr>
          <a:lstStyle/>
          <a:p>
            <a:pPr eaLnBrk="0" fontAlgn="base" hangingPunct="0">
              <a:lnSpc>
                <a:spcPct val="90000"/>
              </a:lnSpc>
              <a:spcBef>
                <a:spcPct val="0"/>
              </a:spcBef>
              <a:spcAft>
                <a:spcPct val="0"/>
              </a:spcAft>
            </a:pPr>
            <a:r>
              <a:rPr lang="en-US" sz="2400" i="1" dirty="0">
                <a:solidFill>
                  <a:srgbClr val="CC0000"/>
                </a:solidFill>
                <a:ea typeface="ＭＳ Ｐゴシック" charset="0"/>
              </a:rPr>
              <a:t>communication</a:t>
            </a:r>
            <a:r>
              <a:rPr lang="en-US" sz="2400" dirty="0">
                <a:solidFill>
                  <a:srgbClr val="000000"/>
                </a:solidFill>
                <a:ea typeface="ＭＳ Ｐゴシック" charset="0"/>
              </a:rPr>
              <a:t>: communicate between SDN controller and controlled switches</a:t>
            </a:r>
          </a:p>
        </p:txBody>
      </p:sp>
      <p:sp>
        <p:nvSpPr>
          <p:cNvPr id="439" name="TextBox 438">
            <a:extLst>
              <a:ext uri="{FF2B5EF4-FFF2-40B4-BE49-F238E27FC236}">
                <a16:creationId xmlns:a16="http://schemas.microsoft.com/office/drawing/2014/main" id="{F5135EA7-4D97-574F-9DD5-FBB4B7FF77AA}"/>
              </a:ext>
            </a:extLst>
          </p:cNvPr>
          <p:cNvSpPr txBox="1"/>
          <p:nvPr/>
        </p:nvSpPr>
        <p:spPr>
          <a:xfrm>
            <a:off x="764087" y="3239842"/>
            <a:ext cx="4158641" cy="1421928"/>
          </a:xfrm>
          <a:prstGeom prst="rect">
            <a:avLst/>
          </a:prstGeom>
          <a:noFill/>
        </p:spPr>
        <p:txBody>
          <a:bodyPr wrap="square" rtlCol="0">
            <a:spAutoFit/>
          </a:bodyPr>
          <a:lstStyle/>
          <a:p>
            <a:pPr eaLnBrk="0" fontAlgn="base" hangingPunct="0">
              <a:lnSpc>
                <a:spcPct val="90000"/>
              </a:lnSpc>
              <a:spcBef>
                <a:spcPct val="0"/>
              </a:spcBef>
              <a:spcAft>
                <a:spcPct val="0"/>
              </a:spcAft>
            </a:pPr>
            <a:r>
              <a:rPr lang="en-US" sz="2400" dirty="0">
                <a:solidFill>
                  <a:srgbClr val="CC0000"/>
                </a:solidFill>
                <a:ea typeface="ＭＳ Ｐゴシック" charset="0"/>
              </a:rPr>
              <a:t>network-wide state management </a:t>
            </a:r>
            <a:r>
              <a:rPr lang="en-US" sz="2400" dirty="0">
                <a:solidFill>
                  <a:srgbClr val="000000"/>
                </a:solidFill>
                <a:ea typeface="ＭＳ Ｐゴシック" charset="0"/>
              </a:rPr>
              <a:t>: state of networks links, switches, services: a </a:t>
            </a:r>
            <a:r>
              <a:rPr lang="en-US" sz="2400" i="1" dirty="0">
                <a:solidFill>
                  <a:srgbClr val="000099"/>
                </a:solidFill>
                <a:ea typeface="ＭＳ Ｐゴシック" charset="0"/>
              </a:rPr>
              <a:t>distributed database</a:t>
            </a:r>
          </a:p>
        </p:txBody>
      </p:sp>
      <p:sp>
        <p:nvSpPr>
          <p:cNvPr id="440" name="TextBox 439">
            <a:extLst>
              <a:ext uri="{FF2B5EF4-FFF2-40B4-BE49-F238E27FC236}">
                <a16:creationId xmlns:a16="http://schemas.microsoft.com/office/drawing/2014/main" id="{DBC448FE-87C5-8449-B9FC-78D9333E9024}"/>
              </a:ext>
            </a:extLst>
          </p:cNvPr>
          <p:cNvSpPr txBox="1"/>
          <p:nvPr/>
        </p:nvSpPr>
        <p:spPr>
          <a:xfrm>
            <a:off x="764087" y="2232898"/>
            <a:ext cx="4073330" cy="757130"/>
          </a:xfrm>
          <a:prstGeom prst="rect">
            <a:avLst/>
          </a:prstGeom>
          <a:noFill/>
        </p:spPr>
        <p:txBody>
          <a:bodyPr wrap="square" rtlCol="0">
            <a:spAutoFit/>
          </a:bodyPr>
          <a:lstStyle/>
          <a:p>
            <a:pPr eaLnBrk="0" fontAlgn="base" hangingPunct="0">
              <a:lnSpc>
                <a:spcPct val="90000"/>
              </a:lnSpc>
              <a:spcBef>
                <a:spcPct val="0"/>
              </a:spcBef>
              <a:spcAft>
                <a:spcPct val="0"/>
              </a:spcAft>
            </a:pPr>
            <a:r>
              <a:rPr lang="en-US" sz="2400" dirty="0">
                <a:solidFill>
                  <a:srgbClr val="CC0000"/>
                </a:solidFill>
                <a:ea typeface="ＭＳ Ｐゴシック" charset="0"/>
              </a:rPr>
              <a:t>interface layer to network control apps: </a:t>
            </a:r>
            <a:r>
              <a:rPr lang="en-US" sz="2400" dirty="0">
                <a:solidFill>
                  <a:srgbClr val="000000"/>
                </a:solidFill>
                <a:ea typeface="ＭＳ Ｐゴシック" charset="0"/>
              </a:rPr>
              <a:t>abstractions API</a:t>
            </a:r>
            <a:endParaRPr lang="en-US" sz="2400" i="1" dirty="0">
              <a:solidFill>
                <a:srgbClr val="000000"/>
              </a:solidFill>
              <a:ea typeface="ＭＳ Ｐゴシック" charset="0"/>
            </a:endParaRPr>
          </a:p>
        </p:txBody>
      </p:sp>
    </p:spTree>
    <p:extLst>
      <p:ext uri="{BB962C8B-B14F-4D97-AF65-F5344CB8AC3E}">
        <p14:creationId xmlns:p14="http://schemas.microsoft.com/office/powerpoint/2010/main" val="37895361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38"/>
                                        </p:tgtEl>
                                        <p:attrNameLst>
                                          <p:attrName>style.visibility</p:attrName>
                                        </p:attrNameLst>
                                      </p:cBhvr>
                                      <p:to>
                                        <p:strVal val="visible"/>
                                      </p:to>
                                    </p:set>
                                    <p:animEffect transition="in" filter="dissolve">
                                      <p:cBhvr>
                                        <p:cTn id="7" dur="500"/>
                                        <p:tgtEl>
                                          <p:spTgt spid="43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439"/>
                                        </p:tgtEl>
                                        <p:attrNameLst>
                                          <p:attrName>style.visibility</p:attrName>
                                        </p:attrNameLst>
                                      </p:cBhvr>
                                      <p:to>
                                        <p:strVal val="visible"/>
                                      </p:to>
                                    </p:set>
                                    <p:animEffect transition="in" filter="dissolve">
                                      <p:cBhvr>
                                        <p:cTn id="12" dur="500"/>
                                        <p:tgtEl>
                                          <p:spTgt spid="43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440"/>
                                        </p:tgtEl>
                                        <p:attrNameLst>
                                          <p:attrName>style.visibility</p:attrName>
                                        </p:attrNameLst>
                                      </p:cBhvr>
                                      <p:to>
                                        <p:strVal val="visible"/>
                                      </p:to>
                                    </p:set>
                                    <p:animEffect transition="in" filter="dissolve">
                                      <p:cBhvr>
                                        <p:cTn id="17" dur="500"/>
                                        <p:tgtEl>
                                          <p:spTgt spid="4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8" grpId="0"/>
      <p:bldP spid="439" grpId="0"/>
      <p:bldP spid="440"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ECD85E7-B9DB-9043-B7EC-8C0919E801A1}"/>
              </a:ext>
            </a:extLst>
          </p:cNvPr>
          <p:cNvSpPr>
            <a:spLocks noGrp="1"/>
          </p:cNvSpPr>
          <p:nvPr>
            <p:ph type="title"/>
          </p:nvPr>
        </p:nvSpPr>
        <p:spPr>
          <a:xfrm>
            <a:off x="838200" y="364139"/>
            <a:ext cx="10515600" cy="894622"/>
          </a:xfrm>
        </p:spPr>
        <p:txBody>
          <a:bodyPr>
            <a:normAutofit/>
          </a:bodyPr>
          <a:lstStyle/>
          <a:p>
            <a:r>
              <a:rPr lang="en-US" dirty="0"/>
              <a:t>OpenFlow protocol</a:t>
            </a:r>
          </a:p>
        </p:txBody>
      </p:sp>
      <p:sp>
        <p:nvSpPr>
          <p:cNvPr id="4" name="Slide Number Placeholder 3">
            <a:extLst>
              <a:ext uri="{FF2B5EF4-FFF2-40B4-BE49-F238E27FC236}">
                <a16:creationId xmlns:a16="http://schemas.microsoft.com/office/drawing/2014/main" id="{A8F71119-17C6-6045-B8FE-FECA68C801C0}"/>
              </a:ext>
            </a:extLst>
          </p:cNvPr>
          <p:cNvSpPr>
            <a:spLocks noGrp="1"/>
          </p:cNvSpPr>
          <p:nvPr>
            <p:ph type="sldNum" sz="quarter" idx="4"/>
          </p:nvPr>
        </p:nvSpPr>
        <p:spPr/>
        <p:txBody>
          <a:bodyPr/>
          <a:lstStyle/>
          <a:p>
            <a:r>
              <a:rPr lang="en-US" dirty="0"/>
              <a:t>Network Layer: 5-</a:t>
            </a:r>
            <a:fld id="{C4204591-24BD-A542-B9D5-F8D8A88D2FEE}" type="slidenum">
              <a:rPr lang="en-US" smtClean="0"/>
              <a:pPr/>
              <a:t>71</a:t>
            </a:fld>
            <a:endParaRPr lang="en-US" dirty="0"/>
          </a:p>
        </p:txBody>
      </p:sp>
      <p:sp>
        <p:nvSpPr>
          <p:cNvPr id="247" name="Content Placeholder 3">
            <a:extLst>
              <a:ext uri="{FF2B5EF4-FFF2-40B4-BE49-F238E27FC236}">
                <a16:creationId xmlns:a16="http://schemas.microsoft.com/office/drawing/2014/main" id="{A2095929-467E-784A-A05A-6CE113CF3D5B}"/>
              </a:ext>
            </a:extLst>
          </p:cNvPr>
          <p:cNvSpPr txBox="1">
            <a:spLocks/>
          </p:cNvSpPr>
          <p:nvPr/>
        </p:nvSpPr>
        <p:spPr bwMode="auto">
          <a:xfrm>
            <a:off x="863251" y="1363220"/>
            <a:ext cx="6088694" cy="46482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R="0" lvl="0" indent="-280988" algn="l" defTabSz="914400" rtl="0" eaLnBrk="0" fontAlgn="base" latinLnBrk="0" hangingPunct="0">
              <a:lnSpc>
                <a:spcPct val="100000"/>
              </a:lnSpc>
              <a:spcBef>
                <a:spcPct val="20000"/>
              </a:spcBef>
              <a:spcAft>
                <a:spcPct val="0"/>
              </a:spcAft>
              <a:buClr>
                <a:srgbClr val="000099"/>
              </a:buClr>
              <a:buSzPct val="100000"/>
              <a:buFont typeface="Wingdings" charset="2"/>
              <a:buChar char="§"/>
              <a:defRPr/>
            </a:pPr>
            <a:r>
              <a:rPr kumimoji="0" lang="en-US" sz="2800" b="0" i="0" u="none" strike="noStrike" kern="0" cap="none" spc="0" normalizeH="0" baseline="0" noProof="0" dirty="0">
                <a:ln>
                  <a:noFill/>
                </a:ln>
                <a:solidFill>
                  <a:srgbClr val="000000"/>
                </a:solidFill>
                <a:effectLst/>
                <a:uLnTx/>
                <a:uFillTx/>
                <a:ea typeface="ＭＳ Ｐゴシック" charset="0"/>
              </a:rPr>
              <a:t>operates between controller, switch</a:t>
            </a:r>
          </a:p>
          <a:p>
            <a:pPr marR="0" lvl="0" indent="-280988" algn="l" defTabSz="914400" rtl="0" eaLnBrk="0" fontAlgn="base" latinLnBrk="0" hangingPunct="0">
              <a:lnSpc>
                <a:spcPct val="100000"/>
              </a:lnSpc>
              <a:spcBef>
                <a:spcPct val="20000"/>
              </a:spcBef>
              <a:spcAft>
                <a:spcPct val="0"/>
              </a:spcAft>
              <a:buClr>
                <a:srgbClr val="000099"/>
              </a:buClr>
              <a:buSzPct val="100000"/>
              <a:buFont typeface="Wingdings" charset="2"/>
              <a:buChar char="§"/>
              <a:defRPr/>
            </a:pPr>
            <a:r>
              <a:rPr kumimoji="0" lang="en-US" sz="2800" b="0" i="0" u="none" strike="noStrike" kern="0" cap="none" spc="0" normalizeH="0" baseline="0" noProof="0" dirty="0">
                <a:ln>
                  <a:noFill/>
                </a:ln>
                <a:solidFill>
                  <a:srgbClr val="000000"/>
                </a:solidFill>
                <a:effectLst/>
                <a:uLnTx/>
                <a:uFillTx/>
                <a:ea typeface="ＭＳ Ｐゴシック" charset="0"/>
              </a:rPr>
              <a:t>TCP used to exchange messages</a:t>
            </a:r>
          </a:p>
          <a:p>
            <a:pPr marL="742950" marR="0" lvl="1" indent="-285750" algn="l" defTabSz="914400" rtl="0" eaLnBrk="0" fontAlgn="base" latinLnBrk="0" hangingPunct="0">
              <a:lnSpc>
                <a:spcPct val="100000"/>
              </a:lnSpc>
              <a:spcBef>
                <a:spcPct val="20000"/>
              </a:spcBef>
              <a:spcAft>
                <a:spcPct val="0"/>
              </a:spcAft>
              <a:buClr>
                <a:srgbClr val="000099"/>
              </a:buClr>
              <a:buSzTx/>
              <a:buFont typeface="Arial"/>
              <a:buChar char="•"/>
              <a:tabLst/>
              <a:defRPr/>
            </a:pPr>
            <a:r>
              <a:rPr kumimoji="0" lang="en-US" sz="2400" b="0" i="0" u="none" strike="noStrike" kern="0" cap="none" spc="0" normalizeH="0" baseline="0" noProof="0" dirty="0">
                <a:ln>
                  <a:noFill/>
                </a:ln>
                <a:solidFill>
                  <a:srgbClr val="000000"/>
                </a:solidFill>
                <a:effectLst/>
                <a:uLnTx/>
                <a:uFillTx/>
                <a:ea typeface="ＭＳ Ｐゴシック" charset="0"/>
              </a:rPr>
              <a:t>optional encryption</a:t>
            </a:r>
          </a:p>
          <a:p>
            <a:pPr marR="0" lvl="0" indent="-280988" algn="l" defTabSz="914400" rtl="0" eaLnBrk="0" fontAlgn="base" latinLnBrk="0" hangingPunct="0">
              <a:lnSpc>
                <a:spcPct val="100000"/>
              </a:lnSpc>
              <a:spcBef>
                <a:spcPct val="20000"/>
              </a:spcBef>
              <a:spcAft>
                <a:spcPct val="0"/>
              </a:spcAft>
              <a:buClr>
                <a:srgbClr val="000099"/>
              </a:buClr>
              <a:buSzPct val="100000"/>
              <a:buFont typeface="Wingdings" charset="2"/>
              <a:buChar char="§"/>
              <a:defRPr/>
            </a:pPr>
            <a:r>
              <a:rPr kumimoji="0" lang="en-US" sz="2800" b="0" i="0" u="none" strike="noStrike" kern="0" cap="none" spc="0" normalizeH="0" baseline="0" noProof="0" dirty="0">
                <a:ln>
                  <a:noFill/>
                </a:ln>
                <a:solidFill>
                  <a:srgbClr val="000000"/>
                </a:solidFill>
                <a:effectLst/>
                <a:uLnTx/>
                <a:uFillTx/>
                <a:ea typeface="ＭＳ Ｐゴシック" charset="0"/>
              </a:rPr>
              <a:t>three classes of  OpenFlow messages:</a:t>
            </a:r>
          </a:p>
          <a:p>
            <a:pPr marL="742950" marR="0" lvl="1" indent="-285750" algn="l" defTabSz="914400" rtl="0" eaLnBrk="0" fontAlgn="base" latinLnBrk="0" hangingPunct="0">
              <a:lnSpc>
                <a:spcPct val="100000"/>
              </a:lnSpc>
              <a:spcBef>
                <a:spcPct val="20000"/>
              </a:spcBef>
              <a:spcAft>
                <a:spcPct val="0"/>
              </a:spcAft>
              <a:buClr>
                <a:srgbClr val="000099"/>
              </a:buClr>
              <a:buSzTx/>
              <a:buFont typeface="Arial"/>
              <a:buChar char="•"/>
              <a:tabLst/>
              <a:defRPr/>
            </a:pPr>
            <a:r>
              <a:rPr kumimoji="0" lang="en-US" sz="2400" b="0" i="0" u="none" strike="noStrike" kern="0" cap="none" spc="0" normalizeH="0" baseline="0" noProof="0" dirty="0">
                <a:ln>
                  <a:noFill/>
                </a:ln>
                <a:solidFill>
                  <a:srgbClr val="000000"/>
                </a:solidFill>
                <a:effectLst/>
                <a:uLnTx/>
                <a:uFillTx/>
                <a:ea typeface="ＭＳ Ｐゴシック" charset="0"/>
              </a:rPr>
              <a:t>controller-to-switch</a:t>
            </a:r>
          </a:p>
          <a:p>
            <a:pPr marL="742950" marR="0" lvl="1" indent="-285750" algn="l" defTabSz="914400" rtl="0" eaLnBrk="0" fontAlgn="base" latinLnBrk="0" hangingPunct="0">
              <a:lnSpc>
                <a:spcPct val="100000"/>
              </a:lnSpc>
              <a:spcBef>
                <a:spcPct val="20000"/>
              </a:spcBef>
              <a:spcAft>
                <a:spcPct val="0"/>
              </a:spcAft>
              <a:buClr>
                <a:srgbClr val="000099"/>
              </a:buClr>
              <a:buSzTx/>
              <a:buFont typeface="Arial"/>
              <a:buChar char="•"/>
              <a:tabLst/>
              <a:defRPr/>
            </a:pPr>
            <a:r>
              <a:rPr kumimoji="0" lang="en-US" sz="2400" b="0" i="0" u="none" strike="noStrike" kern="0" cap="none" spc="0" normalizeH="0" baseline="0" noProof="0" dirty="0">
                <a:ln>
                  <a:noFill/>
                </a:ln>
                <a:solidFill>
                  <a:srgbClr val="000000"/>
                </a:solidFill>
                <a:effectLst/>
                <a:uLnTx/>
                <a:uFillTx/>
                <a:ea typeface="ＭＳ Ｐゴシック" charset="0"/>
              </a:rPr>
              <a:t>asynchronous (switch to controller)</a:t>
            </a:r>
          </a:p>
          <a:p>
            <a:pPr marL="742950" marR="0" lvl="1" indent="-285750" algn="l" defTabSz="914400" rtl="0" eaLnBrk="0" fontAlgn="base" latinLnBrk="0" hangingPunct="0">
              <a:lnSpc>
                <a:spcPct val="100000"/>
              </a:lnSpc>
              <a:spcBef>
                <a:spcPct val="20000"/>
              </a:spcBef>
              <a:spcAft>
                <a:spcPct val="0"/>
              </a:spcAft>
              <a:buClr>
                <a:srgbClr val="000099"/>
              </a:buClr>
              <a:buSzTx/>
              <a:buFont typeface="Arial"/>
              <a:buChar char="•"/>
              <a:tabLst/>
              <a:defRPr/>
            </a:pPr>
            <a:r>
              <a:rPr kumimoji="0" lang="en-US" sz="2400" b="0" i="0" u="none" strike="noStrike" kern="0" cap="none" spc="0" normalizeH="0" baseline="0" noProof="0" dirty="0">
                <a:ln>
                  <a:noFill/>
                </a:ln>
                <a:solidFill>
                  <a:srgbClr val="000000"/>
                </a:solidFill>
                <a:effectLst/>
                <a:uLnTx/>
                <a:uFillTx/>
                <a:ea typeface="ＭＳ Ｐゴシック" charset="0"/>
              </a:rPr>
              <a:t>symmetric (misc.)</a:t>
            </a:r>
          </a:p>
          <a:p>
            <a:pPr marL="347663" indent="-285750">
              <a:lnSpc>
                <a:spcPct val="100000"/>
              </a:lnSpc>
              <a:buSzTx/>
              <a:buFont typeface="Wingdings" pitchFamily="2" charset="2"/>
              <a:buChar char="§"/>
            </a:pPr>
            <a:r>
              <a:rPr lang="en-US" kern="0" dirty="0">
                <a:solidFill>
                  <a:srgbClr val="000000"/>
                </a:solidFill>
              </a:rPr>
              <a:t>distinct from OpenFlow API</a:t>
            </a:r>
          </a:p>
          <a:p>
            <a:pPr marL="744538" lvl="1" indent="-282575">
              <a:lnSpc>
                <a:spcPct val="100000"/>
              </a:lnSpc>
              <a:buFont typeface="Arial" panose="020B0604020202020204" pitchFamily="34" charset="0"/>
              <a:buChar char="•"/>
            </a:pPr>
            <a:r>
              <a:rPr lang="en-US" kern="0" dirty="0">
                <a:solidFill>
                  <a:srgbClr val="000000"/>
                </a:solidFill>
              </a:rPr>
              <a:t>API used to specify  generalized forwarding actions</a:t>
            </a:r>
            <a:endParaRPr kumimoji="0" lang="en-US" b="0" i="0" u="none" strike="noStrike" kern="0" cap="none" spc="0" normalizeH="0" baseline="0" noProof="0" dirty="0">
              <a:ln>
                <a:noFill/>
              </a:ln>
              <a:solidFill>
                <a:srgbClr val="000000"/>
              </a:solidFill>
              <a:effectLst/>
              <a:uLnTx/>
              <a:uFillTx/>
            </a:endParaRPr>
          </a:p>
        </p:txBody>
      </p:sp>
      <p:grpSp>
        <p:nvGrpSpPr>
          <p:cNvPr id="128" name="Group 127">
            <a:extLst>
              <a:ext uri="{FF2B5EF4-FFF2-40B4-BE49-F238E27FC236}">
                <a16:creationId xmlns:a16="http://schemas.microsoft.com/office/drawing/2014/main" id="{BF49B015-168B-FE46-A826-60399DD149DA}"/>
              </a:ext>
            </a:extLst>
          </p:cNvPr>
          <p:cNvGrpSpPr/>
          <p:nvPr/>
        </p:nvGrpSpPr>
        <p:grpSpPr>
          <a:xfrm>
            <a:off x="7839227" y="1446146"/>
            <a:ext cx="3616623" cy="3732173"/>
            <a:chOff x="7686822" y="1446146"/>
            <a:chExt cx="3616623" cy="3732173"/>
          </a:xfrm>
        </p:grpSpPr>
        <p:grpSp>
          <p:nvGrpSpPr>
            <p:cNvPr id="129" name="Group 950">
              <a:extLst>
                <a:ext uri="{FF2B5EF4-FFF2-40B4-BE49-F238E27FC236}">
                  <a16:creationId xmlns:a16="http://schemas.microsoft.com/office/drawing/2014/main" id="{4EAEDFFF-3D36-3C46-916B-C2D3D9CB0559}"/>
                </a:ext>
              </a:extLst>
            </p:cNvPr>
            <p:cNvGrpSpPr>
              <a:grpSpLocks/>
            </p:cNvGrpSpPr>
            <p:nvPr/>
          </p:nvGrpSpPr>
          <p:grpSpPr bwMode="auto">
            <a:xfrm>
              <a:off x="8811490" y="2119745"/>
              <a:ext cx="440889" cy="845230"/>
              <a:chOff x="4140" y="429"/>
              <a:chExt cx="1425" cy="2396"/>
            </a:xfrm>
          </p:grpSpPr>
          <p:sp>
            <p:nvSpPr>
              <p:cNvPr id="174" name="Freeform 951">
                <a:extLst>
                  <a:ext uri="{FF2B5EF4-FFF2-40B4-BE49-F238E27FC236}">
                    <a16:creationId xmlns:a16="http://schemas.microsoft.com/office/drawing/2014/main" id="{E50181C5-B5C7-D144-8F88-D9495C027635}"/>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5" name="Rectangle 952">
                <a:extLst>
                  <a:ext uri="{FF2B5EF4-FFF2-40B4-BE49-F238E27FC236}">
                    <a16:creationId xmlns:a16="http://schemas.microsoft.com/office/drawing/2014/main" id="{6D544F60-D94E-BF42-A834-2624BAF7E25B}"/>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6" name="Freeform 953">
                <a:extLst>
                  <a:ext uri="{FF2B5EF4-FFF2-40B4-BE49-F238E27FC236}">
                    <a16:creationId xmlns:a16="http://schemas.microsoft.com/office/drawing/2014/main" id="{6365F75B-01F3-BC49-8C0D-968B42419A3E}"/>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7" name="Freeform 954">
                <a:extLst>
                  <a:ext uri="{FF2B5EF4-FFF2-40B4-BE49-F238E27FC236}">
                    <a16:creationId xmlns:a16="http://schemas.microsoft.com/office/drawing/2014/main" id="{AD10B147-8033-E449-A9CC-C6DA33E27931}"/>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8" name="Rectangle 955">
                <a:extLst>
                  <a:ext uri="{FF2B5EF4-FFF2-40B4-BE49-F238E27FC236}">
                    <a16:creationId xmlns:a16="http://schemas.microsoft.com/office/drawing/2014/main" id="{CC48B4AE-5026-594F-8FAE-41F6043B76F6}"/>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79" name="Group 956">
                <a:extLst>
                  <a:ext uri="{FF2B5EF4-FFF2-40B4-BE49-F238E27FC236}">
                    <a16:creationId xmlns:a16="http://schemas.microsoft.com/office/drawing/2014/main" id="{D2E1673F-B93C-1148-8E72-90A5B7800688}"/>
                  </a:ext>
                </a:extLst>
              </p:cNvPr>
              <p:cNvGrpSpPr>
                <a:grpSpLocks/>
              </p:cNvGrpSpPr>
              <p:nvPr/>
            </p:nvGrpSpPr>
            <p:grpSpPr bwMode="auto">
              <a:xfrm>
                <a:off x="4749" y="668"/>
                <a:ext cx="581" cy="145"/>
                <a:chOff x="614" y="2568"/>
                <a:chExt cx="725" cy="139"/>
              </a:xfrm>
            </p:grpSpPr>
            <p:sp>
              <p:nvSpPr>
                <p:cNvPr id="204" name="AutoShape 957">
                  <a:extLst>
                    <a:ext uri="{FF2B5EF4-FFF2-40B4-BE49-F238E27FC236}">
                      <a16:creationId xmlns:a16="http://schemas.microsoft.com/office/drawing/2014/main" id="{D8FC1F4B-C0C9-784D-A739-318F038F099A}"/>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5" name="AutoShape 958">
                  <a:extLst>
                    <a:ext uri="{FF2B5EF4-FFF2-40B4-BE49-F238E27FC236}">
                      <a16:creationId xmlns:a16="http://schemas.microsoft.com/office/drawing/2014/main" id="{65BAD390-C86E-AA4A-983B-F2D1ADC47CF2}"/>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80" name="Rectangle 959">
                <a:extLst>
                  <a:ext uri="{FF2B5EF4-FFF2-40B4-BE49-F238E27FC236}">
                    <a16:creationId xmlns:a16="http://schemas.microsoft.com/office/drawing/2014/main" id="{8B5742DE-8AB6-FF46-B2CB-15394CEA952B}"/>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81" name="Group 960">
                <a:extLst>
                  <a:ext uri="{FF2B5EF4-FFF2-40B4-BE49-F238E27FC236}">
                    <a16:creationId xmlns:a16="http://schemas.microsoft.com/office/drawing/2014/main" id="{CB198750-F812-314C-B037-7CB761A825CD}"/>
                  </a:ext>
                </a:extLst>
              </p:cNvPr>
              <p:cNvGrpSpPr>
                <a:grpSpLocks/>
              </p:cNvGrpSpPr>
              <p:nvPr/>
            </p:nvGrpSpPr>
            <p:grpSpPr bwMode="auto">
              <a:xfrm>
                <a:off x="4747" y="994"/>
                <a:ext cx="581" cy="134"/>
                <a:chOff x="614" y="2568"/>
                <a:chExt cx="725" cy="139"/>
              </a:xfrm>
            </p:grpSpPr>
            <p:sp>
              <p:nvSpPr>
                <p:cNvPr id="202" name="AutoShape 961">
                  <a:extLst>
                    <a:ext uri="{FF2B5EF4-FFF2-40B4-BE49-F238E27FC236}">
                      <a16:creationId xmlns:a16="http://schemas.microsoft.com/office/drawing/2014/main" id="{9A3CDB15-9708-D54E-AE51-5DCBE214327E}"/>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3" name="AutoShape 962">
                  <a:extLst>
                    <a:ext uri="{FF2B5EF4-FFF2-40B4-BE49-F238E27FC236}">
                      <a16:creationId xmlns:a16="http://schemas.microsoft.com/office/drawing/2014/main" id="{1B614F73-328E-9B46-8372-C05FD228D8E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82" name="Rectangle 963">
                <a:extLst>
                  <a:ext uri="{FF2B5EF4-FFF2-40B4-BE49-F238E27FC236}">
                    <a16:creationId xmlns:a16="http://schemas.microsoft.com/office/drawing/2014/main" id="{C7864970-6BAA-E749-8CC8-880FD65284A3}"/>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83" name="Rectangle 964">
                <a:extLst>
                  <a:ext uri="{FF2B5EF4-FFF2-40B4-BE49-F238E27FC236}">
                    <a16:creationId xmlns:a16="http://schemas.microsoft.com/office/drawing/2014/main" id="{C314F0FD-DD34-D049-9E08-214DAC6B2B54}"/>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84" name="Group 965">
                <a:extLst>
                  <a:ext uri="{FF2B5EF4-FFF2-40B4-BE49-F238E27FC236}">
                    <a16:creationId xmlns:a16="http://schemas.microsoft.com/office/drawing/2014/main" id="{57C2B453-F0FA-3047-A392-73DDDAC42793}"/>
                  </a:ext>
                </a:extLst>
              </p:cNvPr>
              <p:cNvGrpSpPr>
                <a:grpSpLocks/>
              </p:cNvGrpSpPr>
              <p:nvPr/>
            </p:nvGrpSpPr>
            <p:grpSpPr bwMode="auto">
              <a:xfrm>
                <a:off x="4735" y="1627"/>
                <a:ext cx="582" cy="151"/>
                <a:chOff x="614" y="2568"/>
                <a:chExt cx="725" cy="139"/>
              </a:xfrm>
            </p:grpSpPr>
            <p:sp>
              <p:nvSpPr>
                <p:cNvPr id="200" name="AutoShape 966">
                  <a:extLst>
                    <a:ext uri="{FF2B5EF4-FFF2-40B4-BE49-F238E27FC236}">
                      <a16:creationId xmlns:a16="http://schemas.microsoft.com/office/drawing/2014/main" id="{C3F05126-FC6A-734C-AD6D-6E1253A924A8}"/>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1" name="AutoShape 967">
                  <a:extLst>
                    <a:ext uri="{FF2B5EF4-FFF2-40B4-BE49-F238E27FC236}">
                      <a16:creationId xmlns:a16="http://schemas.microsoft.com/office/drawing/2014/main" id="{B3C3A5F4-977D-F84A-80F3-B37CF27DE52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85" name="Freeform 968">
                <a:extLst>
                  <a:ext uri="{FF2B5EF4-FFF2-40B4-BE49-F238E27FC236}">
                    <a16:creationId xmlns:a16="http://schemas.microsoft.com/office/drawing/2014/main" id="{43A2C07E-B17C-F445-8DBC-DDABEBD29F4A}"/>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86" name="Group 969">
                <a:extLst>
                  <a:ext uri="{FF2B5EF4-FFF2-40B4-BE49-F238E27FC236}">
                    <a16:creationId xmlns:a16="http://schemas.microsoft.com/office/drawing/2014/main" id="{25DE9E61-3604-6F41-9F89-0E868DFA9075}"/>
                  </a:ext>
                </a:extLst>
              </p:cNvPr>
              <p:cNvGrpSpPr>
                <a:grpSpLocks/>
              </p:cNvGrpSpPr>
              <p:nvPr/>
            </p:nvGrpSpPr>
            <p:grpSpPr bwMode="auto">
              <a:xfrm>
                <a:off x="4739" y="1327"/>
                <a:ext cx="582" cy="139"/>
                <a:chOff x="614" y="2568"/>
                <a:chExt cx="725" cy="139"/>
              </a:xfrm>
            </p:grpSpPr>
            <p:sp>
              <p:nvSpPr>
                <p:cNvPr id="198" name="AutoShape 970">
                  <a:extLst>
                    <a:ext uri="{FF2B5EF4-FFF2-40B4-BE49-F238E27FC236}">
                      <a16:creationId xmlns:a16="http://schemas.microsoft.com/office/drawing/2014/main" id="{A3413F55-A30D-AC41-9350-CF1AD0C40A2A}"/>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9" name="AutoShape 971">
                  <a:extLst>
                    <a:ext uri="{FF2B5EF4-FFF2-40B4-BE49-F238E27FC236}">
                      <a16:creationId xmlns:a16="http://schemas.microsoft.com/office/drawing/2014/main" id="{B28D2635-07A0-7D49-B7EE-CBF050FB62AE}"/>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87" name="Rectangle 972">
                <a:extLst>
                  <a:ext uri="{FF2B5EF4-FFF2-40B4-BE49-F238E27FC236}">
                    <a16:creationId xmlns:a16="http://schemas.microsoft.com/office/drawing/2014/main" id="{10DF400F-0ACE-DB49-842A-73AB186E86E2}"/>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88" name="Freeform 973">
                <a:extLst>
                  <a:ext uri="{FF2B5EF4-FFF2-40B4-BE49-F238E27FC236}">
                    <a16:creationId xmlns:a16="http://schemas.microsoft.com/office/drawing/2014/main" id="{5EC94EAA-0027-F54D-9ED6-6198AA076A99}"/>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89" name="Freeform 974">
                <a:extLst>
                  <a:ext uri="{FF2B5EF4-FFF2-40B4-BE49-F238E27FC236}">
                    <a16:creationId xmlns:a16="http://schemas.microsoft.com/office/drawing/2014/main" id="{003F7FD5-07C0-FB4E-8CB0-734592819FD5}"/>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0" name="Oval 975">
                <a:extLst>
                  <a:ext uri="{FF2B5EF4-FFF2-40B4-BE49-F238E27FC236}">
                    <a16:creationId xmlns:a16="http://schemas.microsoft.com/office/drawing/2014/main" id="{1B9B91C9-7D7A-D340-B15B-E033A6AFE958}"/>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1" name="Freeform 976">
                <a:extLst>
                  <a:ext uri="{FF2B5EF4-FFF2-40B4-BE49-F238E27FC236}">
                    <a16:creationId xmlns:a16="http://schemas.microsoft.com/office/drawing/2014/main" id="{987C363B-CD17-8347-A056-CAD2A8B0CF5A}"/>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2" name="AutoShape 977">
                <a:extLst>
                  <a:ext uri="{FF2B5EF4-FFF2-40B4-BE49-F238E27FC236}">
                    <a16:creationId xmlns:a16="http://schemas.microsoft.com/office/drawing/2014/main" id="{28BE7A7C-DB8F-3241-9B21-709E16D76750}"/>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3" name="AutoShape 978">
                <a:extLst>
                  <a:ext uri="{FF2B5EF4-FFF2-40B4-BE49-F238E27FC236}">
                    <a16:creationId xmlns:a16="http://schemas.microsoft.com/office/drawing/2014/main" id="{D496DCB1-EFB0-FD44-9DBE-23B1B1A1D46A}"/>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4" name="Oval 979">
                <a:extLst>
                  <a:ext uri="{FF2B5EF4-FFF2-40B4-BE49-F238E27FC236}">
                    <a16:creationId xmlns:a16="http://schemas.microsoft.com/office/drawing/2014/main" id="{0F4C12C7-2098-0740-868B-6A9FC2AD88AA}"/>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5" name="Oval 980">
                <a:extLst>
                  <a:ext uri="{FF2B5EF4-FFF2-40B4-BE49-F238E27FC236}">
                    <a16:creationId xmlns:a16="http://schemas.microsoft.com/office/drawing/2014/main" id="{80492F51-F7D5-D743-A620-557FFF4FFADC}"/>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196" name="Oval 981">
                <a:extLst>
                  <a:ext uri="{FF2B5EF4-FFF2-40B4-BE49-F238E27FC236}">
                    <a16:creationId xmlns:a16="http://schemas.microsoft.com/office/drawing/2014/main" id="{6979A032-F4F5-384B-8E44-130565B7CA53}"/>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7" name="Rectangle 982">
                <a:extLst>
                  <a:ext uri="{FF2B5EF4-FFF2-40B4-BE49-F238E27FC236}">
                    <a16:creationId xmlns:a16="http://schemas.microsoft.com/office/drawing/2014/main" id="{46FB30CB-D1BF-2C4E-B9AE-7B4A293A0960}"/>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pic>
          <p:nvPicPr>
            <p:cNvPr id="130" name="Picture 4">
              <a:extLst>
                <a:ext uri="{FF2B5EF4-FFF2-40B4-BE49-F238E27FC236}">
                  <a16:creationId xmlns:a16="http://schemas.microsoft.com/office/drawing/2014/main" id="{1881A099-3B50-ED48-93A5-C6CAB9F18122}"/>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9291361" y="2246085"/>
              <a:ext cx="1629624" cy="43137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31" name="TextBox 130">
              <a:extLst>
                <a:ext uri="{FF2B5EF4-FFF2-40B4-BE49-F238E27FC236}">
                  <a16:creationId xmlns:a16="http://schemas.microsoft.com/office/drawing/2014/main" id="{D1F5F539-0080-624A-B682-A35FA596187E}"/>
                </a:ext>
              </a:extLst>
            </p:cNvPr>
            <p:cNvSpPr txBox="1"/>
            <p:nvPr/>
          </p:nvSpPr>
          <p:spPr>
            <a:xfrm>
              <a:off x="7757772" y="1446146"/>
              <a:ext cx="3222357" cy="523220"/>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0000A8"/>
                  </a:solidFill>
                  <a:effectLst/>
                  <a:uLnTx/>
                  <a:uFillTx/>
                  <a:ea typeface="ＭＳ Ｐゴシック" charset="0"/>
                </a:rPr>
                <a:t>OpenFlow Controller</a:t>
              </a:r>
            </a:p>
          </p:txBody>
        </p:sp>
        <p:sp>
          <p:nvSpPr>
            <p:cNvPr id="132" name="Freeform 3">
              <a:extLst>
                <a:ext uri="{FF2B5EF4-FFF2-40B4-BE49-F238E27FC236}">
                  <a16:creationId xmlns:a16="http://schemas.microsoft.com/office/drawing/2014/main" id="{B6C19C6C-8BE5-EF4F-B46F-A4BCBA072715}"/>
                </a:ext>
              </a:extLst>
            </p:cNvPr>
            <p:cNvSpPr>
              <a:spLocks/>
            </p:cNvSpPr>
            <p:nvPr/>
          </p:nvSpPr>
          <p:spPr bwMode="auto">
            <a:xfrm>
              <a:off x="7686822" y="3573747"/>
              <a:ext cx="3616623" cy="1604572"/>
            </a:xfrm>
            <a:custGeom>
              <a:avLst/>
              <a:gdLst>
                <a:gd name="T0" fmla="*/ 0 w 2250"/>
                <a:gd name="T1" fmla="*/ 624 h 1409"/>
                <a:gd name="T2" fmla="*/ 219 w 2250"/>
                <a:gd name="T3" fmla="*/ 321 h 1409"/>
                <a:gd name="T4" fmla="*/ 529 w 2250"/>
                <a:gd name="T5" fmla="*/ 35 h 1409"/>
                <a:gd name="T6" fmla="*/ 1551 w 2250"/>
                <a:gd name="T7" fmla="*/ 111 h 1409"/>
                <a:gd name="T8" fmla="*/ 1968 w 2250"/>
                <a:gd name="T9" fmla="*/ 483 h 1409"/>
                <a:gd name="T10" fmla="*/ 2199 w 2250"/>
                <a:gd name="T11" fmla="*/ 906 h 1409"/>
                <a:gd name="T12" fmla="*/ 1659 w 2250"/>
                <a:gd name="T13" fmla="*/ 1314 h 1409"/>
                <a:gd name="T14" fmla="*/ 993 w 2250"/>
                <a:gd name="T15" fmla="*/ 1386 h 1409"/>
                <a:gd name="T16" fmla="*/ 465 w 2250"/>
                <a:gd name="T17" fmla="*/ 1356 h 1409"/>
                <a:gd name="T18" fmla="*/ 102 w 2250"/>
                <a:gd name="T19" fmla="*/ 1068 h 1409"/>
                <a:gd name="T20" fmla="*/ 0 w 2250"/>
                <a:gd name="T21" fmla="*/ 624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 name="connsiteX0" fmla="*/ 0 w 9831"/>
                <a:gd name="connsiteY0" fmla="*/ 4265 h 9728"/>
                <a:gd name="connsiteX1" fmla="*/ 973 w 9831"/>
                <a:gd name="connsiteY1" fmla="*/ 2114 h 9728"/>
                <a:gd name="connsiteX2" fmla="*/ 2351 w 9831"/>
                <a:gd name="connsiteY2" fmla="*/ 84 h 9728"/>
                <a:gd name="connsiteX3" fmla="*/ 6893 w 9831"/>
                <a:gd name="connsiteY3" fmla="*/ 624 h 9728"/>
                <a:gd name="connsiteX4" fmla="*/ 8909 w 9831"/>
                <a:gd name="connsiteY4" fmla="*/ 2780 h 9728"/>
                <a:gd name="connsiteX5" fmla="*/ 9773 w 9831"/>
                <a:gd name="connsiteY5" fmla="*/ 6266 h 9728"/>
                <a:gd name="connsiteX6" fmla="*/ 7373 w 9831"/>
                <a:gd name="connsiteY6" fmla="*/ 9162 h 9728"/>
                <a:gd name="connsiteX7" fmla="*/ 4413 w 9831"/>
                <a:gd name="connsiteY7" fmla="*/ 9673 h 9728"/>
                <a:gd name="connsiteX8" fmla="*/ 2067 w 9831"/>
                <a:gd name="connsiteY8" fmla="*/ 9460 h 9728"/>
                <a:gd name="connsiteX9" fmla="*/ 453 w 9831"/>
                <a:gd name="connsiteY9" fmla="*/ 7416 h 9728"/>
                <a:gd name="connsiteX10" fmla="*/ 0 w 9831"/>
                <a:gd name="connsiteY10" fmla="*/ 4265 h 9728"/>
                <a:gd name="connsiteX0" fmla="*/ 0 w 10003"/>
                <a:gd name="connsiteY0" fmla="*/ 4299 h 9915"/>
                <a:gd name="connsiteX1" fmla="*/ 990 w 10003"/>
                <a:gd name="connsiteY1" fmla="*/ 2088 h 9915"/>
                <a:gd name="connsiteX2" fmla="*/ 2391 w 10003"/>
                <a:gd name="connsiteY2" fmla="*/ 1 h 9915"/>
                <a:gd name="connsiteX3" fmla="*/ 6715 w 10003"/>
                <a:gd name="connsiteY3" fmla="*/ 1965 h 9915"/>
                <a:gd name="connsiteX4" fmla="*/ 9062 w 10003"/>
                <a:gd name="connsiteY4" fmla="*/ 2773 h 9915"/>
                <a:gd name="connsiteX5" fmla="*/ 9941 w 10003"/>
                <a:gd name="connsiteY5" fmla="*/ 6356 h 9915"/>
                <a:gd name="connsiteX6" fmla="*/ 7500 w 10003"/>
                <a:gd name="connsiteY6" fmla="*/ 9333 h 9915"/>
                <a:gd name="connsiteX7" fmla="*/ 4489 w 10003"/>
                <a:gd name="connsiteY7" fmla="*/ 9858 h 9915"/>
                <a:gd name="connsiteX8" fmla="*/ 2103 w 10003"/>
                <a:gd name="connsiteY8" fmla="*/ 9640 h 9915"/>
                <a:gd name="connsiteX9" fmla="*/ 461 w 10003"/>
                <a:gd name="connsiteY9" fmla="*/ 7538 h 9915"/>
                <a:gd name="connsiteX10" fmla="*/ 0 w 10003"/>
                <a:gd name="connsiteY10" fmla="*/ 4299 h 9915"/>
                <a:gd name="connsiteX0" fmla="*/ 0 w 10000"/>
                <a:gd name="connsiteY0" fmla="*/ 4336 h 10000"/>
                <a:gd name="connsiteX1" fmla="*/ 990 w 10000"/>
                <a:gd name="connsiteY1" fmla="*/ 2106 h 10000"/>
                <a:gd name="connsiteX2" fmla="*/ 2390 w 10000"/>
                <a:gd name="connsiteY2" fmla="*/ 1 h 10000"/>
                <a:gd name="connsiteX3" fmla="*/ 6713 w 10000"/>
                <a:gd name="connsiteY3" fmla="*/ 1982 h 10000"/>
                <a:gd name="connsiteX4" fmla="*/ 9059 w 10000"/>
                <a:gd name="connsiteY4" fmla="*/ 2797 h 10000"/>
                <a:gd name="connsiteX5" fmla="*/ 9938 w 10000"/>
                <a:gd name="connsiteY5" fmla="*/ 6410 h 10000"/>
                <a:gd name="connsiteX6" fmla="*/ 7498 w 10000"/>
                <a:gd name="connsiteY6" fmla="*/ 9413 h 10000"/>
                <a:gd name="connsiteX7" fmla="*/ 4488 w 10000"/>
                <a:gd name="connsiteY7" fmla="*/ 9943 h 10000"/>
                <a:gd name="connsiteX8" fmla="*/ 2102 w 10000"/>
                <a:gd name="connsiteY8" fmla="*/ 9723 h 10000"/>
                <a:gd name="connsiteX9" fmla="*/ 461 w 10000"/>
                <a:gd name="connsiteY9" fmla="*/ 7603 h 10000"/>
                <a:gd name="connsiteX10" fmla="*/ 0 w 10000"/>
                <a:gd name="connsiteY10" fmla="*/ 4336 h 10000"/>
                <a:gd name="connsiteX0" fmla="*/ 0 w 10000"/>
                <a:gd name="connsiteY0" fmla="*/ 4336 h 10000"/>
                <a:gd name="connsiteX1" fmla="*/ 990 w 10000"/>
                <a:gd name="connsiteY1" fmla="*/ 2106 h 10000"/>
                <a:gd name="connsiteX2" fmla="*/ 2390 w 10000"/>
                <a:gd name="connsiteY2" fmla="*/ 1 h 10000"/>
                <a:gd name="connsiteX3" fmla="*/ 6713 w 10000"/>
                <a:gd name="connsiteY3" fmla="*/ 1982 h 10000"/>
                <a:gd name="connsiteX4" fmla="*/ 9059 w 10000"/>
                <a:gd name="connsiteY4" fmla="*/ 2797 h 10000"/>
                <a:gd name="connsiteX5" fmla="*/ 9938 w 10000"/>
                <a:gd name="connsiteY5" fmla="*/ 6410 h 10000"/>
                <a:gd name="connsiteX6" fmla="*/ 7498 w 10000"/>
                <a:gd name="connsiteY6" fmla="*/ 9413 h 10000"/>
                <a:gd name="connsiteX7" fmla="*/ 4488 w 10000"/>
                <a:gd name="connsiteY7" fmla="*/ 9943 h 10000"/>
                <a:gd name="connsiteX8" fmla="*/ 2102 w 10000"/>
                <a:gd name="connsiteY8" fmla="*/ 9723 h 10000"/>
                <a:gd name="connsiteX9" fmla="*/ 461 w 10000"/>
                <a:gd name="connsiteY9" fmla="*/ 7603 h 10000"/>
                <a:gd name="connsiteX10" fmla="*/ 0 w 10000"/>
                <a:gd name="connsiteY10" fmla="*/ 4336 h 10000"/>
                <a:gd name="connsiteX0" fmla="*/ 0 w 10000"/>
                <a:gd name="connsiteY0" fmla="*/ 4002 h 9666"/>
                <a:gd name="connsiteX1" fmla="*/ 990 w 10000"/>
                <a:gd name="connsiteY1" fmla="*/ 1772 h 9666"/>
                <a:gd name="connsiteX2" fmla="*/ 3804 w 10000"/>
                <a:gd name="connsiteY2" fmla="*/ 1 h 9666"/>
                <a:gd name="connsiteX3" fmla="*/ 6713 w 10000"/>
                <a:gd name="connsiteY3" fmla="*/ 1648 h 9666"/>
                <a:gd name="connsiteX4" fmla="*/ 9059 w 10000"/>
                <a:gd name="connsiteY4" fmla="*/ 2463 h 9666"/>
                <a:gd name="connsiteX5" fmla="*/ 9938 w 10000"/>
                <a:gd name="connsiteY5" fmla="*/ 6076 h 9666"/>
                <a:gd name="connsiteX6" fmla="*/ 7498 w 10000"/>
                <a:gd name="connsiteY6" fmla="*/ 9079 h 9666"/>
                <a:gd name="connsiteX7" fmla="*/ 4488 w 10000"/>
                <a:gd name="connsiteY7" fmla="*/ 9609 h 9666"/>
                <a:gd name="connsiteX8" fmla="*/ 2102 w 10000"/>
                <a:gd name="connsiteY8" fmla="*/ 9389 h 9666"/>
                <a:gd name="connsiteX9" fmla="*/ 461 w 10000"/>
                <a:gd name="connsiteY9" fmla="*/ 7269 h 9666"/>
                <a:gd name="connsiteX10" fmla="*/ 0 w 10000"/>
                <a:gd name="connsiteY10" fmla="*/ 4002 h 9666"/>
                <a:gd name="connsiteX0" fmla="*/ 103 w 9643"/>
                <a:gd name="connsiteY0" fmla="*/ 4486 h 10000"/>
                <a:gd name="connsiteX1" fmla="*/ 633 w 9643"/>
                <a:gd name="connsiteY1" fmla="*/ 1833 h 10000"/>
                <a:gd name="connsiteX2" fmla="*/ 3447 w 9643"/>
                <a:gd name="connsiteY2" fmla="*/ 1 h 10000"/>
                <a:gd name="connsiteX3" fmla="*/ 6356 w 9643"/>
                <a:gd name="connsiteY3" fmla="*/ 1705 h 10000"/>
                <a:gd name="connsiteX4" fmla="*/ 8702 w 9643"/>
                <a:gd name="connsiteY4" fmla="*/ 2548 h 10000"/>
                <a:gd name="connsiteX5" fmla="*/ 9581 w 9643"/>
                <a:gd name="connsiteY5" fmla="*/ 6286 h 10000"/>
                <a:gd name="connsiteX6" fmla="*/ 7141 w 9643"/>
                <a:gd name="connsiteY6" fmla="*/ 9393 h 10000"/>
                <a:gd name="connsiteX7" fmla="*/ 4131 w 9643"/>
                <a:gd name="connsiteY7" fmla="*/ 9941 h 10000"/>
                <a:gd name="connsiteX8" fmla="*/ 1745 w 9643"/>
                <a:gd name="connsiteY8" fmla="*/ 9713 h 10000"/>
                <a:gd name="connsiteX9" fmla="*/ 104 w 9643"/>
                <a:gd name="connsiteY9" fmla="*/ 7520 h 10000"/>
                <a:gd name="connsiteX10" fmla="*/ 103 w 9643"/>
                <a:gd name="connsiteY10" fmla="*/ 4486 h 10000"/>
                <a:gd name="connsiteX0" fmla="*/ 107 w 10000"/>
                <a:gd name="connsiteY0" fmla="*/ 4486 h 10000"/>
                <a:gd name="connsiteX1" fmla="*/ 1304 w 10000"/>
                <a:gd name="connsiteY1" fmla="*/ 2006 h 10000"/>
                <a:gd name="connsiteX2" fmla="*/ 3575 w 10000"/>
                <a:gd name="connsiteY2" fmla="*/ 1 h 10000"/>
                <a:gd name="connsiteX3" fmla="*/ 6591 w 10000"/>
                <a:gd name="connsiteY3" fmla="*/ 1705 h 10000"/>
                <a:gd name="connsiteX4" fmla="*/ 9024 w 10000"/>
                <a:gd name="connsiteY4" fmla="*/ 2548 h 10000"/>
                <a:gd name="connsiteX5" fmla="*/ 9936 w 10000"/>
                <a:gd name="connsiteY5" fmla="*/ 6286 h 10000"/>
                <a:gd name="connsiteX6" fmla="*/ 7405 w 10000"/>
                <a:gd name="connsiteY6" fmla="*/ 9393 h 10000"/>
                <a:gd name="connsiteX7" fmla="*/ 4284 w 10000"/>
                <a:gd name="connsiteY7" fmla="*/ 9941 h 10000"/>
                <a:gd name="connsiteX8" fmla="*/ 1810 w 10000"/>
                <a:gd name="connsiteY8" fmla="*/ 9713 h 10000"/>
                <a:gd name="connsiteX9" fmla="*/ 108 w 10000"/>
                <a:gd name="connsiteY9" fmla="*/ 7520 h 10000"/>
                <a:gd name="connsiteX10" fmla="*/ 107 w 10000"/>
                <a:gd name="connsiteY10" fmla="*/ 4486 h 10000"/>
                <a:gd name="connsiteX0" fmla="*/ 0 w 9893"/>
                <a:gd name="connsiteY0" fmla="*/ 4486 h 10000"/>
                <a:gd name="connsiteX1" fmla="*/ 1197 w 9893"/>
                <a:gd name="connsiteY1" fmla="*/ 2006 h 10000"/>
                <a:gd name="connsiteX2" fmla="*/ 3468 w 9893"/>
                <a:gd name="connsiteY2" fmla="*/ 1 h 10000"/>
                <a:gd name="connsiteX3" fmla="*/ 6484 w 9893"/>
                <a:gd name="connsiteY3" fmla="*/ 1705 h 10000"/>
                <a:gd name="connsiteX4" fmla="*/ 8917 w 9893"/>
                <a:gd name="connsiteY4" fmla="*/ 2548 h 10000"/>
                <a:gd name="connsiteX5" fmla="*/ 9829 w 9893"/>
                <a:gd name="connsiteY5" fmla="*/ 6286 h 10000"/>
                <a:gd name="connsiteX6" fmla="*/ 7298 w 9893"/>
                <a:gd name="connsiteY6" fmla="*/ 9393 h 10000"/>
                <a:gd name="connsiteX7" fmla="*/ 4177 w 9893"/>
                <a:gd name="connsiteY7" fmla="*/ 9941 h 10000"/>
                <a:gd name="connsiteX8" fmla="*/ 1703 w 9893"/>
                <a:gd name="connsiteY8" fmla="*/ 9713 h 10000"/>
                <a:gd name="connsiteX9" fmla="*/ 645 w 9893"/>
                <a:gd name="connsiteY9" fmla="*/ 7520 h 10000"/>
                <a:gd name="connsiteX10" fmla="*/ 0 w 9893"/>
                <a:gd name="connsiteY10" fmla="*/ 4486 h 10000"/>
                <a:gd name="connsiteX0" fmla="*/ 0 w 10000"/>
                <a:gd name="connsiteY0" fmla="*/ 4486 h 10041"/>
                <a:gd name="connsiteX1" fmla="*/ 1210 w 10000"/>
                <a:gd name="connsiteY1" fmla="*/ 2006 h 10041"/>
                <a:gd name="connsiteX2" fmla="*/ 3506 w 10000"/>
                <a:gd name="connsiteY2" fmla="*/ 1 h 10041"/>
                <a:gd name="connsiteX3" fmla="*/ 6554 w 10000"/>
                <a:gd name="connsiteY3" fmla="*/ 1705 h 10041"/>
                <a:gd name="connsiteX4" fmla="*/ 9013 w 10000"/>
                <a:gd name="connsiteY4" fmla="*/ 2548 h 10041"/>
                <a:gd name="connsiteX5" fmla="*/ 9935 w 10000"/>
                <a:gd name="connsiteY5" fmla="*/ 6286 h 10041"/>
                <a:gd name="connsiteX6" fmla="*/ 7377 w 10000"/>
                <a:gd name="connsiteY6" fmla="*/ 9393 h 10041"/>
                <a:gd name="connsiteX7" fmla="*/ 4222 w 10000"/>
                <a:gd name="connsiteY7" fmla="*/ 9941 h 10041"/>
                <a:gd name="connsiteX8" fmla="*/ 1951 w 10000"/>
                <a:gd name="connsiteY8" fmla="*/ 7983 h 10041"/>
                <a:gd name="connsiteX9" fmla="*/ 652 w 10000"/>
                <a:gd name="connsiteY9" fmla="*/ 7520 h 10041"/>
                <a:gd name="connsiteX10" fmla="*/ 0 w 10000"/>
                <a:gd name="connsiteY10" fmla="*/ 4486 h 10041"/>
                <a:gd name="connsiteX0" fmla="*/ 0 w 10000"/>
                <a:gd name="connsiteY0" fmla="*/ 4486 h 10041"/>
                <a:gd name="connsiteX1" fmla="*/ 1210 w 10000"/>
                <a:gd name="connsiteY1" fmla="*/ 2006 h 10041"/>
                <a:gd name="connsiteX2" fmla="*/ 3506 w 10000"/>
                <a:gd name="connsiteY2" fmla="*/ 1 h 10041"/>
                <a:gd name="connsiteX3" fmla="*/ 6554 w 10000"/>
                <a:gd name="connsiteY3" fmla="*/ 1705 h 10041"/>
                <a:gd name="connsiteX4" fmla="*/ 9013 w 10000"/>
                <a:gd name="connsiteY4" fmla="*/ 2548 h 10041"/>
                <a:gd name="connsiteX5" fmla="*/ 9935 w 10000"/>
                <a:gd name="connsiteY5" fmla="*/ 6286 h 10041"/>
                <a:gd name="connsiteX6" fmla="*/ 7377 w 10000"/>
                <a:gd name="connsiteY6" fmla="*/ 9393 h 10041"/>
                <a:gd name="connsiteX7" fmla="*/ 4222 w 10000"/>
                <a:gd name="connsiteY7" fmla="*/ 9941 h 10041"/>
                <a:gd name="connsiteX8" fmla="*/ 1951 w 10000"/>
                <a:gd name="connsiteY8" fmla="*/ 7983 h 10041"/>
                <a:gd name="connsiteX9" fmla="*/ 652 w 10000"/>
                <a:gd name="connsiteY9" fmla="*/ 7520 h 10041"/>
                <a:gd name="connsiteX10" fmla="*/ 0 w 10000"/>
                <a:gd name="connsiteY10" fmla="*/ 4486 h 10041"/>
                <a:gd name="connsiteX0" fmla="*/ 0 w 10000"/>
                <a:gd name="connsiteY0" fmla="*/ 4486 h 10041"/>
                <a:gd name="connsiteX1" fmla="*/ 1210 w 10000"/>
                <a:gd name="connsiteY1" fmla="*/ 2006 h 10041"/>
                <a:gd name="connsiteX2" fmla="*/ 3506 w 10000"/>
                <a:gd name="connsiteY2" fmla="*/ 1 h 10041"/>
                <a:gd name="connsiteX3" fmla="*/ 6554 w 10000"/>
                <a:gd name="connsiteY3" fmla="*/ 1705 h 10041"/>
                <a:gd name="connsiteX4" fmla="*/ 9013 w 10000"/>
                <a:gd name="connsiteY4" fmla="*/ 2548 h 10041"/>
                <a:gd name="connsiteX5" fmla="*/ 9935 w 10000"/>
                <a:gd name="connsiteY5" fmla="*/ 6286 h 10041"/>
                <a:gd name="connsiteX6" fmla="*/ 7377 w 10000"/>
                <a:gd name="connsiteY6" fmla="*/ 9393 h 10041"/>
                <a:gd name="connsiteX7" fmla="*/ 4222 w 10000"/>
                <a:gd name="connsiteY7" fmla="*/ 9941 h 10041"/>
                <a:gd name="connsiteX8" fmla="*/ 1951 w 10000"/>
                <a:gd name="connsiteY8" fmla="*/ 7983 h 10041"/>
                <a:gd name="connsiteX9" fmla="*/ 652 w 10000"/>
                <a:gd name="connsiteY9" fmla="*/ 7520 h 10041"/>
                <a:gd name="connsiteX10" fmla="*/ 0 w 10000"/>
                <a:gd name="connsiteY10" fmla="*/ 4486 h 10041"/>
                <a:gd name="connsiteX0" fmla="*/ 0 w 10000"/>
                <a:gd name="connsiteY0" fmla="*/ 4486 h 10041"/>
                <a:gd name="connsiteX1" fmla="*/ 1210 w 10000"/>
                <a:gd name="connsiteY1" fmla="*/ 2006 h 10041"/>
                <a:gd name="connsiteX2" fmla="*/ 3506 w 10000"/>
                <a:gd name="connsiteY2" fmla="*/ 1 h 10041"/>
                <a:gd name="connsiteX3" fmla="*/ 6554 w 10000"/>
                <a:gd name="connsiteY3" fmla="*/ 1705 h 10041"/>
                <a:gd name="connsiteX4" fmla="*/ 9013 w 10000"/>
                <a:gd name="connsiteY4" fmla="*/ 2548 h 10041"/>
                <a:gd name="connsiteX5" fmla="*/ 9935 w 10000"/>
                <a:gd name="connsiteY5" fmla="*/ 6286 h 10041"/>
                <a:gd name="connsiteX6" fmla="*/ 7377 w 10000"/>
                <a:gd name="connsiteY6" fmla="*/ 9393 h 10041"/>
                <a:gd name="connsiteX7" fmla="*/ 4222 w 10000"/>
                <a:gd name="connsiteY7" fmla="*/ 9941 h 10041"/>
                <a:gd name="connsiteX8" fmla="*/ 1951 w 10000"/>
                <a:gd name="connsiteY8" fmla="*/ 7983 h 10041"/>
                <a:gd name="connsiteX9" fmla="*/ 652 w 10000"/>
                <a:gd name="connsiteY9" fmla="*/ 7520 h 10041"/>
                <a:gd name="connsiteX10" fmla="*/ 0 w 10000"/>
                <a:gd name="connsiteY10" fmla="*/ 4486 h 10041"/>
                <a:gd name="connsiteX0" fmla="*/ 0 w 10000"/>
                <a:gd name="connsiteY0" fmla="*/ 4486 h 10016"/>
                <a:gd name="connsiteX1" fmla="*/ 1210 w 10000"/>
                <a:gd name="connsiteY1" fmla="*/ 2006 h 10016"/>
                <a:gd name="connsiteX2" fmla="*/ 3506 w 10000"/>
                <a:gd name="connsiteY2" fmla="*/ 1 h 10016"/>
                <a:gd name="connsiteX3" fmla="*/ 6554 w 10000"/>
                <a:gd name="connsiteY3" fmla="*/ 1705 h 10016"/>
                <a:gd name="connsiteX4" fmla="*/ 9013 w 10000"/>
                <a:gd name="connsiteY4" fmla="*/ 2548 h 10016"/>
                <a:gd name="connsiteX5" fmla="*/ 9935 w 10000"/>
                <a:gd name="connsiteY5" fmla="*/ 6286 h 10016"/>
                <a:gd name="connsiteX6" fmla="*/ 7377 w 10000"/>
                <a:gd name="connsiteY6" fmla="*/ 9393 h 10016"/>
                <a:gd name="connsiteX7" fmla="*/ 4222 w 10000"/>
                <a:gd name="connsiteY7" fmla="*/ 9941 h 10016"/>
                <a:gd name="connsiteX8" fmla="*/ 2296 w 10000"/>
                <a:gd name="connsiteY8" fmla="*/ 8329 h 10016"/>
                <a:gd name="connsiteX9" fmla="*/ 652 w 10000"/>
                <a:gd name="connsiteY9" fmla="*/ 7520 h 10016"/>
                <a:gd name="connsiteX10" fmla="*/ 0 w 10000"/>
                <a:gd name="connsiteY10" fmla="*/ 4486 h 10016"/>
                <a:gd name="connsiteX0" fmla="*/ 0 w 10000"/>
                <a:gd name="connsiteY0" fmla="*/ 4486 h 10016"/>
                <a:gd name="connsiteX1" fmla="*/ 1210 w 10000"/>
                <a:gd name="connsiteY1" fmla="*/ 2006 h 10016"/>
                <a:gd name="connsiteX2" fmla="*/ 3506 w 10000"/>
                <a:gd name="connsiteY2" fmla="*/ 1 h 10016"/>
                <a:gd name="connsiteX3" fmla="*/ 6554 w 10000"/>
                <a:gd name="connsiteY3" fmla="*/ 1705 h 10016"/>
                <a:gd name="connsiteX4" fmla="*/ 9013 w 10000"/>
                <a:gd name="connsiteY4" fmla="*/ 2548 h 10016"/>
                <a:gd name="connsiteX5" fmla="*/ 9935 w 10000"/>
                <a:gd name="connsiteY5" fmla="*/ 6286 h 10016"/>
                <a:gd name="connsiteX6" fmla="*/ 7377 w 10000"/>
                <a:gd name="connsiteY6" fmla="*/ 9393 h 10016"/>
                <a:gd name="connsiteX7" fmla="*/ 4222 w 10000"/>
                <a:gd name="connsiteY7" fmla="*/ 9941 h 10016"/>
                <a:gd name="connsiteX8" fmla="*/ 2296 w 10000"/>
                <a:gd name="connsiteY8" fmla="*/ 8329 h 10016"/>
                <a:gd name="connsiteX9" fmla="*/ 652 w 10000"/>
                <a:gd name="connsiteY9" fmla="*/ 7520 h 10016"/>
                <a:gd name="connsiteX10" fmla="*/ 0 w 10000"/>
                <a:gd name="connsiteY10" fmla="*/ 4486 h 10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000" h="10016">
                  <a:moveTo>
                    <a:pt x="0" y="4486"/>
                  </a:moveTo>
                  <a:cubicBezTo>
                    <a:pt x="23" y="3587"/>
                    <a:pt x="627" y="2754"/>
                    <a:pt x="1210" y="2006"/>
                  </a:cubicBezTo>
                  <a:cubicBezTo>
                    <a:pt x="1794" y="1258"/>
                    <a:pt x="2615" y="51"/>
                    <a:pt x="3506" y="1"/>
                  </a:cubicBezTo>
                  <a:cubicBezTo>
                    <a:pt x="4396" y="-49"/>
                    <a:pt x="5636" y="1281"/>
                    <a:pt x="6554" y="1705"/>
                  </a:cubicBezTo>
                  <a:cubicBezTo>
                    <a:pt x="7473" y="2129"/>
                    <a:pt x="8449" y="1784"/>
                    <a:pt x="9013" y="2548"/>
                  </a:cubicBezTo>
                  <a:cubicBezTo>
                    <a:pt x="9577" y="3312"/>
                    <a:pt x="10207" y="5145"/>
                    <a:pt x="9935" y="6286"/>
                  </a:cubicBezTo>
                  <a:cubicBezTo>
                    <a:pt x="9662" y="7428"/>
                    <a:pt x="8329" y="8783"/>
                    <a:pt x="7377" y="9393"/>
                  </a:cubicBezTo>
                  <a:cubicBezTo>
                    <a:pt x="6425" y="10002"/>
                    <a:pt x="5069" y="10118"/>
                    <a:pt x="4222" y="9941"/>
                  </a:cubicBezTo>
                  <a:cubicBezTo>
                    <a:pt x="3375" y="9764"/>
                    <a:pt x="2767" y="8820"/>
                    <a:pt x="2296" y="8329"/>
                  </a:cubicBezTo>
                  <a:cubicBezTo>
                    <a:pt x="1825" y="7838"/>
                    <a:pt x="1035" y="8161"/>
                    <a:pt x="652" y="7520"/>
                  </a:cubicBezTo>
                  <a:cubicBezTo>
                    <a:pt x="269" y="6879"/>
                    <a:pt x="99" y="5188"/>
                    <a:pt x="0" y="4486"/>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cxnSp>
          <p:nvCxnSpPr>
            <p:cNvPr id="133" name="Straight Connector 132">
              <a:extLst>
                <a:ext uri="{FF2B5EF4-FFF2-40B4-BE49-F238E27FC236}">
                  <a16:creationId xmlns:a16="http://schemas.microsoft.com/office/drawing/2014/main" id="{1631D570-361B-0A4F-97D0-9A6BC12FB245}"/>
                </a:ext>
              </a:extLst>
            </p:cNvPr>
            <p:cNvCxnSpPr/>
            <p:nvPr/>
          </p:nvCxnSpPr>
          <p:spPr>
            <a:xfrm flipV="1">
              <a:off x="7988607" y="3775213"/>
              <a:ext cx="1203228" cy="660205"/>
            </a:xfrm>
            <a:prstGeom prst="line">
              <a:avLst/>
            </a:prstGeom>
            <a:noFill/>
            <a:ln w="25400" cap="flat" cmpd="sng" algn="ctr">
              <a:solidFill>
                <a:srgbClr val="000000"/>
              </a:solidFill>
              <a:prstDash val="solid"/>
            </a:ln>
            <a:effectLst/>
          </p:spPr>
        </p:cxnSp>
        <p:cxnSp>
          <p:nvCxnSpPr>
            <p:cNvPr id="134" name="Straight Connector 133">
              <a:extLst>
                <a:ext uri="{FF2B5EF4-FFF2-40B4-BE49-F238E27FC236}">
                  <a16:creationId xmlns:a16="http://schemas.microsoft.com/office/drawing/2014/main" id="{3CFA908F-632E-CA4F-8984-0B2DE97C4A0F}"/>
                </a:ext>
              </a:extLst>
            </p:cNvPr>
            <p:cNvCxnSpPr/>
            <p:nvPr/>
          </p:nvCxnSpPr>
          <p:spPr>
            <a:xfrm>
              <a:off x="7988607" y="4435418"/>
              <a:ext cx="1203228" cy="517808"/>
            </a:xfrm>
            <a:prstGeom prst="line">
              <a:avLst/>
            </a:prstGeom>
            <a:noFill/>
            <a:ln w="25400" cap="flat" cmpd="sng" algn="ctr">
              <a:solidFill>
                <a:srgbClr val="000000"/>
              </a:solidFill>
              <a:prstDash val="solid"/>
            </a:ln>
            <a:effectLst/>
          </p:spPr>
        </p:cxnSp>
        <p:cxnSp>
          <p:nvCxnSpPr>
            <p:cNvPr id="135" name="Straight Connector 134">
              <a:extLst>
                <a:ext uri="{FF2B5EF4-FFF2-40B4-BE49-F238E27FC236}">
                  <a16:creationId xmlns:a16="http://schemas.microsoft.com/office/drawing/2014/main" id="{32FBFAA0-0EE3-BB43-9152-4969B38C1A49}"/>
                </a:ext>
              </a:extLst>
            </p:cNvPr>
            <p:cNvCxnSpPr/>
            <p:nvPr/>
          </p:nvCxnSpPr>
          <p:spPr>
            <a:xfrm>
              <a:off x="8998012" y="3982336"/>
              <a:ext cx="319671" cy="828494"/>
            </a:xfrm>
            <a:prstGeom prst="line">
              <a:avLst/>
            </a:prstGeom>
            <a:noFill/>
            <a:ln w="25400" cap="flat" cmpd="sng" algn="ctr">
              <a:solidFill>
                <a:srgbClr val="000000"/>
              </a:solidFill>
              <a:prstDash val="solid"/>
            </a:ln>
            <a:effectLst/>
          </p:spPr>
        </p:cxnSp>
        <p:cxnSp>
          <p:nvCxnSpPr>
            <p:cNvPr id="136" name="Straight Connector 135">
              <a:extLst>
                <a:ext uri="{FF2B5EF4-FFF2-40B4-BE49-F238E27FC236}">
                  <a16:creationId xmlns:a16="http://schemas.microsoft.com/office/drawing/2014/main" id="{94E0B832-3FC5-574B-9F1E-BD22C743D1D6}"/>
                </a:ext>
              </a:extLst>
            </p:cNvPr>
            <p:cNvCxnSpPr/>
            <p:nvPr/>
          </p:nvCxnSpPr>
          <p:spPr>
            <a:xfrm>
              <a:off x="9268742" y="3917611"/>
              <a:ext cx="1307416" cy="271850"/>
            </a:xfrm>
            <a:prstGeom prst="line">
              <a:avLst/>
            </a:prstGeom>
            <a:noFill/>
            <a:ln w="25400" cap="flat" cmpd="sng" algn="ctr">
              <a:solidFill>
                <a:srgbClr val="000000"/>
              </a:solidFill>
              <a:prstDash val="solid"/>
            </a:ln>
            <a:effectLst/>
          </p:spPr>
        </p:cxnSp>
        <p:cxnSp>
          <p:nvCxnSpPr>
            <p:cNvPr id="137" name="Straight Connector 136">
              <a:extLst>
                <a:ext uri="{FF2B5EF4-FFF2-40B4-BE49-F238E27FC236}">
                  <a16:creationId xmlns:a16="http://schemas.microsoft.com/office/drawing/2014/main" id="{7861FF87-C6D9-EB4C-B9B8-43772439ACFF}"/>
                </a:ext>
              </a:extLst>
            </p:cNvPr>
            <p:cNvCxnSpPr/>
            <p:nvPr/>
          </p:nvCxnSpPr>
          <p:spPr>
            <a:xfrm flipV="1">
              <a:off x="9461009" y="4344802"/>
              <a:ext cx="1115149" cy="608426"/>
            </a:xfrm>
            <a:prstGeom prst="line">
              <a:avLst/>
            </a:prstGeom>
            <a:noFill/>
            <a:ln w="25400" cap="flat" cmpd="sng" algn="ctr">
              <a:solidFill>
                <a:srgbClr val="000000"/>
              </a:solidFill>
              <a:prstDash val="solid"/>
            </a:ln>
            <a:effectLst/>
          </p:spPr>
        </p:cxnSp>
        <p:grpSp>
          <p:nvGrpSpPr>
            <p:cNvPr id="138" name="Group 137">
              <a:extLst>
                <a:ext uri="{FF2B5EF4-FFF2-40B4-BE49-F238E27FC236}">
                  <a16:creationId xmlns:a16="http://schemas.microsoft.com/office/drawing/2014/main" id="{A353D82E-8FA0-F74A-85EB-A42A69F92293}"/>
                </a:ext>
              </a:extLst>
            </p:cNvPr>
            <p:cNvGrpSpPr/>
            <p:nvPr/>
          </p:nvGrpSpPr>
          <p:grpSpPr>
            <a:xfrm>
              <a:off x="10288073" y="4115087"/>
              <a:ext cx="753999" cy="373786"/>
              <a:chOff x="7493876" y="2774731"/>
              <a:chExt cx="1481958" cy="894622"/>
            </a:xfrm>
          </p:grpSpPr>
          <p:sp>
            <p:nvSpPr>
              <p:cNvPr id="167" name="Freeform 166">
                <a:extLst>
                  <a:ext uri="{FF2B5EF4-FFF2-40B4-BE49-F238E27FC236}">
                    <a16:creationId xmlns:a16="http://schemas.microsoft.com/office/drawing/2014/main" id="{295CCF8A-262B-154E-ACD3-3D59F4E8955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8" name="Oval 167">
                <a:extLst>
                  <a:ext uri="{FF2B5EF4-FFF2-40B4-BE49-F238E27FC236}">
                    <a16:creationId xmlns:a16="http://schemas.microsoft.com/office/drawing/2014/main" id="{8A4983CB-966A-E34A-9835-7569FFD43B7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9" name="Group 168">
                <a:extLst>
                  <a:ext uri="{FF2B5EF4-FFF2-40B4-BE49-F238E27FC236}">
                    <a16:creationId xmlns:a16="http://schemas.microsoft.com/office/drawing/2014/main" id="{F3D8239B-E01B-8D4C-8B1A-79D3EE3F0132}"/>
                  </a:ext>
                </a:extLst>
              </p:cNvPr>
              <p:cNvGrpSpPr/>
              <p:nvPr/>
            </p:nvGrpSpPr>
            <p:grpSpPr>
              <a:xfrm>
                <a:off x="7713663" y="2848339"/>
                <a:ext cx="1042107" cy="425543"/>
                <a:chOff x="7786941" y="2884917"/>
                <a:chExt cx="897649" cy="353919"/>
              </a:xfrm>
            </p:grpSpPr>
            <p:sp>
              <p:nvSpPr>
                <p:cNvPr id="170" name="Freeform 169">
                  <a:extLst>
                    <a:ext uri="{FF2B5EF4-FFF2-40B4-BE49-F238E27FC236}">
                      <a16:creationId xmlns:a16="http://schemas.microsoft.com/office/drawing/2014/main" id="{FF83420E-44BC-194B-9ED3-FE9DB736B0E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1" name="Freeform 170">
                  <a:extLst>
                    <a:ext uri="{FF2B5EF4-FFF2-40B4-BE49-F238E27FC236}">
                      <a16:creationId xmlns:a16="http://schemas.microsoft.com/office/drawing/2014/main" id="{0039DC68-C120-8442-8133-04DCB027676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2" name="Freeform 171">
                  <a:extLst>
                    <a:ext uri="{FF2B5EF4-FFF2-40B4-BE49-F238E27FC236}">
                      <a16:creationId xmlns:a16="http://schemas.microsoft.com/office/drawing/2014/main" id="{86B0594D-D566-464E-84AD-60F69E34FE1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3" name="Freeform 172">
                  <a:extLst>
                    <a:ext uri="{FF2B5EF4-FFF2-40B4-BE49-F238E27FC236}">
                      <a16:creationId xmlns:a16="http://schemas.microsoft.com/office/drawing/2014/main" id="{96535EE5-5F15-9B47-9FA3-5462D1D6FF4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9" name="Group 138">
              <a:extLst>
                <a:ext uri="{FF2B5EF4-FFF2-40B4-BE49-F238E27FC236}">
                  <a16:creationId xmlns:a16="http://schemas.microsoft.com/office/drawing/2014/main" id="{D1794D50-2655-4143-ACDC-7B9CFFD28EFB}"/>
                </a:ext>
              </a:extLst>
            </p:cNvPr>
            <p:cNvGrpSpPr/>
            <p:nvPr/>
          </p:nvGrpSpPr>
          <p:grpSpPr>
            <a:xfrm>
              <a:off x="7988218" y="4212069"/>
              <a:ext cx="753999" cy="373786"/>
              <a:chOff x="7493876" y="2774731"/>
              <a:chExt cx="1481958" cy="894622"/>
            </a:xfrm>
          </p:grpSpPr>
          <p:sp>
            <p:nvSpPr>
              <p:cNvPr id="160" name="Freeform 159">
                <a:extLst>
                  <a:ext uri="{FF2B5EF4-FFF2-40B4-BE49-F238E27FC236}">
                    <a16:creationId xmlns:a16="http://schemas.microsoft.com/office/drawing/2014/main" id="{58FB7B2A-678F-9040-8CE2-202A5D74D9F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1" name="Oval 160">
                <a:extLst>
                  <a:ext uri="{FF2B5EF4-FFF2-40B4-BE49-F238E27FC236}">
                    <a16:creationId xmlns:a16="http://schemas.microsoft.com/office/drawing/2014/main" id="{50925578-96EF-A045-933D-24AC50637F6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2" name="Group 161">
                <a:extLst>
                  <a:ext uri="{FF2B5EF4-FFF2-40B4-BE49-F238E27FC236}">
                    <a16:creationId xmlns:a16="http://schemas.microsoft.com/office/drawing/2014/main" id="{5ACC5AD1-9C97-D644-ACEC-58FCE6231EF7}"/>
                  </a:ext>
                </a:extLst>
              </p:cNvPr>
              <p:cNvGrpSpPr/>
              <p:nvPr/>
            </p:nvGrpSpPr>
            <p:grpSpPr>
              <a:xfrm>
                <a:off x="7713663" y="2848339"/>
                <a:ext cx="1042107" cy="425543"/>
                <a:chOff x="7786941" y="2884917"/>
                <a:chExt cx="897649" cy="353919"/>
              </a:xfrm>
            </p:grpSpPr>
            <p:sp>
              <p:nvSpPr>
                <p:cNvPr id="163" name="Freeform 162">
                  <a:extLst>
                    <a:ext uri="{FF2B5EF4-FFF2-40B4-BE49-F238E27FC236}">
                      <a16:creationId xmlns:a16="http://schemas.microsoft.com/office/drawing/2014/main" id="{06F669DD-6374-054C-96DB-43D4F0CF15B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4" name="Freeform 163">
                  <a:extLst>
                    <a:ext uri="{FF2B5EF4-FFF2-40B4-BE49-F238E27FC236}">
                      <a16:creationId xmlns:a16="http://schemas.microsoft.com/office/drawing/2014/main" id="{5D9C6DF2-C338-9544-B84B-DB02CBE1E8B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5" name="Freeform 164">
                  <a:extLst>
                    <a:ext uri="{FF2B5EF4-FFF2-40B4-BE49-F238E27FC236}">
                      <a16:creationId xmlns:a16="http://schemas.microsoft.com/office/drawing/2014/main" id="{FCCD833C-4225-454C-A629-302312E6CED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2DE50C89-24A0-8B4D-92C5-C55DFA736F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0" name="Group 139">
              <a:extLst>
                <a:ext uri="{FF2B5EF4-FFF2-40B4-BE49-F238E27FC236}">
                  <a16:creationId xmlns:a16="http://schemas.microsoft.com/office/drawing/2014/main" id="{3B48D140-AAB4-3A4F-B8B8-518AF7CF2C69}"/>
                </a:ext>
              </a:extLst>
            </p:cNvPr>
            <p:cNvGrpSpPr/>
            <p:nvPr/>
          </p:nvGrpSpPr>
          <p:grpSpPr>
            <a:xfrm>
              <a:off x="8971890" y="4738542"/>
              <a:ext cx="753999" cy="373786"/>
              <a:chOff x="7493876" y="2774731"/>
              <a:chExt cx="1481958" cy="894622"/>
            </a:xfrm>
          </p:grpSpPr>
          <p:sp>
            <p:nvSpPr>
              <p:cNvPr id="153" name="Freeform 152">
                <a:extLst>
                  <a:ext uri="{FF2B5EF4-FFF2-40B4-BE49-F238E27FC236}">
                    <a16:creationId xmlns:a16="http://schemas.microsoft.com/office/drawing/2014/main" id="{FE57807F-1447-D44F-B404-966015075C7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4" name="Oval 153">
                <a:extLst>
                  <a:ext uri="{FF2B5EF4-FFF2-40B4-BE49-F238E27FC236}">
                    <a16:creationId xmlns:a16="http://schemas.microsoft.com/office/drawing/2014/main" id="{43982EE3-3449-C044-BD0D-7EC81F99F66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5" name="Group 154">
                <a:extLst>
                  <a:ext uri="{FF2B5EF4-FFF2-40B4-BE49-F238E27FC236}">
                    <a16:creationId xmlns:a16="http://schemas.microsoft.com/office/drawing/2014/main" id="{F97DEDA5-BA9C-A943-A3C1-4F4B817EB4F4}"/>
                  </a:ext>
                </a:extLst>
              </p:cNvPr>
              <p:cNvGrpSpPr/>
              <p:nvPr/>
            </p:nvGrpSpPr>
            <p:grpSpPr>
              <a:xfrm>
                <a:off x="7713663" y="2848339"/>
                <a:ext cx="1042107" cy="425543"/>
                <a:chOff x="7786941" y="2884917"/>
                <a:chExt cx="897649" cy="353919"/>
              </a:xfrm>
            </p:grpSpPr>
            <p:sp>
              <p:nvSpPr>
                <p:cNvPr id="156" name="Freeform 155">
                  <a:extLst>
                    <a:ext uri="{FF2B5EF4-FFF2-40B4-BE49-F238E27FC236}">
                      <a16:creationId xmlns:a16="http://schemas.microsoft.com/office/drawing/2014/main" id="{61EADF13-F44B-2B43-AE78-D55E1114272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7" name="Freeform 156">
                  <a:extLst>
                    <a:ext uri="{FF2B5EF4-FFF2-40B4-BE49-F238E27FC236}">
                      <a16:creationId xmlns:a16="http://schemas.microsoft.com/office/drawing/2014/main" id="{2E5C14A0-91A6-AA42-839B-AD29DA604A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F1AF5CF0-5119-584D-81B5-A48CA73C5E1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D38DA429-3201-3D46-B754-F37B6FE9745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1" name="Group 140">
              <a:extLst>
                <a:ext uri="{FF2B5EF4-FFF2-40B4-BE49-F238E27FC236}">
                  <a16:creationId xmlns:a16="http://schemas.microsoft.com/office/drawing/2014/main" id="{5021D291-26C6-AF49-86BA-158481992C2F}"/>
                </a:ext>
              </a:extLst>
            </p:cNvPr>
            <p:cNvGrpSpPr/>
            <p:nvPr/>
          </p:nvGrpSpPr>
          <p:grpSpPr>
            <a:xfrm>
              <a:off x="8736362" y="3768724"/>
              <a:ext cx="753999" cy="373786"/>
              <a:chOff x="7493876" y="2774731"/>
              <a:chExt cx="1481958" cy="894622"/>
            </a:xfrm>
          </p:grpSpPr>
          <p:sp>
            <p:nvSpPr>
              <p:cNvPr id="146" name="Freeform 145">
                <a:extLst>
                  <a:ext uri="{FF2B5EF4-FFF2-40B4-BE49-F238E27FC236}">
                    <a16:creationId xmlns:a16="http://schemas.microsoft.com/office/drawing/2014/main" id="{E5938199-49B6-0D4A-B490-7D3711D704B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1D43069-C751-2543-86B4-57B2E71B3BF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89012458-7BC8-5F41-B066-C6EEBE266705}"/>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C8E0D58E-F804-C844-8DA3-3B4F45236E2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B4B68733-8B68-FC45-B05B-1D541028D8F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8592BC0A-4A10-094F-A09B-B3161A16561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91BE8D3E-3653-6444-98C3-CB3C3D3F6AB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42" name="Up-Down Arrow 141">
              <a:extLst>
                <a:ext uri="{FF2B5EF4-FFF2-40B4-BE49-F238E27FC236}">
                  <a16:creationId xmlns:a16="http://schemas.microsoft.com/office/drawing/2014/main" id="{7FF81446-291C-C947-8585-019F3F6E8813}"/>
                </a:ext>
              </a:extLst>
            </p:cNvPr>
            <p:cNvSpPr/>
            <p:nvPr/>
          </p:nvSpPr>
          <p:spPr>
            <a:xfrm rot="18842452">
              <a:off x="9773071" y="2749725"/>
              <a:ext cx="110632" cy="1621438"/>
            </a:xfrm>
            <a:prstGeom prst="upDownArrow">
              <a:avLst/>
            </a:prstGeom>
            <a:solidFill>
              <a:srgbClr val="CC0000">
                <a:alpha val="78000"/>
              </a:srgbClr>
            </a:solidFill>
            <a:ln>
              <a:noFill/>
            </a:ln>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3" name="Up-Down Arrow 142">
              <a:extLst>
                <a:ext uri="{FF2B5EF4-FFF2-40B4-BE49-F238E27FC236}">
                  <a16:creationId xmlns:a16="http://schemas.microsoft.com/office/drawing/2014/main" id="{B95589CC-8F98-4C4F-8BA3-9B58BDC84044}"/>
                </a:ext>
              </a:extLst>
            </p:cNvPr>
            <p:cNvSpPr/>
            <p:nvPr/>
          </p:nvSpPr>
          <p:spPr>
            <a:xfrm rot="1544330">
              <a:off x="8498334" y="2913840"/>
              <a:ext cx="132567" cy="1340938"/>
            </a:xfrm>
            <a:prstGeom prst="upDownArrow">
              <a:avLst/>
            </a:prstGeom>
            <a:solidFill>
              <a:srgbClr val="CC0000">
                <a:alpha val="78000"/>
              </a:srgbClr>
            </a:solidFill>
            <a:ln>
              <a:noFill/>
            </a:ln>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4" name="Up-Down Arrow 143">
              <a:extLst>
                <a:ext uri="{FF2B5EF4-FFF2-40B4-BE49-F238E27FC236}">
                  <a16:creationId xmlns:a16="http://schemas.microsoft.com/office/drawing/2014/main" id="{BE98B4E9-6553-B246-8910-F619C6ED59AE}"/>
                </a:ext>
              </a:extLst>
            </p:cNvPr>
            <p:cNvSpPr/>
            <p:nvPr/>
          </p:nvSpPr>
          <p:spPr>
            <a:xfrm>
              <a:off x="8891032" y="2979040"/>
              <a:ext cx="132567" cy="794393"/>
            </a:xfrm>
            <a:prstGeom prst="upDownArrow">
              <a:avLst/>
            </a:prstGeom>
            <a:solidFill>
              <a:srgbClr val="CC0000">
                <a:alpha val="78000"/>
              </a:srgbClr>
            </a:solidFill>
            <a:ln>
              <a:noFill/>
            </a:ln>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5" name="Up-Down Arrow 144">
              <a:extLst>
                <a:ext uri="{FF2B5EF4-FFF2-40B4-BE49-F238E27FC236}">
                  <a16:creationId xmlns:a16="http://schemas.microsoft.com/office/drawing/2014/main" id="{A1AEE8AC-6840-3746-9F54-9B18D3E5C055}"/>
                </a:ext>
              </a:extLst>
            </p:cNvPr>
            <p:cNvSpPr/>
            <p:nvPr/>
          </p:nvSpPr>
          <p:spPr>
            <a:xfrm rot="21168731">
              <a:off x="9181573" y="2978458"/>
              <a:ext cx="132567" cy="1740801"/>
            </a:xfrm>
            <a:prstGeom prst="upDownArrow">
              <a:avLst/>
            </a:prstGeom>
            <a:solidFill>
              <a:srgbClr val="CC0000">
                <a:alpha val="78000"/>
              </a:srgbClr>
            </a:solidFill>
            <a:ln>
              <a:noFill/>
            </a:ln>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Tree>
    <p:extLst>
      <p:ext uri="{BB962C8B-B14F-4D97-AF65-F5344CB8AC3E}">
        <p14:creationId xmlns:p14="http://schemas.microsoft.com/office/powerpoint/2010/main" val="28800775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47">
                                            <p:txEl>
                                              <p:pRg st="1" end="1"/>
                                            </p:txEl>
                                          </p:spTgt>
                                        </p:tgtEl>
                                        <p:attrNameLst>
                                          <p:attrName>style.visibility</p:attrName>
                                        </p:attrNameLst>
                                      </p:cBhvr>
                                      <p:to>
                                        <p:strVal val="visible"/>
                                      </p:to>
                                    </p:set>
                                    <p:animEffect transition="in" filter="dissolve">
                                      <p:cBhvr>
                                        <p:cTn id="7" dur="500"/>
                                        <p:tgtEl>
                                          <p:spTgt spid="247">
                                            <p:txEl>
                                              <p:pRg st="1" end="1"/>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47">
                                            <p:txEl>
                                              <p:pRg st="2" end="2"/>
                                            </p:txEl>
                                          </p:spTgt>
                                        </p:tgtEl>
                                        <p:attrNameLst>
                                          <p:attrName>style.visibility</p:attrName>
                                        </p:attrNameLst>
                                      </p:cBhvr>
                                      <p:to>
                                        <p:strVal val="visible"/>
                                      </p:to>
                                    </p:set>
                                    <p:animEffect transition="in" filter="dissolve">
                                      <p:cBhvr>
                                        <p:cTn id="10" dur="500"/>
                                        <p:tgtEl>
                                          <p:spTgt spid="247">
                                            <p:txEl>
                                              <p:pRg st="2" end="2"/>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247">
                                            <p:txEl>
                                              <p:pRg st="3" end="3"/>
                                            </p:txEl>
                                          </p:spTgt>
                                        </p:tgtEl>
                                        <p:attrNameLst>
                                          <p:attrName>style.visibility</p:attrName>
                                        </p:attrNameLst>
                                      </p:cBhvr>
                                      <p:to>
                                        <p:strVal val="visible"/>
                                      </p:to>
                                    </p:set>
                                    <p:animEffect transition="in" filter="dissolve">
                                      <p:cBhvr>
                                        <p:cTn id="15" dur="500"/>
                                        <p:tgtEl>
                                          <p:spTgt spid="247">
                                            <p:txEl>
                                              <p:pRg st="3" end="3"/>
                                            </p:txEl>
                                          </p:spTgt>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247">
                                            <p:txEl>
                                              <p:pRg st="4" end="4"/>
                                            </p:txEl>
                                          </p:spTgt>
                                        </p:tgtEl>
                                        <p:attrNameLst>
                                          <p:attrName>style.visibility</p:attrName>
                                        </p:attrNameLst>
                                      </p:cBhvr>
                                      <p:to>
                                        <p:strVal val="visible"/>
                                      </p:to>
                                    </p:set>
                                    <p:animEffect transition="in" filter="dissolve">
                                      <p:cBhvr>
                                        <p:cTn id="18" dur="500"/>
                                        <p:tgtEl>
                                          <p:spTgt spid="247">
                                            <p:txEl>
                                              <p:pRg st="4" end="4"/>
                                            </p:txEl>
                                          </p:spTgt>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247">
                                            <p:txEl>
                                              <p:pRg st="5" end="5"/>
                                            </p:txEl>
                                          </p:spTgt>
                                        </p:tgtEl>
                                        <p:attrNameLst>
                                          <p:attrName>style.visibility</p:attrName>
                                        </p:attrNameLst>
                                      </p:cBhvr>
                                      <p:to>
                                        <p:strVal val="visible"/>
                                      </p:to>
                                    </p:set>
                                    <p:animEffect transition="in" filter="dissolve">
                                      <p:cBhvr>
                                        <p:cTn id="21" dur="500"/>
                                        <p:tgtEl>
                                          <p:spTgt spid="247">
                                            <p:txEl>
                                              <p:pRg st="5" end="5"/>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247">
                                            <p:txEl>
                                              <p:pRg st="6" end="6"/>
                                            </p:txEl>
                                          </p:spTgt>
                                        </p:tgtEl>
                                        <p:attrNameLst>
                                          <p:attrName>style.visibility</p:attrName>
                                        </p:attrNameLst>
                                      </p:cBhvr>
                                      <p:to>
                                        <p:strVal val="visible"/>
                                      </p:to>
                                    </p:set>
                                    <p:animEffect transition="in" filter="dissolve">
                                      <p:cBhvr>
                                        <p:cTn id="24" dur="500"/>
                                        <p:tgtEl>
                                          <p:spTgt spid="247">
                                            <p:txEl>
                                              <p:pRg st="6" end="6"/>
                                            </p:txEl>
                                          </p:spTgt>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grpId="0" nodeType="clickEffect">
                                  <p:stCondLst>
                                    <p:cond delay="0"/>
                                  </p:stCondLst>
                                  <p:childTnLst>
                                    <p:set>
                                      <p:cBhvr>
                                        <p:cTn id="28" dur="1" fill="hold">
                                          <p:stCondLst>
                                            <p:cond delay="0"/>
                                          </p:stCondLst>
                                        </p:cTn>
                                        <p:tgtEl>
                                          <p:spTgt spid="247">
                                            <p:txEl>
                                              <p:pRg st="7" end="7"/>
                                            </p:txEl>
                                          </p:spTgt>
                                        </p:tgtEl>
                                        <p:attrNameLst>
                                          <p:attrName>style.visibility</p:attrName>
                                        </p:attrNameLst>
                                      </p:cBhvr>
                                      <p:to>
                                        <p:strVal val="visible"/>
                                      </p:to>
                                    </p:set>
                                    <p:animEffect transition="in" filter="dissolve">
                                      <p:cBhvr>
                                        <p:cTn id="29" dur="500"/>
                                        <p:tgtEl>
                                          <p:spTgt spid="247">
                                            <p:txEl>
                                              <p:pRg st="7" end="7"/>
                                            </p:txEl>
                                          </p:spTgt>
                                        </p:tgtEl>
                                      </p:cBhvr>
                                    </p:animEffect>
                                  </p:childTnLst>
                                </p:cTn>
                              </p:par>
                              <p:par>
                                <p:cTn id="30" presetID="9" presetClass="entr" presetSubtype="0" fill="hold" grpId="0" nodeType="withEffect">
                                  <p:stCondLst>
                                    <p:cond delay="0"/>
                                  </p:stCondLst>
                                  <p:childTnLst>
                                    <p:set>
                                      <p:cBhvr>
                                        <p:cTn id="31" dur="1" fill="hold">
                                          <p:stCondLst>
                                            <p:cond delay="0"/>
                                          </p:stCondLst>
                                        </p:cTn>
                                        <p:tgtEl>
                                          <p:spTgt spid="247">
                                            <p:txEl>
                                              <p:pRg st="8" end="8"/>
                                            </p:txEl>
                                          </p:spTgt>
                                        </p:tgtEl>
                                        <p:attrNameLst>
                                          <p:attrName>style.visibility</p:attrName>
                                        </p:attrNameLst>
                                      </p:cBhvr>
                                      <p:to>
                                        <p:strVal val="visible"/>
                                      </p:to>
                                    </p:set>
                                    <p:animEffect transition="in" filter="dissolve">
                                      <p:cBhvr>
                                        <p:cTn id="32" dur="500"/>
                                        <p:tgtEl>
                                          <p:spTgt spid="247">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7" grpId="0" uiExpand="1" build="p"/>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ECD85E7-B9DB-9043-B7EC-8C0919E801A1}"/>
              </a:ext>
            </a:extLst>
          </p:cNvPr>
          <p:cNvSpPr>
            <a:spLocks noGrp="1"/>
          </p:cNvSpPr>
          <p:nvPr>
            <p:ph type="title"/>
          </p:nvPr>
        </p:nvSpPr>
        <p:spPr>
          <a:xfrm>
            <a:off x="838200" y="276457"/>
            <a:ext cx="10515600" cy="894622"/>
          </a:xfrm>
        </p:spPr>
        <p:txBody>
          <a:bodyPr>
            <a:normAutofit/>
          </a:bodyPr>
          <a:lstStyle/>
          <a:p>
            <a:r>
              <a:rPr lang="en-US" sz="4800" dirty="0"/>
              <a:t>OpenFlow: </a:t>
            </a:r>
            <a:r>
              <a:rPr lang="en-US" dirty="0"/>
              <a:t>controller-to-switch messages</a:t>
            </a:r>
          </a:p>
        </p:txBody>
      </p:sp>
      <p:sp>
        <p:nvSpPr>
          <p:cNvPr id="4" name="Slide Number Placeholder 3">
            <a:extLst>
              <a:ext uri="{FF2B5EF4-FFF2-40B4-BE49-F238E27FC236}">
                <a16:creationId xmlns:a16="http://schemas.microsoft.com/office/drawing/2014/main" id="{A8F71119-17C6-6045-B8FE-FECA68C801C0}"/>
              </a:ext>
            </a:extLst>
          </p:cNvPr>
          <p:cNvSpPr>
            <a:spLocks noGrp="1"/>
          </p:cNvSpPr>
          <p:nvPr>
            <p:ph type="sldNum" sz="quarter" idx="4"/>
          </p:nvPr>
        </p:nvSpPr>
        <p:spPr/>
        <p:txBody>
          <a:bodyPr/>
          <a:lstStyle/>
          <a:p>
            <a:r>
              <a:rPr lang="en-US" dirty="0"/>
              <a:t>Network Layer: 5-</a:t>
            </a:r>
            <a:fld id="{C4204591-24BD-A542-B9D5-F8D8A88D2FEE}" type="slidenum">
              <a:rPr lang="en-US" smtClean="0"/>
              <a:pPr/>
              <a:t>72</a:t>
            </a:fld>
            <a:endParaRPr lang="en-US" dirty="0"/>
          </a:p>
        </p:txBody>
      </p:sp>
      <p:sp>
        <p:nvSpPr>
          <p:cNvPr id="2" name="Rectangle 1">
            <a:extLst>
              <a:ext uri="{FF2B5EF4-FFF2-40B4-BE49-F238E27FC236}">
                <a16:creationId xmlns:a16="http://schemas.microsoft.com/office/drawing/2014/main" id="{CD610955-4D70-5844-AF3C-17FCA079A4DB}"/>
              </a:ext>
            </a:extLst>
          </p:cNvPr>
          <p:cNvSpPr/>
          <p:nvPr/>
        </p:nvSpPr>
        <p:spPr>
          <a:xfrm>
            <a:off x="918575" y="1523276"/>
            <a:ext cx="6058423" cy="4031873"/>
          </a:xfrm>
          <a:prstGeom prst="rect">
            <a:avLst/>
          </a:prstGeom>
        </p:spPr>
        <p:txBody>
          <a:bodyPr wrap="square">
            <a:spAutoFit/>
          </a:bodyPr>
          <a:lstStyle/>
          <a:p>
            <a:r>
              <a:rPr lang="en-US" sz="3200" dirty="0">
                <a:solidFill>
                  <a:srgbClr val="000090"/>
                </a:solidFill>
              </a:rPr>
              <a:t>Key controller-to-switch messages</a:t>
            </a:r>
          </a:p>
          <a:p>
            <a:pPr marL="342900" indent="-280988">
              <a:buClr>
                <a:srgbClr val="0000A8"/>
              </a:buClr>
              <a:buFont typeface="Wingdings" pitchFamily="2" charset="2"/>
              <a:buChar char="§"/>
            </a:pPr>
            <a:r>
              <a:rPr lang="en-US" sz="2800" i="1" dirty="0">
                <a:solidFill>
                  <a:srgbClr val="CC0000"/>
                </a:solidFill>
              </a:rPr>
              <a:t>features: </a:t>
            </a:r>
            <a:r>
              <a:rPr lang="en-US" sz="2800" dirty="0"/>
              <a:t>controller queries switch features, switch replies</a:t>
            </a:r>
          </a:p>
          <a:p>
            <a:pPr marL="342900" indent="-280988">
              <a:buClr>
                <a:srgbClr val="0000A8"/>
              </a:buClr>
              <a:buFont typeface="Wingdings" pitchFamily="2" charset="2"/>
              <a:buChar char="§"/>
            </a:pPr>
            <a:r>
              <a:rPr lang="en-US" sz="2800" i="1" dirty="0">
                <a:solidFill>
                  <a:srgbClr val="CC0000"/>
                </a:solidFill>
              </a:rPr>
              <a:t>configure: </a:t>
            </a:r>
            <a:r>
              <a:rPr lang="en-US" sz="2800" dirty="0"/>
              <a:t>controller queries/sets switch configuration parameters</a:t>
            </a:r>
          </a:p>
          <a:p>
            <a:pPr marL="342900" indent="-280988">
              <a:buClr>
                <a:srgbClr val="0000A8"/>
              </a:buClr>
              <a:buFont typeface="Wingdings" pitchFamily="2" charset="2"/>
              <a:buChar char="§"/>
            </a:pPr>
            <a:r>
              <a:rPr lang="en-US" sz="2800" i="1" dirty="0">
                <a:solidFill>
                  <a:srgbClr val="CC0000"/>
                </a:solidFill>
              </a:rPr>
              <a:t>modify-state: </a:t>
            </a:r>
            <a:r>
              <a:rPr lang="en-US" sz="2800" dirty="0"/>
              <a:t>add, delete, modify flow entries in the OpenFlow tables</a:t>
            </a:r>
          </a:p>
          <a:p>
            <a:pPr marL="342900" indent="-280988">
              <a:buClr>
                <a:srgbClr val="0000A8"/>
              </a:buClr>
              <a:buFont typeface="Wingdings" pitchFamily="2" charset="2"/>
              <a:buChar char="§"/>
            </a:pPr>
            <a:r>
              <a:rPr lang="en-US" sz="2800" i="1" dirty="0">
                <a:solidFill>
                  <a:srgbClr val="CC0000"/>
                </a:solidFill>
              </a:rPr>
              <a:t>packet-out: </a:t>
            </a:r>
            <a:r>
              <a:rPr lang="en-US" sz="2800" dirty="0"/>
              <a:t>controller can send this packet out of specific switch port</a:t>
            </a:r>
          </a:p>
        </p:txBody>
      </p:sp>
      <p:grpSp>
        <p:nvGrpSpPr>
          <p:cNvPr id="178" name="Group 177">
            <a:extLst>
              <a:ext uri="{FF2B5EF4-FFF2-40B4-BE49-F238E27FC236}">
                <a16:creationId xmlns:a16="http://schemas.microsoft.com/office/drawing/2014/main" id="{0113BED9-58BA-0E4C-982E-AE0EDD7B0E96}"/>
              </a:ext>
            </a:extLst>
          </p:cNvPr>
          <p:cNvGrpSpPr/>
          <p:nvPr/>
        </p:nvGrpSpPr>
        <p:grpSpPr>
          <a:xfrm>
            <a:off x="7839227" y="1446146"/>
            <a:ext cx="3616623" cy="3732173"/>
            <a:chOff x="7686822" y="1446146"/>
            <a:chExt cx="3616623" cy="3732173"/>
          </a:xfrm>
        </p:grpSpPr>
        <p:grpSp>
          <p:nvGrpSpPr>
            <p:cNvPr id="179" name="Group 950">
              <a:extLst>
                <a:ext uri="{FF2B5EF4-FFF2-40B4-BE49-F238E27FC236}">
                  <a16:creationId xmlns:a16="http://schemas.microsoft.com/office/drawing/2014/main" id="{C87BE356-E809-EF48-A80D-4A417DAFE452}"/>
                </a:ext>
              </a:extLst>
            </p:cNvPr>
            <p:cNvGrpSpPr>
              <a:grpSpLocks/>
            </p:cNvGrpSpPr>
            <p:nvPr/>
          </p:nvGrpSpPr>
          <p:grpSpPr bwMode="auto">
            <a:xfrm>
              <a:off x="8811490" y="2119745"/>
              <a:ext cx="440889" cy="845230"/>
              <a:chOff x="4140" y="429"/>
              <a:chExt cx="1425" cy="2396"/>
            </a:xfrm>
          </p:grpSpPr>
          <p:sp>
            <p:nvSpPr>
              <p:cNvPr id="224" name="Freeform 951">
                <a:extLst>
                  <a:ext uri="{FF2B5EF4-FFF2-40B4-BE49-F238E27FC236}">
                    <a16:creationId xmlns:a16="http://schemas.microsoft.com/office/drawing/2014/main" id="{8B755082-0279-7A40-9C72-674AB2F7D51D}"/>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5" name="Rectangle 952">
                <a:extLst>
                  <a:ext uri="{FF2B5EF4-FFF2-40B4-BE49-F238E27FC236}">
                    <a16:creationId xmlns:a16="http://schemas.microsoft.com/office/drawing/2014/main" id="{06E02BA7-5429-0541-8F8D-A4483DC7BE7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6" name="Freeform 953">
                <a:extLst>
                  <a:ext uri="{FF2B5EF4-FFF2-40B4-BE49-F238E27FC236}">
                    <a16:creationId xmlns:a16="http://schemas.microsoft.com/office/drawing/2014/main" id="{B5F45512-74FD-D844-85E9-BD3B03BACEDA}"/>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7" name="Freeform 954">
                <a:extLst>
                  <a:ext uri="{FF2B5EF4-FFF2-40B4-BE49-F238E27FC236}">
                    <a16:creationId xmlns:a16="http://schemas.microsoft.com/office/drawing/2014/main" id="{D8C02203-D9C6-F34B-AC03-3C858C080097}"/>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8" name="Rectangle 955">
                <a:extLst>
                  <a:ext uri="{FF2B5EF4-FFF2-40B4-BE49-F238E27FC236}">
                    <a16:creationId xmlns:a16="http://schemas.microsoft.com/office/drawing/2014/main" id="{6F5DF8ED-356A-1F48-89F6-988C453DD7E1}"/>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229" name="Group 956">
                <a:extLst>
                  <a:ext uri="{FF2B5EF4-FFF2-40B4-BE49-F238E27FC236}">
                    <a16:creationId xmlns:a16="http://schemas.microsoft.com/office/drawing/2014/main" id="{5692F48A-AD68-9C40-A365-9BA8519139DF}"/>
                  </a:ext>
                </a:extLst>
              </p:cNvPr>
              <p:cNvGrpSpPr>
                <a:grpSpLocks/>
              </p:cNvGrpSpPr>
              <p:nvPr/>
            </p:nvGrpSpPr>
            <p:grpSpPr bwMode="auto">
              <a:xfrm>
                <a:off x="4749" y="668"/>
                <a:ext cx="581" cy="145"/>
                <a:chOff x="614" y="2568"/>
                <a:chExt cx="725" cy="139"/>
              </a:xfrm>
            </p:grpSpPr>
            <p:sp>
              <p:nvSpPr>
                <p:cNvPr id="254" name="AutoShape 957">
                  <a:extLst>
                    <a:ext uri="{FF2B5EF4-FFF2-40B4-BE49-F238E27FC236}">
                      <a16:creationId xmlns:a16="http://schemas.microsoft.com/office/drawing/2014/main" id="{02BFDCD0-FDDC-2947-BDE5-8CD4058533F7}"/>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5" name="AutoShape 958">
                  <a:extLst>
                    <a:ext uri="{FF2B5EF4-FFF2-40B4-BE49-F238E27FC236}">
                      <a16:creationId xmlns:a16="http://schemas.microsoft.com/office/drawing/2014/main" id="{5B2B27AD-5761-7540-842C-82291E43BE13}"/>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230" name="Rectangle 959">
                <a:extLst>
                  <a:ext uri="{FF2B5EF4-FFF2-40B4-BE49-F238E27FC236}">
                    <a16:creationId xmlns:a16="http://schemas.microsoft.com/office/drawing/2014/main" id="{76391211-601A-8C4A-A897-DFF32EBDF63A}"/>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231" name="Group 960">
                <a:extLst>
                  <a:ext uri="{FF2B5EF4-FFF2-40B4-BE49-F238E27FC236}">
                    <a16:creationId xmlns:a16="http://schemas.microsoft.com/office/drawing/2014/main" id="{4A898D0A-BA19-C241-A002-318AA4A734B6}"/>
                  </a:ext>
                </a:extLst>
              </p:cNvPr>
              <p:cNvGrpSpPr>
                <a:grpSpLocks/>
              </p:cNvGrpSpPr>
              <p:nvPr/>
            </p:nvGrpSpPr>
            <p:grpSpPr bwMode="auto">
              <a:xfrm>
                <a:off x="4747" y="994"/>
                <a:ext cx="581" cy="134"/>
                <a:chOff x="614" y="2568"/>
                <a:chExt cx="725" cy="139"/>
              </a:xfrm>
            </p:grpSpPr>
            <p:sp>
              <p:nvSpPr>
                <p:cNvPr id="252" name="AutoShape 961">
                  <a:extLst>
                    <a:ext uri="{FF2B5EF4-FFF2-40B4-BE49-F238E27FC236}">
                      <a16:creationId xmlns:a16="http://schemas.microsoft.com/office/drawing/2014/main" id="{DEC50F88-815B-C24E-A746-BF72E29A4B48}"/>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3" name="AutoShape 962">
                  <a:extLst>
                    <a:ext uri="{FF2B5EF4-FFF2-40B4-BE49-F238E27FC236}">
                      <a16:creationId xmlns:a16="http://schemas.microsoft.com/office/drawing/2014/main" id="{5671BDCF-839B-8F47-8971-DA91198ACE84}"/>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232" name="Rectangle 963">
                <a:extLst>
                  <a:ext uri="{FF2B5EF4-FFF2-40B4-BE49-F238E27FC236}">
                    <a16:creationId xmlns:a16="http://schemas.microsoft.com/office/drawing/2014/main" id="{B5952670-8B35-7A47-8424-CACDB8CA4313}"/>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3" name="Rectangle 964">
                <a:extLst>
                  <a:ext uri="{FF2B5EF4-FFF2-40B4-BE49-F238E27FC236}">
                    <a16:creationId xmlns:a16="http://schemas.microsoft.com/office/drawing/2014/main" id="{4422A870-3BD1-D34E-8CDA-00C00B708AC2}"/>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234" name="Group 965">
                <a:extLst>
                  <a:ext uri="{FF2B5EF4-FFF2-40B4-BE49-F238E27FC236}">
                    <a16:creationId xmlns:a16="http://schemas.microsoft.com/office/drawing/2014/main" id="{7BD4432F-75CD-5A4E-8DAB-BC0C4367758E}"/>
                  </a:ext>
                </a:extLst>
              </p:cNvPr>
              <p:cNvGrpSpPr>
                <a:grpSpLocks/>
              </p:cNvGrpSpPr>
              <p:nvPr/>
            </p:nvGrpSpPr>
            <p:grpSpPr bwMode="auto">
              <a:xfrm>
                <a:off x="4735" y="1627"/>
                <a:ext cx="582" cy="151"/>
                <a:chOff x="614" y="2568"/>
                <a:chExt cx="725" cy="139"/>
              </a:xfrm>
            </p:grpSpPr>
            <p:sp>
              <p:nvSpPr>
                <p:cNvPr id="250" name="AutoShape 966">
                  <a:extLst>
                    <a:ext uri="{FF2B5EF4-FFF2-40B4-BE49-F238E27FC236}">
                      <a16:creationId xmlns:a16="http://schemas.microsoft.com/office/drawing/2014/main" id="{C4C30E79-C938-2042-9CE7-B4778F899E3A}"/>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1" name="AutoShape 967">
                  <a:extLst>
                    <a:ext uri="{FF2B5EF4-FFF2-40B4-BE49-F238E27FC236}">
                      <a16:creationId xmlns:a16="http://schemas.microsoft.com/office/drawing/2014/main" id="{DC3F7F0B-6562-E448-8B3E-D4FEFDCED372}"/>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235" name="Freeform 968">
                <a:extLst>
                  <a:ext uri="{FF2B5EF4-FFF2-40B4-BE49-F238E27FC236}">
                    <a16:creationId xmlns:a16="http://schemas.microsoft.com/office/drawing/2014/main" id="{E28409B3-F332-2440-A29A-38392FADE58D}"/>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236" name="Group 969">
                <a:extLst>
                  <a:ext uri="{FF2B5EF4-FFF2-40B4-BE49-F238E27FC236}">
                    <a16:creationId xmlns:a16="http://schemas.microsoft.com/office/drawing/2014/main" id="{1FF28CE3-79C0-BE4F-853E-9C567B0F5A71}"/>
                  </a:ext>
                </a:extLst>
              </p:cNvPr>
              <p:cNvGrpSpPr>
                <a:grpSpLocks/>
              </p:cNvGrpSpPr>
              <p:nvPr/>
            </p:nvGrpSpPr>
            <p:grpSpPr bwMode="auto">
              <a:xfrm>
                <a:off x="4739" y="1327"/>
                <a:ext cx="582" cy="139"/>
                <a:chOff x="614" y="2568"/>
                <a:chExt cx="725" cy="139"/>
              </a:xfrm>
            </p:grpSpPr>
            <p:sp>
              <p:nvSpPr>
                <p:cNvPr id="248" name="AutoShape 970">
                  <a:extLst>
                    <a:ext uri="{FF2B5EF4-FFF2-40B4-BE49-F238E27FC236}">
                      <a16:creationId xmlns:a16="http://schemas.microsoft.com/office/drawing/2014/main" id="{3AAB8674-EC1E-BE4D-8DB2-C08A9FA50AD5}"/>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9" name="AutoShape 971">
                  <a:extLst>
                    <a:ext uri="{FF2B5EF4-FFF2-40B4-BE49-F238E27FC236}">
                      <a16:creationId xmlns:a16="http://schemas.microsoft.com/office/drawing/2014/main" id="{A28B1EC1-8CC0-1744-813E-EA7223658EF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237" name="Rectangle 972">
                <a:extLst>
                  <a:ext uri="{FF2B5EF4-FFF2-40B4-BE49-F238E27FC236}">
                    <a16:creationId xmlns:a16="http://schemas.microsoft.com/office/drawing/2014/main" id="{08FF9A56-98A2-4547-99BE-094F811ABF0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8" name="Freeform 973">
                <a:extLst>
                  <a:ext uri="{FF2B5EF4-FFF2-40B4-BE49-F238E27FC236}">
                    <a16:creationId xmlns:a16="http://schemas.microsoft.com/office/drawing/2014/main" id="{7E8CEB32-B8AA-CB4E-85C5-D96A7437C087}"/>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9" name="Freeform 974">
                <a:extLst>
                  <a:ext uri="{FF2B5EF4-FFF2-40B4-BE49-F238E27FC236}">
                    <a16:creationId xmlns:a16="http://schemas.microsoft.com/office/drawing/2014/main" id="{63DD5A39-8435-7A4D-BE8A-4626DB36CA7B}"/>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0" name="Oval 975">
                <a:extLst>
                  <a:ext uri="{FF2B5EF4-FFF2-40B4-BE49-F238E27FC236}">
                    <a16:creationId xmlns:a16="http://schemas.microsoft.com/office/drawing/2014/main" id="{2F96D7D3-E797-7D4A-930E-A888E52C67A6}"/>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1" name="Freeform 976">
                <a:extLst>
                  <a:ext uri="{FF2B5EF4-FFF2-40B4-BE49-F238E27FC236}">
                    <a16:creationId xmlns:a16="http://schemas.microsoft.com/office/drawing/2014/main" id="{0AC0D9D6-FAB0-2149-AB34-1A7502AFDA70}"/>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2" name="AutoShape 977">
                <a:extLst>
                  <a:ext uri="{FF2B5EF4-FFF2-40B4-BE49-F238E27FC236}">
                    <a16:creationId xmlns:a16="http://schemas.microsoft.com/office/drawing/2014/main" id="{2BB3F677-6C0A-9244-B2D3-C6578659C6B4}"/>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3" name="AutoShape 978">
                <a:extLst>
                  <a:ext uri="{FF2B5EF4-FFF2-40B4-BE49-F238E27FC236}">
                    <a16:creationId xmlns:a16="http://schemas.microsoft.com/office/drawing/2014/main" id="{9B575564-0643-C840-BEC1-EA0A874905F8}"/>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4" name="Oval 979">
                <a:extLst>
                  <a:ext uri="{FF2B5EF4-FFF2-40B4-BE49-F238E27FC236}">
                    <a16:creationId xmlns:a16="http://schemas.microsoft.com/office/drawing/2014/main" id="{42DAB0D6-0E47-E246-A457-039BA6634E12}"/>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5" name="Oval 980">
                <a:extLst>
                  <a:ext uri="{FF2B5EF4-FFF2-40B4-BE49-F238E27FC236}">
                    <a16:creationId xmlns:a16="http://schemas.microsoft.com/office/drawing/2014/main" id="{26D69774-403D-214E-BF62-A85CBE6513F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246" name="Oval 981">
                <a:extLst>
                  <a:ext uri="{FF2B5EF4-FFF2-40B4-BE49-F238E27FC236}">
                    <a16:creationId xmlns:a16="http://schemas.microsoft.com/office/drawing/2014/main" id="{26DC7522-3EF5-7241-AF1E-E415C56DDD9F}"/>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7" name="Rectangle 982">
                <a:extLst>
                  <a:ext uri="{FF2B5EF4-FFF2-40B4-BE49-F238E27FC236}">
                    <a16:creationId xmlns:a16="http://schemas.microsoft.com/office/drawing/2014/main" id="{8DEF73AD-782C-4544-88F5-4A758E660664}"/>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pic>
          <p:nvPicPr>
            <p:cNvPr id="180" name="Picture 4">
              <a:extLst>
                <a:ext uri="{FF2B5EF4-FFF2-40B4-BE49-F238E27FC236}">
                  <a16:creationId xmlns:a16="http://schemas.microsoft.com/office/drawing/2014/main" id="{C1C7DF53-B6EC-4E47-9C75-9D5334D96A5F}"/>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9291361" y="2246085"/>
              <a:ext cx="1629624" cy="43137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81" name="TextBox 180">
              <a:extLst>
                <a:ext uri="{FF2B5EF4-FFF2-40B4-BE49-F238E27FC236}">
                  <a16:creationId xmlns:a16="http://schemas.microsoft.com/office/drawing/2014/main" id="{9B6AB8F7-2F1B-B247-9F4F-49854BA9BB07}"/>
                </a:ext>
              </a:extLst>
            </p:cNvPr>
            <p:cNvSpPr txBox="1"/>
            <p:nvPr/>
          </p:nvSpPr>
          <p:spPr>
            <a:xfrm>
              <a:off x="7757772" y="1446146"/>
              <a:ext cx="3222357" cy="523220"/>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0000A8"/>
                  </a:solidFill>
                  <a:effectLst/>
                  <a:uLnTx/>
                  <a:uFillTx/>
                  <a:ea typeface="ＭＳ Ｐゴシック" charset="0"/>
                </a:rPr>
                <a:t>OpenFlow Controller</a:t>
              </a:r>
            </a:p>
          </p:txBody>
        </p:sp>
        <p:sp>
          <p:nvSpPr>
            <p:cNvPr id="182" name="Freeform 3">
              <a:extLst>
                <a:ext uri="{FF2B5EF4-FFF2-40B4-BE49-F238E27FC236}">
                  <a16:creationId xmlns:a16="http://schemas.microsoft.com/office/drawing/2014/main" id="{C2351F8B-C157-A844-9FBF-33F526E5C07B}"/>
                </a:ext>
              </a:extLst>
            </p:cNvPr>
            <p:cNvSpPr>
              <a:spLocks/>
            </p:cNvSpPr>
            <p:nvPr/>
          </p:nvSpPr>
          <p:spPr bwMode="auto">
            <a:xfrm>
              <a:off x="7686822" y="3573747"/>
              <a:ext cx="3616623" cy="1604572"/>
            </a:xfrm>
            <a:custGeom>
              <a:avLst/>
              <a:gdLst>
                <a:gd name="T0" fmla="*/ 0 w 2250"/>
                <a:gd name="T1" fmla="*/ 624 h 1409"/>
                <a:gd name="T2" fmla="*/ 219 w 2250"/>
                <a:gd name="T3" fmla="*/ 321 h 1409"/>
                <a:gd name="T4" fmla="*/ 529 w 2250"/>
                <a:gd name="T5" fmla="*/ 35 h 1409"/>
                <a:gd name="T6" fmla="*/ 1551 w 2250"/>
                <a:gd name="T7" fmla="*/ 111 h 1409"/>
                <a:gd name="T8" fmla="*/ 1968 w 2250"/>
                <a:gd name="T9" fmla="*/ 483 h 1409"/>
                <a:gd name="T10" fmla="*/ 2199 w 2250"/>
                <a:gd name="T11" fmla="*/ 906 h 1409"/>
                <a:gd name="T12" fmla="*/ 1659 w 2250"/>
                <a:gd name="T13" fmla="*/ 1314 h 1409"/>
                <a:gd name="T14" fmla="*/ 993 w 2250"/>
                <a:gd name="T15" fmla="*/ 1386 h 1409"/>
                <a:gd name="T16" fmla="*/ 465 w 2250"/>
                <a:gd name="T17" fmla="*/ 1356 h 1409"/>
                <a:gd name="T18" fmla="*/ 102 w 2250"/>
                <a:gd name="T19" fmla="*/ 1068 h 1409"/>
                <a:gd name="T20" fmla="*/ 0 w 2250"/>
                <a:gd name="T21" fmla="*/ 624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 name="connsiteX0" fmla="*/ 0 w 9831"/>
                <a:gd name="connsiteY0" fmla="*/ 4265 h 9728"/>
                <a:gd name="connsiteX1" fmla="*/ 973 w 9831"/>
                <a:gd name="connsiteY1" fmla="*/ 2114 h 9728"/>
                <a:gd name="connsiteX2" fmla="*/ 2351 w 9831"/>
                <a:gd name="connsiteY2" fmla="*/ 84 h 9728"/>
                <a:gd name="connsiteX3" fmla="*/ 6893 w 9831"/>
                <a:gd name="connsiteY3" fmla="*/ 624 h 9728"/>
                <a:gd name="connsiteX4" fmla="*/ 8909 w 9831"/>
                <a:gd name="connsiteY4" fmla="*/ 2780 h 9728"/>
                <a:gd name="connsiteX5" fmla="*/ 9773 w 9831"/>
                <a:gd name="connsiteY5" fmla="*/ 6266 h 9728"/>
                <a:gd name="connsiteX6" fmla="*/ 7373 w 9831"/>
                <a:gd name="connsiteY6" fmla="*/ 9162 h 9728"/>
                <a:gd name="connsiteX7" fmla="*/ 4413 w 9831"/>
                <a:gd name="connsiteY7" fmla="*/ 9673 h 9728"/>
                <a:gd name="connsiteX8" fmla="*/ 2067 w 9831"/>
                <a:gd name="connsiteY8" fmla="*/ 9460 h 9728"/>
                <a:gd name="connsiteX9" fmla="*/ 453 w 9831"/>
                <a:gd name="connsiteY9" fmla="*/ 7416 h 9728"/>
                <a:gd name="connsiteX10" fmla="*/ 0 w 9831"/>
                <a:gd name="connsiteY10" fmla="*/ 4265 h 9728"/>
                <a:gd name="connsiteX0" fmla="*/ 0 w 10003"/>
                <a:gd name="connsiteY0" fmla="*/ 4299 h 9915"/>
                <a:gd name="connsiteX1" fmla="*/ 990 w 10003"/>
                <a:gd name="connsiteY1" fmla="*/ 2088 h 9915"/>
                <a:gd name="connsiteX2" fmla="*/ 2391 w 10003"/>
                <a:gd name="connsiteY2" fmla="*/ 1 h 9915"/>
                <a:gd name="connsiteX3" fmla="*/ 6715 w 10003"/>
                <a:gd name="connsiteY3" fmla="*/ 1965 h 9915"/>
                <a:gd name="connsiteX4" fmla="*/ 9062 w 10003"/>
                <a:gd name="connsiteY4" fmla="*/ 2773 h 9915"/>
                <a:gd name="connsiteX5" fmla="*/ 9941 w 10003"/>
                <a:gd name="connsiteY5" fmla="*/ 6356 h 9915"/>
                <a:gd name="connsiteX6" fmla="*/ 7500 w 10003"/>
                <a:gd name="connsiteY6" fmla="*/ 9333 h 9915"/>
                <a:gd name="connsiteX7" fmla="*/ 4489 w 10003"/>
                <a:gd name="connsiteY7" fmla="*/ 9858 h 9915"/>
                <a:gd name="connsiteX8" fmla="*/ 2103 w 10003"/>
                <a:gd name="connsiteY8" fmla="*/ 9640 h 9915"/>
                <a:gd name="connsiteX9" fmla="*/ 461 w 10003"/>
                <a:gd name="connsiteY9" fmla="*/ 7538 h 9915"/>
                <a:gd name="connsiteX10" fmla="*/ 0 w 10003"/>
                <a:gd name="connsiteY10" fmla="*/ 4299 h 9915"/>
                <a:gd name="connsiteX0" fmla="*/ 0 w 10000"/>
                <a:gd name="connsiteY0" fmla="*/ 4336 h 10000"/>
                <a:gd name="connsiteX1" fmla="*/ 990 w 10000"/>
                <a:gd name="connsiteY1" fmla="*/ 2106 h 10000"/>
                <a:gd name="connsiteX2" fmla="*/ 2390 w 10000"/>
                <a:gd name="connsiteY2" fmla="*/ 1 h 10000"/>
                <a:gd name="connsiteX3" fmla="*/ 6713 w 10000"/>
                <a:gd name="connsiteY3" fmla="*/ 1982 h 10000"/>
                <a:gd name="connsiteX4" fmla="*/ 9059 w 10000"/>
                <a:gd name="connsiteY4" fmla="*/ 2797 h 10000"/>
                <a:gd name="connsiteX5" fmla="*/ 9938 w 10000"/>
                <a:gd name="connsiteY5" fmla="*/ 6410 h 10000"/>
                <a:gd name="connsiteX6" fmla="*/ 7498 w 10000"/>
                <a:gd name="connsiteY6" fmla="*/ 9413 h 10000"/>
                <a:gd name="connsiteX7" fmla="*/ 4488 w 10000"/>
                <a:gd name="connsiteY7" fmla="*/ 9943 h 10000"/>
                <a:gd name="connsiteX8" fmla="*/ 2102 w 10000"/>
                <a:gd name="connsiteY8" fmla="*/ 9723 h 10000"/>
                <a:gd name="connsiteX9" fmla="*/ 461 w 10000"/>
                <a:gd name="connsiteY9" fmla="*/ 7603 h 10000"/>
                <a:gd name="connsiteX10" fmla="*/ 0 w 10000"/>
                <a:gd name="connsiteY10" fmla="*/ 4336 h 10000"/>
                <a:gd name="connsiteX0" fmla="*/ 0 w 10000"/>
                <a:gd name="connsiteY0" fmla="*/ 4336 h 10000"/>
                <a:gd name="connsiteX1" fmla="*/ 990 w 10000"/>
                <a:gd name="connsiteY1" fmla="*/ 2106 h 10000"/>
                <a:gd name="connsiteX2" fmla="*/ 2390 w 10000"/>
                <a:gd name="connsiteY2" fmla="*/ 1 h 10000"/>
                <a:gd name="connsiteX3" fmla="*/ 6713 w 10000"/>
                <a:gd name="connsiteY3" fmla="*/ 1982 h 10000"/>
                <a:gd name="connsiteX4" fmla="*/ 9059 w 10000"/>
                <a:gd name="connsiteY4" fmla="*/ 2797 h 10000"/>
                <a:gd name="connsiteX5" fmla="*/ 9938 w 10000"/>
                <a:gd name="connsiteY5" fmla="*/ 6410 h 10000"/>
                <a:gd name="connsiteX6" fmla="*/ 7498 w 10000"/>
                <a:gd name="connsiteY6" fmla="*/ 9413 h 10000"/>
                <a:gd name="connsiteX7" fmla="*/ 4488 w 10000"/>
                <a:gd name="connsiteY7" fmla="*/ 9943 h 10000"/>
                <a:gd name="connsiteX8" fmla="*/ 2102 w 10000"/>
                <a:gd name="connsiteY8" fmla="*/ 9723 h 10000"/>
                <a:gd name="connsiteX9" fmla="*/ 461 w 10000"/>
                <a:gd name="connsiteY9" fmla="*/ 7603 h 10000"/>
                <a:gd name="connsiteX10" fmla="*/ 0 w 10000"/>
                <a:gd name="connsiteY10" fmla="*/ 4336 h 10000"/>
                <a:gd name="connsiteX0" fmla="*/ 0 w 10000"/>
                <a:gd name="connsiteY0" fmla="*/ 4002 h 9666"/>
                <a:gd name="connsiteX1" fmla="*/ 990 w 10000"/>
                <a:gd name="connsiteY1" fmla="*/ 1772 h 9666"/>
                <a:gd name="connsiteX2" fmla="*/ 3804 w 10000"/>
                <a:gd name="connsiteY2" fmla="*/ 1 h 9666"/>
                <a:gd name="connsiteX3" fmla="*/ 6713 w 10000"/>
                <a:gd name="connsiteY3" fmla="*/ 1648 h 9666"/>
                <a:gd name="connsiteX4" fmla="*/ 9059 w 10000"/>
                <a:gd name="connsiteY4" fmla="*/ 2463 h 9666"/>
                <a:gd name="connsiteX5" fmla="*/ 9938 w 10000"/>
                <a:gd name="connsiteY5" fmla="*/ 6076 h 9666"/>
                <a:gd name="connsiteX6" fmla="*/ 7498 w 10000"/>
                <a:gd name="connsiteY6" fmla="*/ 9079 h 9666"/>
                <a:gd name="connsiteX7" fmla="*/ 4488 w 10000"/>
                <a:gd name="connsiteY7" fmla="*/ 9609 h 9666"/>
                <a:gd name="connsiteX8" fmla="*/ 2102 w 10000"/>
                <a:gd name="connsiteY8" fmla="*/ 9389 h 9666"/>
                <a:gd name="connsiteX9" fmla="*/ 461 w 10000"/>
                <a:gd name="connsiteY9" fmla="*/ 7269 h 9666"/>
                <a:gd name="connsiteX10" fmla="*/ 0 w 10000"/>
                <a:gd name="connsiteY10" fmla="*/ 4002 h 9666"/>
                <a:gd name="connsiteX0" fmla="*/ 103 w 9643"/>
                <a:gd name="connsiteY0" fmla="*/ 4486 h 10000"/>
                <a:gd name="connsiteX1" fmla="*/ 633 w 9643"/>
                <a:gd name="connsiteY1" fmla="*/ 1833 h 10000"/>
                <a:gd name="connsiteX2" fmla="*/ 3447 w 9643"/>
                <a:gd name="connsiteY2" fmla="*/ 1 h 10000"/>
                <a:gd name="connsiteX3" fmla="*/ 6356 w 9643"/>
                <a:gd name="connsiteY3" fmla="*/ 1705 h 10000"/>
                <a:gd name="connsiteX4" fmla="*/ 8702 w 9643"/>
                <a:gd name="connsiteY4" fmla="*/ 2548 h 10000"/>
                <a:gd name="connsiteX5" fmla="*/ 9581 w 9643"/>
                <a:gd name="connsiteY5" fmla="*/ 6286 h 10000"/>
                <a:gd name="connsiteX6" fmla="*/ 7141 w 9643"/>
                <a:gd name="connsiteY6" fmla="*/ 9393 h 10000"/>
                <a:gd name="connsiteX7" fmla="*/ 4131 w 9643"/>
                <a:gd name="connsiteY7" fmla="*/ 9941 h 10000"/>
                <a:gd name="connsiteX8" fmla="*/ 1745 w 9643"/>
                <a:gd name="connsiteY8" fmla="*/ 9713 h 10000"/>
                <a:gd name="connsiteX9" fmla="*/ 104 w 9643"/>
                <a:gd name="connsiteY9" fmla="*/ 7520 h 10000"/>
                <a:gd name="connsiteX10" fmla="*/ 103 w 9643"/>
                <a:gd name="connsiteY10" fmla="*/ 4486 h 10000"/>
                <a:gd name="connsiteX0" fmla="*/ 107 w 10000"/>
                <a:gd name="connsiteY0" fmla="*/ 4486 h 10000"/>
                <a:gd name="connsiteX1" fmla="*/ 1304 w 10000"/>
                <a:gd name="connsiteY1" fmla="*/ 2006 h 10000"/>
                <a:gd name="connsiteX2" fmla="*/ 3575 w 10000"/>
                <a:gd name="connsiteY2" fmla="*/ 1 h 10000"/>
                <a:gd name="connsiteX3" fmla="*/ 6591 w 10000"/>
                <a:gd name="connsiteY3" fmla="*/ 1705 h 10000"/>
                <a:gd name="connsiteX4" fmla="*/ 9024 w 10000"/>
                <a:gd name="connsiteY4" fmla="*/ 2548 h 10000"/>
                <a:gd name="connsiteX5" fmla="*/ 9936 w 10000"/>
                <a:gd name="connsiteY5" fmla="*/ 6286 h 10000"/>
                <a:gd name="connsiteX6" fmla="*/ 7405 w 10000"/>
                <a:gd name="connsiteY6" fmla="*/ 9393 h 10000"/>
                <a:gd name="connsiteX7" fmla="*/ 4284 w 10000"/>
                <a:gd name="connsiteY7" fmla="*/ 9941 h 10000"/>
                <a:gd name="connsiteX8" fmla="*/ 1810 w 10000"/>
                <a:gd name="connsiteY8" fmla="*/ 9713 h 10000"/>
                <a:gd name="connsiteX9" fmla="*/ 108 w 10000"/>
                <a:gd name="connsiteY9" fmla="*/ 7520 h 10000"/>
                <a:gd name="connsiteX10" fmla="*/ 107 w 10000"/>
                <a:gd name="connsiteY10" fmla="*/ 4486 h 10000"/>
                <a:gd name="connsiteX0" fmla="*/ 0 w 9893"/>
                <a:gd name="connsiteY0" fmla="*/ 4486 h 10000"/>
                <a:gd name="connsiteX1" fmla="*/ 1197 w 9893"/>
                <a:gd name="connsiteY1" fmla="*/ 2006 h 10000"/>
                <a:gd name="connsiteX2" fmla="*/ 3468 w 9893"/>
                <a:gd name="connsiteY2" fmla="*/ 1 h 10000"/>
                <a:gd name="connsiteX3" fmla="*/ 6484 w 9893"/>
                <a:gd name="connsiteY3" fmla="*/ 1705 h 10000"/>
                <a:gd name="connsiteX4" fmla="*/ 8917 w 9893"/>
                <a:gd name="connsiteY4" fmla="*/ 2548 h 10000"/>
                <a:gd name="connsiteX5" fmla="*/ 9829 w 9893"/>
                <a:gd name="connsiteY5" fmla="*/ 6286 h 10000"/>
                <a:gd name="connsiteX6" fmla="*/ 7298 w 9893"/>
                <a:gd name="connsiteY6" fmla="*/ 9393 h 10000"/>
                <a:gd name="connsiteX7" fmla="*/ 4177 w 9893"/>
                <a:gd name="connsiteY7" fmla="*/ 9941 h 10000"/>
                <a:gd name="connsiteX8" fmla="*/ 1703 w 9893"/>
                <a:gd name="connsiteY8" fmla="*/ 9713 h 10000"/>
                <a:gd name="connsiteX9" fmla="*/ 645 w 9893"/>
                <a:gd name="connsiteY9" fmla="*/ 7520 h 10000"/>
                <a:gd name="connsiteX10" fmla="*/ 0 w 9893"/>
                <a:gd name="connsiteY10" fmla="*/ 4486 h 10000"/>
                <a:gd name="connsiteX0" fmla="*/ 0 w 10000"/>
                <a:gd name="connsiteY0" fmla="*/ 4486 h 10041"/>
                <a:gd name="connsiteX1" fmla="*/ 1210 w 10000"/>
                <a:gd name="connsiteY1" fmla="*/ 2006 h 10041"/>
                <a:gd name="connsiteX2" fmla="*/ 3506 w 10000"/>
                <a:gd name="connsiteY2" fmla="*/ 1 h 10041"/>
                <a:gd name="connsiteX3" fmla="*/ 6554 w 10000"/>
                <a:gd name="connsiteY3" fmla="*/ 1705 h 10041"/>
                <a:gd name="connsiteX4" fmla="*/ 9013 w 10000"/>
                <a:gd name="connsiteY4" fmla="*/ 2548 h 10041"/>
                <a:gd name="connsiteX5" fmla="*/ 9935 w 10000"/>
                <a:gd name="connsiteY5" fmla="*/ 6286 h 10041"/>
                <a:gd name="connsiteX6" fmla="*/ 7377 w 10000"/>
                <a:gd name="connsiteY6" fmla="*/ 9393 h 10041"/>
                <a:gd name="connsiteX7" fmla="*/ 4222 w 10000"/>
                <a:gd name="connsiteY7" fmla="*/ 9941 h 10041"/>
                <a:gd name="connsiteX8" fmla="*/ 1951 w 10000"/>
                <a:gd name="connsiteY8" fmla="*/ 7983 h 10041"/>
                <a:gd name="connsiteX9" fmla="*/ 652 w 10000"/>
                <a:gd name="connsiteY9" fmla="*/ 7520 h 10041"/>
                <a:gd name="connsiteX10" fmla="*/ 0 w 10000"/>
                <a:gd name="connsiteY10" fmla="*/ 4486 h 10041"/>
                <a:gd name="connsiteX0" fmla="*/ 0 w 10000"/>
                <a:gd name="connsiteY0" fmla="*/ 4486 h 10041"/>
                <a:gd name="connsiteX1" fmla="*/ 1210 w 10000"/>
                <a:gd name="connsiteY1" fmla="*/ 2006 h 10041"/>
                <a:gd name="connsiteX2" fmla="*/ 3506 w 10000"/>
                <a:gd name="connsiteY2" fmla="*/ 1 h 10041"/>
                <a:gd name="connsiteX3" fmla="*/ 6554 w 10000"/>
                <a:gd name="connsiteY3" fmla="*/ 1705 h 10041"/>
                <a:gd name="connsiteX4" fmla="*/ 9013 w 10000"/>
                <a:gd name="connsiteY4" fmla="*/ 2548 h 10041"/>
                <a:gd name="connsiteX5" fmla="*/ 9935 w 10000"/>
                <a:gd name="connsiteY5" fmla="*/ 6286 h 10041"/>
                <a:gd name="connsiteX6" fmla="*/ 7377 w 10000"/>
                <a:gd name="connsiteY6" fmla="*/ 9393 h 10041"/>
                <a:gd name="connsiteX7" fmla="*/ 4222 w 10000"/>
                <a:gd name="connsiteY7" fmla="*/ 9941 h 10041"/>
                <a:gd name="connsiteX8" fmla="*/ 1951 w 10000"/>
                <a:gd name="connsiteY8" fmla="*/ 7983 h 10041"/>
                <a:gd name="connsiteX9" fmla="*/ 652 w 10000"/>
                <a:gd name="connsiteY9" fmla="*/ 7520 h 10041"/>
                <a:gd name="connsiteX10" fmla="*/ 0 w 10000"/>
                <a:gd name="connsiteY10" fmla="*/ 4486 h 10041"/>
                <a:gd name="connsiteX0" fmla="*/ 0 w 10000"/>
                <a:gd name="connsiteY0" fmla="*/ 4486 h 10041"/>
                <a:gd name="connsiteX1" fmla="*/ 1210 w 10000"/>
                <a:gd name="connsiteY1" fmla="*/ 2006 h 10041"/>
                <a:gd name="connsiteX2" fmla="*/ 3506 w 10000"/>
                <a:gd name="connsiteY2" fmla="*/ 1 h 10041"/>
                <a:gd name="connsiteX3" fmla="*/ 6554 w 10000"/>
                <a:gd name="connsiteY3" fmla="*/ 1705 h 10041"/>
                <a:gd name="connsiteX4" fmla="*/ 9013 w 10000"/>
                <a:gd name="connsiteY4" fmla="*/ 2548 h 10041"/>
                <a:gd name="connsiteX5" fmla="*/ 9935 w 10000"/>
                <a:gd name="connsiteY5" fmla="*/ 6286 h 10041"/>
                <a:gd name="connsiteX6" fmla="*/ 7377 w 10000"/>
                <a:gd name="connsiteY6" fmla="*/ 9393 h 10041"/>
                <a:gd name="connsiteX7" fmla="*/ 4222 w 10000"/>
                <a:gd name="connsiteY7" fmla="*/ 9941 h 10041"/>
                <a:gd name="connsiteX8" fmla="*/ 1951 w 10000"/>
                <a:gd name="connsiteY8" fmla="*/ 7983 h 10041"/>
                <a:gd name="connsiteX9" fmla="*/ 652 w 10000"/>
                <a:gd name="connsiteY9" fmla="*/ 7520 h 10041"/>
                <a:gd name="connsiteX10" fmla="*/ 0 w 10000"/>
                <a:gd name="connsiteY10" fmla="*/ 4486 h 10041"/>
                <a:gd name="connsiteX0" fmla="*/ 0 w 10000"/>
                <a:gd name="connsiteY0" fmla="*/ 4486 h 10041"/>
                <a:gd name="connsiteX1" fmla="*/ 1210 w 10000"/>
                <a:gd name="connsiteY1" fmla="*/ 2006 h 10041"/>
                <a:gd name="connsiteX2" fmla="*/ 3506 w 10000"/>
                <a:gd name="connsiteY2" fmla="*/ 1 h 10041"/>
                <a:gd name="connsiteX3" fmla="*/ 6554 w 10000"/>
                <a:gd name="connsiteY3" fmla="*/ 1705 h 10041"/>
                <a:gd name="connsiteX4" fmla="*/ 9013 w 10000"/>
                <a:gd name="connsiteY4" fmla="*/ 2548 h 10041"/>
                <a:gd name="connsiteX5" fmla="*/ 9935 w 10000"/>
                <a:gd name="connsiteY5" fmla="*/ 6286 h 10041"/>
                <a:gd name="connsiteX6" fmla="*/ 7377 w 10000"/>
                <a:gd name="connsiteY6" fmla="*/ 9393 h 10041"/>
                <a:gd name="connsiteX7" fmla="*/ 4222 w 10000"/>
                <a:gd name="connsiteY7" fmla="*/ 9941 h 10041"/>
                <a:gd name="connsiteX8" fmla="*/ 1951 w 10000"/>
                <a:gd name="connsiteY8" fmla="*/ 7983 h 10041"/>
                <a:gd name="connsiteX9" fmla="*/ 652 w 10000"/>
                <a:gd name="connsiteY9" fmla="*/ 7520 h 10041"/>
                <a:gd name="connsiteX10" fmla="*/ 0 w 10000"/>
                <a:gd name="connsiteY10" fmla="*/ 4486 h 10041"/>
                <a:gd name="connsiteX0" fmla="*/ 0 w 10000"/>
                <a:gd name="connsiteY0" fmla="*/ 4486 h 10016"/>
                <a:gd name="connsiteX1" fmla="*/ 1210 w 10000"/>
                <a:gd name="connsiteY1" fmla="*/ 2006 h 10016"/>
                <a:gd name="connsiteX2" fmla="*/ 3506 w 10000"/>
                <a:gd name="connsiteY2" fmla="*/ 1 h 10016"/>
                <a:gd name="connsiteX3" fmla="*/ 6554 w 10000"/>
                <a:gd name="connsiteY3" fmla="*/ 1705 h 10016"/>
                <a:gd name="connsiteX4" fmla="*/ 9013 w 10000"/>
                <a:gd name="connsiteY4" fmla="*/ 2548 h 10016"/>
                <a:gd name="connsiteX5" fmla="*/ 9935 w 10000"/>
                <a:gd name="connsiteY5" fmla="*/ 6286 h 10016"/>
                <a:gd name="connsiteX6" fmla="*/ 7377 w 10000"/>
                <a:gd name="connsiteY6" fmla="*/ 9393 h 10016"/>
                <a:gd name="connsiteX7" fmla="*/ 4222 w 10000"/>
                <a:gd name="connsiteY7" fmla="*/ 9941 h 10016"/>
                <a:gd name="connsiteX8" fmla="*/ 2296 w 10000"/>
                <a:gd name="connsiteY8" fmla="*/ 8329 h 10016"/>
                <a:gd name="connsiteX9" fmla="*/ 652 w 10000"/>
                <a:gd name="connsiteY9" fmla="*/ 7520 h 10016"/>
                <a:gd name="connsiteX10" fmla="*/ 0 w 10000"/>
                <a:gd name="connsiteY10" fmla="*/ 4486 h 10016"/>
                <a:gd name="connsiteX0" fmla="*/ 0 w 10000"/>
                <a:gd name="connsiteY0" fmla="*/ 4486 h 10016"/>
                <a:gd name="connsiteX1" fmla="*/ 1210 w 10000"/>
                <a:gd name="connsiteY1" fmla="*/ 2006 h 10016"/>
                <a:gd name="connsiteX2" fmla="*/ 3506 w 10000"/>
                <a:gd name="connsiteY2" fmla="*/ 1 h 10016"/>
                <a:gd name="connsiteX3" fmla="*/ 6554 w 10000"/>
                <a:gd name="connsiteY3" fmla="*/ 1705 h 10016"/>
                <a:gd name="connsiteX4" fmla="*/ 9013 w 10000"/>
                <a:gd name="connsiteY4" fmla="*/ 2548 h 10016"/>
                <a:gd name="connsiteX5" fmla="*/ 9935 w 10000"/>
                <a:gd name="connsiteY5" fmla="*/ 6286 h 10016"/>
                <a:gd name="connsiteX6" fmla="*/ 7377 w 10000"/>
                <a:gd name="connsiteY6" fmla="*/ 9393 h 10016"/>
                <a:gd name="connsiteX7" fmla="*/ 4222 w 10000"/>
                <a:gd name="connsiteY7" fmla="*/ 9941 h 10016"/>
                <a:gd name="connsiteX8" fmla="*/ 2296 w 10000"/>
                <a:gd name="connsiteY8" fmla="*/ 8329 h 10016"/>
                <a:gd name="connsiteX9" fmla="*/ 652 w 10000"/>
                <a:gd name="connsiteY9" fmla="*/ 7520 h 10016"/>
                <a:gd name="connsiteX10" fmla="*/ 0 w 10000"/>
                <a:gd name="connsiteY10" fmla="*/ 4486 h 10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000" h="10016">
                  <a:moveTo>
                    <a:pt x="0" y="4486"/>
                  </a:moveTo>
                  <a:cubicBezTo>
                    <a:pt x="23" y="3587"/>
                    <a:pt x="627" y="2754"/>
                    <a:pt x="1210" y="2006"/>
                  </a:cubicBezTo>
                  <a:cubicBezTo>
                    <a:pt x="1794" y="1258"/>
                    <a:pt x="2615" y="51"/>
                    <a:pt x="3506" y="1"/>
                  </a:cubicBezTo>
                  <a:cubicBezTo>
                    <a:pt x="4396" y="-49"/>
                    <a:pt x="5636" y="1281"/>
                    <a:pt x="6554" y="1705"/>
                  </a:cubicBezTo>
                  <a:cubicBezTo>
                    <a:pt x="7473" y="2129"/>
                    <a:pt x="8449" y="1784"/>
                    <a:pt x="9013" y="2548"/>
                  </a:cubicBezTo>
                  <a:cubicBezTo>
                    <a:pt x="9577" y="3312"/>
                    <a:pt x="10207" y="5145"/>
                    <a:pt x="9935" y="6286"/>
                  </a:cubicBezTo>
                  <a:cubicBezTo>
                    <a:pt x="9662" y="7428"/>
                    <a:pt x="8329" y="8783"/>
                    <a:pt x="7377" y="9393"/>
                  </a:cubicBezTo>
                  <a:cubicBezTo>
                    <a:pt x="6425" y="10002"/>
                    <a:pt x="5069" y="10118"/>
                    <a:pt x="4222" y="9941"/>
                  </a:cubicBezTo>
                  <a:cubicBezTo>
                    <a:pt x="3375" y="9764"/>
                    <a:pt x="2767" y="8820"/>
                    <a:pt x="2296" y="8329"/>
                  </a:cubicBezTo>
                  <a:cubicBezTo>
                    <a:pt x="1825" y="7838"/>
                    <a:pt x="1035" y="8161"/>
                    <a:pt x="652" y="7520"/>
                  </a:cubicBezTo>
                  <a:cubicBezTo>
                    <a:pt x="269" y="6879"/>
                    <a:pt x="99" y="5188"/>
                    <a:pt x="0" y="4486"/>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cxnSp>
          <p:nvCxnSpPr>
            <p:cNvPr id="183" name="Straight Connector 182">
              <a:extLst>
                <a:ext uri="{FF2B5EF4-FFF2-40B4-BE49-F238E27FC236}">
                  <a16:creationId xmlns:a16="http://schemas.microsoft.com/office/drawing/2014/main" id="{4F9DD47E-E6C7-254B-9D7A-8386B96CFBA3}"/>
                </a:ext>
              </a:extLst>
            </p:cNvPr>
            <p:cNvCxnSpPr/>
            <p:nvPr/>
          </p:nvCxnSpPr>
          <p:spPr>
            <a:xfrm flipV="1">
              <a:off x="7988607" y="3775213"/>
              <a:ext cx="1203228" cy="660205"/>
            </a:xfrm>
            <a:prstGeom prst="line">
              <a:avLst/>
            </a:prstGeom>
            <a:noFill/>
            <a:ln w="25400" cap="flat" cmpd="sng" algn="ctr">
              <a:solidFill>
                <a:srgbClr val="000000"/>
              </a:solidFill>
              <a:prstDash val="solid"/>
            </a:ln>
            <a:effectLst/>
          </p:spPr>
        </p:cxnSp>
        <p:cxnSp>
          <p:nvCxnSpPr>
            <p:cNvPr id="184" name="Straight Connector 183">
              <a:extLst>
                <a:ext uri="{FF2B5EF4-FFF2-40B4-BE49-F238E27FC236}">
                  <a16:creationId xmlns:a16="http://schemas.microsoft.com/office/drawing/2014/main" id="{63CDEDC8-E645-5647-87E8-71F346110444}"/>
                </a:ext>
              </a:extLst>
            </p:cNvPr>
            <p:cNvCxnSpPr/>
            <p:nvPr/>
          </p:nvCxnSpPr>
          <p:spPr>
            <a:xfrm>
              <a:off x="7988607" y="4435418"/>
              <a:ext cx="1203228" cy="517808"/>
            </a:xfrm>
            <a:prstGeom prst="line">
              <a:avLst/>
            </a:prstGeom>
            <a:noFill/>
            <a:ln w="25400" cap="flat" cmpd="sng" algn="ctr">
              <a:solidFill>
                <a:srgbClr val="000000"/>
              </a:solidFill>
              <a:prstDash val="solid"/>
            </a:ln>
            <a:effectLst/>
          </p:spPr>
        </p:cxnSp>
        <p:cxnSp>
          <p:nvCxnSpPr>
            <p:cNvPr id="185" name="Straight Connector 184">
              <a:extLst>
                <a:ext uri="{FF2B5EF4-FFF2-40B4-BE49-F238E27FC236}">
                  <a16:creationId xmlns:a16="http://schemas.microsoft.com/office/drawing/2014/main" id="{3C4CA3CC-7C14-9C43-9C88-18B3AC78DF59}"/>
                </a:ext>
              </a:extLst>
            </p:cNvPr>
            <p:cNvCxnSpPr/>
            <p:nvPr/>
          </p:nvCxnSpPr>
          <p:spPr>
            <a:xfrm>
              <a:off x="8998012" y="3982336"/>
              <a:ext cx="319671" cy="828494"/>
            </a:xfrm>
            <a:prstGeom prst="line">
              <a:avLst/>
            </a:prstGeom>
            <a:noFill/>
            <a:ln w="25400" cap="flat" cmpd="sng" algn="ctr">
              <a:solidFill>
                <a:srgbClr val="000000"/>
              </a:solidFill>
              <a:prstDash val="solid"/>
            </a:ln>
            <a:effectLst/>
          </p:spPr>
        </p:cxnSp>
        <p:cxnSp>
          <p:nvCxnSpPr>
            <p:cNvPr id="186" name="Straight Connector 185">
              <a:extLst>
                <a:ext uri="{FF2B5EF4-FFF2-40B4-BE49-F238E27FC236}">
                  <a16:creationId xmlns:a16="http://schemas.microsoft.com/office/drawing/2014/main" id="{88CC3EBD-E425-184C-894C-EAB5273767D9}"/>
                </a:ext>
              </a:extLst>
            </p:cNvPr>
            <p:cNvCxnSpPr/>
            <p:nvPr/>
          </p:nvCxnSpPr>
          <p:spPr>
            <a:xfrm>
              <a:off x="9268742" y="3917611"/>
              <a:ext cx="1307416" cy="271850"/>
            </a:xfrm>
            <a:prstGeom prst="line">
              <a:avLst/>
            </a:prstGeom>
            <a:noFill/>
            <a:ln w="25400" cap="flat" cmpd="sng" algn="ctr">
              <a:solidFill>
                <a:srgbClr val="000000"/>
              </a:solidFill>
              <a:prstDash val="solid"/>
            </a:ln>
            <a:effectLst/>
          </p:spPr>
        </p:cxnSp>
        <p:cxnSp>
          <p:nvCxnSpPr>
            <p:cNvPr id="187" name="Straight Connector 186">
              <a:extLst>
                <a:ext uri="{FF2B5EF4-FFF2-40B4-BE49-F238E27FC236}">
                  <a16:creationId xmlns:a16="http://schemas.microsoft.com/office/drawing/2014/main" id="{FEF48E80-646F-7F47-A7F6-ED0682948DB1}"/>
                </a:ext>
              </a:extLst>
            </p:cNvPr>
            <p:cNvCxnSpPr/>
            <p:nvPr/>
          </p:nvCxnSpPr>
          <p:spPr>
            <a:xfrm flipV="1">
              <a:off x="9461009" y="4344802"/>
              <a:ext cx="1115149" cy="608426"/>
            </a:xfrm>
            <a:prstGeom prst="line">
              <a:avLst/>
            </a:prstGeom>
            <a:noFill/>
            <a:ln w="25400" cap="flat" cmpd="sng" algn="ctr">
              <a:solidFill>
                <a:srgbClr val="000000"/>
              </a:solidFill>
              <a:prstDash val="solid"/>
            </a:ln>
            <a:effectLst/>
          </p:spPr>
        </p:cxnSp>
        <p:grpSp>
          <p:nvGrpSpPr>
            <p:cNvPr id="188" name="Group 187">
              <a:extLst>
                <a:ext uri="{FF2B5EF4-FFF2-40B4-BE49-F238E27FC236}">
                  <a16:creationId xmlns:a16="http://schemas.microsoft.com/office/drawing/2014/main" id="{0C804D6D-5E6C-524E-BD9D-63A040FEC0E8}"/>
                </a:ext>
              </a:extLst>
            </p:cNvPr>
            <p:cNvGrpSpPr/>
            <p:nvPr/>
          </p:nvGrpSpPr>
          <p:grpSpPr>
            <a:xfrm>
              <a:off x="10288073" y="4115087"/>
              <a:ext cx="753999" cy="373786"/>
              <a:chOff x="7493876" y="2774731"/>
              <a:chExt cx="1481958" cy="894622"/>
            </a:xfrm>
          </p:grpSpPr>
          <p:sp>
            <p:nvSpPr>
              <p:cNvPr id="217" name="Freeform 216">
                <a:extLst>
                  <a:ext uri="{FF2B5EF4-FFF2-40B4-BE49-F238E27FC236}">
                    <a16:creationId xmlns:a16="http://schemas.microsoft.com/office/drawing/2014/main" id="{1AEAF277-EC15-C74A-A897-429ECC402C3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8" name="Oval 217">
                <a:extLst>
                  <a:ext uri="{FF2B5EF4-FFF2-40B4-BE49-F238E27FC236}">
                    <a16:creationId xmlns:a16="http://schemas.microsoft.com/office/drawing/2014/main" id="{2A985C30-AA68-A449-AE2D-96537804B4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9" name="Group 218">
                <a:extLst>
                  <a:ext uri="{FF2B5EF4-FFF2-40B4-BE49-F238E27FC236}">
                    <a16:creationId xmlns:a16="http://schemas.microsoft.com/office/drawing/2014/main" id="{24F1D6E1-F974-6F44-8BEC-75356C5B094E}"/>
                  </a:ext>
                </a:extLst>
              </p:cNvPr>
              <p:cNvGrpSpPr/>
              <p:nvPr/>
            </p:nvGrpSpPr>
            <p:grpSpPr>
              <a:xfrm>
                <a:off x="7713663" y="2848339"/>
                <a:ext cx="1042107" cy="425543"/>
                <a:chOff x="7786941" y="2884917"/>
                <a:chExt cx="897649" cy="353919"/>
              </a:xfrm>
            </p:grpSpPr>
            <p:sp>
              <p:nvSpPr>
                <p:cNvPr id="220" name="Freeform 219">
                  <a:extLst>
                    <a:ext uri="{FF2B5EF4-FFF2-40B4-BE49-F238E27FC236}">
                      <a16:creationId xmlns:a16="http://schemas.microsoft.com/office/drawing/2014/main" id="{D2D2DF33-027B-624E-9924-24F57D13560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1" name="Freeform 220">
                  <a:extLst>
                    <a:ext uri="{FF2B5EF4-FFF2-40B4-BE49-F238E27FC236}">
                      <a16:creationId xmlns:a16="http://schemas.microsoft.com/office/drawing/2014/main" id="{FD076409-B5DE-A74C-BF70-A33601526BB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E72E3A76-24C6-EC4C-8E11-1C51A153027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49634892-5A40-3442-A58E-C4B4759475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89" name="Group 188">
              <a:extLst>
                <a:ext uri="{FF2B5EF4-FFF2-40B4-BE49-F238E27FC236}">
                  <a16:creationId xmlns:a16="http://schemas.microsoft.com/office/drawing/2014/main" id="{B6461273-4C3C-0849-8B76-2FDBB4CC2A8B}"/>
                </a:ext>
              </a:extLst>
            </p:cNvPr>
            <p:cNvGrpSpPr/>
            <p:nvPr/>
          </p:nvGrpSpPr>
          <p:grpSpPr>
            <a:xfrm>
              <a:off x="7988218" y="4212069"/>
              <a:ext cx="753999" cy="373786"/>
              <a:chOff x="7493876" y="2774731"/>
              <a:chExt cx="1481958" cy="894622"/>
            </a:xfrm>
          </p:grpSpPr>
          <p:sp>
            <p:nvSpPr>
              <p:cNvPr id="210" name="Freeform 209">
                <a:extLst>
                  <a:ext uri="{FF2B5EF4-FFF2-40B4-BE49-F238E27FC236}">
                    <a16:creationId xmlns:a16="http://schemas.microsoft.com/office/drawing/2014/main" id="{0B58449A-7556-5A49-A023-3F0D33B630A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1" name="Oval 210">
                <a:extLst>
                  <a:ext uri="{FF2B5EF4-FFF2-40B4-BE49-F238E27FC236}">
                    <a16:creationId xmlns:a16="http://schemas.microsoft.com/office/drawing/2014/main" id="{8186502C-C7FD-5E47-ACE6-24FC52D26CA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2" name="Group 211">
                <a:extLst>
                  <a:ext uri="{FF2B5EF4-FFF2-40B4-BE49-F238E27FC236}">
                    <a16:creationId xmlns:a16="http://schemas.microsoft.com/office/drawing/2014/main" id="{826D19B7-26A5-6F41-8DE5-1C7D29CC3B5D}"/>
                  </a:ext>
                </a:extLst>
              </p:cNvPr>
              <p:cNvGrpSpPr/>
              <p:nvPr/>
            </p:nvGrpSpPr>
            <p:grpSpPr>
              <a:xfrm>
                <a:off x="7713663" y="2848339"/>
                <a:ext cx="1042107" cy="425543"/>
                <a:chOff x="7786941" y="2884917"/>
                <a:chExt cx="897649" cy="353919"/>
              </a:xfrm>
            </p:grpSpPr>
            <p:sp>
              <p:nvSpPr>
                <p:cNvPr id="213" name="Freeform 212">
                  <a:extLst>
                    <a:ext uri="{FF2B5EF4-FFF2-40B4-BE49-F238E27FC236}">
                      <a16:creationId xmlns:a16="http://schemas.microsoft.com/office/drawing/2014/main" id="{8AFF7ABF-7E52-BA4F-B603-86430FC57D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Freeform 213">
                  <a:extLst>
                    <a:ext uri="{FF2B5EF4-FFF2-40B4-BE49-F238E27FC236}">
                      <a16:creationId xmlns:a16="http://schemas.microsoft.com/office/drawing/2014/main" id="{990D02A4-17F1-4148-A484-7A3E4098F2B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C9431E55-EC7D-724C-BFA7-F051A9194A8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AE2A32CC-B405-C94F-84DA-694071AE6C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0" name="Group 189">
              <a:extLst>
                <a:ext uri="{FF2B5EF4-FFF2-40B4-BE49-F238E27FC236}">
                  <a16:creationId xmlns:a16="http://schemas.microsoft.com/office/drawing/2014/main" id="{A76B67DA-7126-4047-8481-D05777A4AF59}"/>
                </a:ext>
              </a:extLst>
            </p:cNvPr>
            <p:cNvGrpSpPr/>
            <p:nvPr/>
          </p:nvGrpSpPr>
          <p:grpSpPr>
            <a:xfrm>
              <a:off x="8971890" y="4738542"/>
              <a:ext cx="753999" cy="373786"/>
              <a:chOff x="7493876" y="2774731"/>
              <a:chExt cx="1481958" cy="894622"/>
            </a:xfrm>
          </p:grpSpPr>
          <p:sp>
            <p:nvSpPr>
              <p:cNvPr id="203" name="Freeform 202">
                <a:extLst>
                  <a:ext uri="{FF2B5EF4-FFF2-40B4-BE49-F238E27FC236}">
                    <a16:creationId xmlns:a16="http://schemas.microsoft.com/office/drawing/2014/main" id="{0E61F05A-5C6C-BA45-A2A0-3E2645B8EE6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4" name="Oval 203">
                <a:extLst>
                  <a:ext uri="{FF2B5EF4-FFF2-40B4-BE49-F238E27FC236}">
                    <a16:creationId xmlns:a16="http://schemas.microsoft.com/office/drawing/2014/main" id="{0FA1DFC2-AB5D-C54C-9442-B2A75748131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5" name="Group 204">
                <a:extLst>
                  <a:ext uri="{FF2B5EF4-FFF2-40B4-BE49-F238E27FC236}">
                    <a16:creationId xmlns:a16="http://schemas.microsoft.com/office/drawing/2014/main" id="{90A54D4C-3F79-C743-9C80-084991D41200}"/>
                  </a:ext>
                </a:extLst>
              </p:cNvPr>
              <p:cNvGrpSpPr/>
              <p:nvPr/>
            </p:nvGrpSpPr>
            <p:grpSpPr>
              <a:xfrm>
                <a:off x="7713663" y="2848339"/>
                <a:ext cx="1042107" cy="425543"/>
                <a:chOff x="7786941" y="2884917"/>
                <a:chExt cx="897649" cy="353919"/>
              </a:xfrm>
            </p:grpSpPr>
            <p:sp>
              <p:nvSpPr>
                <p:cNvPr id="206" name="Freeform 205">
                  <a:extLst>
                    <a:ext uri="{FF2B5EF4-FFF2-40B4-BE49-F238E27FC236}">
                      <a16:creationId xmlns:a16="http://schemas.microsoft.com/office/drawing/2014/main" id="{1E26A4E5-AF3D-4947-B66A-F398E4D69C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7" name="Freeform 206">
                  <a:extLst>
                    <a:ext uri="{FF2B5EF4-FFF2-40B4-BE49-F238E27FC236}">
                      <a16:creationId xmlns:a16="http://schemas.microsoft.com/office/drawing/2014/main" id="{108468E8-5985-1D44-89B2-DDB119754CD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6EE1E107-11AB-F041-8F7D-A8495BAABDD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9" name="Freeform 208">
                  <a:extLst>
                    <a:ext uri="{FF2B5EF4-FFF2-40B4-BE49-F238E27FC236}">
                      <a16:creationId xmlns:a16="http://schemas.microsoft.com/office/drawing/2014/main" id="{78CC0B5F-254D-0F46-A315-DC344F1CAB1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1" name="Group 190">
              <a:extLst>
                <a:ext uri="{FF2B5EF4-FFF2-40B4-BE49-F238E27FC236}">
                  <a16:creationId xmlns:a16="http://schemas.microsoft.com/office/drawing/2014/main" id="{1B1C1707-4E61-344B-83ED-C9AB38B851B6}"/>
                </a:ext>
              </a:extLst>
            </p:cNvPr>
            <p:cNvGrpSpPr/>
            <p:nvPr/>
          </p:nvGrpSpPr>
          <p:grpSpPr>
            <a:xfrm>
              <a:off x="8736362" y="3768724"/>
              <a:ext cx="753999" cy="373786"/>
              <a:chOff x="7493876" y="2774731"/>
              <a:chExt cx="1481958" cy="894622"/>
            </a:xfrm>
          </p:grpSpPr>
          <p:sp>
            <p:nvSpPr>
              <p:cNvPr id="196" name="Freeform 195">
                <a:extLst>
                  <a:ext uri="{FF2B5EF4-FFF2-40B4-BE49-F238E27FC236}">
                    <a16:creationId xmlns:a16="http://schemas.microsoft.com/office/drawing/2014/main" id="{8FE70426-9A03-474A-BFF9-2E4D882C6CB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7" name="Oval 196">
                <a:extLst>
                  <a:ext uri="{FF2B5EF4-FFF2-40B4-BE49-F238E27FC236}">
                    <a16:creationId xmlns:a16="http://schemas.microsoft.com/office/drawing/2014/main" id="{8BF428C1-730C-E94C-B289-CC31047CC39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8" name="Group 197">
                <a:extLst>
                  <a:ext uri="{FF2B5EF4-FFF2-40B4-BE49-F238E27FC236}">
                    <a16:creationId xmlns:a16="http://schemas.microsoft.com/office/drawing/2014/main" id="{138A4A7A-09DC-8A49-8467-DF8F2FD046F4}"/>
                  </a:ext>
                </a:extLst>
              </p:cNvPr>
              <p:cNvGrpSpPr/>
              <p:nvPr/>
            </p:nvGrpSpPr>
            <p:grpSpPr>
              <a:xfrm>
                <a:off x="7713663" y="2848339"/>
                <a:ext cx="1042107" cy="425543"/>
                <a:chOff x="7786941" y="2884917"/>
                <a:chExt cx="897649" cy="353919"/>
              </a:xfrm>
            </p:grpSpPr>
            <p:sp>
              <p:nvSpPr>
                <p:cNvPr id="199" name="Freeform 198">
                  <a:extLst>
                    <a:ext uri="{FF2B5EF4-FFF2-40B4-BE49-F238E27FC236}">
                      <a16:creationId xmlns:a16="http://schemas.microsoft.com/office/drawing/2014/main" id="{7EBACC77-0606-D34F-BFE6-DF15F0FDF5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1DEC1B92-3C4E-444D-8F87-8E4953BA090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1" name="Freeform 200">
                  <a:extLst>
                    <a:ext uri="{FF2B5EF4-FFF2-40B4-BE49-F238E27FC236}">
                      <a16:creationId xmlns:a16="http://schemas.microsoft.com/office/drawing/2014/main" id="{C2399E85-9E76-C24E-AAB4-E6CD2D0D44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2" name="Freeform 201">
                  <a:extLst>
                    <a:ext uri="{FF2B5EF4-FFF2-40B4-BE49-F238E27FC236}">
                      <a16:creationId xmlns:a16="http://schemas.microsoft.com/office/drawing/2014/main" id="{0E184E1F-EE40-B843-B55F-8DB9C13874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92" name="Up-Down Arrow 191">
              <a:extLst>
                <a:ext uri="{FF2B5EF4-FFF2-40B4-BE49-F238E27FC236}">
                  <a16:creationId xmlns:a16="http://schemas.microsoft.com/office/drawing/2014/main" id="{9CE87CD0-C188-3E4C-B71D-8AE494AD257B}"/>
                </a:ext>
              </a:extLst>
            </p:cNvPr>
            <p:cNvSpPr/>
            <p:nvPr/>
          </p:nvSpPr>
          <p:spPr>
            <a:xfrm rot="18842452">
              <a:off x="9773071" y="2749725"/>
              <a:ext cx="110632" cy="1621438"/>
            </a:xfrm>
            <a:prstGeom prst="upDownArrow">
              <a:avLst/>
            </a:prstGeom>
            <a:solidFill>
              <a:srgbClr val="CC0000">
                <a:alpha val="78000"/>
              </a:srgbClr>
            </a:solidFill>
            <a:ln>
              <a:noFill/>
            </a:ln>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3" name="Up-Down Arrow 192">
              <a:extLst>
                <a:ext uri="{FF2B5EF4-FFF2-40B4-BE49-F238E27FC236}">
                  <a16:creationId xmlns:a16="http://schemas.microsoft.com/office/drawing/2014/main" id="{F49C411D-1F42-6D46-925C-79C8590CCA79}"/>
                </a:ext>
              </a:extLst>
            </p:cNvPr>
            <p:cNvSpPr/>
            <p:nvPr/>
          </p:nvSpPr>
          <p:spPr>
            <a:xfrm rot="1544330">
              <a:off x="8498334" y="2913840"/>
              <a:ext cx="132567" cy="1340938"/>
            </a:xfrm>
            <a:prstGeom prst="upDownArrow">
              <a:avLst/>
            </a:prstGeom>
            <a:solidFill>
              <a:srgbClr val="CC0000">
                <a:alpha val="78000"/>
              </a:srgbClr>
            </a:solidFill>
            <a:ln>
              <a:noFill/>
            </a:ln>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4" name="Up-Down Arrow 193">
              <a:extLst>
                <a:ext uri="{FF2B5EF4-FFF2-40B4-BE49-F238E27FC236}">
                  <a16:creationId xmlns:a16="http://schemas.microsoft.com/office/drawing/2014/main" id="{7B4919E6-79AD-8A4F-B81F-ABA9415D1A52}"/>
                </a:ext>
              </a:extLst>
            </p:cNvPr>
            <p:cNvSpPr/>
            <p:nvPr/>
          </p:nvSpPr>
          <p:spPr>
            <a:xfrm>
              <a:off x="8891032" y="2979040"/>
              <a:ext cx="132567" cy="794393"/>
            </a:xfrm>
            <a:prstGeom prst="upDownArrow">
              <a:avLst/>
            </a:prstGeom>
            <a:solidFill>
              <a:srgbClr val="CC0000">
                <a:alpha val="78000"/>
              </a:srgbClr>
            </a:solidFill>
            <a:ln>
              <a:noFill/>
            </a:ln>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5" name="Up-Down Arrow 194">
              <a:extLst>
                <a:ext uri="{FF2B5EF4-FFF2-40B4-BE49-F238E27FC236}">
                  <a16:creationId xmlns:a16="http://schemas.microsoft.com/office/drawing/2014/main" id="{7FC3545F-3992-AC46-9AF7-CA1EA8A14152}"/>
                </a:ext>
              </a:extLst>
            </p:cNvPr>
            <p:cNvSpPr/>
            <p:nvPr/>
          </p:nvSpPr>
          <p:spPr>
            <a:xfrm rot="21168731">
              <a:off x="9181573" y="2978458"/>
              <a:ext cx="132567" cy="1740801"/>
            </a:xfrm>
            <a:prstGeom prst="upDownArrow">
              <a:avLst/>
            </a:prstGeom>
            <a:solidFill>
              <a:srgbClr val="CC0000">
                <a:alpha val="78000"/>
              </a:srgbClr>
            </a:solidFill>
            <a:ln>
              <a:noFill/>
            </a:ln>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Tree>
    <p:extLst>
      <p:ext uri="{BB962C8B-B14F-4D97-AF65-F5344CB8AC3E}">
        <p14:creationId xmlns:p14="http://schemas.microsoft.com/office/powerpoint/2010/main" val="38854833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xEl>
                                              <p:pRg st="1" end="1"/>
                                            </p:txEl>
                                          </p:spTgt>
                                        </p:tgtEl>
                                        <p:attrNameLst>
                                          <p:attrName>style.visibility</p:attrName>
                                        </p:attrNameLst>
                                      </p:cBhvr>
                                      <p:to>
                                        <p:strVal val="visible"/>
                                      </p:to>
                                    </p:set>
                                    <p:animEffect transition="in" filter="dissolve">
                                      <p:cBhvr>
                                        <p:cTn id="7" dur="500"/>
                                        <p:tgtEl>
                                          <p:spTgt spid="2">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xEl>
                                              <p:pRg st="2" end="2"/>
                                            </p:txEl>
                                          </p:spTgt>
                                        </p:tgtEl>
                                        <p:attrNameLst>
                                          <p:attrName>style.visibility</p:attrName>
                                        </p:attrNameLst>
                                      </p:cBhvr>
                                      <p:to>
                                        <p:strVal val="visible"/>
                                      </p:to>
                                    </p:set>
                                    <p:animEffect transition="in" filter="dissolve">
                                      <p:cBhvr>
                                        <p:cTn id="12" dur="500"/>
                                        <p:tgtEl>
                                          <p:spTgt spid="2">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
                                            <p:txEl>
                                              <p:pRg st="3" end="3"/>
                                            </p:txEl>
                                          </p:spTgt>
                                        </p:tgtEl>
                                        <p:attrNameLst>
                                          <p:attrName>style.visibility</p:attrName>
                                        </p:attrNameLst>
                                      </p:cBhvr>
                                      <p:to>
                                        <p:strVal val="visible"/>
                                      </p:to>
                                    </p:set>
                                    <p:animEffect transition="in" filter="dissolve">
                                      <p:cBhvr>
                                        <p:cTn id="17" dur="500"/>
                                        <p:tgtEl>
                                          <p:spTgt spid="2">
                                            <p:txEl>
                                              <p:pRg st="3" end="3"/>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
                                            <p:txEl>
                                              <p:pRg st="4" end="4"/>
                                            </p:txEl>
                                          </p:spTgt>
                                        </p:tgtEl>
                                        <p:attrNameLst>
                                          <p:attrName>style.visibility</p:attrName>
                                        </p:attrNameLst>
                                      </p:cBhvr>
                                      <p:to>
                                        <p:strVal val="visible"/>
                                      </p:to>
                                    </p:set>
                                    <p:animEffect transition="in" filter="dissolve">
                                      <p:cBhvr>
                                        <p:cTn id="22" dur="500"/>
                                        <p:tgtEl>
                                          <p:spTgt spid="2">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ECD85E7-B9DB-9043-B7EC-8C0919E801A1}"/>
              </a:ext>
            </a:extLst>
          </p:cNvPr>
          <p:cNvSpPr>
            <a:spLocks noGrp="1"/>
          </p:cNvSpPr>
          <p:nvPr>
            <p:ph type="title"/>
          </p:nvPr>
        </p:nvSpPr>
        <p:spPr>
          <a:xfrm>
            <a:off x="838200" y="276457"/>
            <a:ext cx="10515600" cy="894622"/>
          </a:xfrm>
        </p:spPr>
        <p:txBody>
          <a:bodyPr>
            <a:normAutofit/>
          </a:bodyPr>
          <a:lstStyle/>
          <a:p>
            <a:r>
              <a:rPr lang="en-US" sz="5400" dirty="0"/>
              <a:t>OpenFlow: </a:t>
            </a:r>
            <a:r>
              <a:rPr lang="en-US" sz="4800" dirty="0"/>
              <a:t>switch-to-controller messages</a:t>
            </a:r>
            <a:endParaRPr lang="en-US" dirty="0"/>
          </a:p>
        </p:txBody>
      </p:sp>
      <p:sp>
        <p:nvSpPr>
          <p:cNvPr id="4" name="Slide Number Placeholder 3">
            <a:extLst>
              <a:ext uri="{FF2B5EF4-FFF2-40B4-BE49-F238E27FC236}">
                <a16:creationId xmlns:a16="http://schemas.microsoft.com/office/drawing/2014/main" id="{A8F71119-17C6-6045-B8FE-FECA68C801C0}"/>
              </a:ext>
            </a:extLst>
          </p:cNvPr>
          <p:cNvSpPr>
            <a:spLocks noGrp="1"/>
          </p:cNvSpPr>
          <p:nvPr>
            <p:ph type="sldNum" sz="quarter" idx="4"/>
          </p:nvPr>
        </p:nvSpPr>
        <p:spPr/>
        <p:txBody>
          <a:bodyPr/>
          <a:lstStyle/>
          <a:p>
            <a:r>
              <a:rPr lang="en-US" dirty="0"/>
              <a:t>Network Layer: 5-</a:t>
            </a:r>
            <a:fld id="{C4204591-24BD-A542-B9D5-F8D8A88D2FEE}" type="slidenum">
              <a:rPr lang="en-US" smtClean="0"/>
              <a:pPr/>
              <a:t>73</a:t>
            </a:fld>
            <a:endParaRPr lang="en-US" dirty="0"/>
          </a:p>
        </p:txBody>
      </p:sp>
      <p:sp>
        <p:nvSpPr>
          <p:cNvPr id="2" name="Rectangle 1">
            <a:extLst>
              <a:ext uri="{FF2B5EF4-FFF2-40B4-BE49-F238E27FC236}">
                <a16:creationId xmlns:a16="http://schemas.microsoft.com/office/drawing/2014/main" id="{CD610955-4D70-5844-AF3C-17FCA079A4DB}"/>
              </a:ext>
            </a:extLst>
          </p:cNvPr>
          <p:cNvSpPr/>
          <p:nvPr/>
        </p:nvSpPr>
        <p:spPr>
          <a:xfrm>
            <a:off x="805841" y="1385490"/>
            <a:ext cx="6446729" cy="3662541"/>
          </a:xfrm>
          <a:prstGeom prst="rect">
            <a:avLst/>
          </a:prstGeom>
        </p:spPr>
        <p:txBody>
          <a:bodyPr wrap="square">
            <a:spAutoFit/>
          </a:bodyPr>
          <a:lstStyle/>
          <a:p>
            <a:r>
              <a:rPr lang="en-US" sz="3200" dirty="0">
                <a:solidFill>
                  <a:srgbClr val="000090"/>
                </a:solidFill>
              </a:rPr>
              <a:t>Key switch-to-controller messages</a:t>
            </a:r>
          </a:p>
          <a:p>
            <a:pPr marL="347663" indent="-285750">
              <a:buClr>
                <a:srgbClr val="0000A8"/>
              </a:buClr>
              <a:buFont typeface="Wingdings" pitchFamily="2" charset="2"/>
              <a:buChar char="§"/>
            </a:pPr>
            <a:r>
              <a:rPr lang="en-US" sz="2800" i="1" dirty="0">
                <a:solidFill>
                  <a:srgbClr val="CC0000"/>
                </a:solidFill>
              </a:rPr>
              <a:t>packet-in: </a:t>
            </a:r>
            <a:r>
              <a:rPr lang="en-US" sz="2800" dirty="0"/>
              <a:t>transfer packet (and its control) to controller.  See packet-out message from controller</a:t>
            </a:r>
          </a:p>
          <a:p>
            <a:pPr marL="347663" indent="-285750">
              <a:buClr>
                <a:srgbClr val="0000A8"/>
              </a:buClr>
              <a:buFont typeface="Wingdings" pitchFamily="2" charset="2"/>
              <a:buChar char="§"/>
            </a:pPr>
            <a:r>
              <a:rPr lang="en-US" sz="2800" i="1" dirty="0">
                <a:solidFill>
                  <a:srgbClr val="CC0000"/>
                </a:solidFill>
              </a:rPr>
              <a:t>flow-removed: </a:t>
            </a:r>
            <a:r>
              <a:rPr lang="en-US" sz="2800" dirty="0"/>
              <a:t>flow table entry deleted at switch</a:t>
            </a:r>
          </a:p>
          <a:p>
            <a:pPr marL="347663" indent="-285750">
              <a:buClr>
                <a:srgbClr val="0000A8"/>
              </a:buClr>
              <a:buFont typeface="Wingdings" pitchFamily="2" charset="2"/>
              <a:buChar char="§"/>
            </a:pPr>
            <a:r>
              <a:rPr lang="en-US" sz="2800" i="1" dirty="0">
                <a:solidFill>
                  <a:srgbClr val="CC0000"/>
                </a:solidFill>
              </a:rPr>
              <a:t>port status: </a:t>
            </a:r>
            <a:r>
              <a:rPr lang="en-US" sz="2800" dirty="0"/>
              <a:t>inform controller of a change on a port</a:t>
            </a:r>
            <a:r>
              <a:rPr lang="en-US" sz="3200" dirty="0"/>
              <a:t>.</a:t>
            </a:r>
          </a:p>
        </p:txBody>
      </p:sp>
      <p:sp>
        <p:nvSpPr>
          <p:cNvPr id="5" name="TextBox 4">
            <a:extLst>
              <a:ext uri="{FF2B5EF4-FFF2-40B4-BE49-F238E27FC236}">
                <a16:creationId xmlns:a16="http://schemas.microsoft.com/office/drawing/2014/main" id="{CA8E958E-D892-2844-99B6-42522891E40E}"/>
              </a:ext>
            </a:extLst>
          </p:cNvPr>
          <p:cNvSpPr txBox="1"/>
          <p:nvPr/>
        </p:nvSpPr>
        <p:spPr>
          <a:xfrm>
            <a:off x="977029" y="5497334"/>
            <a:ext cx="10421656" cy="1107996"/>
          </a:xfrm>
          <a:prstGeom prst="rect">
            <a:avLst/>
          </a:prstGeom>
          <a:noFill/>
        </p:spPr>
        <p:txBody>
          <a:bodyPr wrap="square" rtlCol="0">
            <a:spAutoFit/>
          </a:bodyPr>
          <a:lstStyle/>
          <a:p>
            <a:pPr algn="ctr"/>
            <a:r>
              <a:rPr lang="en-US" sz="2400" dirty="0"/>
              <a:t>Fortunately, network operators don’t “program” switches by creating/sending OpenFlow messages directly.  Instead use higher-level abstraction at controller</a:t>
            </a:r>
          </a:p>
          <a:p>
            <a:endParaRPr lang="en-US" dirty="0"/>
          </a:p>
        </p:txBody>
      </p:sp>
      <p:grpSp>
        <p:nvGrpSpPr>
          <p:cNvPr id="178" name="Group 177">
            <a:extLst>
              <a:ext uri="{FF2B5EF4-FFF2-40B4-BE49-F238E27FC236}">
                <a16:creationId xmlns:a16="http://schemas.microsoft.com/office/drawing/2014/main" id="{05C1E192-3943-264E-808F-6249874B1A90}"/>
              </a:ext>
            </a:extLst>
          </p:cNvPr>
          <p:cNvGrpSpPr/>
          <p:nvPr/>
        </p:nvGrpSpPr>
        <p:grpSpPr>
          <a:xfrm>
            <a:off x="7839227" y="1446146"/>
            <a:ext cx="3616623" cy="3732173"/>
            <a:chOff x="7686822" y="1446146"/>
            <a:chExt cx="3616623" cy="3732173"/>
          </a:xfrm>
        </p:grpSpPr>
        <p:grpSp>
          <p:nvGrpSpPr>
            <p:cNvPr id="179" name="Group 950">
              <a:extLst>
                <a:ext uri="{FF2B5EF4-FFF2-40B4-BE49-F238E27FC236}">
                  <a16:creationId xmlns:a16="http://schemas.microsoft.com/office/drawing/2014/main" id="{ED88F4A4-5370-FC45-B097-B21D7F69D8AD}"/>
                </a:ext>
              </a:extLst>
            </p:cNvPr>
            <p:cNvGrpSpPr>
              <a:grpSpLocks/>
            </p:cNvGrpSpPr>
            <p:nvPr/>
          </p:nvGrpSpPr>
          <p:grpSpPr bwMode="auto">
            <a:xfrm>
              <a:off x="8811490" y="2119745"/>
              <a:ext cx="440889" cy="845230"/>
              <a:chOff x="4140" y="429"/>
              <a:chExt cx="1425" cy="2396"/>
            </a:xfrm>
          </p:grpSpPr>
          <p:sp>
            <p:nvSpPr>
              <p:cNvPr id="224" name="Freeform 951">
                <a:extLst>
                  <a:ext uri="{FF2B5EF4-FFF2-40B4-BE49-F238E27FC236}">
                    <a16:creationId xmlns:a16="http://schemas.microsoft.com/office/drawing/2014/main" id="{8D022F74-05A3-F946-90D6-8934EA188FBE}"/>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5" name="Rectangle 952">
                <a:extLst>
                  <a:ext uri="{FF2B5EF4-FFF2-40B4-BE49-F238E27FC236}">
                    <a16:creationId xmlns:a16="http://schemas.microsoft.com/office/drawing/2014/main" id="{6494FE2D-440B-9E49-AA10-826B0BF674EF}"/>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6" name="Freeform 953">
                <a:extLst>
                  <a:ext uri="{FF2B5EF4-FFF2-40B4-BE49-F238E27FC236}">
                    <a16:creationId xmlns:a16="http://schemas.microsoft.com/office/drawing/2014/main" id="{84F74045-C7A2-DC4D-9204-B67518C2E636}"/>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7" name="Freeform 954">
                <a:extLst>
                  <a:ext uri="{FF2B5EF4-FFF2-40B4-BE49-F238E27FC236}">
                    <a16:creationId xmlns:a16="http://schemas.microsoft.com/office/drawing/2014/main" id="{CDADCCE7-7390-5449-B3A0-3CB4987A2A7B}"/>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8" name="Rectangle 955">
                <a:extLst>
                  <a:ext uri="{FF2B5EF4-FFF2-40B4-BE49-F238E27FC236}">
                    <a16:creationId xmlns:a16="http://schemas.microsoft.com/office/drawing/2014/main" id="{03799953-C230-BF4C-B1AF-FCDEDB55B2FF}"/>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229" name="Group 956">
                <a:extLst>
                  <a:ext uri="{FF2B5EF4-FFF2-40B4-BE49-F238E27FC236}">
                    <a16:creationId xmlns:a16="http://schemas.microsoft.com/office/drawing/2014/main" id="{BF026E67-31D1-1044-9990-DBE10FF35EA3}"/>
                  </a:ext>
                </a:extLst>
              </p:cNvPr>
              <p:cNvGrpSpPr>
                <a:grpSpLocks/>
              </p:cNvGrpSpPr>
              <p:nvPr/>
            </p:nvGrpSpPr>
            <p:grpSpPr bwMode="auto">
              <a:xfrm>
                <a:off x="4749" y="668"/>
                <a:ext cx="581" cy="145"/>
                <a:chOff x="614" y="2568"/>
                <a:chExt cx="725" cy="139"/>
              </a:xfrm>
            </p:grpSpPr>
            <p:sp>
              <p:nvSpPr>
                <p:cNvPr id="254" name="AutoShape 957">
                  <a:extLst>
                    <a:ext uri="{FF2B5EF4-FFF2-40B4-BE49-F238E27FC236}">
                      <a16:creationId xmlns:a16="http://schemas.microsoft.com/office/drawing/2014/main" id="{D10904F7-5809-B44A-AA68-E56B9AF410C9}"/>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5" name="AutoShape 958">
                  <a:extLst>
                    <a:ext uri="{FF2B5EF4-FFF2-40B4-BE49-F238E27FC236}">
                      <a16:creationId xmlns:a16="http://schemas.microsoft.com/office/drawing/2014/main" id="{478D1C0E-669A-8A4C-9FD6-DF7DE2B5510D}"/>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230" name="Rectangle 959">
                <a:extLst>
                  <a:ext uri="{FF2B5EF4-FFF2-40B4-BE49-F238E27FC236}">
                    <a16:creationId xmlns:a16="http://schemas.microsoft.com/office/drawing/2014/main" id="{ECCCA03F-6C83-4847-8B32-FD635E3CBDCE}"/>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231" name="Group 960">
                <a:extLst>
                  <a:ext uri="{FF2B5EF4-FFF2-40B4-BE49-F238E27FC236}">
                    <a16:creationId xmlns:a16="http://schemas.microsoft.com/office/drawing/2014/main" id="{0804097F-BA94-F74B-A0B7-2F9289D7577A}"/>
                  </a:ext>
                </a:extLst>
              </p:cNvPr>
              <p:cNvGrpSpPr>
                <a:grpSpLocks/>
              </p:cNvGrpSpPr>
              <p:nvPr/>
            </p:nvGrpSpPr>
            <p:grpSpPr bwMode="auto">
              <a:xfrm>
                <a:off x="4747" y="994"/>
                <a:ext cx="581" cy="134"/>
                <a:chOff x="614" y="2568"/>
                <a:chExt cx="725" cy="139"/>
              </a:xfrm>
            </p:grpSpPr>
            <p:sp>
              <p:nvSpPr>
                <p:cNvPr id="252" name="AutoShape 961">
                  <a:extLst>
                    <a:ext uri="{FF2B5EF4-FFF2-40B4-BE49-F238E27FC236}">
                      <a16:creationId xmlns:a16="http://schemas.microsoft.com/office/drawing/2014/main" id="{D0EAF987-F31A-CD44-9881-D65869619310}"/>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3" name="AutoShape 962">
                  <a:extLst>
                    <a:ext uri="{FF2B5EF4-FFF2-40B4-BE49-F238E27FC236}">
                      <a16:creationId xmlns:a16="http://schemas.microsoft.com/office/drawing/2014/main" id="{60EC5489-D035-9B4B-A4F5-96DDBFD05E9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232" name="Rectangle 963">
                <a:extLst>
                  <a:ext uri="{FF2B5EF4-FFF2-40B4-BE49-F238E27FC236}">
                    <a16:creationId xmlns:a16="http://schemas.microsoft.com/office/drawing/2014/main" id="{916372AD-6FE4-0C47-88A5-A7F42E6F33AF}"/>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3" name="Rectangle 964">
                <a:extLst>
                  <a:ext uri="{FF2B5EF4-FFF2-40B4-BE49-F238E27FC236}">
                    <a16:creationId xmlns:a16="http://schemas.microsoft.com/office/drawing/2014/main" id="{C683EB98-4D0D-9C46-9199-45671D6234D8}"/>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234" name="Group 965">
                <a:extLst>
                  <a:ext uri="{FF2B5EF4-FFF2-40B4-BE49-F238E27FC236}">
                    <a16:creationId xmlns:a16="http://schemas.microsoft.com/office/drawing/2014/main" id="{CF0C4A90-DBEC-954E-8086-480578A797B8}"/>
                  </a:ext>
                </a:extLst>
              </p:cNvPr>
              <p:cNvGrpSpPr>
                <a:grpSpLocks/>
              </p:cNvGrpSpPr>
              <p:nvPr/>
            </p:nvGrpSpPr>
            <p:grpSpPr bwMode="auto">
              <a:xfrm>
                <a:off x="4735" y="1627"/>
                <a:ext cx="582" cy="151"/>
                <a:chOff x="614" y="2568"/>
                <a:chExt cx="725" cy="139"/>
              </a:xfrm>
            </p:grpSpPr>
            <p:sp>
              <p:nvSpPr>
                <p:cNvPr id="250" name="AutoShape 966">
                  <a:extLst>
                    <a:ext uri="{FF2B5EF4-FFF2-40B4-BE49-F238E27FC236}">
                      <a16:creationId xmlns:a16="http://schemas.microsoft.com/office/drawing/2014/main" id="{0F93C577-0D34-C543-977D-0F60E9400A2F}"/>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1" name="AutoShape 967">
                  <a:extLst>
                    <a:ext uri="{FF2B5EF4-FFF2-40B4-BE49-F238E27FC236}">
                      <a16:creationId xmlns:a16="http://schemas.microsoft.com/office/drawing/2014/main" id="{F6998813-5124-CA4D-A29E-CED92C67869F}"/>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235" name="Freeform 968">
                <a:extLst>
                  <a:ext uri="{FF2B5EF4-FFF2-40B4-BE49-F238E27FC236}">
                    <a16:creationId xmlns:a16="http://schemas.microsoft.com/office/drawing/2014/main" id="{3340235E-8B73-BB4A-9B6A-15B10538648B}"/>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236" name="Group 969">
                <a:extLst>
                  <a:ext uri="{FF2B5EF4-FFF2-40B4-BE49-F238E27FC236}">
                    <a16:creationId xmlns:a16="http://schemas.microsoft.com/office/drawing/2014/main" id="{0E42419B-D2AA-0846-8F75-77A9FA9EB5A4}"/>
                  </a:ext>
                </a:extLst>
              </p:cNvPr>
              <p:cNvGrpSpPr>
                <a:grpSpLocks/>
              </p:cNvGrpSpPr>
              <p:nvPr/>
            </p:nvGrpSpPr>
            <p:grpSpPr bwMode="auto">
              <a:xfrm>
                <a:off x="4739" y="1327"/>
                <a:ext cx="582" cy="139"/>
                <a:chOff x="614" y="2568"/>
                <a:chExt cx="725" cy="139"/>
              </a:xfrm>
            </p:grpSpPr>
            <p:sp>
              <p:nvSpPr>
                <p:cNvPr id="248" name="AutoShape 970">
                  <a:extLst>
                    <a:ext uri="{FF2B5EF4-FFF2-40B4-BE49-F238E27FC236}">
                      <a16:creationId xmlns:a16="http://schemas.microsoft.com/office/drawing/2014/main" id="{DB7D3A5D-962D-CB4C-B5A6-5E12BB47FD12}"/>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9" name="AutoShape 971">
                  <a:extLst>
                    <a:ext uri="{FF2B5EF4-FFF2-40B4-BE49-F238E27FC236}">
                      <a16:creationId xmlns:a16="http://schemas.microsoft.com/office/drawing/2014/main" id="{FCCD4FE2-901D-8A49-91C6-E78A34078014}"/>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237" name="Rectangle 972">
                <a:extLst>
                  <a:ext uri="{FF2B5EF4-FFF2-40B4-BE49-F238E27FC236}">
                    <a16:creationId xmlns:a16="http://schemas.microsoft.com/office/drawing/2014/main" id="{4BF8D1A2-C396-EF44-9A08-CC7859590702}"/>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8" name="Freeform 973">
                <a:extLst>
                  <a:ext uri="{FF2B5EF4-FFF2-40B4-BE49-F238E27FC236}">
                    <a16:creationId xmlns:a16="http://schemas.microsoft.com/office/drawing/2014/main" id="{65A953F5-2FD0-5248-A466-4C952B2397A0}"/>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9" name="Freeform 974">
                <a:extLst>
                  <a:ext uri="{FF2B5EF4-FFF2-40B4-BE49-F238E27FC236}">
                    <a16:creationId xmlns:a16="http://schemas.microsoft.com/office/drawing/2014/main" id="{5B291DF5-93D6-2D4F-B5FE-FF4C935D037B}"/>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0" name="Oval 975">
                <a:extLst>
                  <a:ext uri="{FF2B5EF4-FFF2-40B4-BE49-F238E27FC236}">
                    <a16:creationId xmlns:a16="http://schemas.microsoft.com/office/drawing/2014/main" id="{F97A395F-5F78-0544-9F2A-B54ED781EB5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1" name="Freeform 976">
                <a:extLst>
                  <a:ext uri="{FF2B5EF4-FFF2-40B4-BE49-F238E27FC236}">
                    <a16:creationId xmlns:a16="http://schemas.microsoft.com/office/drawing/2014/main" id="{31A267CC-4663-FA49-AE86-BC76EBFDF356}"/>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2" name="AutoShape 977">
                <a:extLst>
                  <a:ext uri="{FF2B5EF4-FFF2-40B4-BE49-F238E27FC236}">
                    <a16:creationId xmlns:a16="http://schemas.microsoft.com/office/drawing/2014/main" id="{35462EBA-8A38-2B46-9524-E22DB06B155A}"/>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3" name="AutoShape 978">
                <a:extLst>
                  <a:ext uri="{FF2B5EF4-FFF2-40B4-BE49-F238E27FC236}">
                    <a16:creationId xmlns:a16="http://schemas.microsoft.com/office/drawing/2014/main" id="{AE34B956-F883-AF4E-B0B2-D6B6F7FB7944}"/>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4" name="Oval 979">
                <a:extLst>
                  <a:ext uri="{FF2B5EF4-FFF2-40B4-BE49-F238E27FC236}">
                    <a16:creationId xmlns:a16="http://schemas.microsoft.com/office/drawing/2014/main" id="{9961BA94-561E-1E45-A972-55B4657D788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5" name="Oval 980">
                <a:extLst>
                  <a:ext uri="{FF2B5EF4-FFF2-40B4-BE49-F238E27FC236}">
                    <a16:creationId xmlns:a16="http://schemas.microsoft.com/office/drawing/2014/main" id="{211B158E-F0A5-DC41-A61F-CF9975C6C3A1}"/>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246" name="Oval 981">
                <a:extLst>
                  <a:ext uri="{FF2B5EF4-FFF2-40B4-BE49-F238E27FC236}">
                    <a16:creationId xmlns:a16="http://schemas.microsoft.com/office/drawing/2014/main" id="{1FA20AE6-7C51-CE49-AFEA-25559B77B3F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7" name="Rectangle 982">
                <a:extLst>
                  <a:ext uri="{FF2B5EF4-FFF2-40B4-BE49-F238E27FC236}">
                    <a16:creationId xmlns:a16="http://schemas.microsoft.com/office/drawing/2014/main" id="{F3093C32-3005-3F4D-8D5F-537AD20A0CCF}"/>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pic>
          <p:nvPicPr>
            <p:cNvPr id="180" name="Picture 4">
              <a:extLst>
                <a:ext uri="{FF2B5EF4-FFF2-40B4-BE49-F238E27FC236}">
                  <a16:creationId xmlns:a16="http://schemas.microsoft.com/office/drawing/2014/main" id="{64F6B4D6-D900-BA4F-A6AC-21C186EF14C4}"/>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9291361" y="2246085"/>
              <a:ext cx="1629624" cy="43137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81" name="TextBox 180">
              <a:extLst>
                <a:ext uri="{FF2B5EF4-FFF2-40B4-BE49-F238E27FC236}">
                  <a16:creationId xmlns:a16="http://schemas.microsoft.com/office/drawing/2014/main" id="{97A37A37-AE4E-3340-AC58-0D411013A587}"/>
                </a:ext>
              </a:extLst>
            </p:cNvPr>
            <p:cNvSpPr txBox="1"/>
            <p:nvPr/>
          </p:nvSpPr>
          <p:spPr>
            <a:xfrm>
              <a:off x="7757772" y="1446146"/>
              <a:ext cx="3222357" cy="523220"/>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0000A8"/>
                  </a:solidFill>
                  <a:effectLst/>
                  <a:uLnTx/>
                  <a:uFillTx/>
                  <a:ea typeface="ＭＳ Ｐゴシック" charset="0"/>
                </a:rPr>
                <a:t>OpenFlow Controller</a:t>
              </a:r>
            </a:p>
          </p:txBody>
        </p:sp>
        <p:sp>
          <p:nvSpPr>
            <p:cNvPr id="182" name="Freeform 3">
              <a:extLst>
                <a:ext uri="{FF2B5EF4-FFF2-40B4-BE49-F238E27FC236}">
                  <a16:creationId xmlns:a16="http://schemas.microsoft.com/office/drawing/2014/main" id="{54FD3CCF-B127-EE47-AD35-99BFCEDA53BA}"/>
                </a:ext>
              </a:extLst>
            </p:cNvPr>
            <p:cNvSpPr>
              <a:spLocks/>
            </p:cNvSpPr>
            <p:nvPr/>
          </p:nvSpPr>
          <p:spPr bwMode="auto">
            <a:xfrm>
              <a:off x="7686822" y="3573747"/>
              <a:ext cx="3616623" cy="1604572"/>
            </a:xfrm>
            <a:custGeom>
              <a:avLst/>
              <a:gdLst>
                <a:gd name="T0" fmla="*/ 0 w 2250"/>
                <a:gd name="T1" fmla="*/ 624 h 1409"/>
                <a:gd name="T2" fmla="*/ 219 w 2250"/>
                <a:gd name="T3" fmla="*/ 321 h 1409"/>
                <a:gd name="T4" fmla="*/ 529 w 2250"/>
                <a:gd name="T5" fmla="*/ 35 h 1409"/>
                <a:gd name="T6" fmla="*/ 1551 w 2250"/>
                <a:gd name="T7" fmla="*/ 111 h 1409"/>
                <a:gd name="T8" fmla="*/ 1968 w 2250"/>
                <a:gd name="T9" fmla="*/ 483 h 1409"/>
                <a:gd name="T10" fmla="*/ 2199 w 2250"/>
                <a:gd name="T11" fmla="*/ 906 h 1409"/>
                <a:gd name="T12" fmla="*/ 1659 w 2250"/>
                <a:gd name="T13" fmla="*/ 1314 h 1409"/>
                <a:gd name="T14" fmla="*/ 993 w 2250"/>
                <a:gd name="T15" fmla="*/ 1386 h 1409"/>
                <a:gd name="T16" fmla="*/ 465 w 2250"/>
                <a:gd name="T17" fmla="*/ 1356 h 1409"/>
                <a:gd name="T18" fmla="*/ 102 w 2250"/>
                <a:gd name="T19" fmla="*/ 1068 h 1409"/>
                <a:gd name="T20" fmla="*/ 0 w 2250"/>
                <a:gd name="T21" fmla="*/ 624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 name="connsiteX0" fmla="*/ 0 w 9831"/>
                <a:gd name="connsiteY0" fmla="*/ 4265 h 9728"/>
                <a:gd name="connsiteX1" fmla="*/ 973 w 9831"/>
                <a:gd name="connsiteY1" fmla="*/ 2114 h 9728"/>
                <a:gd name="connsiteX2" fmla="*/ 2351 w 9831"/>
                <a:gd name="connsiteY2" fmla="*/ 84 h 9728"/>
                <a:gd name="connsiteX3" fmla="*/ 6893 w 9831"/>
                <a:gd name="connsiteY3" fmla="*/ 624 h 9728"/>
                <a:gd name="connsiteX4" fmla="*/ 8909 w 9831"/>
                <a:gd name="connsiteY4" fmla="*/ 2780 h 9728"/>
                <a:gd name="connsiteX5" fmla="*/ 9773 w 9831"/>
                <a:gd name="connsiteY5" fmla="*/ 6266 h 9728"/>
                <a:gd name="connsiteX6" fmla="*/ 7373 w 9831"/>
                <a:gd name="connsiteY6" fmla="*/ 9162 h 9728"/>
                <a:gd name="connsiteX7" fmla="*/ 4413 w 9831"/>
                <a:gd name="connsiteY7" fmla="*/ 9673 h 9728"/>
                <a:gd name="connsiteX8" fmla="*/ 2067 w 9831"/>
                <a:gd name="connsiteY8" fmla="*/ 9460 h 9728"/>
                <a:gd name="connsiteX9" fmla="*/ 453 w 9831"/>
                <a:gd name="connsiteY9" fmla="*/ 7416 h 9728"/>
                <a:gd name="connsiteX10" fmla="*/ 0 w 9831"/>
                <a:gd name="connsiteY10" fmla="*/ 4265 h 9728"/>
                <a:gd name="connsiteX0" fmla="*/ 0 w 10003"/>
                <a:gd name="connsiteY0" fmla="*/ 4299 h 9915"/>
                <a:gd name="connsiteX1" fmla="*/ 990 w 10003"/>
                <a:gd name="connsiteY1" fmla="*/ 2088 h 9915"/>
                <a:gd name="connsiteX2" fmla="*/ 2391 w 10003"/>
                <a:gd name="connsiteY2" fmla="*/ 1 h 9915"/>
                <a:gd name="connsiteX3" fmla="*/ 6715 w 10003"/>
                <a:gd name="connsiteY3" fmla="*/ 1965 h 9915"/>
                <a:gd name="connsiteX4" fmla="*/ 9062 w 10003"/>
                <a:gd name="connsiteY4" fmla="*/ 2773 h 9915"/>
                <a:gd name="connsiteX5" fmla="*/ 9941 w 10003"/>
                <a:gd name="connsiteY5" fmla="*/ 6356 h 9915"/>
                <a:gd name="connsiteX6" fmla="*/ 7500 w 10003"/>
                <a:gd name="connsiteY6" fmla="*/ 9333 h 9915"/>
                <a:gd name="connsiteX7" fmla="*/ 4489 w 10003"/>
                <a:gd name="connsiteY7" fmla="*/ 9858 h 9915"/>
                <a:gd name="connsiteX8" fmla="*/ 2103 w 10003"/>
                <a:gd name="connsiteY8" fmla="*/ 9640 h 9915"/>
                <a:gd name="connsiteX9" fmla="*/ 461 w 10003"/>
                <a:gd name="connsiteY9" fmla="*/ 7538 h 9915"/>
                <a:gd name="connsiteX10" fmla="*/ 0 w 10003"/>
                <a:gd name="connsiteY10" fmla="*/ 4299 h 9915"/>
                <a:gd name="connsiteX0" fmla="*/ 0 w 10000"/>
                <a:gd name="connsiteY0" fmla="*/ 4336 h 10000"/>
                <a:gd name="connsiteX1" fmla="*/ 990 w 10000"/>
                <a:gd name="connsiteY1" fmla="*/ 2106 h 10000"/>
                <a:gd name="connsiteX2" fmla="*/ 2390 w 10000"/>
                <a:gd name="connsiteY2" fmla="*/ 1 h 10000"/>
                <a:gd name="connsiteX3" fmla="*/ 6713 w 10000"/>
                <a:gd name="connsiteY3" fmla="*/ 1982 h 10000"/>
                <a:gd name="connsiteX4" fmla="*/ 9059 w 10000"/>
                <a:gd name="connsiteY4" fmla="*/ 2797 h 10000"/>
                <a:gd name="connsiteX5" fmla="*/ 9938 w 10000"/>
                <a:gd name="connsiteY5" fmla="*/ 6410 h 10000"/>
                <a:gd name="connsiteX6" fmla="*/ 7498 w 10000"/>
                <a:gd name="connsiteY6" fmla="*/ 9413 h 10000"/>
                <a:gd name="connsiteX7" fmla="*/ 4488 w 10000"/>
                <a:gd name="connsiteY7" fmla="*/ 9943 h 10000"/>
                <a:gd name="connsiteX8" fmla="*/ 2102 w 10000"/>
                <a:gd name="connsiteY8" fmla="*/ 9723 h 10000"/>
                <a:gd name="connsiteX9" fmla="*/ 461 w 10000"/>
                <a:gd name="connsiteY9" fmla="*/ 7603 h 10000"/>
                <a:gd name="connsiteX10" fmla="*/ 0 w 10000"/>
                <a:gd name="connsiteY10" fmla="*/ 4336 h 10000"/>
                <a:gd name="connsiteX0" fmla="*/ 0 w 10000"/>
                <a:gd name="connsiteY0" fmla="*/ 4336 h 10000"/>
                <a:gd name="connsiteX1" fmla="*/ 990 w 10000"/>
                <a:gd name="connsiteY1" fmla="*/ 2106 h 10000"/>
                <a:gd name="connsiteX2" fmla="*/ 2390 w 10000"/>
                <a:gd name="connsiteY2" fmla="*/ 1 h 10000"/>
                <a:gd name="connsiteX3" fmla="*/ 6713 w 10000"/>
                <a:gd name="connsiteY3" fmla="*/ 1982 h 10000"/>
                <a:gd name="connsiteX4" fmla="*/ 9059 w 10000"/>
                <a:gd name="connsiteY4" fmla="*/ 2797 h 10000"/>
                <a:gd name="connsiteX5" fmla="*/ 9938 w 10000"/>
                <a:gd name="connsiteY5" fmla="*/ 6410 h 10000"/>
                <a:gd name="connsiteX6" fmla="*/ 7498 w 10000"/>
                <a:gd name="connsiteY6" fmla="*/ 9413 h 10000"/>
                <a:gd name="connsiteX7" fmla="*/ 4488 w 10000"/>
                <a:gd name="connsiteY7" fmla="*/ 9943 h 10000"/>
                <a:gd name="connsiteX8" fmla="*/ 2102 w 10000"/>
                <a:gd name="connsiteY8" fmla="*/ 9723 h 10000"/>
                <a:gd name="connsiteX9" fmla="*/ 461 w 10000"/>
                <a:gd name="connsiteY9" fmla="*/ 7603 h 10000"/>
                <a:gd name="connsiteX10" fmla="*/ 0 w 10000"/>
                <a:gd name="connsiteY10" fmla="*/ 4336 h 10000"/>
                <a:gd name="connsiteX0" fmla="*/ 0 w 10000"/>
                <a:gd name="connsiteY0" fmla="*/ 4002 h 9666"/>
                <a:gd name="connsiteX1" fmla="*/ 990 w 10000"/>
                <a:gd name="connsiteY1" fmla="*/ 1772 h 9666"/>
                <a:gd name="connsiteX2" fmla="*/ 3804 w 10000"/>
                <a:gd name="connsiteY2" fmla="*/ 1 h 9666"/>
                <a:gd name="connsiteX3" fmla="*/ 6713 w 10000"/>
                <a:gd name="connsiteY3" fmla="*/ 1648 h 9666"/>
                <a:gd name="connsiteX4" fmla="*/ 9059 w 10000"/>
                <a:gd name="connsiteY4" fmla="*/ 2463 h 9666"/>
                <a:gd name="connsiteX5" fmla="*/ 9938 w 10000"/>
                <a:gd name="connsiteY5" fmla="*/ 6076 h 9666"/>
                <a:gd name="connsiteX6" fmla="*/ 7498 w 10000"/>
                <a:gd name="connsiteY6" fmla="*/ 9079 h 9666"/>
                <a:gd name="connsiteX7" fmla="*/ 4488 w 10000"/>
                <a:gd name="connsiteY7" fmla="*/ 9609 h 9666"/>
                <a:gd name="connsiteX8" fmla="*/ 2102 w 10000"/>
                <a:gd name="connsiteY8" fmla="*/ 9389 h 9666"/>
                <a:gd name="connsiteX9" fmla="*/ 461 w 10000"/>
                <a:gd name="connsiteY9" fmla="*/ 7269 h 9666"/>
                <a:gd name="connsiteX10" fmla="*/ 0 w 10000"/>
                <a:gd name="connsiteY10" fmla="*/ 4002 h 9666"/>
                <a:gd name="connsiteX0" fmla="*/ 103 w 9643"/>
                <a:gd name="connsiteY0" fmla="*/ 4486 h 10000"/>
                <a:gd name="connsiteX1" fmla="*/ 633 w 9643"/>
                <a:gd name="connsiteY1" fmla="*/ 1833 h 10000"/>
                <a:gd name="connsiteX2" fmla="*/ 3447 w 9643"/>
                <a:gd name="connsiteY2" fmla="*/ 1 h 10000"/>
                <a:gd name="connsiteX3" fmla="*/ 6356 w 9643"/>
                <a:gd name="connsiteY3" fmla="*/ 1705 h 10000"/>
                <a:gd name="connsiteX4" fmla="*/ 8702 w 9643"/>
                <a:gd name="connsiteY4" fmla="*/ 2548 h 10000"/>
                <a:gd name="connsiteX5" fmla="*/ 9581 w 9643"/>
                <a:gd name="connsiteY5" fmla="*/ 6286 h 10000"/>
                <a:gd name="connsiteX6" fmla="*/ 7141 w 9643"/>
                <a:gd name="connsiteY6" fmla="*/ 9393 h 10000"/>
                <a:gd name="connsiteX7" fmla="*/ 4131 w 9643"/>
                <a:gd name="connsiteY7" fmla="*/ 9941 h 10000"/>
                <a:gd name="connsiteX8" fmla="*/ 1745 w 9643"/>
                <a:gd name="connsiteY8" fmla="*/ 9713 h 10000"/>
                <a:gd name="connsiteX9" fmla="*/ 104 w 9643"/>
                <a:gd name="connsiteY9" fmla="*/ 7520 h 10000"/>
                <a:gd name="connsiteX10" fmla="*/ 103 w 9643"/>
                <a:gd name="connsiteY10" fmla="*/ 4486 h 10000"/>
                <a:gd name="connsiteX0" fmla="*/ 107 w 10000"/>
                <a:gd name="connsiteY0" fmla="*/ 4486 h 10000"/>
                <a:gd name="connsiteX1" fmla="*/ 1304 w 10000"/>
                <a:gd name="connsiteY1" fmla="*/ 2006 h 10000"/>
                <a:gd name="connsiteX2" fmla="*/ 3575 w 10000"/>
                <a:gd name="connsiteY2" fmla="*/ 1 h 10000"/>
                <a:gd name="connsiteX3" fmla="*/ 6591 w 10000"/>
                <a:gd name="connsiteY3" fmla="*/ 1705 h 10000"/>
                <a:gd name="connsiteX4" fmla="*/ 9024 w 10000"/>
                <a:gd name="connsiteY4" fmla="*/ 2548 h 10000"/>
                <a:gd name="connsiteX5" fmla="*/ 9936 w 10000"/>
                <a:gd name="connsiteY5" fmla="*/ 6286 h 10000"/>
                <a:gd name="connsiteX6" fmla="*/ 7405 w 10000"/>
                <a:gd name="connsiteY6" fmla="*/ 9393 h 10000"/>
                <a:gd name="connsiteX7" fmla="*/ 4284 w 10000"/>
                <a:gd name="connsiteY7" fmla="*/ 9941 h 10000"/>
                <a:gd name="connsiteX8" fmla="*/ 1810 w 10000"/>
                <a:gd name="connsiteY8" fmla="*/ 9713 h 10000"/>
                <a:gd name="connsiteX9" fmla="*/ 108 w 10000"/>
                <a:gd name="connsiteY9" fmla="*/ 7520 h 10000"/>
                <a:gd name="connsiteX10" fmla="*/ 107 w 10000"/>
                <a:gd name="connsiteY10" fmla="*/ 4486 h 10000"/>
                <a:gd name="connsiteX0" fmla="*/ 0 w 9893"/>
                <a:gd name="connsiteY0" fmla="*/ 4486 h 10000"/>
                <a:gd name="connsiteX1" fmla="*/ 1197 w 9893"/>
                <a:gd name="connsiteY1" fmla="*/ 2006 h 10000"/>
                <a:gd name="connsiteX2" fmla="*/ 3468 w 9893"/>
                <a:gd name="connsiteY2" fmla="*/ 1 h 10000"/>
                <a:gd name="connsiteX3" fmla="*/ 6484 w 9893"/>
                <a:gd name="connsiteY3" fmla="*/ 1705 h 10000"/>
                <a:gd name="connsiteX4" fmla="*/ 8917 w 9893"/>
                <a:gd name="connsiteY4" fmla="*/ 2548 h 10000"/>
                <a:gd name="connsiteX5" fmla="*/ 9829 w 9893"/>
                <a:gd name="connsiteY5" fmla="*/ 6286 h 10000"/>
                <a:gd name="connsiteX6" fmla="*/ 7298 w 9893"/>
                <a:gd name="connsiteY6" fmla="*/ 9393 h 10000"/>
                <a:gd name="connsiteX7" fmla="*/ 4177 w 9893"/>
                <a:gd name="connsiteY7" fmla="*/ 9941 h 10000"/>
                <a:gd name="connsiteX8" fmla="*/ 1703 w 9893"/>
                <a:gd name="connsiteY8" fmla="*/ 9713 h 10000"/>
                <a:gd name="connsiteX9" fmla="*/ 645 w 9893"/>
                <a:gd name="connsiteY9" fmla="*/ 7520 h 10000"/>
                <a:gd name="connsiteX10" fmla="*/ 0 w 9893"/>
                <a:gd name="connsiteY10" fmla="*/ 4486 h 10000"/>
                <a:gd name="connsiteX0" fmla="*/ 0 w 10000"/>
                <a:gd name="connsiteY0" fmla="*/ 4486 h 10041"/>
                <a:gd name="connsiteX1" fmla="*/ 1210 w 10000"/>
                <a:gd name="connsiteY1" fmla="*/ 2006 h 10041"/>
                <a:gd name="connsiteX2" fmla="*/ 3506 w 10000"/>
                <a:gd name="connsiteY2" fmla="*/ 1 h 10041"/>
                <a:gd name="connsiteX3" fmla="*/ 6554 w 10000"/>
                <a:gd name="connsiteY3" fmla="*/ 1705 h 10041"/>
                <a:gd name="connsiteX4" fmla="*/ 9013 w 10000"/>
                <a:gd name="connsiteY4" fmla="*/ 2548 h 10041"/>
                <a:gd name="connsiteX5" fmla="*/ 9935 w 10000"/>
                <a:gd name="connsiteY5" fmla="*/ 6286 h 10041"/>
                <a:gd name="connsiteX6" fmla="*/ 7377 w 10000"/>
                <a:gd name="connsiteY6" fmla="*/ 9393 h 10041"/>
                <a:gd name="connsiteX7" fmla="*/ 4222 w 10000"/>
                <a:gd name="connsiteY7" fmla="*/ 9941 h 10041"/>
                <a:gd name="connsiteX8" fmla="*/ 1951 w 10000"/>
                <a:gd name="connsiteY8" fmla="*/ 7983 h 10041"/>
                <a:gd name="connsiteX9" fmla="*/ 652 w 10000"/>
                <a:gd name="connsiteY9" fmla="*/ 7520 h 10041"/>
                <a:gd name="connsiteX10" fmla="*/ 0 w 10000"/>
                <a:gd name="connsiteY10" fmla="*/ 4486 h 10041"/>
                <a:gd name="connsiteX0" fmla="*/ 0 w 10000"/>
                <a:gd name="connsiteY0" fmla="*/ 4486 h 10041"/>
                <a:gd name="connsiteX1" fmla="*/ 1210 w 10000"/>
                <a:gd name="connsiteY1" fmla="*/ 2006 h 10041"/>
                <a:gd name="connsiteX2" fmla="*/ 3506 w 10000"/>
                <a:gd name="connsiteY2" fmla="*/ 1 h 10041"/>
                <a:gd name="connsiteX3" fmla="*/ 6554 w 10000"/>
                <a:gd name="connsiteY3" fmla="*/ 1705 h 10041"/>
                <a:gd name="connsiteX4" fmla="*/ 9013 w 10000"/>
                <a:gd name="connsiteY4" fmla="*/ 2548 h 10041"/>
                <a:gd name="connsiteX5" fmla="*/ 9935 w 10000"/>
                <a:gd name="connsiteY5" fmla="*/ 6286 h 10041"/>
                <a:gd name="connsiteX6" fmla="*/ 7377 w 10000"/>
                <a:gd name="connsiteY6" fmla="*/ 9393 h 10041"/>
                <a:gd name="connsiteX7" fmla="*/ 4222 w 10000"/>
                <a:gd name="connsiteY7" fmla="*/ 9941 h 10041"/>
                <a:gd name="connsiteX8" fmla="*/ 1951 w 10000"/>
                <a:gd name="connsiteY8" fmla="*/ 7983 h 10041"/>
                <a:gd name="connsiteX9" fmla="*/ 652 w 10000"/>
                <a:gd name="connsiteY9" fmla="*/ 7520 h 10041"/>
                <a:gd name="connsiteX10" fmla="*/ 0 w 10000"/>
                <a:gd name="connsiteY10" fmla="*/ 4486 h 10041"/>
                <a:gd name="connsiteX0" fmla="*/ 0 w 10000"/>
                <a:gd name="connsiteY0" fmla="*/ 4486 h 10041"/>
                <a:gd name="connsiteX1" fmla="*/ 1210 w 10000"/>
                <a:gd name="connsiteY1" fmla="*/ 2006 h 10041"/>
                <a:gd name="connsiteX2" fmla="*/ 3506 w 10000"/>
                <a:gd name="connsiteY2" fmla="*/ 1 h 10041"/>
                <a:gd name="connsiteX3" fmla="*/ 6554 w 10000"/>
                <a:gd name="connsiteY3" fmla="*/ 1705 h 10041"/>
                <a:gd name="connsiteX4" fmla="*/ 9013 w 10000"/>
                <a:gd name="connsiteY4" fmla="*/ 2548 h 10041"/>
                <a:gd name="connsiteX5" fmla="*/ 9935 w 10000"/>
                <a:gd name="connsiteY5" fmla="*/ 6286 h 10041"/>
                <a:gd name="connsiteX6" fmla="*/ 7377 w 10000"/>
                <a:gd name="connsiteY6" fmla="*/ 9393 h 10041"/>
                <a:gd name="connsiteX7" fmla="*/ 4222 w 10000"/>
                <a:gd name="connsiteY7" fmla="*/ 9941 h 10041"/>
                <a:gd name="connsiteX8" fmla="*/ 1951 w 10000"/>
                <a:gd name="connsiteY8" fmla="*/ 7983 h 10041"/>
                <a:gd name="connsiteX9" fmla="*/ 652 w 10000"/>
                <a:gd name="connsiteY9" fmla="*/ 7520 h 10041"/>
                <a:gd name="connsiteX10" fmla="*/ 0 w 10000"/>
                <a:gd name="connsiteY10" fmla="*/ 4486 h 10041"/>
                <a:gd name="connsiteX0" fmla="*/ 0 w 10000"/>
                <a:gd name="connsiteY0" fmla="*/ 4486 h 10041"/>
                <a:gd name="connsiteX1" fmla="*/ 1210 w 10000"/>
                <a:gd name="connsiteY1" fmla="*/ 2006 h 10041"/>
                <a:gd name="connsiteX2" fmla="*/ 3506 w 10000"/>
                <a:gd name="connsiteY2" fmla="*/ 1 h 10041"/>
                <a:gd name="connsiteX3" fmla="*/ 6554 w 10000"/>
                <a:gd name="connsiteY3" fmla="*/ 1705 h 10041"/>
                <a:gd name="connsiteX4" fmla="*/ 9013 w 10000"/>
                <a:gd name="connsiteY4" fmla="*/ 2548 h 10041"/>
                <a:gd name="connsiteX5" fmla="*/ 9935 w 10000"/>
                <a:gd name="connsiteY5" fmla="*/ 6286 h 10041"/>
                <a:gd name="connsiteX6" fmla="*/ 7377 w 10000"/>
                <a:gd name="connsiteY6" fmla="*/ 9393 h 10041"/>
                <a:gd name="connsiteX7" fmla="*/ 4222 w 10000"/>
                <a:gd name="connsiteY7" fmla="*/ 9941 h 10041"/>
                <a:gd name="connsiteX8" fmla="*/ 1951 w 10000"/>
                <a:gd name="connsiteY8" fmla="*/ 7983 h 10041"/>
                <a:gd name="connsiteX9" fmla="*/ 652 w 10000"/>
                <a:gd name="connsiteY9" fmla="*/ 7520 h 10041"/>
                <a:gd name="connsiteX10" fmla="*/ 0 w 10000"/>
                <a:gd name="connsiteY10" fmla="*/ 4486 h 10041"/>
                <a:gd name="connsiteX0" fmla="*/ 0 w 10000"/>
                <a:gd name="connsiteY0" fmla="*/ 4486 h 10016"/>
                <a:gd name="connsiteX1" fmla="*/ 1210 w 10000"/>
                <a:gd name="connsiteY1" fmla="*/ 2006 h 10016"/>
                <a:gd name="connsiteX2" fmla="*/ 3506 w 10000"/>
                <a:gd name="connsiteY2" fmla="*/ 1 h 10016"/>
                <a:gd name="connsiteX3" fmla="*/ 6554 w 10000"/>
                <a:gd name="connsiteY3" fmla="*/ 1705 h 10016"/>
                <a:gd name="connsiteX4" fmla="*/ 9013 w 10000"/>
                <a:gd name="connsiteY4" fmla="*/ 2548 h 10016"/>
                <a:gd name="connsiteX5" fmla="*/ 9935 w 10000"/>
                <a:gd name="connsiteY5" fmla="*/ 6286 h 10016"/>
                <a:gd name="connsiteX6" fmla="*/ 7377 w 10000"/>
                <a:gd name="connsiteY6" fmla="*/ 9393 h 10016"/>
                <a:gd name="connsiteX7" fmla="*/ 4222 w 10000"/>
                <a:gd name="connsiteY7" fmla="*/ 9941 h 10016"/>
                <a:gd name="connsiteX8" fmla="*/ 2296 w 10000"/>
                <a:gd name="connsiteY8" fmla="*/ 8329 h 10016"/>
                <a:gd name="connsiteX9" fmla="*/ 652 w 10000"/>
                <a:gd name="connsiteY9" fmla="*/ 7520 h 10016"/>
                <a:gd name="connsiteX10" fmla="*/ 0 w 10000"/>
                <a:gd name="connsiteY10" fmla="*/ 4486 h 10016"/>
                <a:gd name="connsiteX0" fmla="*/ 0 w 10000"/>
                <a:gd name="connsiteY0" fmla="*/ 4486 h 10016"/>
                <a:gd name="connsiteX1" fmla="*/ 1210 w 10000"/>
                <a:gd name="connsiteY1" fmla="*/ 2006 h 10016"/>
                <a:gd name="connsiteX2" fmla="*/ 3506 w 10000"/>
                <a:gd name="connsiteY2" fmla="*/ 1 h 10016"/>
                <a:gd name="connsiteX3" fmla="*/ 6554 w 10000"/>
                <a:gd name="connsiteY3" fmla="*/ 1705 h 10016"/>
                <a:gd name="connsiteX4" fmla="*/ 9013 w 10000"/>
                <a:gd name="connsiteY4" fmla="*/ 2548 h 10016"/>
                <a:gd name="connsiteX5" fmla="*/ 9935 w 10000"/>
                <a:gd name="connsiteY5" fmla="*/ 6286 h 10016"/>
                <a:gd name="connsiteX6" fmla="*/ 7377 w 10000"/>
                <a:gd name="connsiteY6" fmla="*/ 9393 h 10016"/>
                <a:gd name="connsiteX7" fmla="*/ 4222 w 10000"/>
                <a:gd name="connsiteY7" fmla="*/ 9941 h 10016"/>
                <a:gd name="connsiteX8" fmla="*/ 2296 w 10000"/>
                <a:gd name="connsiteY8" fmla="*/ 8329 h 10016"/>
                <a:gd name="connsiteX9" fmla="*/ 652 w 10000"/>
                <a:gd name="connsiteY9" fmla="*/ 7520 h 10016"/>
                <a:gd name="connsiteX10" fmla="*/ 0 w 10000"/>
                <a:gd name="connsiteY10" fmla="*/ 4486 h 10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000" h="10016">
                  <a:moveTo>
                    <a:pt x="0" y="4486"/>
                  </a:moveTo>
                  <a:cubicBezTo>
                    <a:pt x="23" y="3587"/>
                    <a:pt x="627" y="2754"/>
                    <a:pt x="1210" y="2006"/>
                  </a:cubicBezTo>
                  <a:cubicBezTo>
                    <a:pt x="1794" y="1258"/>
                    <a:pt x="2615" y="51"/>
                    <a:pt x="3506" y="1"/>
                  </a:cubicBezTo>
                  <a:cubicBezTo>
                    <a:pt x="4396" y="-49"/>
                    <a:pt x="5636" y="1281"/>
                    <a:pt x="6554" y="1705"/>
                  </a:cubicBezTo>
                  <a:cubicBezTo>
                    <a:pt x="7473" y="2129"/>
                    <a:pt x="8449" y="1784"/>
                    <a:pt x="9013" y="2548"/>
                  </a:cubicBezTo>
                  <a:cubicBezTo>
                    <a:pt x="9577" y="3312"/>
                    <a:pt x="10207" y="5145"/>
                    <a:pt x="9935" y="6286"/>
                  </a:cubicBezTo>
                  <a:cubicBezTo>
                    <a:pt x="9662" y="7428"/>
                    <a:pt x="8329" y="8783"/>
                    <a:pt x="7377" y="9393"/>
                  </a:cubicBezTo>
                  <a:cubicBezTo>
                    <a:pt x="6425" y="10002"/>
                    <a:pt x="5069" y="10118"/>
                    <a:pt x="4222" y="9941"/>
                  </a:cubicBezTo>
                  <a:cubicBezTo>
                    <a:pt x="3375" y="9764"/>
                    <a:pt x="2767" y="8820"/>
                    <a:pt x="2296" y="8329"/>
                  </a:cubicBezTo>
                  <a:cubicBezTo>
                    <a:pt x="1825" y="7838"/>
                    <a:pt x="1035" y="8161"/>
                    <a:pt x="652" y="7520"/>
                  </a:cubicBezTo>
                  <a:cubicBezTo>
                    <a:pt x="269" y="6879"/>
                    <a:pt x="99" y="5188"/>
                    <a:pt x="0" y="4486"/>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cxnSp>
          <p:nvCxnSpPr>
            <p:cNvPr id="183" name="Straight Connector 182">
              <a:extLst>
                <a:ext uri="{FF2B5EF4-FFF2-40B4-BE49-F238E27FC236}">
                  <a16:creationId xmlns:a16="http://schemas.microsoft.com/office/drawing/2014/main" id="{1D84AED9-6BA5-604F-8E6C-11A72E61C06B}"/>
                </a:ext>
              </a:extLst>
            </p:cNvPr>
            <p:cNvCxnSpPr/>
            <p:nvPr/>
          </p:nvCxnSpPr>
          <p:spPr>
            <a:xfrm flipV="1">
              <a:off x="7988607" y="3775213"/>
              <a:ext cx="1203228" cy="660205"/>
            </a:xfrm>
            <a:prstGeom prst="line">
              <a:avLst/>
            </a:prstGeom>
            <a:noFill/>
            <a:ln w="25400" cap="flat" cmpd="sng" algn="ctr">
              <a:solidFill>
                <a:srgbClr val="000000"/>
              </a:solidFill>
              <a:prstDash val="solid"/>
            </a:ln>
            <a:effectLst/>
          </p:spPr>
        </p:cxnSp>
        <p:cxnSp>
          <p:nvCxnSpPr>
            <p:cNvPr id="184" name="Straight Connector 183">
              <a:extLst>
                <a:ext uri="{FF2B5EF4-FFF2-40B4-BE49-F238E27FC236}">
                  <a16:creationId xmlns:a16="http://schemas.microsoft.com/office/drawing/2014/main" id="{B4390229-331E-5444-AF63-6E5782A98B94}"/>
                </a:ext>
              </a:extLst>
            </p:cNvPr>
            <p:cNvCxnSpPr/>
            <p:nvPr/>
          </p:nvCxnSpPr>
          <p:spPr>
            <a:xfrm>
              <a:off x="7988607" y="4435418"/>
              <a:ext cx="1203228" cy="517808"/>
            </a:xfrm>
            <a:prstGeom prst="line">
              <a:avLst/>
            </a:prstGeom>
            <a:noFill/>
            <a:ln w="25400" cap="flat" cmpd="sng" algn="ctr">
              <a:solidFill>
                <a:srgbClr val="000000"/>
              </a:solidFill>
              <a:prstDash val="solid"/>
            </a:ln>
            <a:effectLst/>
          </p:spPr>
        </p:cxnSp>
        <p:cxnSp>
          <p:nvCxnSpPr>
            <p:cNvPr id="185" name="Straight Connector 184">
              <a:extLst>
                <a:ext uri="{FF2B5EF4-FFF2-40B4-BE49-F238E27FC236}">
                  <a16:creationId xmlns:a16="http://schemas.microsoft.com/office/drawing/2014/main" id="{DFB9B0AD-2ACD-A843-97CA-75D5471523AA}"/>
                </a:ext>
              </a:extLst>
            </p:cNvPr>
            <p:cNvCxnSpPr/>
            <p:nvPr/>
          </p:nvCxnSpPr>
          <p:spPr>
            <a:xfrm>
              <a:off x="8998012" y="3982336"/>
              <a:ext cx="319671" cy="828494"/>
            </a:xfrm>
            <a:prstGeom prst="line">
              <a:avLst/>
            </a:prstGeom>
            <a:noFill/>
            <a:ln w="25400" cap="flat" cmpd="sng" algn="ctr">
              <a:solidFill>
                <a:srgbClr val="000000"/>
              </a:solidFill>
              <a:prstDash val="solid"/>
            </a:ln>
            <a:effectLst/>
          </p:spPr>
        </p:cxnSp>
        <p:cxnSp>
          <p:nvCxnSpPr>
            <p:cNvPr id="186" name="Straight Connector 185">
              <a:extLst>
                <a:ext uri="{FF2B5EF4-FFF2-40B4-BE49-F238E27FC236}">
                  <a16:creationId xmlns:a16="http://schemas.microsoft.com/office/drawing/2014/main" id="{AF6DD7B2-65F3-A348-8F7B-042958844DF4}"/>
                </a:ext>
              </a:extLst>
            </p:cNvPr>
            <p:cNvCxnSpPr/>
            <p:nvPr/>
          </p:nvCxnSpPr>
          <p:spPr>
            <a:xfrm>
              <a:off x="9268742" y="3917611"/>
              <a:ext cx="1307416" cy="271850"/>
            </a:xfrm>
            <a:prstGeom prst="line">
              <a:avLst/>
            </a:prstGeom>
            <a:noFill/>
            <a:ln w="25400" cap="flat" cmpd="sng" algn="ctr">
              <a:solidFill>
                <a:srgbClr val="000000"/>
              </a:solidFill>
              <a:prstDash val="solid"/>
            </a:ln>
            <a:effectLst/>
          </p:spPr>
        </p:cxnSp>
        <p:cxnSp>
          <p:nvCxnSpPr>
            <p:cNvPr id="187" name="Straight Connector 186">
              <a:extLst>
                <a:ext uri="{FF2B5EF4-FFF2-40B4-BE49-F238E27FC236}">
                  <a16:creationId xmlns:a16="http://schemas.microsoft.com/office/drawing/2014/main" id="{F3F9C352-8615-9E48-86B7-1581130D71A9}"/>
                </a:ext>
              </a:extLst>
            </p:cNvPr>
            <p:cNvCxnSpPr/>
            <p:nvPr/>
          </p:nvCxnSpPr>
          <p:spPr>
            <a:xfrm flipV="1">
              <a:off x="9461009" y="4344802"/>
              <a:ext cx="1115149" cy="608426"/>
            </a:xfrm>
            <a:prstGeom prst="line">
              <a:avLst/>
            </a:prstGeom>
            <a:noFill/>
            <a:ln w="25400" cap="flat" cmpd="sng" algn="ctr">
              <a:solidFill>
                <a:srgbClr val="000000"/>
              </a:solidFill>
              <a:prstDash val="solid"/>
            </a:ln>
            <a:effectLst/>
          </p:spPr>
        </p:cxnSp>
        <p:grpSp>
          <p:nvGrpSpPr>
            <p:cNvPr id="188" name="Group 187">
              <a:extLst>
                <a:ext uri="{FF2B5EF4-FFF2-40B4-BE49-F238E27FC236}">
                  <a16:creationId xmlns:a16="http://schemas.microsoft.com/office/drawing/2014/main" id="{C522FD38-55CF-7A4B-9A35-5C821D9004B4}"/>
                </a:ext>
              </a:extLst>
            </p:cNvPr>
            <p:cNvGrpSpPr/>
            <p:nvPr/>
          </p:nvGrpSpPr>
          <p:grpSpPr>
            <a:xfrm>
              <a:off x="10288073" y="4115087"/>
              <a:ext cx="753999" cy="373786"/>
              <a:chOff x="7493876" y="2774731"/>
              <a:chExt cx="1481958" cy="894622"/>
            </a:xfrm>
          </p:grpSpPr>
          <p:sp>
            <p:nvSpPr>
              <p:cNvPr id="217" name="Freeform 216">
                <a:extLst>
                  <a:ext uri="{FF2B5EF4-FFF2-40B4-BE49-F238E27FC236}">
                    <a16:creationId xmlns:a16="http://schemas.microsoft.com/office/drawing/2014/main" id="{869C965F-3B45-6641-93EC-B4195C569FA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8" name="Oval 217">
                <a:extLst>
                  <a:ext uri="{FF2B5EF4-FFF2-40B4-BE49-F238E27FC236}">
                    <a16:creationId xmlns:a16="http://schemas.microsoft.com/office/drawing/2014/main" id="{DB26611F-8306-3648-A55C-D397BA18B4E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9" name="Group 218">
                <a:extLst>
                  <a:ext uri="{FF2B5EF4-FFF2-40B4-BE49-F238E27FC236}">
                    <a16:creationId xmlns:a16="http://schemas.microsoft.com/office/drawing/2014/main" id="{752E43F4-F228-BA4D-BC39-B4CB01149E4C}"/>
                  </a:ext>
                </a:extLst>
              </p:cNvPr>
              <p:cNvGrpSpPr/>
              <p:nvPr/>
            </p:nvGrpSpPr>
            <p:grpSpPr>
              <a:xfrm>
                <a:off x="7713663" y="2848339"/>
                <a:ext cx="1042107" cy="425543"/>
                <a:chOff x="7786941" y="2884917"/>
                <a:chExt cx="897649" cy="353919"/>
              </a:xfrm>
            </p:grpSpPr>
            <p:sp>
              <p:nvSpPr>
                <p:cNvPr id="220" name="Freeform 219">
                  <a:extLst>
                    <a:ext uri="{FF2B5EF4-FFF2-40B4-BE49-F238E27FC236}">
                      <a16:creationId xmlns:a16="http://schemas.microsoft.com/office/drawing/2014/main" id="{59B1C7B3-31CE-B24A-AE5F-B2F7A74D33A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1" name="Freeform 220">
                  <a:extLst>
                    <a:ext uri="{FF2B5EF4-FFF2-40B4-BE49-F238E27FC236}">
                      <a16:creationId xmlns:a16="http://schemas.microsoft.com/office/drawing/2014/main" id="{C08841AA-A94F-F94F-873B-6D3084A4944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9B6B1DED-0785-124F-9887-8A1FC7DFDB2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11EC627D-1981-B849-B140-30CB8661FF8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89" name="Group 188">
              <a:extLst>
                <a:ext uri="{FF2B5EF4-FFF2-40B4-BE49-F238E27FC236}">
                  <a16:creationId xmlns:a16="http://schemas.microsoft.com/office/drawing/2014/main" id="{B40CECD0-49AE-FB41-9F96-68CCF72316C9}"/>
                </a:ext>
              </a:extLst>
            </p:cNvPr>
            <p:cNvGrpSpPr/>
            <p:nvPr/>
          </p:nvGrpSpPr>
          <p:grpSpPr>
            <a:xfrm>
              <a:off x="7988218" y="4212069"/>
              <a:ext cx="753999" cy="373786"/>
              <a:chOff x="7493876" y="2774731"/>
              <a:chExt cx="1481958" cy="894622"/>
            </a:xfrm>
          </p:grpSpPr>
          <p:sp>
            <p:nvSpPr>
              <p:cNvPr id="210" name="Freeform 209">
                <a:extLst>
                  <a:ext uri="{FF2B5EF4-FFF2-40B4-BE49-F238E27FC236}">
                    <a16:creationId xmlns:a16="http://schemas.microsoft.com/office/drawing/2014/main" id="{A7C4764E-24DB-A047-99F6-3DBE6983B61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1" name="Oval 210">
                <a:extLst>
                  <a:ext uri="{FF2B5EF4-FFF2-40B4-BE49-F238E27FC236}">
                    <a16:creationId xmlns:a16="http://schemas.microsoft.com/office/drawing/2014/main" id="{F741EDFB-6243-E24D-B5BF-A9D294BAEED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2" name="Group 211">
                <a:extLst>
                  <a:ext uri="{FF2B5EF4-FFF2-40B4-BE49-F238E27FC236}">
                    <a16:creationId xmlns:a16="http://schemas.microsoft.com/office/drawing/2014/main" id="{7CE34015-4D02-4946-9B76-2DF282A68899}"/>
                  </a:ext>
                </a:extLst>
              </p:cNvPr>
              <p:cNvGrpSpPr/>
              <p:nvPr/>
            </p:nvGrpSpPr>
            <p:grpSpPr>
              <a:xfrm>
                <a:off x="7713663" y="2848339"/>
                <a:ext cx="1042107" cy="425543"/>
                <a:chOff x="7786941" y="2884917"/>
                <a:chExt cx="897649" cy="353919"/>
              </a:xfrm>
            </p:grpSpPr>
            <p:sp>
              <p:nvSpPr>
                <p:cNvPr id="213" name="Freeform 212">
                  <a:extLst>
                    <a:ext uri="{FF2B5EF4-FFF2-40B4-BE49-F238E27FC236}">
                      <a16:creationId xmlns:a16="http://schemas.microsoft.com/office/drawing/2014/main" id="{17F8A9CB-A73C-7546-8BDB-A37A94696A6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Freeform 213">
                  <a:extLst>
                    <a:ext uri="{FF2B5EF4-FFF2-40B4-BE49-F238E27FC236}">
                      <a16:creationId xmlns:a16="http://schemas.microsoft.com/office/drawing/2014/main" id="{C1CBDBCE-EA5B-D345-8591-E5BF7383258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3D28C298-F0C7-8241-B8A9-A923470630E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AFBA7058-1BB8-E143-A99E-2D88BA17833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0" name="Group 189">
              <a:extLst>
                <a:ext uri="{FF2B5EF4-FFF2-40B4-BE49-F238E27FC236}">
                  <a16:creationId xmlns:a16="http://schemas.microsoft.com/office/drawing/2014/main" id="{27B28F7C-56F1-BE43-AA43-32D01C7C54FE}"/>
                </a:ext>
              </a:extLst>
            </p:cNvPr>
            <p:cNvGrpSpPr/>
            <p:nvPr/>
          </p:nvGrpSpPr>
          <p:grpSpPr>
            <a:xfrm>
              <a:off x="8971890" y="4738542"/>
              <a:ext cx="753999" cy="373786"/>
              <a:chOff x="7493876" y="2774731"/>
              <a:chExt cx="1481958" cy="894622"/>
            </a:xfrm>
          </p:grpSpPr>
          <p:sp>
            <p:nvSpPr>
              <p:cNvPr id="203" name="Freeform 202">
                <a:extLst>
                  <a:ext uri="{FF2B5EF4-FFF2-40B4-BE49-F238E27FC236}">
                    <a16:creationId xmlns:a16="http://schemas.microsoft.com/office/drawing/2014/main" id="{1C4A2479-EF6B-5B4C-A959-B30CE906CD9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4" name="Oval 203">
                <a:extLst>
                  <a:ext uri="{FF2B5EF4-FFF2-40B4-BE49-F238E27FC236}">
                    <a16:creationId xmlns:a16="http://schemas.microsoft.com/office/drawing/2014/main" id="{D44C0515-019A-CC4C-97DA-1120D58576A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5" name="Group 204">
                <a:extLst>
                  <a:ext uri="{FF2B5EF4-FFF2-40B4-BE49-F238E27FC236}">
                    <a16:creationId xmlns:a16="http://schemas.microsoft.com/office/drawing/2014/main" id="{8BDFEB46-6F5A-A24E-A578-5E94DC623A9F}"/>
                  </a:ext>
                </a:extLst>
              </p:cNvPr>
              <p:cNvGrpSpPr/>
              <p:nvPr/>
            </p:nvGrpSpPr>
            <p:grpSpPr>
              <a:xfrm>
                <a:off x="7713663" y="2848339"/>
                <a:ext cx="1042107" cy="425543"/>
                <a:chOff x="7786941" y="2884917"/>
                <a:chExt cx="897649" cy="353919"/>
              </a:xfrm>
            </p:grpSpPr>
            <p:sp>
              <p:nvSpPr>
                <p:cNvPr id="206" name="Freeform 205">
                  <a:extLst>
                    <a:ext uri="{FF2B5EF4-FFF2-40B4-BE49-F238E27FC236}">
                      <a16:creationId xmlns:a16="http://schemas.microsoft.com/office/drawing/2014/main" id="{144E3D98-45D5-5D45-B85D-9EF0A8C6E2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7" name="Freeform 206">
                  <a:extLst>
                    <a:ext uri="{FF2B5EF4-FFF2-40B4-BE49-F238E27FC236}">
                      <a16:creationId xmlns:a16="http://schemas.microsoft.com/office/drawing/2014/main" id="{D631B7E2-2EAB-E44C-8FBF-9713FEA10E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433AA9E5-7018-7A4E-BA11-815432A8EA5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9" name="Freeform 208">
                  <a:extLst>
                    <a:ext uri="{FF2B5EF4-FFF2-40B4-BE49-F238E27FC236}">
                      <a16:creationId xmlns:a16="http://schemas.microsoft.com/office/drawing/2014/main" id="{6212BFF3-E70B-6843-BA1F-02E366A597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1" name="Group 190">
              <a:extLst>
                <a:ext uri="{FF2B5EF4-FFF2-40B4-BE49-F238E27FC236}">
                  <a16:creationId xmlns:a16="http://schemas.microsoft.com/office/drawing/2014/main" id="{B42AD403-50EF-3E4B-9989-B68D82E414CB}"/>
                </a:ext>
              </a:extLst>
            </p:cNvPr>
            <p:cNvGrpSpPr/>
            <p:nvPr/>
          </p:nvGrpSpPr>
          <p:grpSpPr>
            <a:xfrm>
              <a:off x="8736362" y="3768724"/>
              <a:ext cx="753999" cy="373786"/>
              <a:chOff x="7493876" y="2774731"/>
              <a:chExt cx="1481958" cy="894622"/>
            </a:xfrm>
          </p:grpSpPr>
          <p:sp>
            <p:nvSpPr>
              <p:cNvPr id="196" name="Freeform 195">
                <a:extLst>
                  <a:ext uri="{FF2B5EF4-FFF2-40B4-BE49-F238E27FC236}">
                    <a16:creationId xmlns:a16="http://schemas.microsoft.com/office/drawing/2014/main" id="{B052A106-FBCD-1D49-AF8F-257B4D8BF09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7" name="Oval 196">
                <a:extLst>
                  <a:ext uri="{FF2B5EF4-FFF2-40B4-BE49-F238E27FC236}">
                    <a16:creationId xmlns:a16="http://schemas.microsoft.com/office/drawing/2014/main" id="{1573664B-E1B9-5F43-A5FD-918D0B3DD93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8" name="Group 197">
                <a:extLst>
                  <a:ext uri="{FF2B5EF4-FFF2-40B4-BE49-F238E27FC236}">
                    <a16:creationId xmlns:a16="http://schemas.microsoft.com/office/drawing/2014/main" id="{EFE998AB-5E6A-E44D-B228-2F1E2AD25009}"/>
                  </a:ext>
                </a:extLst>
              </p:cNvPr>
              <p:cNvGrpSpPr/>
              <p:nvPr/>
            </p:nvGrpSpPr>
            <p:grpSpPr>
              <a:xfrm>
                <a:off x="7713663" y="2848339"/>
                <a:ext cx="1042107" cy="425543"/>
                <a:chOff x="7786941" y="2884917"/>
                <a:chExt cx="897649" cy="353919"/>
              </a:xfrm>
            </p:grpSpPr>
            <p:sp>
              <p:nvSpPr>
                <p:cNvPr id="199" name="Freeform 198">
                  <a:extLst>
                    <a:ext uri="{FF2B5EF4-FFF2-40B4-BE49-F238E27FC236}">
                      <a16:creationId xmlns:a16="http://schemas.microsoft.com/office/drawing/2014/main" id="{EFE2C3E2-8D68-6044-8D28-EB7E1EDF79C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638CAAB7-888B-7549-BE62-EE803BA82DF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1" name="Freeform 200">
                  <a:extLst>
                    <a:ext uri="{FF2B5EF4-FFF2-40B4-BE49-F238E27FC236}">
                      <a16:creationId xmlns:a16="http://schemas.microsoft.com/office/drawing/2014/main" id="{946C451F-A552-EE4D-BD40-16A17FD4A00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2" name="Freeform 201">
                  <a:extLst>
                    <a:ext uri="{FF2B5EF4-FFF2-40B4-BE49-F238E27FC236}">
                      <a16:creationId xmlns:a16="http://schemas.microsoft.com/office/drawing/2014/main" id="{3A3E8969-C83C-164C-8601-C0AB3B9843C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92" name="Up-Down Arrow 191">
              <a:extLst>
                <a:ext uri="{FF2B5EF4-FFF2-40B4-BE49-F238E27FC236}">
                  <a16:creationId xmlns:a16="http://schemas.microsoft.com/office/drawing/2014/main" id="{B01770F3-ACAF-5048-A1B2-5D7A6DF4C093}"/>
                </a:ext>
              </a:extLst>
            </p:cNvPr>
            <p:cNvSpPr/>
            <p:nvPr/>
          </p:nvSpPr>
          <p:spPr>
            <a:xfrm rot="18842452">
              <a:off x="9773071" y="2749725"/>
              <a:ext cx="110632" cy="1621438"/>
            </a:xfrm>
            <a:prstGeom prst="upDownArrow">
              <a:avLst/>
            </a:prstGeom>
            <a:solidFill>
              <a:srgbClr val="CC0000">
                <a:alpha val="78000"/>
              </a:srgbClr>
            </a:solidFill>
            <a:ln>
              <a:noFill/>
            </a:ln>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3" name="Up-Down Arrow 192">
              <a:extLst>
                <a:ext uri="{FF2B5EF4-FFF2-40B4-BE49-F238E27FC236}">
                  <a16:creationId xmlns:a16="http://schemas.microsoft.com/office/drawing/2014/main" id="{AB757BA5-0C24-C146-AA7E-79A947FB7B05}"/>
                </a:ext>
              </a:extLst>
            </p:cNvPr>
            <p:cNvSpPr/>
            <p:nvPr/>
          </p:nvSpPr>
          <p:spPr>
            <a:xfrm rot="1544330">
              <a:off x="8498334" y="2913840"/>
              <a:ext cx="132567" cy="1340938"/>
            </a:xfrm>
            <a:prstGeom prst="upDownArrow">
              <a:avLst/>
            </a:prstGeom>
            <a:solidFill>
              <a:srgbClr val="CC0000">
                <a:alpha val="78000"/>
              </a:srgbClr>
            </a:solidFill>
            <a:ln>
              <a:noFill/>
            </a:ln>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4" name="Up-Down Arrow 193">
              <a:extLst>
                <a:ext uri="{FF2B5EF4-FFF2-40B4-BE49-F238E27FC236}">
                  <a16:creationId xmlns:a16="http://schemas.microsoft.com/office/drawing/2014/main" id="{E13386F3-16D9-6044-A873-1E221BB1655F}"/>
                </a:ext>
              </a:extLst>
            </p:cNvPr>
            <p:cNvSpPr/>
            <p:nvPr/>
          </p:nvSpPr>
          <p:spPr>
            <a:xfrm>
              <a:off x="8891032" y="2979040"/>
              <a:ext cx="132567" cy="794393"/>
            </a:xfrm>
            <a:prstGeom prst="upDownArrow">
              <a:avLst/>
            </a:prstGeom>
            <a:solidFill>
              <a:srgbClr val="CC0000">
                <a:alpha val="78000"/>
              </a:srgbClr>
            </a:solidFill>
            <a:ln>
              <a:noFill/>
            </a:ln>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5" name="Up-Down Arrow 194">
              <a:extLst>
                <a:ext uri="{FF2B5EF4-FFF2-40B4-BE49-F238E27FC236}">
                  <a16:creationId xmlns:a16="http://schemas.microsoft.com/office/drawing/2014/main" id="{A30B77AA-A0AC-DB4E-9B97-AA2AA751FB9C}"/>
                </a:ext>
              </a:extLst>
            </p:cNvPr>
            <p:cNvSpPr/>
            <p:nvPr/>
          </p:nvSpPr>
          <p:spPr>
            <a:xfrm rot="21168731">
              <a:off x="9181573" y="2978458"/>
              <a:ext cx="132567" cy="1740801"/>
            </a:xfrm>
            <a:prstGeom prst="upDownArrow">
              <a:avLst/>
            </a:prstGeom>
            <a:solidFill>
              <a:srgbClr val="CC0000">
                <a:alpha val="78000"/>
              </a:srgbClr>
            </a:solidFill>
            <a:ln>
              <a:noFill/>
            </a:ln>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Tree>
    <p:extLst>
      <p:ext uri="{BB962C8B-B14F-4D97-AF65-F5344CB8AC3E}">
        <p14:creationId xmlns:p14="http://schemas.microsoft.com/office/powerpoint/2010/main" val="13143130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xEl>
                                              <p:pRg st="1" end="1"/>
                                            </p:txEl>
                                          </p:spTgt>
                                        </p:tgtEl>
                                        <p:attrNameLst>
                                          <p:attrName>style.visibility</p:attrName>
                                        </p:attrNameLst>
                                      </p:cBhvr>
                                      <p:to>
                                        <p:strVal val="visible"/>
                                      </p:to>
                                    </p:set>
                                    <p:animEffect transition="in" filter="dissolve">
                                      <p:cBhvr>
                                        <p:cTn id="7" dur="500"/>
                                        <p:tgtEl>
                                          <p:spTgt spid="2">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xEl>
                                              <p:pRg st="2" end="2"/>
                                            </p:txEl>
                                          </p:spTgt>
                                        </p:tgtEl>
                                        <p:attrNameLst>
                                          <p:attrName>style.visibility</p:attrName>
                                        </p:attrNameLst>
                                      </p:cBhvr>
                                      <p:to>
                                        <p:strVal val="visible"/>
                                      </p:to>
                                    </p:set>
                                    <p:animEffect transition="in" filter="dissolve">
                                      <p:cBhvr>
                                        <p:cTn id="12" dur="500"/>
                                        <p:tgtEl>
                                          <p:spTgt spid="2">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
                                            <p:txEl>
                                              <p:pRg st="3" end="3"/>
                                            </p:txEl>
                                          </p:spTgt>
                                        </p:tgtEl>
                                        <p:attrNameLst>
                                          <p:attrName>style.visibility</p:attrName>
                                        </p:attrNameLst>
                                      </p:cBhvr>
                                      <p:to>
                                        <p:strVal val="visible"/>
                                      </p:to>
                                    </p:set>
                                    <p:animEffect transition="in" filter="dissolve">
                                      <p:cBhvr>
                                        <p:cTn id="17" dur="500"/>
                                        <p:tgtEl>
                                          <p:spTgt spid="2">
                                            <p:txEl>
                                              <p:pRg st="3" end="3"/>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dissolve">
                                      <p:cBhvr>
                                        <p:cTn id="22"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7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ECD85E7-B9DB-9043-B7EC-8C0919E801A1}"/>
              </a:ext>
            </a:extLst>
          </p:cNvPr>
          <p:cNvSpPr>
            <a:spLocks noGrp="1"/>
          </p:cNvSpPr>
          <p:nvPr>
            <p:ph type="title"/>
          </p:nvPr>
        </p:nvSpPr>
        <p:spPr>
          <a:xfrm>
            <a:off x="838200" y="276457"/>
            <a:ext cx="10998896" cy="894622"/>
          </a:xfrm>
        </p:spPr>
        <p:txBody>
          <a:bodyPr>
            <a:noAutofit/>
          </a:bodyPr>
          <a:lstStyle/>
          <a:p>
            <a:r>
              <a:rPr lang="en-US" b="0" dirty="0"/>
              <a:t>SDN: control/data plane interaction example</a:t>
            </a:r>
          </a:p>
        </p:txBody>
      </p:sp>
      <p:sp>
        <p:nvSpPr>
          <p:cNvPr id="4" name="Slide Number Placeholder 3">
            <a:extLst>
              <a:ext uri="{FF2B5EF4-FFF2-40B4-BE49-F238E27FC236}">
                <a16:creationId xmlns:a16="http://schemas.microsoft.com/office/drawing/2014/main" id="{A8F71119-17C6-6045-B8FE-FECA68C801C0}"/>
              </a:ext>
            </a:extLst>
          </p:cNvPr>
          <p:cNvSpPr>
            <a:spLocks noGrp="1"/>
          </p:cNvSpPr>
          <p:nvPr>
            <p:ph type="sldNum" sz="quarter" idx="4"/>
          </p:nvPr>
        </p:nvSpPr>
        <p:spPr/>
        <p:txBody>
          <a:bodyPr/>
          <a:lstStyle/>
          <a:p>
            <a:r>
              <a:rPr lang="en-US" dirty="0"/>
              <a:t>Network Layer: 5-</a:t>
            </a:r>
            <a:fld id="{C4204591-24BD-A542-B9D5-F8D8A88D2FEE}" type="slidenum">
              <a:rPr lang="en-US" smtClean="0"/>
              <a:pPr/>
              <a:t>74</a:t>
            </a:fld>
            <a:endParaRPr lang="en-US" dirty="0"/>
          </a:p>
        </p:txBody>
      </p:sp>
      <p:sp>
        <p:nvSpPr>
          <p:cNvPr id="325" name="Rounded Rectangle 324">
            <a:extLst>
              <a:ext uri="{FF2B5EF4-FFF2-40B4-BE49-F238E27FC236}">
                <a16:creationId xmlns:a16="http://schemas.microsoft.com/office/drawing/2014/main" id="{48D9D971-BB7B-A045-8126-3F6D89A80BFA}"/>
              </a:ext>
            </a:extLst>
          </p:cNvPr>
          <p:cNvSpPr/>
          <p:nvPr/>
        </p:nvSpPr>
        <p:spPr>
          <a:xfrm>
            <a:off x="1267886" y="2781457"/>
            <a:ext cx="4211052" cy="1062452"/>
          </a:xfrm>
          <a:prstGeom prst="roundRect">
            <a:avLst/>
          </a:prstGeom>
          <a:solidFill>
            <a:srgbClr val="AAE2CA">
              <a:lumMod val="75000"/>
            </a:srgbClr>
          </a:solidFill>
          <a:ln w="12700">
            <a:noFill/>
            <a:tailEnd type="arrow"/>
          </a:ln>
        </p:spPr>
        <p:txBody>
          <a:bodyPr vert="horz" wrap="none" lIns="91440" tIns="45720" rIns="91440" bIns="45720" numCol="1" rtlCol="0" anchor="t" anchorCtr="0" compatLnSpc="1">
            <a:prstTxWarp prst="textNoShape">
              <a:avLst/>
            </a:prstTxWarp>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6" name="Rounded Rectangle 325">
            <a:extLst>
              <a:ext uri="{FF2B5EF4-FFF2-40B4-BE49-F238E27FC236}">
                <a16:creationId xmlns:a16="http://schemas.microsoft.com/office/drawing/2014/main" id="{6862D1C0-D760-D24C-B4CE-1C62437307F2}"/>
              </a:ext>
            </a:extLst>
          </p:cNvPr>
          <p:cNvSpPr/>
          <p:nvPr/>
        </p:nvSpPr>
        <p:spPr>
          <a:xfrm>
            <a:off x="1294622" y="3977998"/>
            <a:ext cx="4184316" cy="545543"/>
          </a:xfrm>
          <a:prstGeom prst="roundRect">
            <a:avLst/>
          </a:prstGeom>
          <a:solidFill>
            <a:srgbClr val="AAE2CA">
              <a:lumMod val="75000"/>
            </a:srgbClr>
          </a:solidFill>
          <a:ln w="12700">
            <a:noFill/>
            <a:tailEnd type="arrow"/>
          </a:ln>
        </p:spPr>
        <p:txBody>
          <a:bodyPr vert="horz" wrap="none" lIns="91440" tIns="45720" rIns="91440" bIns="45720" numCol="1" rtlCol="0" anchor="t" anchorCtr="0" compatLnSpc="1">
            <a:prstTxWarp prst="textNoShape">
              <a:avLst/>
            </a:prstTxWarp>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cxnSp>
        <p:nvCxnSpPr>
          <p:cNvPr id="327" name="Straight Connector 326">
            <a:extLst>
              <a:ext uri="{FF2B5EF4-FFF2-40B4-BE49-F238E27FC236}">
                <a16:creationId xmlns:a16="http://schemas.microsoft.com/office/drawing/2014/main" id="{6EC76F04-CB84-9D4C-B614-CCAAF77DF086}"/>
              </a:ext>
            </a:extLst>
          </p:cNvPr>
          <p:cNvCxnSpPr/>
          <p:nvPr/>
        </p:nvCxnSpPr>
        <p:spPr bwMode="auto">
          <a:xfrm>
            <a:off x="1334724" y="4626321"/>
            <a:ext cx="4104106" cy="0"/>
          </a:xfrm>
          <a:prstGeom prst="line">
            <a:avLst/>
          </a:prstGeom>
          <a:solidFill>
            <a:srgbClr val="00CC99"/>
          </a:solidFill>
          <a:ln w="19050" cap="flat" cmpd="sng" algn="ctr">
            <a:solidFill>
              <a:srgbClr val="00000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nvGrpSpPr>
          <p:cNvPr id="328" name="Group 327">
            <a:extLst>
              <a:ext uri="{FF2B5EF4-FFF2-40B4-BE49-F238E27FC236}">
                <a16:creationId xmlns:a16="http://schemas.microsoft.com/office/drawing/2014/main" id="{538C6E4D-0EC4-B64C-9EEA-03480A17D18A}"/>
              </a:ext>
            </a:extLst>
          </p:cNvPr>
          <p:cNvGrpSpPr/>
          <p:nvPr/>
        </p:nvGrpSpPr>
        <p:grpSpPr>
          <a:xfrm>
            <a:off x="1416854" y="3356297"/>
            <a:ext cx="1244650" cy="411995"/>
            <a:chOff x="3128876" y="457817"/>
            <a:chExt cx="1432326" cy="459826"/>
          </a:xfrm>
        </p:grpSpPr>
        <p:sp>
          <p:nvSpPr>
            <p:cNvPr id="329" name="Rounded Rectangle 328">
              <a:extLst>
                <a:ext uri="{FF2B5EF4-FFF2-40B4-BE49-F238E27FC236}">
                  <a16:creationId xmlns:a16="http://schemas.microsoft.com/office/drawing/2014/main" id="{464725F4-EA3D-B943-BC4E-A498A91255EC}"/>
                </a:ext>
              </a:extLst>
            </p:cNvPr>
            <p:cNvSpPr/>
            <p:nvPr/>
          </p:nvSpPr>
          <p:spPr>
            <a:xfrm>
              <a:off x="3128876" y="457817"/>
              <a:ext cx="1432326" cy="459826"/>
            </a:xfrm>
            <a:prstGeom prst="roundRect">
              <a:avLst/>
            </a:prstGeom>
            <a:solidFill>
              <a:schemeClr val="accent6">
                <a:lumMod val="20000"/>
                <a:lumOff val="80000"/>
              </a:schemeClr>
            </a:solidFill>
            <a:ln w="12700">
              <a:solidFill>
                <a:schemeClr val="accent6"/>
              </a:solidFill>
            </a:ln>
            <a:effectLst>
              <a:outerShdw blurRad="50800" dist="38100" dir="2700000" algn="tl" rotWithShape="0">
                <a:srgbClr val="00CC99">
                  <a:lumMod val="75000"/>
                  <a:alpha val="99000"/>
                </a:srgbClr>
              </a:outerShdw>
            </a:effectLst>
          </p:spPr>
          <p:txBody>
            <a:bodyPr vert="horz" wrap="none" lIns="91440" tIns="45720" rIns="91440" bIns="45720" numCol="1" rtlCol="0" anchor="t" anchorCtr="0" compatLnSpc="1">
              <a:prstTxWarp prst="textNoShape">
                <a:avLst/>
              </a:prstTxWarp>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0" name="TextBox 329">
              <a:extLst>
                <a:ext uri="{FF2B5EF4-FFF2-40B4-BE49-F238E27FC236}">
                  <a16:creationId xmlns:a16="http://schemas.microsoft.com/office/drawing/2014/main" id="{2A7D9926-304F-C44B-B971-A050DC450537}"/>
                </a:ext>
              </a:extLst>
            </p:cNvPr>
            <p:cNvSpPr txBox="1"/>
            <p:nvPr/>
          </p:nvSpPr>
          <p:spPr>
            <a:xfrm>
              <a:off x="3178769" y="541671"/>
              <a:ext cx="1302385" cy="299227"/>
            </a:xfrm>
            <a:prstGeom prst="rect">
              <a:avLst/>
            </a:prstGeom>
            <a:noFill/>
          </p:spPr>
          <p:txBody>
            <a:bodyPr wrap="none" rtlCol="0">
              <a:spAutoFit/>
            </a:bodyPr>
            <a:lstStyle/>
            <a:p>
              <a:pPr marL="0" marR="0" lvl="0" indent="0" algn="ctr" defTabSz="914400" eaLnBrk="0" fontAlgn="base" latinLnBrk="0" hangingPunct="0">
                <a:lnSpc>
                  <a:spcPts val="16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a:ea typeface="ＭＳ Ｐゴシック" charset="0"/>
                  <a:cs typeface="Arial"/>
                </a:rPr>
                <a:t>Link-state info</a:t>
              </a:r>
            </a:p>
          </p:txBody>
        </p:sp>
      </p:grpSp>
      <p:grpSp>
        <p:nvGrpSpPr>
          <p:cNvPr id="331" name="Group 330">
            <a:extLst>
              <a:ext uri="{FF2B5EF4-FFF2-40B4-BE49-F238E27FC236}">
                <a16:creationId xmlns:a16="http://schemas.microsoft.com/office/drawing/2014/main" id="{10349B34-1073-E946-BED7-17B6AC84FDD7}"/>
              </a:ext>
            </a:extLst>
          </p:cNvPr>
          <p:cNvGrpSpPr/>
          <p:nvPr/>
        </p:nvGrpSpPr>
        <p:grpSpPr>
          <a:xfrm>
            <a:off x="4286570" y="3369666"/>
            <a:ext cx="1165638" cy="398626"/>
            <a:chOff x="3034354" y="534843"/>
            <a:chExt cx="1525489" cy="382800"/>
          </a:xfrm>
        </p:grpSpPr>
        <p:sp>
          <p:nvSpPr>
            <p:cNvPr id="332" name="Rounded Rectangle 331">
              <a:extLst>
                <a:ext uri="{FF2B5EF4-FFF2-40B4-BE49-F238E27FC236}">
                  <a16:creationId xmlns:a16="http://schemas.microsoft.com/office/drawing/2014/main" id="{AE8DBF36-59D4-DA45-9025-632817AB39EF}"/>
                </a:ext>
              </a:extLst>
            </p:cNvPr>
            <p:cNvSpPr/>
            <p:nvPr/>
          </p:nvSpPr>
          <p:spPr>
            <a:xfrm>
              <a:off x="3128876" y="534843"/>
              <a:ext cx="1325987" cy="382800"/>
            </a:xfrm>
            <a:prstGeom prst="roundRect">
              <a:avLst/>
            </a:prstGeom>
            <a:solidFill>
              <a:schemeClr val="accent6">
                <a:lumMod val="20000"/>
                <a:lumOff val="80000"/>
              </a:schemeClr>
            </a:solidFill>
            <a:ln w="12700">
              <a:solidFill>
                <a:schemeClr val="accent6"/>
              </a:solidFill>
            </a:ln>
            <a:effectLst>
              <a:outerShdw blurRad="50800" dist="38100" dir="2700000" algn="tl" rotWithShape="0">
                <a:srgbClr val="00CC99">
                  <a:lumMod val="75000"/>
                  <a:alpha val="99000"/>
                </a:srgbClr>
              </a:outerShdw>
            </a:effectLst>
          </p:spPr>
          <p:txBody>
            <a:bodyPr vert="horz" wrap="none" lIns="91440" tIns="45720" rIns="91440" bIns="45720" numCol="1" rtlCol="0" anchor="t" anchorCtr="0" compatLnSpc="1">
              <a:prstTxWarp prst="textNoShape">
                <a:avLst/>
              </a:prstTxWarp>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3" name="TextBox 332">
              <a:extLst>
                <a:ext uri="{FF2B5EF4-FFF2-40B4-BE49-F238E27FC236}">
                  <a16:creationId xmlns:a16="http://schemas.microsoft.com/office/drawing/2014/main" id="{3E75B4C3-6891-C540-A01D-98C3E46528AD}"/>
                </a:ext>
              </a:extLst>
            </p:cNvPr>
            <p:cNvSpPr txBox="1"/>
            <p:nvPr/>
          </p:nvSpPr>
          <p:spPr>
            <a:xfrm>
              <a:off x="3034354" y="593020"/>
              <a:ext cx="1525489" cy="299227"/>
            </a:xfrm>
            <a:prstGeom prst="rect">
              <a:avLst/>
            </a:prstGeom>
            <a:noFill/>
          </p:spPr>
          <p:txBody>
            <a:bodyPr wrap="none" rtlCol="0">
              <a:spAutoFit/>
            </a:bodyPr>
            <a:lstStyle/>
            <a:p>
              <a:pPr marL="0" marR="0" lvl="0" indent="0" algn="ctr" defTabSz="914400" eaLnBrk="0" fontAlgn="base" latinLnBrk="0" hangingPunct="0">
                <a:lnSpc>
                  <a:spcPts val="16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a:ea typeface="ＭＳ Ｐゴシック" charset="0"/>
                  <a:cs typeface="Arial"/>
                </a:rPr>
                <a:t>switch info</a:t>
              </a:r>
            </a:p>
          </p:txBody>
        </p:sp>
      </p:grpSp>
      <p:grpSp>
        <p:nvGrpSpPr>
          <p:cNvPr id="334" name="Group 333">
            <a:extLst>
              <a:ext uri="{FF2B5EF4-FFF2-40B4-BE49-F238E27FC236}">
                <a16:creationId xmlns:a16="http://schemas.microsoft.com/office/drawing/2014/main" id="{8F3F5407-B5E1-9B4F-BD20-988E773EE5FA}"/>
              </a:ext>
            </a:extLst>
          </p:cNvPr>
          <p:cNvGrpSpPr/>
          <p:nvPr/>
        </p:nvGrpSpPr>
        <p:grpSpPr>
          <a:xfrm>
            <a:off x="2808986" y="3356297"/>
            <a:ext cx="960359" cy="411995"/>
            <a:chOff x="3128876" y="457817"/>
            <a:chExt cx="1432326" cy="459826"/>
          </a:xfrm>
        </p:grpSpPr>
        <p:sp>
          <p:nvSpPr>
            <p:cNvPr id="335" name="Rounded Rectangle 334">
              <a:extLst>
                <a:ext uri="{FF2B5EF4-FFF2-40B4-BE49-F238E27FC236}">
                  <a16:creationId xmlns:a16="http://schemas.microsoft.com/office/drawing/2014/main" id="{589761B3-634F-4D4E-8310-EAF4A00ABB80}"/>
                </a:ext>
              </a:extLst>
            </p:cNvPr>
            <p:cNvSpPr/>
            <p:nvPr/>
          </p:nvSpPr>
          <p:spPr>
            <a:xfrm>
              <a:off x="3128876" y="457817"/>
              <a:ext cx="1432326" cy="459826"/>
            </a:xfrm>
            <a:prstGeom prst="roundRect">
              <a:avLst/>
            </a:prstGeom>
            <a:solidFill>
              <a:schemeClr val="accent6">
                <a:lumMod val="20000"/>
                <a:lumOff val="80000"/>
              </a:schemeClr>
            </a:solidFill>
            <a:ln w="12700">
              <a:solidFill>
                <a:schemeClr val="accent6"/>
              </a:solidFill>
            </a:ln>
            <a:effectLst>
              <a:outerShdw blurRad="50800" dist="38100" dir="2700000" algn="tl" rotWithShape="0">
                <a:srgbClr val="00CC99">
                  <a:lumMod val="75000"/>
                  <a:alpha val="99000"/>
                </a:srgbClr>
              </a:outerShdw>
            </a:effectLst>
          </p:spPr>
          <p:txBody>
            <a:bodyPr vert="horz" wrap="none" lIns="91440" tIns="45720" rIns="91440" bIns="45720" numCol="1" rtlCol="0" anchor="t" anchorCtr="0" compatLnSpc="1">
              <a:prstTxWarp prst="textNoShape">
                <a:avLst/>
              </a:prstTxWarp>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6" name="TextBox 335">
              <a:extLst>
                <a:ext uri="{FF2B5EF4-FFF2-40B4-BE49-F238E27FC236}">
                  <a16:creationId xmlns:a16="http://schemas.microsoft.com/office/drawing/2014/main" id="{593FEDEB-709E-A744-82FA-1F11F32B47D9}"/>
                </a:ext>
              </a:extLst>
            </p:cNvPr>
            <p:cNvSpPr txBox="1"/>
            <p:nvPr/>
          </p:nvSpPr>
          <p:spPr>
            <a:xfrm>
              <a:off x="3205754" y="541671"/>
              <a:ext cx="1287660" cy="299227"/>
            </a:xfrm>
            <a:prstGeom prst="rect">
              <a:avLst/>
            </a:prstGeom>
            <a:noFill/>
          </p:spPr>
          <p:txBody>
            <a:bodyPr wrap="none" rtlCol="0">
              <a:spAutoFit/>
            </a:bodyPr>
            <a:lstStyle/>
            <a:p>
              <a:pPr marL="0" marR="0" lvl="0" indent="0" algn="ctr" defTabSz="914400" eaLnBrk="0" fontAlgn="base" latinLnBrk="0" hangingPunct="0">
                <a:lnSpc>
                  <a:spcPts val="16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a:ea typeface="ＭＳ Ｐゴシック" charset="0"/>
                  <a:cs typeface="Arial"/>
                </a:rPr>
                <a:t>host info</a:t>
              </a:r>
            </a:p>
          </p:txBody>
        </p:sp>
      </p:grpSp>
      <p:grpSp>
        <p:nvGrpSpPr>
          <p:cNvPr id="337" name="Group 336">
            <a:extLst>
              <a:ext uri="{FF2B5EF4-FFF2-40B4-BE49-F238E27FC236}">
                <a16:creationId xmlns:a16="http://schemas.microsoft.com/office/drawing/2014/main" id="{903E5C88-7668-CB49-A22D-7C59D5AAAAD6}"/>
              </a:ext>
            </a:extLst>
          </p:cNvPr>
          <p:cNvGrpSpPr/>
          <p:nvPr/>
        </p:nvGrpSpPr>
        <p:grpSpPr>
          <a:xfrm>
            <a:off x="1348650" y="2861665"/>
            <a:ext cx="889706" cy="382826"/>
            <a:chOff x="3128876" y="457817"/>
            <a:chExt cx="1432326" cy="459826"/>
          </a:xfrm>
        </p:grpSpPr>
        <p:sp>
          <p:nvSpPr>
            <p:cNvPr id="338" name="Rounded Rectangle 337">
              <a:extLst>
                <a:ext uri="{FF2B5EF4-FFF2-40B4-BE49-F238E27FC236}">
                  <a16:creationId xmlns:a16="http://schemas.microsoft.com/office/drawing/2014/main" id="{23AAB04A-9878-E54F-BF21-2E106D80B968}"/>
                </a:ext>
              </a:extLst>
            </p:cNvPr>
            <p:cNvSpPr/>
            <p:nvPr/>
          </p:nvSpPr>
          <p:spPr>
            <a:xfrm>
              <a:off x="3128876" y="457817"/>
              <a:ext cx="1432326" cy="459826"/>
            </a:xfrm>
            <a:prstGeom prst="roundRect">
              <a:avLst/>
            </a:prstGeom>
            <a:solidFill>
              <a:schemeClr val="accent6">
                <a:lumMod val="20000"/>
                <a:lumOff val="80000"/>
              </a:schemeClr>
            </a:solidFill>
            <a:ln w="12700">
              <a:solidFill>
                <a:schemeClr val="accent6"/>
              </a:solidFill>
            </a:ln>
            <a:effectLst>
              <a:outerShdw blurRad="50800" dist="38100" dir="2700000" algn="tl" rotWithShape="0">
                <a:srgbClr val="00CC99">
                  <a:lumMod val="75000"/>
                  <a:alpha val="99000"/>
                </a:srgbClr>
              </a:outerShdw>
            </a:effectLst>
          </p:spPr>
          <p:txBody>
            <a:bodyPr vert="horz" wrap="none" lIns="91440" tIns="45720" rIns="91440" bIns="45720" numCol="1" rtlCol="0" anchor="t" anchorCtr="0" compatLnSpc="1">
              <a:prstTxWarp prst="textNoShape">
                <a:avLst/>
              </a:prstTxWarp>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9" name="TextBox 338">
              <a:extLst>
                <a:ext uri="{FF2B5EF4-FFF2-40B4-BE49-F238E27FC236}">
                  <a16:creationId xmlns:a16="http://schemas.microsoft.com/office/drawing/2014/main" id="{FC21FA7A-D97F-1543-A6AE-45B535C51BA0}"/>
                </a:ext>
              </a:extLst>
            </p:cNvPr>
            <p:cNvSpPr txBox="1"/>
            <p:nvPr/>
          </p:nvSpPr>
          <p:spPr>
            <a:xfrm>
              <a:off x="3198565" y="509557"/>
              <a:ext cx="1302043" cy="299227"/>
            </a:xfrm>
            <a:prstGeom prst="rect">
              <a:avLst/>
            </a:prstGeom>
            <a:noFill/>
          </p:spPr>
          <p:txBody>
            <a:bodyPr wrap="none" rtlCol="0">
              <a:spAutoFit/>
            </a:bodyPr>
            <a:lstStyle/>
            <a:p>
              <a:pPr marL="0" marR="0" lvl="0" indent="0" algn="ctr" defTabSz="914400" eaLnBrk="0" fontAlgn="base" latinLnBrk="0" hangingPunct="0">
                <a:lnSpc>
                  <a:spcPts val="16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a:ea typeface="ＭＳ Ｐゴシック" charset="0"/>
                  <a:cs typeface="Arial"/>
                </a:rPr>
                <a:t>statistics</a:t>
              </a:r>
            </a:p>
          </p:txBody>
        </p:sp>
      </p:grpSp>
      <p:grpSp>
        <p:nvGrpSpPr>
          <p:cNvPr id="340" name="Group 339">
            <a:extLst>
              <a:ext uri="{FF2B5EF4-FFF2-40B4-BE49-F238E27FC236}">
                <a16:creationId xmlns:a16="http://schemas.microsoft.com/office/drawing/2014/main" id="{18BB9737-9A62-2F4B-87FB-C077CBE2553C}"/>
              </a:ext>
            </a:extLst>
          </p:cNvPr>
          <p:cNvGrpSpPr/>
          <p:nvPr/>
        </p:nvGrpSpPr>
        <p:grpSpPr>
          <a:xfrm>
            <a:off x="4076434" y="2848295"/>
            <a:ext cx="1032905" cy="404965"/>
            <a:chOff x="3099264" y="457817"/>
            <a:chExt cx="1540525" cy="459826"/>
          </a:xfrm>
        </p:grpSpPr>
        <p:sp>
          <p:nvSpPr>
            <p:cNvPr id="341" name="Rounded Rectangle 340">
              <a:extLst>
                <a:ext uri="{FF2B5EF4-FFF2-40B4-BE49-F238E27FC236}">
                  <a16:creationId xmlns:a16="http://schemas.microsoft.com/office/drawing/2014/main" id="{4D3F5800-CF27-754D-AE05-FFEBBFEB49CB}"/>
                </a:ext>
              </a:extLst>
            </p:cNvPr>
            <p:cNvSpPr/>
            <p:nvPr/>
          </p:nvSpPr>
          <p:spPr>
            <a:xfrm>
              <a:off x="3128876" y="457817"/>
              <a:ext cx="1432326" cy="459826"/>
            </a:xfrm>
            <a:prstGeom prst="roundRect">
              <a:avLst/>
            </a:prstGeom>
            <a:solidFill>
              <a:schemeClr val="accent6">
                <a:lumMod val="20000"/>
                <a:lumOff val="80000"/>
              </a:schemeClr>
            </a:solidFill>
            <a:ln w="12700">
              <a:solidFill>
                <a:schemeClr val="accent6"/>
              </a:solidFill>
            </a:ln>
            <a:effectLst>
              <a:outerShdw blurRad="50800" dist="38100" dir="2700000" algn="tl" rotWithShape="0">
                <a:srgbClr val="00CC99">
                  <a:lumMod val="75000"/>
                  <a:alpha val="99000"/>
                </a:srgbClr>
              </a:outerShdw>
            </a:effectLst>
          </p:spPr>
          <p:txBody>
            <a:bodyPr vert="horz" wrap="none" lIns="91440" tIns="45720" rIns="91440" bIns="45720" numCol="1" rtlCol="0" anchor="t" anchorCtr="0" compatLnSpc="1">
              <a:prstTxWarp prst="textNoShape">
                <a:avLst/>
              </a:prstTxWarp>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2" name="TextBox 341">
              <a:extLst>
                <a:ext uri="{FF2B5EF4-FFF2-40B4-BE49-F238E27FC236}">
                  <a16:creationId xmlns:a16="http://schemas.microsoft.com/office/drawing/2014/main" id="{6544BEEF-458E-4941-8F67-37983515D46C}"/>
                </a:ext>
              </a:extLst>
            </p:cNvPr>
            <p:cNvSpPr txBox="1"/>
            <p:nvPr/>
          </p:nvSpPr>
          <p:spPr>
            <a:xfrm>
              <a:off x="3099264" y="526493"/>
              <a:ext cx="1540525" cy="299227"/>
            </a:xfrm>
            <a:prstGeom prst="rect">
              <a:avLst/>
            </a:prstGeom>
            <a:noFill/>
          </p:spPr>
          <p:txBody>
            <a:bodyPr wrap="none" rtlCol="0">
              <a:spAutoFit/>
            </a:bodyPr>
            <a:lstStyle/>
            <a:p>
              <a:pPr marL="0" marR="0" lvl="0" indent="0" algn="ctr" defTabSz="914400" eaLnBrk="0" fontAlgn="base" latinLnBrk="0" hangingPunct="0">
                <a:lnSpc>
                  <a:spcPts val="16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a:ea typeface="ＭＳ Ｐゴシック" charset="0"/>
                  <a:cs typeface="Arial"/>
                </a:rPr>
                <a:t>flow tables</a:t>
              </a:r>
            </a:p>
          </p:txBody>
        </p:sp>
      </p:grpSp>
      <p:sp>
        <p:nvSpPr>
          <p:cNvPr id="343" name="TextBox 342">
            <a:extLst>
              <a:ext uri="{FF2B5EF4-FFF2-40B4-BE49-F238E27FC236}">
                <a16:creationId xmlns:a16="http://schemas.microsoft.com/office/drawing/2014/main" id="{B06AE2E9-5D9A-B44C-93D5-4692DB85C76F}"/>
              </a:ext>
            </a:extLst>
          </p:cNvPr>
          <p:cNvSpPr txBox="1"/>
          <p:nvPr/>
        </p:nvSpPr>
        <p:spPr>
          <a:xfrm>
            <a:off x="3285441" y="2483710"/>
            <a:ext cx="570238" cy="1077218"/>
          </a:xfrm>
          <a:prstGeom prst="rect">
            <a:avLst/>
          </a:prstGeom>
          <a:noFill/>
        </p:spPr>
        <p:txBody>
          <a:bodyPr wrap="square" rtlCol="0">
            <a:spAutoFit/>
          </a:bodyPr>
          <a:lstStyle/>
          <a:p>
            <a:pPr eaLnBrk="0" fontAlgn="base" hangingPunct="0">
              <a:spcBef>
                <a:spcPct val="0"/>
              </a:spcBef>
              <a:spcAft>
                <a:spcPct val="0"/>
              </a:spcAft>
            </a:pPr>
            <a:r>
              <a:rPr lang="en-US" sz="3200" dirty="0">
                <a:solidFill>
                  <a:srgbClr val="00CC99">
                    <a:lumMod val="60000"/>
                    <a:lumOff val="40000"/>
                  </a:srgbClr>
                </a:solidFill>
                <a:latin typeface="Arial" charset="0"/>
                <a:ea typeface="ＭＳ Ｐゴシック" charset="0"/>
              </a:rPr>
              <a:t>…  </a:t>
            </a:r>
          </a:p>
        </p:txBody>
      </p:sp>
      <p:sp>
        <p:nvSpPr>
          <p:cNvPr id="344" name="TextBox 343">
            <a:extLst>
              <a:ext uri="{FF2B5EF4-FFF2-40B4-BE49-F238E27FC236}">
                <a16:creationId xmlns:a16="http://schemas.microsoft.com/office/drawing/2014/main" id="{2AEF0D30-3607-F64E-9BF7-3B4D8188FFA7}"/>
              </a:ext>
            </a:extLst>
          </p:cNvPr>
          <p:cNvSpPr txBox="1"/>
          <p:nvPr/>
        </p:nvSpPr>
        <p:spPr>
          <a:xfrm>
            <a:off x="3831962" y="3120507"/>
            <a:ext cx="595035" cy="584776"/>
          </a:xfrm>
          <a:prstGeom prst="rect">
            <a:avLst/>
          </a:prstGeom>
          <a:noFill/>
        </p:spPr>
        <p:txBody>
          <a:bodyPr wrap="none" rtlCol="0">
            <a:spAutoFit/>
          </a:bodyPr>
          <a:lstStyle/>
          <a:p>
            <a:pPr eaLnBrk="0" fontAlgn="base" hangingPunct="0">
              <a:spcBef>
                <a:spcPct val="0"/>
              </a:spcBef>
              <a:spcAft>
                <a:spcPct val="0"/>
              </a:spcAft>
            </a:pPr>
            <a:r>
              <a:rPr lang="en-US" sz="3200" dirty="0">
                <a:solidFill>
                  <a:srgbClr val="00CC99">
                    <a:lumMod val="60000"/>
                    <a:lumOff val="40000"/>
                  </a:srgbClr>
                </a:solidFill>
                <a:latin typeface="Arial" charset="0"/>
                <a:ea typeface="ＭＳ Ｐゴシック" charset="0"/>
              </a:rPr>
              <a:t>…  </a:t>
            </a:r>
          </a:p>
        </p:txBody>
      </p:sp>
      <p:grpSp>
        <p:nvGrpSpPr>
          <p:cNvPr id="345" name="Group 344">
            <a:extLst>
              <a:ext uri="{FF2B5EF4-FFF2-40B4-BE49-F238E27FC236}">
                <a16:creationId xmlns:a16="http://schemas.microsoft.com/office/drawing/2014/main" id="{9AC041BA-4E56-114C-A10B-C89A72B445FD}"/>
              </a:ext>
            </a:extLst>
          </p:cNvPr>
          <p:cNvGrpSpPr/>
          <p:nvPr/>
        </p:nvGrpSpPr>
        <p:grpSpPr>
          <a:xfrm>
            <a:off x="1903313" y="4109165"/>
            <a:ext cx="1257452" cy="286824"/>
            <a:chOff x="3128876" y="457775"/>
            <a:chExt cx="1432326" cy="459868"/>
          </a:xfrm>
        </p:grpSpPr>
        <p:sp>
          <p:nvSpPr>
            <p:cNvPr id="346" name="Rounded Rectangle 345">
              <a:extLst>
                <a:ext uri="{FF2B5EF4-FFF2-40B4-BE49-F238E27FC236}">
                  <a16:creationId xmlns:a16="http://schemas.microsoft.com/office/drawing/2014/main" id="{3203E766-79AA-5C46-8089-29917954888A}"/>
                </a:ext>
              </a:extLst>
            </p:cNvPr>
            <p:cNvSpPr/>
            <p:nvPr/>
          </p:nvSpPr>
          <p:spPr>
            <a:xfrm>
              <a:off x="3128876" y="457817"/>
              <a:ext cx="1432326" cy="459826"/>
            </a:xfrm>
            <a:prstGeom prst="roundRect">
              <a:avLst/>
            </a:prstGeom>
            <a:solidFill>
              <a:schemeClr val="accent6">
                <a:lumMod val="20000"/>
                <a:lumOff val="80000"/>
              </a:schemeClr>
            </a:solidFill>
            <a:ln w="12700">
              <a:solidFill>
                <a:schemeClr val="accent6"/>
              </a:solidFill>
            </a:ln>
            <a:effectLst>
              <a:outerShdw blurRad="50800" dist="38100" dir="2700000" algn="tl" rotWithShape="0">
                <a:srgbClr val="00CC99">
                  <a:lumMod val="75000"/>
                  <a:alpha val="99000"/>
                </a:srgbClr>
              </a:outerShdw>
            </a:effectLst>
          </p:spPr>
          <p:txBody>
            <a:bodyPr vert="horz" wrap="none" lIns="91440" tIns="45720" rIns="91440" bIns="45720" numCol="1" rtlCol="0" anchor="t" anchorCtr="0" compatLnSpc="1">
              <a:prstTxWarp prst="textNoShape">
                <a:avLst/>
              </a:prstTxWarp>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7" name="TextBox 346">
              <a:extLst>
                <a:ext uri="{FF2B5EF4-FFF2-40B4-BE49-F238E27FC236}">
                  <a16:creationId xmlns:a16="http://schemas.microsoft.com/office/drawing/2014/main" id="{BEFEA1C3-120C-DE4E-8293-55C57A6E3ED3}"/>
                </a:ext>
              </a:extLst>
            </p:cNvPr>
            <p:cNvSpPr txBox="1"/>
            <p:nvPr/>
          </p:nvSpPr>
          <p:spPr>
            <a:xfrm>
              <a:off x="3278378" y="457775"/>
              <a:ext cx="1142401" cy="299227"/>
            </a:xfrm>
            <a:prstGeom prst="rect">
              <a:avLst/>
            </a:prstGeom>
            <a:noFill/>
          </p:spPr>
          <p:txBody>
            <a:bodyPr wrap="none" rtlCol="0">
              <a:spAutoFit/>
            </a:bodyPr>
            <a:lstStyle/>
            <a:p>
              <a:pPr marL="0" marR="0" lvl="0" indent="0" algn="ctr" defTabSz="914400" eaLnBrk="0" fontAlgn="base" latinLnBrk="0" hangingPunct="0">
                <a:lnSpc>
                  <a:spcPts val="16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a:ea typeface="ＭＳ Ｐゴシック" charset="0"/>
                  <a:cs typeface="Arial"/>
                </a:rPr>
                <a:t>OpenFlow</a:t>
              </a:r>
            </a:p>
          </p:txBody>
        </p:sp>
      </p:grpSp>
      <p:grpSp>
        <p:nvGrpSpPr>
          <p:cNvPr id="348" name="Group 347">
            <a:extLst>
              <a:ext uri="{FF2B5EF4-FFF2-40B4-BE49-F238E27FC236}">
                <a16:creationId xmlns:a16="http://schemas.microsoft.com/office/drawing/2014/main" id="{8AF280CF-E1A1-AB42-9FF4-B37E4883A9E7}"/>
              </a:ext>
            </a:extLst>
          </p:cNvPr>
          <p:cNvGrpSpPr/>
          <p:nvPr/>
        </p:nvGrpSpPr>
        <p:grpSpPr>
          <a:xfrm>
            <a:off x="3772545" y="4113948"/>
            <a:ext cx="1244650" cy="307410"/>
            <a:chOff x="3128876" y="457817"/>
            <a:chExt cx="1432326" cy="459826"/>
          </a:xfrm>
        </p:grpSpPr>
        <p:sp>
          <p:nvSpPr>
            <p:cNvPr id="349" name="Rounded Rectangle 348">
              <a:extLst>
                <a:ext uri="{FF2B5EF4-FFF2-40B4-BE49-F238E27FC236}">
                  <a16:creationId xmlns:a16="http://schemas.microsoft.com/office/drawing/2014/main" id="{24A7F498-3B8E-B44A-9994-2A592D6CBD54}"/>
                </a:ext>
              </a:extLst>
            </p:cNvPr>
            <p:cNvSpPr/>
            <p:nvPr/>
          </p:nvSpPr>
          <p:spPr>
            <a:xfrm>
              <a:off x="3128876" y="457817"/>
              <a:ext cx="1432326" cy="459826"/>
            </a:xfrm>
            <a:prstGeom prst="roundRect">
              <a:avLst/>
            </a:prstGeom>
            <a:solidFill>
              <a:schemeClr val="accent6">
                <a:lumMod val="20000"/>
                <a:lumOff val="80000"/>
              </a:schemeClr>
            </a:solidFill>
            <a:ln w="12700">
              <a:solidFill>
                <a:schemeClr val="accent6"/>
              </a:solidFill>
            </a:ln>
            <a:effectLst>
              <a:outerShdw blurRad="50800" dist="38100" dir="2700000" algn="tl" rotWithShape="0">
                <a:srgbClr val="00CC99">
                  <a:lumMod val="75000"/>
                  <a:alpha val="99000"/>
                </a:srgbClr>
              </a:outerShdw>
            </a:effectLst>
          </p:spPr>
          <p:txBody>
            <a:bodyPr vert="horz" wrap="none" lIns="91440" tIns="45720" rIns="91440" bIns="45720" numCol="1" rtlCol="0" anchor="t" anchorCtr="0" compatLnSpc="1">
              <a:prstTxWarp prst="textNoShape">
                <a:avLst/>
              </a:prstTxWarp>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0" name="TextBox 349">
              <a:extLst>
                <a:ext uri="{FF2B5EF4-FFF2-40B4-BE49-F238E27FC236}">
                  <a16:creationId xmlns:a16="http://schemas.microsoft.com/office/drawing/2014/main" id="{0CD76FBA-C002-924A-A27E-4000B9B46A3F}"/>
                </a:ext>
              </a:extLst>
            </p:cNvPr>
            <p:cNvSpPr txBox="1"/>
            <p:nvPr/>
          </p:nvSpPr>
          <p:spPr>
            <a:xfrm>
              <a:off x="3446730" y="484746"/>
              <a:ext cx="805702" cy="299227"/>
            </a:xfrm>
            <a:prstGeom prst="rect">
              <a:avLst/>
            </a:prstGeom>
            <a:noFill/>
          </p:spPr>
          <p:txBody>
            <a:bodyPr wrap="none" rtlCol="0">
              <a:spAutoFit/>
            </a:bodyPr>
            <a:lstStyle/>
            <a:p>
              <a:pPr marL="0" marR="0" lvl="0" indent="0" algn="ctr" defTabSz="914400" eaLnBrk="0" fontAlgn="base" latinLnBrk="0" hangingPunct="0">
                <a:lnSpc>
                  <a:spcPts val="16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a:ea typeface="ＭＳ Ｐゴシック" charset="0"/>
                  <a:cs typeface="Arial"/>
                </a:rPr>
                <a:t>SNMP</a:t>
              </a:r>
            </a:p>
          </p:txBody>
        </p:sp>
      </p:grpSp>
      <p:sp>
        <p:nvSpPr>
          <p:cNvPr id="351" name="TextBox 350">
            <a:extLst>
              <a:ext uri="{FF2B5EF4-FFF2-40B4-BE49-F238E27FC236}">
                <a16:creationId xmlns:a16="http://schemas.microsoft.com/office/drawing/2014/main" id="{DF810222-B66A-6647-AF73-EAEA8633E33C}"/>
              </a:ext>
            </a:extLst>
          </p:cNvPr>
          <p:cNvSpPr txBox="1"/>
          <p:nvPr/>
        </p:nvSpPr>
        <p:spPr>
          <a:xfrm>
            <a:off x="3155302" y="3783967"/>
            <a:ext cx="595035" cy="584776"/>
          </a:xfrm>
          <a:prstGeom prst="rect">
            <a:avLst/>
          </a:prstGeom>
          <a:noFill/>
        </p:spPr>
        <p:txBody>
          <a:bodyPr wrap="none" rtlCol="0">
            <a:spAutoFit/>
          </a:bodyPr>
          <a:lstStyle/>
          <a:p>
            <a:pPr eaLnBrk="0" fontAlgn="base" hangingPunct="0">
              <a:spcBef>
                <a:spcPct val="0"/>
              </a:spcBef>
              <a:spcAft>
                <a:spcPct val="0"/>
              </a:spcAft>
            </a:pPr>
            <a:r>
              <a:rPr lang="en-US" sz="3200" dirty="0">
                <a:solidFill>
                  <a:srgbClr val="00CC99">
                    <a:lumMod val="60000"/>
                    <a:lumOff val="40000"/>
                  </a:srgbClr>
                </a:solidFill>
                <a:latin typeface="Arial" charset="0"/>
                <a:ea typeface="ＭＳ Ｐゴシック" charset="0"/>
              </a:rPr>
              <a:t>…  </a:t>
            </a:r>
          </a:p>
        </p:txBody>
      </p:sp>
      <p:sp>
        <p:nvSpPr>
          <p:cNvPr id="352" name="Rounded Rectangle 351">
            <a:extLst>
              <a:ext uri="{FF2B5EF4-FFF2-40B4-BE49-F238E27FC236}">
                <a16:creationId xmlns:a16="http://schemas.microsoft.com/office/drawing/2014/main" id="{7A53E111-B2D7-164C-A257-1817B32657FD}"/>
              </a:ext>
            </a:extLst>
          </p:cNvPr>
          <p:cNvSpPr/>
          <p:nvPr/>
        </p:nvSpPr>
        <p:spPr>
          <a:xfrm>
            <a:off x="1267885" y="2086297"/>
            <a:ext cx="4211053" cy="574748"/>
          </a:xfrm>
          <a:prstGeom prst="roundRect">
            <a:avLst/>
          </a:prstGeom>
          <a:solidFill>
            <a:srgbClr val="AAE2CA">
              <a:lumMod val="75000"/>
            </a:srgbClr>
          </a:solidFill>
          <a:ln w="12700">
            <a:noFill/>
            <a:tailEnd type="arrow"/>
          </a:ln>
        </p:spPr>
        <p:txBody>
          <a:bodyPr vert="horz" wrap="none" lIns="91440" tIns="45720" rIns="91440" bIns="45720" numCol="1" rtlCol="0" anchor="t" anchorCtr="0" compatLnSpc="1">
            <a:prstTxWarp prst="textNoShape">
              <a:avLst/>
            </a:prstTxWarp>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3" name="Group 352">
            <a:extLst>
              <a:ext uri="{FF2B5EF4-FFF2-40B4-BE49-F238E27FC236}">
                <a16:creationId xmlns:a16="http://schemas.microsoft.com/office/drawing/2014/main" id="{DE1E488E-DB00-8741-AD76-181DDF5D1007}"/>
              </a:ext>
            </a:extLst>
          </p:cNvPr>
          <p:cNvGrpSpPr/>
          <p:nvPr/>
        </p:nvGrpSpPr>
        <p:grpSpPr>
          <a:xfrm>
            <a:off x="1313282" y="2123346"/>
            <a:ext cx="1080377" cy="504412"/>
            <a:chOff x="3034225" y="436756"/>
            <a:chExt cx="1526977" cy="504412"/>
          </a:xfrm>
        </p:grpSpPr>
        <p:sp>
          <p:nvSpPr>
            <p:cNvPr id="354" name="Rounded Rectangle 353">
              <a:extLst>
                <a:ext uri="{FF2B5EF4-FFF2-40B4-BE49-F238E27FC236}">
                  <a16:creationId xmlns:a16="http://schemas.microsoft.com/office/drawing/2014/main" id="{98A13ABA-9455-A942-B524-6D0883B28B57}"/>
                </a:ext>
              </a:extLst>
            </p:cNvPr>
            <p:cNvSpPr/>
            <p:nvPr/>
          </p:nvSpPr>
          <p:spPr>
            <a:xfrm>
              <a:off x="3128876" y="457817"/>
              <a:ext cx="1432326" cy="459826"/>
            </a:xfrm>
            <a:prstGeom prst="roundRect">
              <a:avLst/>
            </a:prstGeom>
            <a:solidFill>
              <a:schemeClr val="accent6">
                <a:lumMod val="20000"/>
                <a:lumOff val="80000"/>
              </a:schemeClr>
            </a:solidFill>
            <a:ln w="12700">
              <a:solidFill>
                <a:schemeClr val="accent6"/>
              </a:solidFill>
            </a:ln>
            <a:effectLst>
              <a:outerShdw blurRad="50800" dist="38100" dir="2700000" algn="tl" rotWithShape="0">
                <a:srgbClr val="00CC99">
                  <a:lumMod val="75000"/>
                  <a:alpha val="99000"/>
                </a:srgbClr>
              </a:outerShdw>
            </a:effectLst>
          </p:spPr>
          <p:txBody>
            <a:bodyPr vert="horz" wrap="none" lIns="91440" tIns="45720" rIns="91440" bIns="45720" numCol="1" rtlCol="0" anchor="t" anchorCtr="0" compatLnSpc="1">
              <a:prstTxWarp prst="textNoShape">
                <a:avLst/>
              </a:prstTxWarp>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5" name="TextBox 354">
              <a:extLst>
                <a:ext uri="{FF2B5EF4-FFF2-40B4-BE49-F238E27FC236}">
                  <a16:creationId xmlns:a16="http://schemas.microsoft.com/office/drawing/2014/main" id="{9E5F4888-C152-6048-B38F-5BC74A5A16D9}"/>
                </a:ext>
              </a:extLst>
            </p:cNvPr>
            <p:cNvSpPr txBox="1"/>
            <p:nvPr/>
          </p:nvSpPr>
          <p:spPr>
            <a:xfrm>
              <a:off x="3034225" y="436756"/>
              <a:ext cx="1461287" cy="504412"/>
            </a:xfrm>
            <a:prstGeom prst="rect">
              <a:avLst/>
            </a:prstGeom>
            <a:noFill/>
          </p:spPr>
          <p:txBody>
            <a:bodyPr wrap="square" rtlCol="0">
              <a:spAutoFit/>
            </a:bodyPr>
            <a:lstStyle/>
            <a:p>
              <a:pPr marL="0" marR="0" lvl="0" indent="0" algn="ctr" defTabSz="914400" eaLnBrk="0" fontAlgn="base" latinLnBrk="0" hangingPunct="0">
                <a:lnSpc>
                  <a:spcPts val="16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a:ea typeface="ＭＳ Ｐゴシック" charset="0"/>
                  <a:cs typeface="Arial"/>
                </a:rPr>
                <a:t>network graph</a:t>
              </a:r>
            </a:p>
          </p:txBody>
        </p:sp>
      </p:grpSp>
      <p:grpSp>
        <p:nvGrpSpPr>
          <p:cNvPr id="356" name="Group 355">
            <a:extLst>
              <a:ext uri="{FF2B5EF4-FFF2-40B4-BE49-F238E27FC236}">
                <a16:creationId xmlns:a16="http://schemas.microsoft.com/office/drawing/2014/main" id="{E40FDC48-BF32-B04B-8DBD-D61CF18EF743}"/>
              </a:ext>
            </a:extLst>
          </p:cNvPr>
          <p:cNvGrpSpPr/>
          <p:nvPr/>
        </p:nvGrpSpPr>
        <p:grpSpPr>
          <a:xfrm>
            <a:off x="4335616" y="2144194"/>
            <a:ext cx="1033900" cy="459826"/>
            <a:chOff x="3103238" y="457817"/>
            <a:chExt cx="1461287" cy="459826"/>
          </a:xfrm>
        </p:grpSpPr>
        <p:sp>
          <p:nvSpPr>
            <p:cNvPr id="357" name="Rounded Rectangle 356">
              <a:extLst>
                <a:ext uri="{FF2B5EF4-FFF2-40B4-BE49-F238E27FC236}">
                  <a16:creationId xmlns:a16="http://schemas.microsoft.com/office/drawing/2014/main" id="{9DB16644-5102-554D-99C0-889DCE0F0D2B}"/>
                </a:ext>
              </a:extLst>
            </p:cNvPr>
            <p:cNvSpPr/>
            <p:nvPr/>
          </p:nvSpPr>
          <p:spPr>
            <a:xfrm>
              <a:off x="3128876" y="457817"/>
              <a:ext cx="1432326" cy="459826"/>
            </a:xfrm>
            <a:prstGeom prst="roundRect">
              <a:avLst/>
            </a:prstGeom>
            <a:solidFill>
              <a:schemeClr val="accent6">
                <a:lumMod val="20000"/>
                <a:lumOff val="80000"/>
              </a:schemeClr>
            </a:solidFill>
            <a:ln w="12700">
              <a:solidFill>
                <a:schemeClr val="accent6"/>
              </a:solidFill>
            </a:ln>
            <a:effectLst>
              <a:outerShdw blurRad="50800" dist="38100" dir="2700000" algn="tl" rotWithShape="0">
                <a:srgbClr val="00CC99">
                  <a:lumMod val="75000"/>
                  <a:alpha val="99000"/>
                </a:srgbClr>
              </a:outerShdw>
            </a:effectLst>
          </p:spPr>
          <p:txBody>
            <a:bodyPr vert="horz" wrap="none" lIns="91440" tIns="45720" rIns="91440" bIns="45720" numCol="1" rtlCol="0" anchor="t" anchorCtr="0" compatLnSpc="1">
              <a:prstTxWarp prst="textNoShape">
                <a:avLst/>
              </a:prstTxWarp>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8" name="TextBox 357">
              <a:extLst>
                <a:ext uri="{FF2B5EF4-FFF2-40B4-BE49-F238E27FC236}">
                  <a16:creationId xmlns:a16="http://schemas.microsoft.com/office/drawing/2014/main" id="{2A90B65C-4C25-C144-B2DD-D173E975D024}"/>
                </a:ext>
              </a:extLst>
            </p:cNvPr>
            <p:cNvSpPr txBox="1"/>
            <p:nvPr/>
          </p:nvSpPr>
          <p:spPr>
            <a:xfrm>
              <a:off x="3103238" y="553253"/>
              <a:ext cx="1461287" cy="299227"/>
            </a:xfrm>
            <a:prstGeom prst="rect">
              <a:avLst/>
            </a:prstGeom>
            <a:noFill/>
          </p:spPr>
          <p:txBody>
            <a:bodyPr wrap="square" rtlCol="0">
              <a:spAutoFit/>
            </a:bodyPr>
            <a:lstStyle/>
            <a:p>
              <a:pPr marL="0" marR="0" lvl="0" indent="0" algn="ctr" defTabSz="914400" eaLnBrk="0" fontAlgn="base" latinLnBrk="0" hangingPunct="0">
                <a:lnSpc>
                  <a:spcPts val="16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a:ea typeface="ＭＳ Ｐゴシック" charset="0"/>
                  <a:cs typeface="Arial"/>
                </a:rPr>
                <a:t>intent</a:t>
              </a:r>
            </a:p>
          </p:txBody>
        </p:sp>
      </p:grpSp>
      <p:grpSp>
        <p:nvGrpSpPr>
          <p:cNvPr id="359" name="Group 358">
            <a:extLst>
              <a:ext uri="{FF2B5EF4-FFF2-40B4-BE49-F238E27FC236}">
                <a16:creationId xmlns:a16="http://schemas.microsoft.com/office/drawing/2014/main" id="{4DDA363C-D004-AB4D-9D62-44DAC7279759}"/>
              </a:ext>
            </a:extLst>
          </p:cNvPr>
          <p:cNvGrpSpPr/>
          <p:nvPr/>
        </p:nvGrpSpPr>
        <p:grpSpPr>
          <a:xfrm>
            <a:off x="2796533" y="2139558"/>
            <a:ext cx="1033900" cy="504412"/>
            <a:chOff x="3128334" y="454512"/>
            <a:chExt cx="1461287" cy="504412"/>
          </a:xfrm>
        </p:grpSpPr>
        <p:sp>
          <p:nvSpPr>
            <p:cNvPr id="360" name="Rounded Rectangle 359">
              <a:extLst>
                <a:ext uri="{FF2B5EF4-FFF2-40B4-BE49-F238E27FC236}">
                  <a16:creationId xmlns:a16="http://schemas.microsoft.com/office/drawing/2014/main" id="{59AAEC82-22A5-1A44-925D-3607D0F39D69}"/>
                </a:ext>
              </a:extLst>
            </p:cNvPr>
            <p:cNvSpPr/>
            <p:nvPr/>
          </p:nvSpPr>
          <p:spPr>
            <a:xfrm>
              <a:off x="3128876" y="457817"/>
              <a:ext cx="1432326" cy="459826"/>
            </a:xfrm>
            <a:prstGeom prst="roundRect">
              <a:avLst/>
            </a:prstGeom>
            <a:solidFill>
              <a:schemeClr val="accent6">
                <a:lumMod val="20000"/>
                <a:lumOff val="80000"/>
              </a:schemeClr>
            </a:solidFill>
            <a:ln w="12700">
              <a:solidFill>
                <a:schemeClr val="accent6"/>
              </a:solidFill>
            </a:ln>
            <a:effectLst>
              <a:outerShdw blurRad="50800" dist="38100" dir="2700000" algn="tl" rotWithShape="0">
                <a:srgbClr val="00CC99">
                  <a:lumMod val="75000"/>
                  <a:alpha val="99000"/>
                </a:srgbClr>
              </a:outerShdw>
            </a:effectLst>
          </p:spPr>
          <p:txBody>
            <a:bodyPr vert="horz" wrap="none" lIns="91440" tIns="45720" rIns="91440" bIns="45720" numCol="1" rtlCol="0" anchor="t" anchorCtr="0" compatLnSpc="1">
              <a:prstTxWarp prst="textNoShape">
                <a:avLst/>
              </a:prstTxWarp>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1" name="TextBox 360">
              <a:extLst>
                <a:ext uri="{FF2B5EF4-FFF2-40B4-BE49-F238E27FC236}">
                  <a16:creationId xmlns:a16="http://schemas.microsoft.com/office/drawing/2014/main" id="{20C049F2-C1CA-DF4D-AA67-194E1C4F4CC3}"/>
                </a:ext>
              </a:extLst>
            </p:cNvPr>
            <p:cNvSpPr txBox="1"/>
            <p:nvPr/>
          </p:nvSpPr>
          <p:spPr>
            <a:xfrm>
              <a:off x="3128334" y="454512"/>
              <a:ext cx="1461287" cy="504412"/>
            </a:xfrm>
            <a:prstGeom prst="rect">
              <a:avLst/>
            </a:prstGeom>
            <a:noFill/>
          </p:spPr>
          <p:txBody>
            <a:bodyPr wrap="square" rtlCol="0">
              <a:spAutoFit/>
            </a:bodyPr>
            <a:lstStyle/>
            <a:p>
              <a:pPr marL="0" marR="0" lvl="0" indent="0" algn="ctr" defTabSz="914400" eaLnBrk="0" fontAlgn="base" latinLnBrk="0" hangingPunct="0">
                <a:lnSpc>
                  <a:spcPts val="16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a:ea typeface="ＭＳ Ｐゴシック" charset="0"/>
                  <a:cs typeface="Arial"/>
                </a:rPr>
                <a:t>RESTful</a:t>
              </a:r>
            </a:p>
            <a:p>
              <a:pPr marL="0" marR="0" lvl="0" indent="0" algn="ctr" defTabSz="914400" eaLnBrk="0" fontAlgn="base" latinLnBrk="0" hangingPunct="0">
                <a:lnSpc>
                  <a:spcPts val="16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a:ea typeface="ＭＳ Ｐゴシック" charset="0"/>
                  <a:cs typeface="Arial"/>
                </a:rPr>
                <a:t>API</a:t>
              </a:r>
            </a:p>
          </p:txBody>
        </p:sp>
      </p:grpSp>
      <p:sp>
        <p:nvSpPr>
          <p:cNvPr id="362" name="TextBox 361">
            <a:extLst>
              <a:ext uri="{FF2B5EF4-FFF2-40B4-BE49-F238E27FC236}">
                <a16:creationId xmlns:a16="http://schemas.microsoft.com/office/drawing/2014/main" id="{D3A9C18D-A188-6A48-9CCB-C7A54C894F1D}"/>
              </a:ext>
            </a:extLst>
          </p:cNvPr>
          <p:cNvSpPr txBox="1"/>
          <p:nvPr/>
        </p:nvSpPr>
        <p:spPr>
          <a:xfrm>
            <a:off x="3833899" y="1945433"/>
            <a:ext cx="627904" cy="584776"/>
          </a:xfrm>
          <a:prstGeom prst="rect">
            <a:avLst/>
          </a:prstGeom>
          <a:noFill/>
        </p:spPr>
        <p:txBody>
          <a:bodyPr wrap="none" rtlCol="0">
            <a:spAutoFit/>
          </a:bodyPr>
          <a:lstStyle/>
          <a:p>
            <a:pPr eaLnBrk="0" fontAlgn="base" hangingPunct="0">
              <a:spcBef>
                <a:spcPct val="0"/>
              </a:spcBef>
              <a:spcAft>
                <a:spcPct val="0"/>
              </a:spcAft>
            </a:pPr>
            <a:r>
              <a:rPr lang="en-US" sz="3200" dirty="0">
                <a:solidFill>
                  <a:srgbClr val="00CC99">
                    <a:lumMod val="60000"/>
                    <a:lumOff val="40000"/>
                  </a:srgbClr>
                </a:solidFill>
                <a:latin typeface="Arial" charset="0"/>
                <a:ea typeface="ＭＳ Ｐゴシック" charset="0"/>
              </a:rPr>
              <a:t>…  </a:t>
            </a:r>
          </a:p>
        </p:txBody>
      </p:sp>
      <p:cxnSp>
        <p:nvCxnSpPr>
          <p:cNvPr id="363" name="Straight Connector 362">
            <a:extLst>
              <a:ext uri="{FF2B5EF4-FFF2-40B4-BE49-F238E27FC236}">
                <a16:creationId xmlns:a16="http://schemas.microsoft.com/office/drawing/2014/main" id="{1A4CD936-7BB9-DA49-90F7-EC6321F19D96}"/>
              </a:ext>
            </a:extLst>
          </p:cNvPr>
          <p:cNvCxnSpPr/>
          <p:nvPr/>
        </p:nvCxnSpPr>
        <p:spPr bwMode="auto">
          <a:xfrm flipV="1">
            <a:off x="1348096" y="1912530"/>
            <a:ext cx="4117474" cy="1"/>
          </a:xfrm>
          <a:prstGeom prst="line">
            <a:avLst/>
          </a:prstGeom>
          <a:solidFill>
            <a:srgbClr val="00CC99"/>
          </a:solidFill>
          <a:ln w="19050" cap="flat" cmpd="sng" algn="ctr">
            <a:solidFill>
              <a:srgbClr val="00000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364" name="Freeform 2">
            <a:extLst>
              <a:ext uri="{FF2B5EF4-FFF2-40B4-BE49-F238E27FC236}">
                <a16:creationId xmlns:a16="http://schemas.microsoft.com/office/drawing/2014/main" id="{D9FEE928-6718-BA41-9C6C-C313FC8AC356}"/>
              </a:ext>
            </a:extLst>
          </p:cNvPr>
          <p:cNvSpPr>
            <a:spLocks/>
          </p:cNvSpPr>
          <p:nvPr/>
        </p:nvSpPr>
        <p:spPr bwMode="auto">
          <a:xfrm>
            <a:off x="1335792" y="5057443"/>
            <a:ext cx="4057421" cy="1393030"/>
          </a:xfrm>
          <a:custGeom>
            <a:avLst/>
            <a:gdLst>
              <a:gd name="T0" fmla="*/ 6 w 1794"/>
              <a:gd name="T1" fmla="*/ 483 h 933"/>
              <a:gd name="T2" fmla="*/ 108 w 1794"/>
              <a:gd name="T3" fmla="*/ 125 h 933"/>
              <a:gd name="T4" fmla="*/ 559 w 1794"/>
              <a:gd name="T5" fmla="*/ 100 h 933"/>
              <a:gd name="T6" fmla="*/ 1128 w 1794"/>
              <a:gd name="T7" fmla="*/ 29 h 933"/>
              <a:gd name="T8" fmla="*/ 1716 w 1794"/>
              <a:gd name="T9" fmla="*/ 275 h 933"/>
              <a:gd name="T10" fmla="*/ 1596 w 1794"/>
              <a:gd name="T11" fmla="*/ 827 h 933"/>
              <a:gd name="T12" fmla="*/ 1380 w 1794"/>
              <a:gd name="T13" fmla="*/ 911 h 933"/>
              <a:gd name="T14" fmla="*/ 840 w 1794"/>
              <a:gd name="T15" fmla="*/ 929 h 933"/>
              <a:gd name="T16" fmla="*/ 414 w 1794"/>
              <a:gd name="T17" fmla="*/ 911 h 933"/>
              <a:gd name="T18" fmla="*/ 143 w 1794"/>
              <a:gd name="T19" fmla="*/ 832 h 933"/>
              <a:gd name="T20" fmla="*/ 6 w 1794"/>
              <a:gd name="T21" fmla="*/ 483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cs typeface="ＭＳ Ｐゴシック" charset="0"/>
            </a:endParaRPr>
          </a:p>
        </p:txBody>
      </p:sp>
      <p:cxnSp>
        <p:nvCxnSpPr>
          <p:cNvPr id="365" name="Straight Connector 364">
            <a:extLst>
              <a:ext uri="{FF2B5EF4-FFF2-40B4-BE49-F238E27FC236}">
                <a16:creationId xmlns:a16="http://schemas.microsoft.com/office/drawing/2014/main" id="{16DF309C-D74C-8948-A0B0-6218C9680A4C}"/>
              </a:ext>
            </a:extLst>
          </p:cNvPr>
          <p:cNvCxnSpPr/>
          <p:nvPr/>
        </p:nvCxnSpPr>
        <p:spPr bwMode="auto">
          <a:xfrm flipV="1">
            <a:off x="2418861" y="5441004"/>
            <a:ext cx="615520" cy="282224"/>
          </a:xfrm>
          <a:prstGeom prst="line">
            <a:avLst/>
          </a:prstGeom>
          <a:solidFill>
            <a:srgbClr val="00CC99"/>
          </a:solidFill>
          <a:ln w="34925" cap="flat" cmpd="sng" algn="ctr">
            <a:solidFill>
              <a:srgbClr val="FF0000"/>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66" name="Straight Connector 365">
            <a:extLst>
              <a:ext uri="{FF2B5EF4-FFF2-40B4-BE49-F238E27FC236}">
                <a16:creationId xmlns:a16="http://schemas.microsoft.com/office/drawing/2014/main" id="{0A3E7D89-360D-EB45-9252-C3E555C87095}"/>
              </a:ext>
            </a:extLst>
          </p:cNvPr>
          <p:cNvCxnSpPr/>
          <p:nvPr/>
        </p:nvCxnSpPr>
        <p:spPr bwMode="auto">
          <a:xfrm>
            <a:off x="2408645" y="5746872"/>
            <a:ext cx="1651340" cy="138604"/>
          </a:xfrm>
          <a:prstGeom prst="line">
            <a:avLst/>
          </a:prstGeom>
          <a:solidFill>
            <a:srgbClr val="00CC99"/>
          </a:solidFill>
          <a:ln w="9525" cap="flat" cmpd="sng" algn="ctr">
            <a:solidFill>
              <a:srgbClr val="FFFFFF">
                <a:lumMod val="50000"/>
              </a:srgbClr>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67" name="Straight Connector 366">
            <a:extLst>
              <a:ext uri="{FF2B5EF4-FFF2-40B4-BE49-F238E27FC236}">
                <a16:creationId xmlns:a16="http://schemas.microsoft.com/office/drawing/2014/main" id="{9583D0EA-64B5-0042-BD81-C740B20D5AE4}"/>
              </a:ext>
            </a:extLst>
          </p:cNvPr>
          <p:cNvCxnSpPr>
            <a:endCxn id="429" idx="1"/>
          </p:cNvCxnSpPr>
          <p:nvPr/>
        </p:nvCxnSpPr>
        <p:spPr bwMode="auto">
          <a:xfrm>
            <a:off x="2418861" y="5803538"/>
            <a:ext cx="318002" cy="387552"/>
          </a:xfrm>
          <a:prstGeom prst="line">
            <a:avLst/>
          </a:prstGeom>
          <a:solidFill>
            <a:srgbClr val="00CC99"/>
          </a:solidFill>
          <a:ln w="9525" cap="flat" cmpd="sng" algn="ctr">
            <a:solidFill>
              <a:srgbClr val="FFFFFF">
                <a:lumMod val="50000"/>
              </a:srgbClr>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68" name="Straight Connector 367">
            <a:extLst>
              <a:ext uri="{FF2B5EF4-FFF2-40B4-BE49-F238E27FC236}">
                <a16:creationId xmlns:a16="http://schemas.microsoft.com/office/drawing/2014/main" id="{0F05C6A0-5516-BC46-901A-CA7728C924B1}"/>
              </a:ext>
            </a:extLst>
          </p:cNvPr>
          <p:cNvCxnSpPr>
            <a:stCxn id="415" idx="3"/>
          </p:cNvCxnSpPr>
          <p:nvPr/>
        </p:nvCxnSpPr>
        <p:spPr bwMode="auto">
          <a:xfrm>
            <a:off x="3720713" y="5436854"/>
            <a:ext cx="333142" cy="421301"/>
          </a:xfrm>
          <a:prstGeom prst="line">
            <a:avLst/>
          </a:prstGeom>
          <a:solidFill>
            <a:srgbClr val="00CC99"/>
          </a:solidFill>
          <a:ln w="9525" cap="flat" cmpd="sng" algn="ctr">
            <a:solidFill>
              <a:srgbClr val="FFFFFF">
                <a:lumMod val="50000"/>
              </a:srgbClr>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69" name="Straight Connector 368">
            <a:extLst>
              <a:ext uri="{FF2B5EF4-FFF2-40B4-BE49-F238E27FC236}">
                <a16:creationId xmlns:a16="http://schemas.microsoft.com/office/drawing/2014/main" id="{37AC2CE6-5A12-0444-986F-EE08319CD185}"/>
              </a:ext>
            </a:extLst>
          </p:cNvPr>
          <p:cNvCxnSpPr/>
          <p:nvPr/>
        </p:nvCxnSpPr>
        <p:spPr bwMode="auto">
          <a:xfrm flipV="1">
            <a:off x="3198290" y="5944167"/>
            <a:ext cx="861695" cy="275422"/>
          </a:xfrm>
          <a:prstGeom prst="line">
            <a:avLst/>
          </a:prstGeom>
          <a:solidFill>
            <a:srgbClr val="00CC99"/>
          </a:solidFill>
          <a:ln w="9525" cap="flat" cmpd="sng" algn="ctr">
            <a:solidFill>
              <a:srgbClr val="FFFFFF">
                <a:lumMod val="50000"/>
              </a:srgbClr>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393" name="Oval 392">
            <a:extLst>
              <a:ext uri="{FF2B5EF4-FFF2-40B4-BE49-F238E27FC236}">
                <a16:creationId xmlns:a16="http://schemas.microsoft.com/office/drawing/2014/main" id="{F2D3F4DC-8BE9-C14E-910F-F66395DBEAA7}"/>
              </a:ext>
            </a:extLst>
          </p:cNvPr>
          <p:cNvSpPr/>
          <p:nvPr/>
        </p:nvSpPr>
        <p:spPr>
          <a:xfrm rot="5400000">
            <a:off x="2797134" y="407053"/>
            <a:ext cx="631007" cy="2235263"/>
          </a:xfrm>
          <a:prstGeom prst="ellipse">
            <a:avLst/>
          </a:prstGeom>
          <a:solidFill>
            <a:schemeClr val="accent6">
              <a:lumMod val="20000"/>
              <a:lumOff val="80000"/>
            </a:schemeClr>
          </a:solidFill>
          <a:ln w="12700">
            <a:noFill/>
            <a:tailEnd type="arrow"/>
          </a:ln>
          <a:effectLst>
            <a:outerShdw blurRad="50800" dist="38100" dir="18900000" algn="bl" rotWithShape="0">
              <a:schemeClr val="accent6">
                <a:lumMod val="75000"/>
                <a:alpha val="40000"/>
              </a:schemeClr>
            </a:outerShdw>
          </a:effectLst>
        </p:spPr>
        <p:txBody>
          <a:bodyPr vert="horz" wrap="none" lIns="91440" tIns="45720" rIns="91440" bIns="45720" numCol="1" rtlCol="0" anchor="t" anchorCtr="0" compatLnSpc="1">
            <a:prstTxWarp prst="textNoShape">
              <a:avLst/>
            </a:prstTxWarp>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94" name="TextBox 393">
            <a:extLst>
              <a:ext uri="{FF2B5EF4-FFF2-40B4-BE49-F238E27FC236}">
                <a16:creationId xmlns:a16="http://schemas.microsoft.com/office/drawing/2014/main" id="{1FF52C02-7BC1-5C4B-9901-8DEEC502937C}"/>
              </a:ext>
            </a:extLst>
          </p:cNvPr>
          <p:cNvSpPr txBox="1"/>
          <p:nvPr/>
        </p:nvSpPr>
        <p:spPr>
          <a:xfrm>
            <a:off x="2135351" y="1323574"/>
            <a:ext cx="1947456" cy="502702"/>
          </a:xfrm>
          <a:prstGeom prst="rect">
            <a:avLst/>
          </a:prstGeom>
          <a:noFill/>
        </p:spPr>
        <p:txBody>
          <a:bodyPr wrap="none" rtlCol="0">
            <a:spAutoFit/>
          </a:bodyPr>
          <a:lstStyle/>
          <a:p>
            <a:pPr algn="ctr" eaLnBrk="0" fontAlgn="base" hangingPunct="0">
              <a:lnSpc>
                <a:spcPts val="1600"/>
              </a:lnSpc>
              <a:spcBef>
                <a:spcPct val="0"/>
              </a:spcBef>
              <a:spcAft>
                <a:spcPct val="0"/>
              </a:spcAft>
            </a:pPr>
            <a:r>
              <a:rPr lang="en-US" sz="1600" dirty="0">
                <a:solidFill>
                  <a:srgbClr val="000000"/>
                </a:solidFill>
                <a:latin typeface="Arial"/>
                <a:ea typeface="ＭＳ Ｐゴシック" charset="0"/>
                <a:cs typeface="Arial"/>
              </a:rPr>
              <a:t>Dijkstra’s link-state </a:t>
            </a:r>
          </a:p>
          <a:p>
            <a:pPr algn="ctr" eaLnBrk="0" fontAlgn="base" hangingPunct="0">
              <a:lnSpc>
                <a:spcPts val="1600"/>
              </a:lnSpc>
              <a:spcBef>
                <a:spcPct val="0"/>
              </a:spcBef>
              <a:spcAft>
                <a:spcPct val="0"/>
              </a:spcAft>
            </a:pPr>
            <a:r>
              <a:rPr lang="en-US" sz="1600" dirty="0">
                <a:solidFill>
                  <a:srgbClr val="000000"/>
                </a:solidFill>
                <a:latin typeface="Arial"/>
                <a:ea typeface="ＭＳ Ｐゴシック" charset="0"/>
                <a:cs typeface="Arial"/>
              </a:rPr>
              <a:t>routing</a:t>
            </a:r>
          </a:p>
        </p:txBody>
      </p:sp>
      <p:grpSp>
        <p:nvGrpSpPr>
          <p:cNvPr id="395" name="Group 394">
            <a:extLst>
              <a:ext uri="{FF2B5EF4-FFF2-40B4-BE49-F238E27FC236}">
                <a16:creationId xmlns:a16="http://schemas.microsoft.com/office/drawing/2014/main" id="{3283CCE9-8CB6-8949-A9E8-23B833E8424F}"/>
              </a:ext>
            </a:extLst>
          </p:cNvPr>
          <p:cNvGrpSpPr/>
          <p:nvPr/>
        </p:nvGrpSpPr>
        <p:grpSpPr>
          <a:xfrm>
            <a:off x="1748590" y="5523964"/>
            <a:ext cx="687402" cy="470408"/>
            <a:chOff x="1736090" y="2893762"/>
            <a:chExt cx="565150" cy="340093"/>
          </a:xfrm>
        </p:grpSpPr>
        <p:grpSp>
          <p:nvGrpSpPr>
            <p:cNvPr id="396" name="Group 327">
              <a:extLst>
                <a:ext uri="{FF2B5EF4-FFF2-40B4-BE49-F238E27FC236}">
                  <a16:creationId xmlns:a16="http://schemas.microsoft.com/office/drawing/2014/main" id="{0A1998BC-6377-8E45-9B2B-8FE80CE09350}"/>
                </a:ext>
              </a:extLst>
            </p:cNvPr>
            <p:cNvGrpSpPr>
              <a:grpSpLocks/>
            </p:cNvGrpSpPr>
            <p:nvPr/>
          </p:nvGrpSpPr>
          <p:grpSpPr bwMode="auto">
            <a:xfrm>
              <a:off x="1736090" y="2893762"/>
              <a:ext cx="565150" cy="292100"/>
              <a:chOff x="1871277" y="1576300"/>
              <a:chExt cx="1128371" cy="437861"/>
            </a:xfrm>
          </p:grpSpPr>
          <p:sp>
            <p:nvSpPr>
              <p:cNvPr id="400" name="Oval 399">
                <a:extLst>
                  <a:ext uri="{FF2B5EF4-FFF2-40B4-BE49-F238E27FC236}">
                    <a16:creationId xmlns:a16="http://schemas.microsoft.com/office/drawing/2014/main" id="{BB1B85D3-D01B-A041-93EE-FAB34FB8179A}"/>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01" name="Rectangle 400">
                <a:extLst>
                  <a:ext uri="{FF2B5EF4-FFF2-40B4-BE49-F238E27FC236}">
                    <a16:creationId xmlns:a16="http://schemas.microsoft.com/office/drawing/2014/main" id="{F1DCDAB1-5AC7-A342-A0A8-F8590A65D091}"/>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02" name="Oval 401">
                <a:extLst>
                  <a:ext uri="{FF2B5EF4-FFF2-40B4-BE49-F238E27FC236}">
                    <a16:creationId xmlns:a16="http://schemas.microsoft.com/office/drawing/2014/main" id="{364EE120-3A52-AC47-A765-DBFBE82B6044}"/>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03" name="Freeform 402">
                <a:extLst>
                  <a:ext uri="{FF2B5EF4-FFF2-40B4-BE49-F238E27FC236}">
                    <a16:creationId xmlns:a16="http://schemas.microsoft.com/office/drawing/2014/main" id="{0F7E9595-A4D4-9943-A2EE-06309FBD4155}"/>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04" name="Freeform 403">
                <a:extLst>
                  <a:ext uri="{FF2B5EF4-FFF2-40B4-BE49-F238E27FC236}">
                    <a16:creationId xmlns:a16="http://schemas.microsoft.com/office/drawing/2014/main" id="{27FC021A-5D6B-D44C-BE45-9A0B3E244E16}"/>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05" name="Freeform 404">
                <a:extLst>
                  <a:ext uri="{FF2B5EF4-FFF2-40B4-BE49-F238E27FC236}">
                    <a16:creationId xmlns:a16="http://schemas.microsoft.com/office/drawing/2014/main" id="{9CFC2A2E-5A8E-6D41-8416-E8B2C50779BB}"/>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06" name="Freeform 405">
                <a:extLst>
                  <a:ext uri="{FF2B5EF4-FFF2-40B4-BE49-F238E27FC236}">
                    <a16:creationId xmlns:a16="http://schemas.microsoft.com/office/drawing/2014/main" id="{04026D95-DA4A-F347-A7FF-424B9B469AB4}"/>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07" name="Straight Connector 406">
                <a:extLst>
                  <a:ext uri="{FF2B5EF4-FFF2-40B4-BE49-F238E27FC236}">
                    <a16:creationId xmlns:a16="http://schemas.microsoft.com/office/drawing/2014/main" id="{9D59DF6F-A7C9-6242-8CB4-771105A9C5D6}"/>
                  </a:ext>
                </a:extLst>
              </p:cNvPr>
              <p:cNvCxnSpPr>
                <a:endCxn id="402"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408" name="Straight Connector 407">
                <a:extLst>
                  <a:ext uri="{FF2B5EF4-FFF2-40B4-BE49-F238E27FC236}">
                    <a16:creationId xmlns:a16="http://schemas.microsoft.com/office/drawing/2014/main" id="{A22BF780-EF6F-7948-A466-B756EA5EADA3}"/>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397" name="Group 396">
              <a:extLst>
                <a:ext uri="{FF2B5EF4-FFF2-40B4-BE49-F238E27FC236}">
                  <a16:creationId xmlns:a16="http://schemas.microsoft.com/office/drawing/2014/main" id="{37FD8073-5589-3940-BA2A-2C9406219C6F}"/>
                </a:ext>
              </a:extLst>
            </p:cNvPr>
            <p:cNvGrpSpPr/>
            <p:nvPr/>
          </p:nvGrpSpPr>
          <p:grpSpPr>
            <a:xfrm>
              <a:off x="1828502" y="2944584"/>
              <a:ext cx="374530" cy="289271"/>
              <a:chOff x="725185" y="1779875"/>
              <a:chExt cx="374530" cy="289271"/>
            </a:xfrm>
          </p:grpSpPr>
          <p:sp>
            <p:nvSpPr>
              <p:cNvPr id="398" name="Oval 397">
                <a:extLst>
                  <a:ext uri="{FF2B5EF4-FFF2-40B4-BE49-F238E27FC236}">
                    <a16:creationId xmlns:a16="http://schemas.microsoft.com/office/drawing/2014/main" id="{86A11B54-4339-BD4F-A52D-E772621B01BB}"/>
                  </a:ext>
                </a:extLst>
              </p:cNvPr>
              <p:cNvSpPr/>
              <p:nvPr/>
            </p:nvSpPr>
            <p:spPr bwMode="auto">
              <a:xfrm>
                <a:off x="741398" y="1850752"/>
                <a:ext cx="356365" cy="168450"/>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99" name="TextBox 398">
                <a:extLst>
                  <a:ext uri="{FF2B5EF4-FFF2-40B4-BE49-F238E27FC236}">
                    <a16:creationId xmlns:a16="http://schemas.microsoft.com/office/drawing/2014/main" id="{AD15C9A1-58C1-6D4D-A5E6-F245674F5399}"/>
                  </a:ext>
                </a:extLst>
              </p:cNvPr>
              <p:cNvSpPr txBox="1"/>
              <p:nvPr/>
            </p:nvSpPr>
            <p:spPr>
              <a:xfrm>
                <a:off x="725185" y="1779875"/>
                <a:ext cx="374530" cy="289271"/>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s1</a:t>
                </a:r>
              </a:p>
            </p:txBody>
          </p:sp>
        </p:grpSp>
      </p:grpSp>
      <p:grpSp>
        <p:nvGrpSpPr>
          <p:cNvPr id="409" name="Group 408">
            <a:extLst>
              <a:ext uri="{FF2B5EF4-FFF2-40B4-BE49-F238E27FC236}">
                <a16:creationId xmlns:a16="http://schemas.microsoft.com/office/drawing/2014/main" id="{65CE0717-7A43-6447-982B-2A6BF5776D66}"/>
              </a:ext>
            </a:extLst>
          </p:cNvPr>
          <p:cNvGrpSpPr/>
          <p:nvPr/>
        </p:nvGrpSpPr>
        <p:grpSpPr>
          <a:xfrm>
            <a:off x="3033311" y="5232644"/>
            <a:ext cx="687402" cy="470406"/>
            <a:chOff x="1736090" y="2893762"/>
            <a:chExt cx="565150" cy="340091"/>
          </a:xfrm>
        </p:grpSpPr>
        <p:grpSp>
          <p:nvGrpSpPr>
            <p:cNvPr id="410" name="Group 327">
              <a:extLst>
                <a:ext uri="{FF2B5EF4-FFF2-40B4-BE49-F238E27FC236}">
                  <a16:creationId xmlns:a16="http://schemas.microsoft.com/office/drawing/2014/main" id="{88AF1197-A59E-F341-9C2F-D7BB75696E03}"/>
                </a:ext>
              </a:extLst>
            </p:cNvPr>
            <p:cNvGrpSpPr>
              <a:grpSpLocks/>
            </p:cNvGrpSpPr>
            <p:nvPr/>
          </p:nvGrpSpPr>
          <p:grpSpPr bwMode="auto">
            <a:xfrm>
              <a:off x="1736090" y="2893762"/>
              <a:ext cx="565150" cy="292100"/>
              <a:chOff x="1871277" y="1576300"/>
              <a:chExt cx="1128371" cy="437861"/>
            </a:xfrm>
          </p:grpSpPr>
          <p:sp>
            <p:nvSpPr>
              <p:cNvPr id="414" name="Oval 413">
                <a:extLst>
                  <a:ext uri="{FF2B5EF4-FFF2-40B4-BE49-F238E27FC236}">
                    <a16:creationId xmlns:a16="http://schemas.microsoft.com/office/drawing/2014/main" id="{1514A7C7-412D-CB40-95FD-A73F84446469}"/>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15" name="Rectangle 414">
                <a:extLst>
                  <a:ext uri="{FF2B5EF4-FFF2-40B4-BE49-F238E27FC236}">
                    <a16:creationId xmlns:a16="http://schemas.microsoft.com/office/drawing/2014/main" id="{4EC25DBB-C079-B044-90B4-D4608AAEB2F9}"/>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16" name="Oval 415">
                <a:extLst>
                  <a:ext uri="{FF2B5EF4-FFF2-40B4-BE49-F238E27FC236}">
                    <a16:creationId xmlns:a16="http://schemas.microsoft.com/office/drawing/2014/main" id="{E0B0DE30-BB65-BC4A-A519-ABE38833F5C9}"/>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17" name="Freeform 416">
                <a:extLst>
                  <a:ext uri="{FF2B5EF4-FFF2-40B4-BE49-F238E27FC236}">
                    <a16:creationId xmlns:a16="http://schemas.microsoft.com/office/drawing/2014/main" id="{5D73B332-8201-9845-83B3-7991D1D29848}"/>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18" name="Freeform 417">
                <a:extLst>
                  <a:ext uri="{FF2B5EF4-FFF2-40B4-BE49-F238E27FC236}">
                    <a16:creationId xmlns:a16="http://schemas.microsoft.com/office/drawing/2014/main" id="{874F3D24-C6D1-0242-9071-675EAE55CF17}"/>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19" name="Freeform 418">
                <a:extLst>
                  <a:ext uri="{FF2B5EF4-FFF2-40B4-BE49-F238E27FC236}">
                    <a16:creationId xmlns:a16="http://schemas.microsoft.com/office/drawing/2014/main" id="{CC4308C1-A1A7-AB4B-AE6B-92E38956E380}"/>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20" name="Freeform 419">
                <a:extLst>
                  <a:ext uri="{FF2B5EF4-FFF2-40B4-BE49-F238E27FC236}">
                    <a16:creationId xmlns:a16="http://schemas.microsoft.com/office/drawing/2014/main" id="{24C8152F-6350-2844-826D-CCECEC749FCC}"/>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21" name="Straight Connector 420">
                <a:extLst>
                  <a:ext uri="{FF2B5EF4-FFF2-40B4-BE49-F238E27FC236}">
                    <a16:creationId xmlns:a16="http://schemas.microsoft.com/office/drawing/2014/main" id="{7AF20622-97B2-7746-9A48-1D87235CA032}"/>
                  </a:ext>
                </a:extLst>
              </p:cNvPr>
              <p:cNvCxnSpPr>
                <a:endCxn id="416"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422" name="Straight Connector 421">
                <a:extLst>
                  <a:ext uri="{FF2B5EF4-FFF2-40B4-BE49-F238E27FC236}">
                    <a16:creationId xmlns:a16="http://schemas.microsoft.com/office/drawing/2014/main" id="{1A56332A-BABA-0C44-9EA7-63E7AE314A39}"/>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411" name="Group 410">
              <a:extLst>
                <a:ext uri="{FF2B5EF4-FFF2-40B4-BE49-F238E27FC236}">
                  <a16:creationId xmlns:a16="http://schemas.microsoft.com/office/drawing/2014/main" id="{88585B74-A4A2-9240-A305-4B257FDDF9BB}"/>
                </a:ext>
              </a:extLst>
            </p:cNvPr>
            <p:cNvGrpSpPr/>
            <p:nvPr/>
          </p:nvGrpSpPr>
          <p:grpSpPr>
            <a:xfrm>
              <a:off x="1828502" y="2944584"/>
              <a:ext cx="374531" cy="289269"/>
              <a:chOff x="725185" y="1779875"/>
              <a:chExt cx="374531" cy="289269"/>
            </a:xfrm>
          </p:grpSpPr>
          <p:sp>
            <p:nvSpPr>
              <p:cNvPr id="412" name="Oval 411">
                <a:extLst>
                  <a:ext uri="{FF2B5EF4-FFF2-40B4-BE49-F238E27FC236}">
                    <a16:creationId xmlns:a16="http://schemas.microsoft.com/office/drawing/2014/main" id="{B715D4F7-EE1C-8243-B41D-D4E9D84A48C3}"/>
                  </a:ext>
                </a:extLst>
              </p:cNvPr>
              <p:cNvSpPr/>
              <p:nvPr/>
            </p:nvSpPr>
            <p:spPr bwMode="auto">
              <a:xfrm>
                <a:off x="741398" y="1850752"/>
                <a:ext cx="356365" cy="168450"/>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13" name="TextBox 412">
                <a:extLst>
                  <a:ext uri="{FF2B5EF4-FFF2-40B4-BE49-F238E27FC236}">
                    <a16:creationId xmlns:a16="http://schemas.microsoft.com/office/drawing/2014/main" id="{22A0E80F-D57D-4844-8977-0D000DE99B5D}"/>
                  </a:ext>
                </a:extLst>
              </p:cNvPr>
              <p:cNvSpPr txBox="1"/>
              <p:nvPr/>
            </p:nvSpPr>
            <p:spPr>
              <a:xfrm>
                <a:off x="725185" y="1779875"/>
                <a:ext cx="374531" cy="289269"/>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s2</a:t>
                </a:r>
              </a:p>
            </p:txBody>
          </p:sp>
        </p:grpSp>
      </p:grpSp>
      <p:grpSp>
        <p:nvGrpSpPr>
          <p:cNvPr id="423" name="Group 422">
            <a:extLst>
              <a:ext uri="{FF2B5EF4-FFF2-40B4-BE49-F238E27FC236}">
                <a16:creationId xmlns:a16="http://schemas.microsoft.com/office/drawing/2014/main" id="{D213BA70-EF35-D34A-BC9C-DFEBDCF60751}"/>
              </a:ext>
            </a:extLst>
          </p:cNvPr>
          <p:cNvGrpSpPr/>
          <p:nvPr/>
        </p:nvGrpSpPr>
        <p:grpSpPr>
          <a:xfrm>
            <a:off x="2736863" y="5986880"/>
            <a:ext cx="687402" cy="470406"/>
            <a:chOff x="1736090" y="2893762"/>
            <a:chExt cx="565150" cy="340091"/>
          </a:xfrm>
        </p:grpSpPr>
        <p:grpSp>
          <p:nvGrpSpPr>
            <p:cNvPr id="424" name="Group 327">
              <a:extLst>
                <a:ext uri="{FF2B5EF4-FFF2-40B4-BE49-F238E27FC236}">
                  <a16:creationId xmlns:a16="http://schemas.microsoft.com/office/drawing/2014/main" id="{59C9C19B-2D7B-5446-993D-684F106169C4}"/>
                </a:ext>
              </a:extLst>
            </p:cNvPr>
            <p:cNvGrpSpPr>
              <a:grpSpLocks/>
            </p:cNvGrpSpPr>
            <p:nvPr/>
          </p:nvGrpSpPr>
          <p:grpSpPr bwMode="auto">
            <a:xfrm>
              <a:off x="1736090" y="2893762"/>
              <a:ext cx="565150" cy="292100"/>
              <a:chOff x="1871277" y="1576300"/>
              <a:chExt cx="1128371" cy="437861"/>
            </a:xfrm>
          </p:grpSpPr>
          <p:sp>
            <p:nvSpPr>
              <p:cNvPr id="428" name="Oval 427">
                <a:extLst>
                  <a:ext uri="{FF2B5EF4-FFF2-40B4-BE49-F238E27FC236}">
                    <a16:creationId xmlns:a16="http://schemas.microsoft.com/office/drawing/2014/main" id="{40008AEE-3152-C849-906C-3CAF9DFF25CC}"/>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29" name="Rectangle 428">
                <a:extLst>
                  <a:ext uri="{FF2B5EF4-FFF2-40B4-BE49-F238E27FC236}">
                    <a16:creationId xmlns:a16="http://schemas.microsoft.com/office/drawing/2014/main" id="{111839D8-9177-6249-A367-46D180572BB8}"/>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30" name="Oval 429">
                <a:extLst>
                  <a:ext uri="{FF2B5EF4-FFF2-40B4-BE49-F238E27FC236}">
                    <a16:creationId xmlns:a16="http://schemas.microsoft.com/office/drawing/2014/main" id="{1F1E42A9-4DE8-2641-85A4-A097587AE18A}"/>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31" name="Freeform 430">
                <a:extLst>
                  <a:ext uri="{FF2B5EF4-FFF2-40B4-BE49-F238E27FC236}">
                    <a16:creationId xmlns:a16="http://schemas.microsoft.com/office/drawing/2014/main" id="{98851B8A-DFDB-7446-ACF4-8D81FB5AA157}"/>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32" name="Freeform 431">
                <a:extLst>
                  <a:ext uri="{FF2B5EF4-FFF2-40B4-BE49-F238E27FC236}">
                    <a16:creationId xmlns:a16="http://schemas.microsoft.com/office/drawing/2014/main" id="{723991A2-A1E6-0D4F-9B5D-068A5496B054}"/>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33" name="Freeform 432">
                <a:extLst>
                  <a:ext uri="{FF2B5EF4-FFF2-40B4-BE49-F238E27FC236}">
                    <a16:creationId xmlns:a16="http://schemas.microsoft.com/office/drawing/2014/main" id="{7AACA8F0-9C63-A846-90C3-AAAB6E3910F1}"/>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34" name="Freeform 433">
                <a:extLst>
                  <a:ext uri="{FF2B5EF4-FFF2-40B4-BE49-F238E27FC236}">
                    <a16:creationId xmlns:a16="http://schemas.microsoft.com/office/drawing/2014/main" id="{5C925CD4-A1D8-4B4C-B630-EA0FF87CCF67}"/>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35" name="Straight Connector 434">
                <a:extLst>
                  <a:ext uri="{FF2B5EF4-FFF2-40B4-BE49-F238E27FC236}">
                    <a16:creationId xmlns:a16="http://schemas.microsoft.com/office/drawing/2014/main" id="{482CEABD-D59C-9146-B260-F80C556208AE}"/>
                  </a:ext>
                </a:extLst>
              </p:cNvPr>
              <p:cNvCxnSpPr>
                <a:endCxn id="430"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436" name="Straight Connector 435">
                <a:extLst>
                  <a:ext uri="{FF2B5EF4-FFF2-40B4-BE49-F238E27FC236}">
                    <a16:creationId xmlns:a16="http://schemas.microsoft.com/office/drawing/2014/main" id="{852B68BC-F922-3848-9565-4D2178DB93AA}"/>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425" name="Group 424">
              <a:extLst>
                <a:ext uri="{FF2B5EF4-FFF2-40B4-BE49-F238E27FC236}">
                  <a16:creationId xmlns:a16="http://schemas.microsoft.com/office/drawing/2014/main" id="{B7439C84-CDB5-F347-BD13-C9965624FE17}"/>
                </a:ext>
              </a:extLst>
            </p:cNvPr>
            <p:cNvGrpSpPr/>
            <p:nvPr/>
          </p:nvGrpSpPr>
          <p:grpSpPr>
            <a:xfrm>
              <a:off x="1828502" y="2944584"/>
              <a:ext cx="374531" cy="289269"/>
              <a:chOff x="725185" y="1779875"/>
              <a:chExt cx="374531" cy="289269"/>
            </a:xfrm>
          </p:grpSpPr>
          <p:sp>
            <p:nvSpPr>
              <p:cNvPr id="426" name="Oval 425">
                <a:extLst>
                  <a:ext uri="{FF2B5EF4-FFF2-40B4-BE49-F238E27FC236}">
                    <a16:creationId xmlns:a16="http://schemas.microsoft.com/office/drawing/2014/main" id="{01C7B7FA-5596-BC43-9C90-8E052B54FC11}"/>
                  </a:ext>
                </a:extLst>
              </p:cNvPr>
              <p:cNvSpPr/>
              <p:nvPr/>
            </p:nvSpPr>
            <p:spPr bwMode="auto">
              <a:xfrm>
                <a:off x="741398" y="1850752"/>
                <a:ext cx="356365" cy="168450"/>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27" name="TextBox 426">
                <a:extLst>
                  <a:ext uri="{FF2B5EF4-FFF2-40B4-BE49-F238E27FC236}">
                    <a16:creationId xmlns:a16="http://schemas.microsoft.com/office/drawing/2014/main" id="{6ECC707E-E1D7-4546-96A1-2387735089B7}"/>
                  </a:ext>
                </a:extLst>
              </p:cNvPr>
              <p:cNvSpPr txBox="1"/>
              <p:nvPr/>
            </p:nvSpPr>
            <p:spPr>
              <a:xfrm>
                <a:off x="725185" y="1779875"/>
                <a:ext cx="374531" cy="289269"/>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s3</a:t>
                </a:r>
              </a:p>
            </p:txBody>
          </p:sp>
        </p:grpSp>
      </p:grpSp>
      <p:grpSp>
        <p:nvGrpSpPr>
          <p:cNvPr id="437" name="Group 436">
            <a:extLst>
              <a:ext uri="{FF2B5EF4-FFF2-40B4-BE49-F238E27FC236}">
                <a16:creationId xmlns:a16="http://schemas.microsoft.com/office/drawing/2014/main" id="{15A32C9A-E7F3-5346-87C4-CA4940C18BF9}"/>
              </a:ext>
            </a:extLst>
          </p:cNvPr>
          <p:cNvGrpSpPr/>
          <p:nvPr/>
        </p:nvGrpSpPr>
        <p:grpSpPr>
          <a:xfrm>
            <a:off x="3904271" y="5705754"/>
            <a:ext cx="687402" cy="470406"/>
            <a:chOff x="1736090" y="2893762"/>
            <a:chExt cx="565150" cy="340091"/>
          </a:xfrm>
        </p:grpSpPr>
        <p:grpSp>
          <p:nvGrpSpPr>
            <p:cNvPr id="438" name="Group 327">
              <a:extLst>
                <a:ext uri="{FF2B5EF4-FFF2-40B4-BE49-F238E27FC236}">
                  <a16:creationId xmlns:a16="http://schemas.microsoft.com/office/drawing/2014/main" id="{91239979-A6B3-3D4E-ABD7-F92D10C27A0A}"/>
                </a:ext>
              </a:extLst>
            </p:cNvPr>
            <p:cNvGrpSpPr>
              <a:grpSpLocks/>
            </p:cNvGrpSpPr>
            <p:nvPr/>
          </p:nvGrpSpPr>
          <p:grpSpPr bwMode="auto">
            <a:xfrm>
              <a:off x="1736090" y="2893762"/>
              <a:ext cx="565150" cy="292100"/>
              <a:chOff x="1871277" y="1576300"/>
              <a:chExt cx="1128371" cy="437861"/>
            </a:xfrm>
          </p:grpSpPr>
          <p:sp>
            <p:nvSpPr>
              <p:cNvPr id="442" name="Oval 441">
                <a:extLst>
                  <a:ext uri="{FF2B5EF4-FFF2-40B4-BE49-F238E27FC236}">
                    <a16:creationId xmlns:a16="http://schemas.microsoft.com/office/drawing/2014/main" id="{9FCAC59C-42CC-CE4C-96BD-FE920D1C2A77}"/>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43" name="Rectangle 442">
                <a:extLst>
                  <a:ext uri="{FF2B5EF4-FFF2-40B4-BE49-F238E27FC236}">
                    <a16:creationId xmlns:a16="http://schemas.microsoft.com/office/drawing/2014/main" id="{3FBEAA77-D815-D445-A86F-68B0D4452BC3}"/>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44" name="Oval 443">
                <a:extLst>
                  <a:ext uri="{FF2B5EF4-FFF2-40B4-BE49-F238E27FC236}">
                    <a16:creationId xmlns:a16="http://schemas.microsoft.com/office/drawing/2014/main" id="{2D6A81D7-4183-0C4B-9BE0-36028959107F}"/>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45" name="Freeform 444">
                <a:extLst>
                  <a:ext uri="{FF2B5EF4-FFF2-40B4-BE49-F238E27FC236}">
                    <a16:creationId xmlns:a16="http://schemas.microsoft.com/office/drawing/2014/main" id="{4EB08DF1-BFF0-D94C-9005-60CA113EB70F}"/>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46" name="Freeform 445">
                <a:extLst>
                  <a:ext uri="{FF2B5EF4-FFF2-40B4-BE49-F238E27FC236}">
                    <a16:creationId xmlns:a16="http://schemas.microsoft.com/office/drawing/2014/main" id="{37A92998-42D7-3647-9DAB-4B474843B9D7}"/>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47" name="Freeform 446">
                <a:extLst>
                  <a:ext uri="{FF2B5EF4-FFF2-40B4-BE49-F238E27FC236}">
                    <a16:creationId xmlns:a16="http://schemas.microsoft.com/office/drawing/2014/main" id="{C10BF816-5EDC-5D4D-AA34-D16A44C5ACC4}"/>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48" name="Freeform 447">
                <a:extLst>
                  <a:ext uri="{FF2B5EF4-FFF2-40B4-BE49-F238E27FC236}">
                    <a16:creationId xmlns:a16="http://schemas.microsoft.com/office/drawing/2014/main" id="{5EDE6095-F96A-8147-96D3-B6AC4A7604E9}"/>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49" name="Straight Connector 448">
                <a:extLst>
                  <a:ext uri="{FF2B5EF4-FFF2-40B4-BE49-F238E27FC236}">
                    <a16:creationId xmlns:a16="http://schemas.microsoft.com/office/drawing/2014/main" id="{18F6547F-EE28-D440-B02C-859463240B3B}"/>
                  </a:ext>
                </a:extLst>
              </p:cNvPr>
              <p:cNvCxnSpPr>
                <a:endCxn id="444"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450" name="Straight Connector 449">
                <a:extLst>
                  <a:ext uri="{FF2B5EF4-FFF2-40B4-BE49-F238E27FC236}">
                    <a16:creationId xmlns:a16="http://schemas.microsoft.com/office/drawing/2014/main" id="{C75462DD-9379-4145-B1BA-38B9E3C33BD1}"/>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439" name="Group 438">
              <a:extLst>
                <a:ext uri="{FF2B5EF4-FFF2-40B4-BE49-F238E27FC236}">
                  <a16:creationId xmlns:a16="http://schemas.microsoft.com/office/drawing/2014/main" id="{0D413191-8CF2-CC46-9D2F-BF1C4542E2EB}"/>
                </a:ext>
              </a:extLst>
            </p:cNvPr>
            <p:cNvGrpSpPr/>
            <p:nvPr/>
          </p:nvGrpSpPr>
          <p:grpSpPr>
            <a:xfrm>
              <a:off x="1828502" y="2944584"/>
              <a:ext cx="374531" cy="289269"/>
              <a:chOff x="725185" y="1779875"/>
              <a:chExt cx="374531" cy="289269"/>
            </a:xfrm>
          </p:grpSpPr>
          <p:sp>
            <p:nvSpPr>
              <p:cNvPr id="440" name="Oval 439">
                <a:extLst>
                  <a:ext uri="{FF2B5EF4-FFF2-40B4-BE49-F238E27FC236}">
                    <a16:creationId xmlns:a16="http://schemas.microsoft.com/office/drawing/2014/main" id="{C665F85B-B221-3349-A8A9-423CB064E829}"/>
                  </a:ext>
                </a:extLst>
              </p:cNvPr>
              <p:cNvSpPr/>
              <p:nvPr/>
            </p:nvSpPr>
            <p:spPr bwMode="auto">
              <a:xfrm>
                <a:off x="741398" y="1850752"/>
                <a:ext cx="356365" cy="168450"/>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41" name="TextBox 440">
                <a:extLst>
                  <a:ext uri="{FF2B5EF4-FFF2-40B4-BE49-F238E27FC236}">
                    <a16:creationId xmlns:a16="http://schemas.microsoft.com/office/drawing/2014/main" id="{FA49AD3B-122F-4C4B-A918-544A3BF1895E}"/>
                  </a:ext>
                </a:extLst>
              </p:cNvPr>
              <p:cNvSpPr txBox="1"/>
              <p:nvPr/>
            </p:nvSpPr>
            <p:spPr>
              <a:xfrm>
                <a:off x="725185" y="1779875"/>
                <a:ext cx="374531" cy="289269"/>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s4</a:t>
                </a:r>
              </a:p>
            </p:txBody>
          </p:sp>
        </p:grpSp>
      </p:grpSp>
      <p:grpSp>
        <p:nvGrpSpPr>
          <p:cNvPr id="452" name="Group 451">
            <a:extLst>
              <a:ext uri="{FF2B5EF4-FFF2-40B4-BE49-F238E27FC236}">
                <a16:creationId xmlns:a16="http://schemas.microsoft.com/office/drawing/2014/main" id="{F109F0CB-C7A7-9F4C-9F78-1DFE6E2E92FF}"/>
              </a:ext>
            </a:extLst>
          </p:cNvPr>
          <p:cNvGrpSpPr/>
          <p:nvPr/>
        </p:nvGrpSpPr>
        <p:grpSpPr>
          <a:xfrm>
            <a:off x="6763892" y="1425421"/>
            <a:ext cx="4822682" cy="1122684"/>
            <a:chOff x="5326799" y="1281868"/>
            <a:chExt cx="4822682" cy="1122684"/>
          </a:xfrm>
        </p:grpSpPr>
        <p:sp>
          <p:nvSpPr>
            <p:cNvPr id="453" name="TextBox 452">
              <a:extLst>
                <a:ext uri="{FF2B5EF4-FFF2-40B4-BE49-F238E27FC236}">
                  <a16:creationId xmlns:a16="http://schemas.microsoft.com/office/drawing/2014/main" id="{E06A1FC5-2F8F-E746-8AEE-58223238D3E6}"/>
                </a:ext>
              </a:extLst>
            </p:cNvPr>
            <p:cNvSpPr txBox="1"/>
            <p:nvPr/>
          </p:nvSpPr>
          <p:spPr>
            <a:xfrm>
              <a:off x="5654650" y="1315023"/>
              <a:ext cx="4494831" cy="1089529"/>
            </a:xfrm>
            <a:prstGeom prst="rect">
              <a:avLst/>
            </a:prstGeom>
            <a:noFill/>
          </p:spPr>
          <p:txBody>
            <a:bodyPr wrap="square" rtlCol="0">
              <a:spAutoFit/>
            </a:bodyPr>
            <a:lstStyle/>
            <a:p>
              <a:pPr marL="0" marR="0" lvl="0" indent="0" defTabSz="914400" eaLnBrk="0" fontAlgn="base" latinLnBrk="0" hangingPunct="0">
                <a:lnSpc>
                  <a:spcPct val="9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ea typeface="ＭＳ Ｐゴシック" charset="0"/>
                </a:rPr>
                <a:t>S1, experiencing link failure uses OpenFlow port status message to notify controller</a:t>
              </a:r>
            </a:p>
          </p:txBody>
        </p:sp>
        <p:grpSp>
          <p:nvGrpSpPr>
            <p:cNvPr id="454" name="Group 453">
              <a:extLst>
                <a:ext uri="{FF2B5EF4-FFF2-40B4-BE49-F238E27FC236}">
                  <a16:creationId xmlns:a16="http://schemas.microsoft.com/office/drawing/2014/main" id="{0F995241-55DC-D948-B009-B3415184F93C}"/>
                </a:ext>
              </a:extLst>
            </p:cNvPr>
            <p:cNvGrpSpPr/>
            <p:nvPr/>
          </p:nvGrpSpPr>
          <p:grpSpPr>
            <a:xfrm>
              <a:off x="5326799" y="1281868"/>
              <a:ext cx="314510" cy="400110"/>
              <a:chOff x="430693" y="1944861"/>
              <a:chExt cx="291062" cy="400110"/>
            </a:xfrm>
          </p:grpSpPr>
          <p:sp>
            <p:nvSpPr>
              <p:cNvPr id="455" name="Oval 454">
                <a:extLst>
                  <a:ext uri="{FF2B5EF4-FFF2-40B4-BE49-F238E27FC236}">
                    <a16:creationId xmlns:a16="http://schemas.microsoft.com/office/drawing/2014/main" id="{838418A2-0530-6D4D-B957-9B73EC90CAF5}"/>
                  </a:ext>
                </a:extLst>
              </p:cNvPr>
              <p:cNvSpPr/>
              <p:nvPr/>
            </p:nvSpPr>
            <p:spPr>
              <a:xfrm>
                <a:off x="448041" y="2026177"/>
                <a:ext cx="251755" cy="263122"/>
              </a:xfrm>
              <a:prstGeom prst="ellipse">
                <a:avLst/>
              </a:prstGeom>
              <a:solidFill>
                <a:srgbClr val="FFFFFF"/>
              </a:solidFill>
              <a:ln w="12700">
                <a:solidFill>
                  <a:srgbClr val="C00000"/>
                </a:solidFill>
              </a:ln>
            </p:spPr>
            <p:txBody>
              <a:bodyPr vert="horz" wrap="none" lIns="91440" tIns="45720" rIns="91440" bIns="45720" numCol="1" rtlCol="0" anchor="t" anchorCtr="0" compatLnSpc="1">
                <a:prstTxWarp prst="textNoShape">
                  <a:avLst/>
                </a:prstTxWarp>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ea typeface="ＭＳ Ｐゴシック" charset="0"/>
                  <a:cs typeface="Arial"/>
                </a:endParaRPr>
              </a:p>
            </p:txBody>
          </p:sp>
          <p:sp>
            <p:nvSpPr>
              <p:cNvPr id="456" name="TextBox 455">
                <a:extLst>
                  <a:ext uri="{FF2B5EF4-FFF2-40B4-BE49-F238E27FC236}">
                    <a16:creationId xmlns:a16="http://schemas.microsoft.com/office/drawing/2014/main" id="{EECCC49B-4360-6A44-857F-C6612A4A5A91}"/>
                  </a:ext>
                </a:extLst>
              </p:cNvPr>
              <p:cNvSpPr txBox="1"/>
              <p:nvPr/>
            </p:nvSpPr>
            <p:spPr>
              <a:xfrm>
                <a:off x="430693" y="1944861"/>
                <a:ext cx="291062" cy="400110"/>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C00000"/>
                    </a:solidFill>
                    <a:effectLst/>
                    <a:uLnTx/>
                    <a:uFillTx/>
                    <a:ea typeface="ＭＳ Ｐゴシック" charset="0"/>
                    <a:cs typeface="Arial"/>
                  </a:rPr>
                  <a:t>1</a:t>
                </a:r>
              </a:p>
            </p:txBody>
          </p:sp>
        </p:grpSp>
      </p:grpSp>
      <p:grpSp>
        <p:nvGrpSpPr>
          <p:cNvPr id="457" name="Group 456">
            <a:extLst>
              <a:ext uri="{FF2B5EF4-FFF2-40B4-BE49-F238E27FC236}">
                <a16:creationId xmlns:a16="http://schemas.microsoft.com/office/drawing/2014/main" id="{E094A808-83E3-F44E-8311-B49C7768D728}"/>
              </a:ext>
            </a:extLst>
          </p:cNvPr>
          <p:cNvGrpSpPr/>
          <p:nvPr/>
        </p:nvGrpSpPr>
        <p:grpSpPr>
          <a:xfrm>
            <a:off x="6812552" y="2632974"/>
            <a:ext cx="5024543" cy="790285"/>
            <a:chOff x="5330006" y="1281868"/>
            <a:chExt cx="5024543" cy="790285"/>
          </a:xfrm>
        </p:grpSpPr>
        <p:sp>
          <p:nvSpPr>
            <p:cNvPr id="458" name="TextBox 457">
              <a:extLst>
                <a:ext uri="{FF2B5EF4-FFF2-40B4-BE49-F238E27FC236}">
                  <a16:creationId xmlns:a16="http://schemas.microsoft.com/office/drawing/2014/main" id="{5A66128A-E3A6-114A-91B5-2FE1B075D1FB}"/>
                </a:ext>
              </a:extLst>
            </p:cNvPr>
            <p:cNvSpPr txBox="1"/>
            <p:nvPr/>
          </p:nvSpPr>
          <p:spPr>
            <a:xfrm>
              <a:off x="5654650" y="1315023"/>
              <a:ext cx="4699899" cy="757130"/>
            </a:xfrm>
            <a:prstGeom prst="rect">
              <a:avLst/>
            </a:prstGeom>
            <a:noFill/>
          </p:spPr>
          <p:txBody>
            <a:bodyPr wrap="square" rtlCol="0">
              <a:spAutoFit/>
            </a:bodyPr>
            <a:lstStyle/>
            <a:p>
              <a:pPr marL="0" marR="0" lvl="0" indent="0" defTabSz="914400" eaLnBrk="0" fontAlgn="base" latinLnBrk="0" hangingPunct="0">
                <a:lnSpc>
                  <a:spcPct val="9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ea typeface="ＭＳ Ｐゴシック" charset="0"/>
                </a:rPr>
                <a:t>SDN controller receives OpenFlow message, updates link status info</a:t>
              </a:r>
            </a:p>
          </p:txBody>
        </p:sp>
        <p:grpSp>
          <p:nvGrpSpPr>
            <p:cNvPr id="459" name="Group 458">
              <a:extLst>
                <a:ext uri="{FF2B5EF4-FFF2-40B4-BE49-F238E27FC236}">
                  <a16:creationId xmlns:a16="http://schemas.microsoft.com/office/drawing/2014/main" id="{0680D512-D870-4A4E-A672-2D42E18257F4}"/>
                </a:ext>
              </a:extLst>
            </p:cNvPr>
            <p:cNvGrpSpPr/>
            <p:nvPr/>
          </p:nvGrpSpPr>
          <p:grpSpPr>
            <a:xfrm>
              <a:off x="5330006" y="1281868"/>
              <a:ext cx="314510" cy="400110"/>
              <a:chOff x="433661" y="1944861"/>
              <a:chExt cx="291062" cy="400110"/>
            </a:xfrm>
          </p:grpSpPr>
          <p:sp>
            <p:nvSpPr>
              <p:cNvPr id="460" name="Oval 459">
                <a:extLst>
                  <a:ext uri="{FF2B5EF4-FFF2-40B4-BE49-F238E27FC236}">
                    <a16:creationId xmlns:a16="http://schemas.microsoft.com/office/drawing/2014/main" id="{C54CA8A5-88FD-0B43-B39C-06EA5B196E08}"/>
                  </a:ext>
                </a:extLst>
              </p:cNvPr>
              <p:cNvSpPr/>
              <p:nvPr/>
            </p:nvSpPr>
            <p:spPr>
              <a:xfrm>
                <a:off x="448041" y="2026177"/>
                <a:ext cx="251755" cy="263122"/>
              </a:xfrm>
              <a:prstGeom prst="ellipse">
                <a:avLst/>
              </a:prstGeom>
              <a:solidFill>
                <a:srgbClr val="FFFFFF"/>
              </a:solidFill>
              <a:ln w="12700">
                <a:solidFill>
                  <a:srgbClr val="C00000"/>
                </a:solidFill>
              </a:ln>
            </p:spPr>
            <p:txBody>
              <a:bodyPr vert="horz" wrap="none" lIns="91440" tIns="45720" rIns="91440" bIns="45720" numCol="1" rtlCol="0" anchor="t" anchorCtr="0" compatLnSpc="1">
                <a:prstTxWarp prst="textNoShape">
                  <a:avLst/>
                </a:prstTxWarp>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ea typeface="ＭＳ Ｐゴシック" charset="0"/>
                  <a:cs typeface="Arial"/>
                </a:endParaRPr>
              </a:p>
            </p:txBody>
          </p:sp>
          <p:sp>
            <p:nvSpPr>
              <p:cNvPr id="461" name="TextBox 460">
                <a:extLst>
                  <a:ext uri="{FF2B5EF4-FFF2-40B4-BE49-F238E27FC236}">
                    <a16:creationId xmlns:a16="http://schemas.microsoft.com/office/drawing/2014/main" id="{98241409-350B-3C48-8CD4-8EC73830F0DD}"/>
                  </a:ext>
                </a:extLst>
              </p:cNvPr>
              <p:cNvSpPr txBox="1"/>
              <p:nvPr/>
            </p:nvSpPr>
            <p:spPr>
              <a:xfrm>
                <a:off x="433661" y="1944861"/>
                <a:ext cx="291062" cy="400110"/>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C00000"/>
                    </a:solidFill>
                    <a:effectLst/>
                    <a:uLnTx/>
                    <a:uFillTx/>
                    <a:ea typeface="ＭＳ Ｐゴシック" charset="0"/>
                    <a:cs typeface="Arial"/>
                  </a:rPr>
                  <a:t>2</a:t>
                </a:r>
              </a:p>
            </p:txBody>
          </p:sp>
        </p:grpSp>
      </p:grpSp>
      <p:grpSp>
        <p:nvGrpSpPr>
          <p:cNvPr id="462" name="Group 461">
            <a:extLst>
              <a:ext uri="{FF2B5EF4-FFF2-40B4-BE49-F238E27FC236}">
                <a16:creationId xmlns:a16="http://schemas.microsoft.com/office/drawing/2014/main" id="{A90C1603-EE2D-5C46-96D7-DD144E7597AC}"/>
              </a:ext>
            </a:extLst>
          </p:cNvPr>
          <p:cNvGrpSpPr/>
          <p:nvPr/>
        </p:nvGrpSpPr>
        <p:grpSpPr>
          <a:xfrm>
            <a:off x="6821113" y="3557841"/>
            <a:ext cx="5253976" cy="1445458"/>
            <a:chOff x="5333217" y="1291493"/>
            <a:chExt cx="5253976" cy="1445458"/>
          </a:xfrm>
        </p:grpSpPr>
        <p:sp>
          <p:nvSpPr>
            <p:cNvPr id="463" name="TextBox 462">
              <a:extLst>
                <a:ext uri="{FF2B5EF4-FFF2-40B4-BE49-F238E27FC236}">
                  <a16:creationId xmlns:a16="http://schemas.microsoft.com/office/drawing/2014/main" id="{7B9E44CE-B140-1542-AAC2-4DAF6F5BCDFC}"/>
                </a:ext>
              </a:extLst>
            </p:cNvPr>
            <p:cNvSpPr txBox="1"/>
            <p:nvPr/>
          </p:nvSpPr>
          <p:spPr>
            <a:xfrm>
              <a:off x="5654650" y="1315023"/>
              <a:ext cx="4932543" cy="1421928"/>
            </a:xfrm>
            <a:prstGeom prst="rect">
              <a:avLst/>
            </a:prstGeom>
            <a:noFill/>
          </p:spPr>
          <p:txBody>
            <a:bodyPr wrap="square" rtlCol="0">
              <a:spAutoFit/>
            </a:bodyPr>
            <a:lstStyle/>
            <a:p>
              <a:pPr marL="0" marR="0" lvl="0" indent="0" defTabSz="914400" eaLnBrk="0" fontAlgn="base" latinLnBrk="0" hangingPunct="0">
                <a:lnSpc>
                  <a:spcPct val="9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ea typeface="ＭＳ Ｐゴシック" charset="0"/>
                </a:rPr>
                <a:t>Dijkstra’s routing algorithm application has previously registered to be called when ever link status changes.  It is called.</a:t>
              </a:r>
            </a:p>
          </p:txBody>
        </p:sp>
        <p:grpSp>
          <p:nvGrpSpPr>
            <p:cNvPr id="464" name="Group 463">
              <a:extLst>
                <a:ext uri="{FF2B5EF4-FFF2-40B4-BE49-F238E27FC236}">
                  <a16:creationId xmlns:a16="http://schemas.microsoft.com/office/drawing/2014/main" id="{4AA4F08F-919D-6D43-A245-B36CE88D136C}"/>
                </a:ext>
              </a:extLst>
            </p:cNvPr>
            <p:cNvGrpSpPr/>
            <p:nvPr/>
          </p:nvGrpSpPr>
          <p:grpSpPr>
            <a:xfrm>
              <a:off x="5333217" y="1291493"/>
              <a:ext cx="314510" cy="400110"/>
              <a:chOff x="436633" y="1954486"/>
              <a:chExt cx="291062" cy="400110"/>
            </a:xfrm>
          </p:grpSpPr>
          <p:sp>
            <p:nvSpPr>
              <p:cNvPr id="465" name="Oval 464">
                <a:extLst>
                  <a:ext uri="{FF2B5EF4-FFF2-40B4-BE49-F238E27FC236}">
                    <a16:creationId xmlns:a16="http://schemas.microsoft.com/office/drawing/2014/main" id="{474762E3-AFBB-FD48-BEF6-8AF863920A29}"/>
                  </a:ext>
                </a:extLst>
              </p:cNvPr>
              <p:cNvSpPr/>
              <p:nvPr/>
            </p:nvSpPr>
            <p:spPr>
              <a:xfrm>
                <a:off x="448041" y="2026177"/>
                <a:ext cx="251755" cy="263122"/>
              </a:xfrm>
              <a:prstGeom prst="ellipse">
                <a:avLst/>
              </a:prstGeom>
              <a:solidFill>
                <a:srgbClr val="FFFFFF"/>
              </a:solidFill>
              <a:ln w="12700">
                <a:solidFill>
                  <a:srgbClr val="C00000"/>
                </a:solidFill>
              </a:ln>
            </p:spPr>
            <p:txBody>
              <a:bodyPr vert="horz" wrap="none" lIns="91440" tIns="45720" rIns="91440" bIns="45720" numCol="1" rtlCol="0" anchor="t" anchorCtr="0" compatLnSpc="1">
                <a:prstTxWarp prst="textNoShape">
                  <a:avLst/>
                </a:prstTxWarp>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ea typeface="ＭＳ Ｐゴシック" charset="0"/>
                  <a:cs typeface="Arial"/>
                </a:endParaRPr>
              </a:p>
            </p:txBody>
          </p:sp>
          <p:sp>
            <p:nvSpPr>
              <p:cNvPr id="466" name="TextBox 465">
                <a:extLst>
                  <a:ext uri="{FF2B5EF4-FFF2-40B4-BE49-F238E27FC236}">
                    <a16:creationId xmlns:a16="http://schemas.microsoft.com/office/drawing/2014/main" id="{C0B243D3-CD77-354D-AF47-3C3867EAD742}"/>
                  </a:ext>
                </a:extLst>
              </p:cNvPr>
              <p:cNvSpPr txBox="1"/>
              <p:nvPr/>
            </p:nvSpPr>
            <p:spPr>
              <a:xfrm>
                <a:off x="436633" y="1954486"/>
                <a:ext cx="291062" cy="400110"/>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C00000"/>
                    </a:solidFill>
                    <a:effectLst/>
                    <a:uLnTx/>
                    <a:uFillTx/>
                    <a:ea typeface="ＭＳ Ｐゴシック" charset="0"/>
                    <a:cs typeface="Arial"/>
                  </a:rPr>
                  <a:t>3</a:t>
                </a:r>
              </a:p>
            </p:txBody>
          </p:sp>
        </p:grpSp>
      </p:grpSp>
      <p:grpSp>
        <p:nvGrpSpPr>
          <p:cNvPr id="467" name="Group 466">
            <a:extLst>
              <a:ext uri="{FF2B5EF4-FFF2-40B4-BE49-F238E27FC236}">
                <a16:creationId xmlns:a16="http://schemas.microsoft.com/office/drawing/2014/main" id="{9B04D695-515C-F643-A6A8-EB313B26D25D}"/>
              </a:ext>
            </a:extLst>
          </p:cNvPr>
          <p:cNvGrpSpPr/>
          <p:nvPr/>
        </p:nvGrpSpPr>
        <p:grpSpPr>
          <a:xfrm>
            <a:off x="6800258" y="5062185"/>
            <a:ext cx="4748738" cy="1448665"/>
            <a:chOff x="5320381" y="1288286"/>
            <a:chExt cx="4748738" cy="1448665"/>
          </a:xfrm>
        </p:grpSpPr>
        <p:sp>
          <p:nvSpPr>
            <p:cNvPr id="468" name="TextBox 467">
              <a:extLst>
                <a:ext uri="{FF2B5EF4-FFF2-40B4-BE49-F238E27FC236}">
                  <a16:creationId xmlns:a16="http://schemas.microsoft.com/office/drawing/2014/main" id="{B0A5DC12-CD7F-7947-8638-FCA31A28E2B0}"/>
                </a:ext>
              </a:extLst>
            </p:cNvPr>
            <p:cNvSpPr txBox="1"/>
            <p:nvPr/>
          </p:nvSpPr>
          <p:spPr>
            <a:xfrm>
              <a:off x="5654650" y="1315023"/>
              <a:ext cx="4414469" cy="1421928"/>
            </a:xfrm>
            <a:prstGeom prst="rect">
              <a:avLst/>
            </a:prstGeom>
            <a:noFill/>
          </p:spPr>
          <p:txBody>
            <a:bodyPr wrap="square" rtlCol="0">
              <a:spAutoFit/>
            </a:bodyPr>
            <a:lstStyle/>
            <a:p>
              <a:pPr marL="0" marR="0" lvl="0" indent="0" defTabSz="914400" eaLnBrk="0" fontAlgn="base" latinLnBrk="0" hangingPunct="0">
                <a:lnSpc>
                  <a:spcPct val="9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ea typeface="ＭＳ Ｐゴシック" charset="0"/>
                </a:rPr>
                <a:t>Dijkstra’s routing algorithm access network graph info, link state info in controller,  computes new routes</a:t>
              </a:r>
            </a:p>
          </p:txBody>
        </p:sp>
        <p:grpSp>
          <p:nvGrpSpPr>
            <p:cNvPr id="469" name="Group 468">
              <a:extLst>
                <a:ext uri="{FF2B5EF4-FFF2-40B4-BE49-F238E27FC236}">
                  <a16:creationId xmlns:a16="http://schemas.microsoft.com/office/drawing/2014/main" id="{E780A433-81AB-8640-801E-3E36D0C8A814}"/>
                </a:ext>
              </a:extLst>
            </p:cNvPr>
            <p:cNvGrpSpPr/>
            <p:nvPr/>
          </p:nvGrpSpPr>
          <p:grpSpPr>
            <a:xfrm>
              <a:off x="5320381" y="1288286"/>
              <a:ext cx="314510" cy="400110"/>
              <a:chOff x="424754" y="1951279"/>
              <a:chExt cx="291062" cy="400110"/>
            </a:xfrm>
          </p:grpSpPr>
          <p:sp>
            <p:nvSpPr>
              <p:cNvPr id="470" name="Oval 469">
                <a:extLst>
                  <a:ext uri="{FF2B5EF4-FFF2-40B4-BE49-F238E27FC236}">
                    <a16:creationId xmlns:a16="http://schemas.microsoft.com/office/drawing/2014/main" id="{13BA4AD6-9B8B-B34F-8638-37047BF2F57A}"/>
                  </a:ext>
                </a:extLst>
              </p:cNvPr>
              <p:cNvSpPr/>
              <p:nvPr/>
            </p:nvSpPr>
            <p:spPr>
              <a:xfrm>
                <a:off x="448041" y="2026177"/>
                <a:ext cx="251755" cy="263122"/>
              </a:xfrm>
              <a:prstGeom prst="ellipse">
                <a:avLst/>
              </a:prstGeom>
              <a:solidFill>
                <a:srgbClr val="FFFFFF"/>
              </a:solidFill>
              <a:ln w="12700">
                <a:solidFill>
                  <a:srgbClr val="C00000"/>
                </a:solidFill>
              </a:ln>
            </p:spPr>
            <p:txBody>
              <a:bodyPr vert="horz" wrap="none" lIns="91440" tIns="45720" rIns="91440" bIns="45720" numCol="1" rtlCol="0" anchor="t" anchorCtr="0" compatLnSpc="1">
                <a:prstTxWarp prst="textNoShape">
                  <a:avLst/>
                </a:prstTxWarp>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ea typeface="ＭＳ Ｐゴシック" charset="0"/>
                  <a:cs typeface="Arial"/>
                </a:endParaRPr>
              </a:p>
            </p:txBody>
          </p:sp>
          <p:sp>
            <p:nvSpPr>
              <p:cNvPr id="471" name="TextBox 470">
                <a:extLst>
                  <a:ext uri="{FF2B5EF4-FFF2-40B4-BE49-F238E27FC236}">
                    <a16:creationId xmlns:a16="http://schemas.microsoft.com/office/drawing/2014/main" id="{B0922FC9-7A3B-0A4F-A08D-B0BBA98A59FF}"/>
                  </a:ext>
                </a:extLst>
              </p:cNvPr>
              <p:cNvSpPr txBox="1"/>
              <p:nvPr/>
            </p:nvSpPr>
            <p:spPr>
              <a:xfrm>
                <a:off x="424754" y="1951279"/>
                <a:ext cx="291062" cy="400110"/>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C00000"/>
                    </a:solidFill>
                    <a:effectLst/>
                    <a:uLnTx/>
                    <a:uFillTx/>
                    <a:ea typeface="ＭＳ Ｐゴシック" charset="0"/>
                    <a:cs typeface="Arial"/>
                  </a:rPr>
                  <a:t>4</a:t>
                </a:r>
              </a:p>
            </p:txBody>
          </p:sp>
        </p:grpSp>
      </p:grpSp>
      <p:grpSp>
        <p:nvGrpSpPr>
          <p:cNvPr id="9" name="Group 8">
            <a:extLst>
              <a:ext uri="{FF2B5EF4-FFF2-40B4-BE49-F238E27FC236}">
                <a16:creationId xmlns:a16="http://schemas.microsoft.com/office/drawing/2014/main" id="{CD028D42-5816-5541-A673-C6433AD9D499}"/>
              </a:ext>
            </a:extLst>
          </p:cNvPr>
          <p:cNvGrpSpPr/>
          <p:nvPr/>
        </p:nvGrpSpPr>
        <p:grpSpPr>
          <a:xfrm>
            <a:off x="2312276" y="4225159"/>
            <a:ext cx="677917" cy="1261241"/>
            <a:chOff x="2312276" y="4225159"/>
            <a:chExt cx="677917" cy="1261241"/>
          </a:xfrm>
        </p:grpSpPr>
        <p:sp>
          <p:nvSpPr>
            <p:cNvPr id="7" name="Freeform 6">
              <a:extLst>
                <a:ext uri="{FF2B5EF4-FFF2-40B4-BE49-F238E27FC236}">
                  <a16:creationId xmlns:a16="http://schemas.microsoft.com/office/drawing/2014/main" id="{218DA33A-26D6-314C-A500-DD7DB353ACAB}"/>
                </a:ext>
              </a:extLst>
            </p:cNvPr>
            <p:cNvSpPr/>
            <p:nvPr/>
          </p:nvSpPr>
          <p:spPr>
            <a:xfrm>
              <a:off x="2312276" y="4225159"/>
              <a:ext cx="677917" cy="1261241"/>
            </a:xfrm>
            <a:custGeom>
              <a:avLst/>
              <a:gdLst>
                <a:gd name="connsiteX0" fmla="*/ 0 w 677917"/>
                <a:gd name="connsiteY0" fmla="*/ 1261241 h 1261241"/>
                <a:gd name="connsiteX1" fmla="*/ 677917 w 677917"/>
                <a:gd name="connsiteY1" fmla="*/ 178675 h 1261241"/>
                <a:gd name="connsiteX2" fmla="*/ 677917 w 677917"/>
                <a:gd name="connsiteY2" fmla="*/ 0 h 1261241"/>
              </a:gdLst>
              <a:ahLst/>
              <a:cxnLst>
                <a:cxn ang="0">
                  <a:pos x="connsiteX0" y="connsiteY0"/>
                </a:cxn>
                <a:cxn ang="0">
                  <a:pos x="connsiteX1" y="connsiteY1"/>
                </a:cxn>
                <a:cxn ang="0">
                  <a:pos x="connsiteX2" y="connsiteY2"/>
                </a:cxn>
              </a:cxnLst>
              <a:rect l="l" t="t" r="r" b="b"/>
              <a:pathLst>
                <a:path w="677917" h="1261241">
                  <a:moveTo>
                    <a:pt x="0" y="1261241"/>
                  </a:moveTo>
                  <a:lnTo>
                    <a:pt x="677917" y="178675"/>
                  </a:lnTo>
                  <a:lnTo>
                    <a:pt x="677917" y="0"/>
                  </a:lnTo>
                </a:path>
              </a:pathLst>
            </a:cu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71" name="Group 370">
              <a:extLst>
                <a:ext uri="{FF2B5EF4-FFF2-40B4-BE49-F238E27FC236}">
                  <a16:creationId xmlns:a16="http://schemas.microsoft.com/office/drawing/2014/main" id="{77BAE01A-4364-4544-BF42-8FF701463BAC}"/>
                </a:ext>
              </a:extLst>
            </p:cNvPr>
            <p:cNvGrpSpPr/>
            <p:nvPr/>
          </p:nvGrpSpPr>
          <p:grpSpPr>
            <a:xfrm>
              <a:off x="2499117" y="4791488"/>
              <a:ext cx="313044" cy="369332"/>
              <a:chOff x="-17363" y="1958857"/>
              <a:chExt cx="313044" cy="369332"/>
            </a:xfrm>
          </p:grpSpPr>
          <p:sp>
            <p:nvSpPr>
              <p:cNvPr id="372" name="Oval 371">
                <a:extLst>
                  <a:ext uri="{FF2B5EF4-FFF2-40B4-BE49-F238E27FC236}">
                    <a16:creationId xmlns:a16="http://schemas.microsoft.com/office/drawing/2014/main" id="{64D78EC7-F7C7-3F45-961B-64EA2E033912}"/>
                  </a:ext>
                </a:extLst>
              </p:cNvPr>
              <p:cNvSpPr/>
              <p:nvPr/>
            </p:nvSpPr>
            <p:spPr>
              <a:xfrm>
                <a:off x="17117" y="2010412"/>
                <a:ext cx="251755" cy="263122"/>
              </a:xfrm>
              <a:prstGeom prst="ellipse">
                <a:avLst/>
              </a:prstGeom>
              <a:solidFill>
                <a:srgbClr val="FFFFFF"/>
              </a:solidFill>
              <a:ln w="12700">
                <a:solidFill>
                  <a:srgbClr val="C00000"/>
                </a:solidFill>
              </a:ln>
            </p:spPr>
            <p:txBody>
              <a:bodyPr vert="horz" wrap="none" lIns="91440" tIns="45720" rIns="91440" bIns="45720" numCol="1" rtlCol="0" anchor="t" anchorCtr="0" compatLnSpc="1">
                <a:prstTxWarp prst="textNoShape">
                  <a:avLst/>
                </a:prstTxWarp>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373" name="TextBox 372">
                <a:extLst>
                  <a:ext uri="{FF2B5EF4-FFF2-40B4-BE49-F238E27FC236}">
                    <a16:creationId xmlns:a16="http://schemas.microsoft.com/office/drawing/2014/main" id="{3E26F343-9456-5D42-A9FA-964E247D2550}"/>
                  </a:ext>
                </a:extLst>
              </p:cNvPr>
              <p:cNvSpPr txBox="1"/>
              <p:nvPr/>
            </p:nvSpPr>
            <p:spPr>
              <a:xfrm>
                <a:off x="-17363" y="1958857"/>
                <a:ext cx="313044"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Arial"/>
                    <a:ea typeface="ＭＳ Ｐゴシック" charset="0"/>
                    <a:cs typeface="Arial"/>
                  </a:rPr>
                  <a:t>1</a:t>
                </a:r>
              </a:p>
            </p:txBody>
          </p:sp>
        </p:grpSp>
      </p:grpSp>
      <p:grpSp>
        <p:nvGrpSpPr>
          <p:cNvPr id="12" name="Group 11">
            <a:extLst>
              <a:ext uri="{FF2B5EF4-FFF2-40B4-BE49-F238E27FC236}">
                <a16:creationId xmlns:a16="http://schemas.microsoft.com/office/drawing/2014/main" id="{CCB6F412-7995-3B46-8E64-A0D13B5F777D}"/>
              </a:ext>
            </a:extLst>
          </p:cNvPr>
          <p:cNvGrpSpPr/>
          <p:nvPr/>
        </p:nvGrpSpPr>
        <p:grpSpPr>
          <a:xfrm>
            <a:off x="2292350" y="3432175"/>
            <a:ext cx="698500" cy="793750"/>
            <a:chOff x="2292350" y="3432175"/>
            <a:chExt cx="698500" cy="793750"/>
          </a:xfrm>
        </p:grpSpPr>
        <p:sp>
          <p:nvSpPr>
            <p:cNvPr id="10" name="Freeform 9">
              <a:extLst>
                <a:ext uri="{FF2B5EF4-FFF2-40B4-BE49-F238E27FC236}">
                  <a16:creationId xmlns:a16="http://schemas.microsoft.com/office/drawing/2014/main" id="{050C530D-3872-7E44-B659-707925E00FB5}"/>
                </a:ext>
              </a:extLst>
            </p:cNvPr>
            <p:cNvSpPr/>
            <p:nvPr/>
          </p:nvSpPr>
          <p:spPr>
            <a:xfrm>
              <a:off x="2292350" y="3432175"/>
              <a:ext cx="698500" cy="793750"/>
            </a:xfrm>
            <a:custGeom>
              <a:avLst/>
              <a:gdLst>
                <a:gd name="connsiteX0" fmla="*/ 698500 w 698500"/>
                <a:gd name="connsiteY0" fmla="*/ 793750 h 793750"/>
                <a:gd name="connsiteX1" fmla="*/ 698500 w 698500"/>
                <a:gd name="connsiteY1" fmla="*/ 508000 h 793750"/>
                <a:gd name="connsiteX2" fmla="*/ 0 w 698500"/>
                <a:gd name="connsiteY2" fmla="*/ 269875 h 793750"/>
                <a:gd name="connsiteX3" fmla="*/ 0 w 698500"/>
                <a:gd name="connsiteY3" fmla="*/ 0 h 793750"/>
                <a:gd name="connsiteX4" fmla="*/ 0 w 698500"/>
                <a:gd name="connsiteY4" fmla="*/ 3175 h 79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8500" h="793750">
                  <a:moveTo>
                    <a:pt x="698500" y="793750"/>
                  </a:moveTo>
                  <a:lnTo>
                    <a:pt x="698500" y="508000"/>
                  </a:lnTo>
                  <a:lnTo>
                    <a:pt x="0" y="269875"/>
                  </a:lnTo>
                  <a:lnTo>
                    <a:pt x="0" y="0"/>
                  </a:lnTo>
                  <a:lnTo>
                    <a:pt x="0" y="3175"/>
                  </a:lnTo>
                </a:path>
              </a:pathLst>
            </a:cu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1" name="Group 10">
              <a:extLst>
                <a:ext uri="{FF2B5EF4-FFF2-40B4-BE49-F238E27FC236}">
                  <a16:creationId xmlns:a16="http://schemas.microsoft.com/office/drawing/2014/main" id="{0E2BF29E-5D7E-3445-97B2-B00E46F50CB0}"/>
                </a:ext>
              </a:extLst>
            </p:cNvPr>
            <p:cNvGrpSpPr/>
            <p:nvPr/>
          </p:nvGrpSpPr>
          <p:grpSpPr>
            <a:xfrm>
              <a:off x="2576070" y="3664008"/>
              <a:ext cx="313044" cy="369332"/>
              <a:chOff x="2576070" y="3664008"/>
              <a:chExt cx="313044" cy="369332"/>
            </a:xfrm>
          </p:grpSpPr>
          <p:sp>
            <p:nvSpPr>
              <p:cNvPr id="375" name="Oval 374">
                <a:extLst>
                  <a:ext uri="{FF2B5EF4-FFF2-40B4-BE49-F238E27FC236}">
                    <a16:creationId xmlns:a16="http://schemas.microsoft.com/office/drawing/2014/main" id="{8730936C-BFF8-424D-8C52-3FBAACA75D29}"/>
                  </a:ext>
                </a:extLst>
              </p:cNvPr>
              <p:cNvSpPr/>
              <p:nvPr/>
            </p:nvSpPr>
            <p:spPr>
              <a:xfrm>
                <a:off x="2602120" y="3719723"/>
                <a:ext cx="251755" cy="263122"/>
              </a:xfrm>
              <a:prstGeom prst="ellipse">
                <a:avLst/>
              </a:prstGeom>
              <a:solidFill>
                <a:srgbClr val="FFFFFF"/>
              </a:solidFill>
              <a:ln w="12700">
                <a:solidFill>
                  <a:srgbClr val="C00000"/>
                </a:solidFill>
              </a:ln>
            </p:spPr>
            <p:txBody>
              <a:bodyPr vert="horz" wrap="none" lIns="91440" tIns="45720" rIns="91440" bIns="45720" numCol="1" rtlCol="0" anchor="t" anchorCtr="0" compatLnSpc="1">
                <a:prstTxWarp prst="textNoShape">
                  <a:avLst/>
                </a:prstTxWarp>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376" name="TextBox 375">
                <a:extLst>
                  <a:ext uri="{FF2B5EF4-FFF2-40B4-BE49-F238E27FC236}">
                    <a16:creationId xmlns:a16="http://schemas.microsoft.com/office/drawing/2014/main" id="{FCDD7064-D7DA-984B-8288-7014FD5FA49C}"/>
                  </a:ext>
                </a:extLst>
              </p:cNvPr>
              <p:cNvSpPr txBox="1"/>
              <p:nvPr/>
            </p:nvSpPr>
            <p:spPr>
              <a:xfrm>
                <a:off x="2576070" y="3664008"/>
                <a:ext cx="313044"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Arial"/>
                    <a:ea typeface="ＭＳ Ｐゴシック" charset="0"/>
                    <a:cs typeface="Arial"/>
                  </a:rPr>
                  <a:t>2</a:t>
                </a:r>
              </a:p>
            </p:txBody>
          </p:sp>
        </p:grpSp>
      </p:grpSp>
      <p:grpSp>
        <p:nvGrpSpPr>
          <p:cNvPr id="15" name="Group 14">
            <a:extLst>
              <a:ext uri="{FF2B5EF4-FFF2-40B4-BE49-F238E27FC236}">
                <a16:creationId xmlns:a16="http://schemas.microsoft.com/office/drawing/2014/main" id="{E9BE2FC1-14EF-EF41-B834-5B22F3837E94}"/>
              </a:ext>
            </a:extLst>
          </p:cNvPr>
          <p:cNvGrpSpPr/>
          <p:nvPr/>
        </p:nvGrpSpPr>
        <p:grpSpPr>
          <a:xfrm>
            <a:off x="2137625" y="1774825"/>
            <a:ext cx="313044" cy="1663700"/>
            <a:chOff x="2134450" y="1762125"/>
            <a:chExt cx="313044" cy="1663700"/>
          </a:xfrm>
        </p:grpSpPr>
        <p:sp>
          <p:nvSpPr>
            <p:cNvPr id="13" name="Freeform 12">
              <a:extLst>
                <a:ext uri="{FF2B5EF4-FFF2-40B4-BE49-F238E27FC236}">
                  <a16:creationId xmlns:a16="http://schemas.microsoft.com/office/drawing/2014/main" id="{C78CDCAC-EDD7-0E4E-8BD0-4FB5320ED675}"/>
                </a:ext>
              </a:extLst>
            </p:cNvPr>
            <p:cNvSpPr/>
            <p:nvPr/>
          </p:nvSpPr>
          <p:spPr>
            <a:xfrm>
              <a:off x="2273300" y="1762125"/>
              <a:ext cx="15875" cy="1663700"/>
            </a:xfrm>
            <a:custGeom>
              <a:avLst/>
              <a:gdLst>
                <a:gd name="connsiteX0" fmla="*/ 15875 w 15875"/>
                <a:gd name="connsiteY0" fmla="*/ 1663700 h 1663700"/>
                <a:gd name="connsiteX1" fmla="*/ 15875 w 15875"/>
                <a:gd name="connsiteY1" fmla="*/ 0 h 1663700"/>
                <a:gd name="connsiteX2" fmla="*/ 0 w 15875"/>
                <a:gd name="connsiteY2" fmla="*/ 0 h 1663700"/>
              </a:gdLst>
              <a:ahLst/>
              <a:cxnLst>
                <a:cxn ang="0">
                  <a:pos x="connsiteX0" y="connsiteY0"/>
                </a:cxn>
                <a:cxn ang="0">
                  <a:pos x="connsiteX1" y="connsiteY1"/>
                </a:cxn>
                <a:cxn ang="0">
                  <a:pos x="connsiteX2" y="connsiteY2"/>
                </a:cxn>
              </a:cxnLst>
              <a:rect l="l" t="t" r="r" b="b"/>
              <a:pathLst>
                <a:path w="15875" h="1663700">
                  <a:moveTo>
                    <a:pt x="15875" y="1663700"/>
                  </a:moveTo>
                  <a:lnTo>
                    <a:pt x="15875" y="0"/>
                  </a:lnTo>
                  <a:lnTo>
                    <a:pt x="0" y="0"/>
                  </a:lnTo>
                </a:path>
              </a:pathLst>
            </a:custGeom>
            <a:noFill/>
            <a:ln w="1905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4" name="Group 13">
              <a:extLst>
                <a:ext uri="{FF2B5EF4-FFF2-40B4-BE49-F238E27FC236}">
                  <a16:creationId xmlns:a16="http://schemas.microsoft.com/office/drawing/2014/main" id="{B0A2102A-B985-AC47-85E1-BFD474A7D9D2}"/>
                </a:ext>
              </a:extLst>
            </p:cNvPr>
            <p:cNvGrpSpPr/>
            <p:nvPr/>
          </p:nvGrpSpPr>
          <p:grpSpPr>
            <a:xfrm>
              <a:off x="2134450" y="2567187"/>
              <a:ext cx="313044" cy="369332"/>
              <a:chOff x="1712175" y="2510037"/>
              <a:chExt cx="313044" cy="369332"/>
            </a:xfrm>
          </p:grpSpPr>
          <p:sp>
            <p:nvSpPr>
              <p:cNvPr id="378" name="Oval 377">
                <a:extLst>
                  <a:ext uri="{FF2B5EF4-FFF2-40B4-BE49-F238E27FC236}">
                    <a16:creationId xmlns:a16="http://schemas.microsoft.com/office/drawing/2014/main" id="{DC0871FF-D3D8-2643-B38B-DAEBEB8EA107}"/>
                  </a:ext>
                </a:extLst>
              </p:cNvPr>
              <p:cNvSpPr/>
              <p:nvPr/>
            </p:nvSpPr>
            <p:spPr>
              <a:xfrm>
                <a:off x="1744575" y="2568927"/>
                <a:ext cx="251755" cy="263122"/>
              </a:xfrm>
              <a:prstGeom prst="ellipse">
                <a:avLst/>
              </a:prstGeom>
              <a:solidFill>
                <a:srgbClr val="FFFFFF"/>
              </a:solidFill>
              <a:ln w="12700">
                <a:solidFill>
                  <a:srgbClr val="C00000"/>
                </a:solidFill>
              </a:ln>
            </p:spPr>
            <p:txBody>
              <a:bodyPr vert="horz" wrap="none" lIns="91440" tIns="45720" rIns="91440" bIns="45720" numCol="1" rtlCol="0" anchor="t" anchorCtr="0" compatLnSpc="1">
                <a:prstTxWarp prst="textNoShape">
                  <a:avLst/>
                </a:prstTxWarp>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379" name="TextBox 378">
                <a:extLst>
                  <a:ext uri="{FF2B5EF4-FFF2-40B4-BE49-F238E27FC236}">
                    <a16:creationId xmlns:a16="http://schemas.microsoft.com/office/drawing/2014/main" id="{965BF2B8-2DC2-A24B-A21E-51E530B25818}"/>
                  </a:ext>
                </a:extLst>
              </p:cNvPr>
              <p:cNvSpPr txBox="1"/>
              <p:nvPr/>
            </p:nvSpPr>
            <p:spPr>
              <a:xfrm>
                <a:off x="1712175" y="2510037"/>
                <a:ext cx="313044"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Arial"/>
                    <a:ea typeface="ＭＳ Ｐゴシック" charset="0"/>
                    <a:cs typeface="Arial"/>
                  </a:rPr>
                  <a:t>3</a:t>
                </a:r>
              </a:p>
            </p:txBody>
          </p:sp>
        </p:grpSp>
      </p:grpSp>
      <p:grpSp>
        <p:nvGrpSpPr>
          <p:cNvPr id="18" name="Group 17">
            <a:extLst>
              <a:ext uri="{FF2B5EF4-FFF2-40B4-BE49-F238E27FC236}">
                <a16:creationId xmlns:a16="http://schemas.microsoft.com/office/drawing/2014/main" id="{2BA13A42-84D2-5F46-9A6B-6BA30F8EDC2D}"/>
              </a:ext>
            </a:extLst>
          </p:cNvPr>
          <p:cNvGrpSpPr/>
          <p:nvPr/>
        </p:nvGrpSpPr>
        <p:grpSpPr>
          <a:xfrm>
            <a:off x="2349183" y="1803400"/>
            <a:ext cx="313044" cy="1539875"/>
            <a:chOff x="2349183" y="1803400"/>
            <a:chExt cx="313044" cy="1539875"/>
          </a:xfrm>
        </p:grpSpPr>
        <p:cxnSp>
          <p:nvCxnSpPr>
            <p:cNvPr id="17" name="Straight Arrow Connector 16">
              <a:extLst>
                <a:ext uri="{FF2B5EF4-FFF2-40B4-BE49-F238E27FC236}">
                  <a16:creationId xmlns:a16="http://schemas.microsoft.com/office/drawing/2014/main" id="{FFBD088A-94D4-CC45-A539-772D0FEB312B}"/>
                </a:ext>
              </a:extLst>
            </p:cNvPr>
            <p:cNvCxnSpPr/>
            <p:nvPr/>
          </p:nvCxnSpPr>
          <p:spPr>
            <a:xfrm>
              <a:off x="2498725" y="1803400"/>
              <a:ext cx="0" cy="1539875"/>
            </a:xfrm>
            <a:prstGeom prst="straightConnector1">
              <a:avLst/>
            </a:prstGeom>
            <a:ln w="19050">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nvGrpSpPr>
            <p:cNvPr id="381" name="Group 380">
              <a:extLst>
                <a:ext uri="{FF2B5EF4-FFF2-40B4-BE49-F238E27FC236}">
                  <a16:creationId xmlns:a16="http://schemas.microsoft.com/office/drawing/2014/main" id="{76F79744-5FA1-7449-B121-428DFE2E2D6C}"/>
                </a:ext>
              </a:extLst>
            </p:cNvPr>
            <p:cNvGrpSpPr/>
            <p:nvPr/>
          </p:nvGrpSpPr>
          <p:grpSpPr>
            <a:xfrm>
              <a:off x="2349183" y="1906331"/>
              <a:ext cx="313044" cy="369332"/>
              <a:chOff x="415641" y="1967287"/>
              <a:chExt cx="313044" cy="369332"/>
            </a:xfrm>
          </p:grpSpPr>
          <p:sp>
            <p:nvSpPr>
              <p:cNvPr id="382" name="Oval 381">
                <a:extLst>
                  <a:ext uri="{FF2B5EF4-FFF2-40B4-BE49-F238E27FC236}">
                    <a16:creationId xmlns:a16="http://schemas.microsoft.com/office/drawing/2014/main" id="{9FD5CC65-BB19-764E-927A-898AD871E876}"/>
                  </a:ext>
                </a:extLst>
              </p:cNvPr>
              <p:cNvSpPr/>
              <p:nvPr/>
            </p:nvSpPr>
            <p:spPr>
              <a:xfrm>
                <a:off x="448041" y="2026177"/>
                <a:ext cx="251755" cy="263122"/>
              </a:xfrm>
              <a:prstGeom prst="ellipse">
                <a:avLst/>
              </a:prstGeom>
              <a:solidFill>
                <a:srgbClr val="FFFFFF"/>
              </a:solidFill>
              <a:ln w="12700">
                <a:solidFill>
                  <a:srgbClr val="C00000"/>
                </a:solidFill>
              </a:ln>
            </p:spPr>
            <p:txBody>
              <a:bodyPr vert="horz" wrap="none" lIns="91440" tIns="45720" rIns="91440" bIns="45720" numCol="1" rtlCol="0" anchor="t" anchorCtr="0" compatLnSpc="1">
                <a:prstTxWarp prst="textNoShape">
                  <a:avLst/>
                </a:prstTxWarp>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383" name="TextBox 382">
                <a:extLst>
                  <a:ext uri="{FF2B5EF4-FFF2-40B4-BE49-F238E27FC236}">
                    <a16:creationId xmlns:a16="http://schemas.microsoft.com/office/drawing/2014/main" id="{571E5AEF-2D67-A64A-8835-73795045CED6}"/>
                  </a:ext>
                </a:extLst>
              </p:cNvPr>
              <p:cNvSpPr txBox="1"/>
              <p:nvPr/>
            </p:nvSpPr>
            <p:spPr>
              <a:xfrm>
                <a:off x="415641" y="1967287"/>
                <a:ext cx="313044"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Arial"/>
                    <a:ea typeface="ＭＳ Ｐゴシック" charset="0"/>
                    <a:cs typeface="Arial"/>
                  </a:rPr>
                  <a:t>4</a:t>
                </a:r>
              </a:p>
            </p:txBody>
          </p:sp>
        </p:grpSp>
      </p:grpSp>
    </p:spTree>
    <p:extLst>
      <p:ext uri="{BB962C8B-B14F-4D97-AF65-F5344CB8AC3E}">
        <p14:creationId xmlns:p14="http://schemas.microsoft.com/office/powerpoint/2010/main" val="34628884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52"/>
                                        </p:tgtEl>
                                        <p:attrNameLst>
                                          <p:attrName>style.visibility</p:attrName>
                                        </p:attrNameLst>
                                      </p:cBhvr>
                                      <p:to>
                                        <p:strVal val="visible"/>
                                      </p:to>
                                    </p:set>
                                    <p:animEffect transition="in" filter="dissolve">
                                      <p:cBhvr>
                                        <p:cTn id="7" dur="500"/>
                                        <p:tgtEl>
                                          <p:spTgt spid="452"/>
                                        </p:tgtEl>
                                      </p:cBhvr>
                                    </p:animEffect>
                                  </p:childTnLst>
                                </p:cTn>
                              </p:par>
                              <p:par>
                                <p:cTn id="8" presetID="22" presetClass="entr" presetSubtype="4"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wipe(down)">
                                      <p:cBhvr>
                                        <p:cTn id="10" dur="500"/>
                                        <p:tgtEl>
                                          <p:spTgt spid="9"/>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457"/>
                                        </p:tgtEl>
                                        <p:attrNameLst>
                                          <p:attrName>style.visibility</p:attrName>
                                        </p:attrNameLst>
                                      </p:cBhvr>
                                      <p:to>
                                        <p:strVal val="visible"/>
                                      </p:to>
                                    </p:set>
                                    <p:animEffect transition="in" filter="dissolve">
                                      <p:cBhvr>
                                        <p:cTn id="15" dur="500"/>
                                        <p:tgtEl>
                                          <p:spTgt spid="457"/>
                                        </p:tgtEl>
                                      </p:cBhvr>
                                    </p:animEffect>
                                  </p:childTnLst>
                                </p:cTn>
                              </p:par>
                              <p:par>
                                <p:cTn id="16" presetID="22" presetClass="entr" presetSubtype="4" fill="hold" nodeType="withEffect">
                                  <p:stCondLst>
                                    <p:cond delay="0"/>
                                  </p:stCondLst>
                                  <p:childTnLst>
                                    <p:set>
                                      <p:cBhvr>
                                        <p:cTn id="17" dur="1" fill="hold">
                                          <p:stCondLst>
                                            <p:cond delay="0"/>
                                          </p:stCondLst>
                                        </p:cTn>
                                        <p:tgtEl>
                                          <p:spTgt spid="12"/>
                                        </p:tgtEl>
                                        <p:attrNameLst>
                                          <p:attrName>style.visibility</p:attrName>
                                        </p:attrNameLst>
                                      </p:cBhvr>
                                      <p:to>
                                        <p:strVal val="visible"/>
                                      </p:to>
                                    </p:set>
                                    <p:animEffect transition="in" filter="wipe(down)">
                                      <p:cBhvr>
                                        <p:cTn id="18" dur="500"/>
                                        <p:tgtEl>
                                          <p:spTgt spid="12"/>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462"/>
                                        </p:tgtEl>
                                        <p:attrNameLst>
                                          <p:attrName>style.visibility</p:attrName>
                                        </p:attrNameLst>
                                      </p:cBhvr>
                                      <p:to>
                                        <p:strVal val="visible"/>
                                      </p:to>
                                    </p:set>
                                    <p:animEffect transition="in" filter="dissolve">
                                      <p:cBhvr>
                                        <p:cTn id="23" dur="500"/>
                                        <p:tgtEl>
                                          <p:spTgt spid="462"/>
                                        </p:tgtEl>
                                      </p:cBhvr>
                                    </p:animEffect>
                                  </p:childTnLst>
                                </p:cTn>
                              </p:par>
                              <p:par>
                                <p:cTn id="24" presetID="22" presetClass="entr" presetSubtype="4" fill="hold" nodeType="withEffect">
                                  <p:stCondLst>
                                    <p:cond delay="0"/>
                                  </p:stCondLst>
                                  <p:childTnLst>
                                    <p:set>
                                      <p:cBhvr>
                                        <p:cTn id="25" dur="1" fill="hold">
                                          <p:stCondLst>
                                            <p:cond delay="0"/>
                                          </p:stCondLst>
                                        </p:cTn>
                                        <p:tgtEl>
                                          <p:spTgt spid="15"/>
                                        </p:tgtEl>
                                        <p:attrNameLst>
                                          <p:attrName>style.visibility</p:attrName>
                                        </p:attrNameLst>
                                      </p:cBhvr>
                                      <p:to>
                                        <p:strVal val="visible"/>
                                      </p:to>
                                    </p:set>
                                    <p:animEffect transition="in" filter="wipe(down)">
                                      <p:cBhvr>
                                        <p:cTn id="26" dur="500"/>
                                        <p:tgtEl>
                                          <p:spTgt spid="15"/>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467"/>
                                        </p:tgtEl>
                                        <p:attrNameLst>
                                          <p:attrName>style.visibility</p:attrName>
                                        </p:attrNameLst>
                                      </p:cBhvr>
                                      <p:to>
                                        <p:strVal val="visible"/>
                                      </p:to>
                                    </p:set>
                                    <p:animEffect transition="in" filter="dissolve">
                                      <p:cBhvr>
                                        <p:cTn id="31" dur="500"/>
                                        <p:tgtEl>
                                          <p:spTgt spid="467"/>
                                        </p:tgtEl>
                                      </p:cBhvr>
                                    </p:animEffect>
                                  </p:childTnLst>
                                </p:cTn>
                              </p:par>
                              <p:par>
                                <p:cTn id="32" presetID="22" presetClass="entr" presetSubtype="1" fill="hold" nodeType="withEffect">
                                  <p:stCondLst>
                                    <p:cond delay="0"/>
                                  </p:stCondLst>
                                  <p:childTnLst>
                                    <p:set>
                                      <p:cBhvr>
                                        <p:cTn id="33" dur="1" fill="hold">
                                          <p:stCondLst>
                                            <p:cond delay="0"/>
                                          </p:stCondLst>
                                        </p:cTn>
                                        <p:tgtEl>
                                          <p:spTgt spid="18"/>
                                        </p:tgtEl>
                                        <p:attrNameLst>
                                          <p:attrName>style.visibility</p:attrName>
                                        </p:attrNameLst>
                                      </p:cBhvr>
                                      <p:to>
                                        <p:strVal val="visible"/>
                                      </p:to>
                                    </p:set>
                                    <p:animEffect transition="in" filter="wipe(up)">
                                      <p:cBhvr>
                                        <p:cTn id="34"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ECD85E7-B9DB-9043-B7EC-8C0919E801A1}"/>
              </a:ext>
            </a:extLst>
          </p:cNvPr>
          <p:cNvSpPr>
            <a:spLocks noGrp="1"/>
          </p:cNvSpPr>
          <p:nvPr>
            <p:ph type="title"/>
          </p:nvPr>
        </p:nvSpPr>
        <p:spPr>
          <a:xfrm>
            <a:off x="838200" y="276457"/>
            <a:ext cx="10998896" cy="894622"/>
          </a:xfrm>
        </p:spPr>
        <p:txBody>
          <a:bodyPr>
            <a:noAutofit/>
          </a:bodyPr>
          <a:lstStyle/>
          <a:p>
            <a:r>
              <a:rPr lang="en-US" b="0" dirty="0"/>
              <a:t>SDN: control/data plane interaction example</a:t>
            </a:r>
          </a:p>
        </p:txBody>
      </p:sp>
      <p:sp>
        <p:nvSpPr>
          <p:cNvPr id="4" name="Slide Number Placeholder 3">
            <a:extLst>
              <a:ext uri="{FF2B5EF4-FFF2-40B4-BE49-F238E27FC236}">
                <a16:creationId xmlns:a16="http://schemas.microsoft.com/office/drawing/2014/main" id="{A8F71119-17C6-6045-B8FE-FECA68C801C0}"/>
              </a:ext>
            </a:extLst>
          </p:cNvPr>
          <p:cNvSpPr>
            <a:spLocks noGrp="1"/>
          </p:cNvSpPr>
          <p:nvPr>
            <p:ph type="sldNum" sz="quarter" idx="4"/>
          </p:nvPr>
        </p:nvSpPr>
        <p:spPr/>
        <p:txBody>
          <a:bodyPr/>
          <a:lstStyle/>
          <a:p>
            <a:r>
              <a:rPr lang="en-US" dirty="0"/>
              <a:t>Network Layer: 5-</a:t>
            </a:r>
            <a:fld id="{C4204591-24BD-A542-B9D5-F8D8A88D2FEE}" type="slidenum">
              <a:rPr lang="en-US" smtClean="0"/>
              <a:pPr/>
              <a:t>75</a:t>
            </a:fld>
            <a:endParaRPr lang="en-US" dirty="0"/>
          </a:p>
        </p:txBody>
      </p:sp>
      <p:sp>
        <p:nvSpPr>
          <p:cNvPr id="325" name="Rounded Rectangle 324">
            <a:extLst>
              <a:ext uri="{FF2B5EF4-FFF2-40B4-BE49-F238E27FC236}">
                <a16:creationId xmlns:a16="http://schemas.microsoft.com/office/drawing/2014/main" id="{48D9D971-BB7B-A045-8126-3F6D89A80BFA}"/>
              </a:ext>
            </a:extLst>
          </p:cNvPr>
          <p:cNvSpPr/>
          <p:nvPr/>
        </p:nvSpPr>
        <p:spPr>
          <a:xfrm>
            <a:off x="1267886" y="2781457"/>
            <a:ext cx="4211052" cy="1062452"/>
          </a:xfrm>
          <a:prstGeom prst="roundRect">
            <a:avLst/>
          </a:prstGeom>
          <a:solidFill>
            <a:srgbClr val="AAE2CA">
              <a:lumMod val="75000"/>
            </a:srgbClr>
          </a:solidFill>
          <a:ln w="12700">
            <a:noFill/>
            <a:tailEnd type="arrow"/>
          </a:ln>
        </p:spPr>
        <p:txBody>
          <a:bodyPr vert="horz" wrap="none" lIns="91440" tIns="45720" rIns="91440" bIns="45720" numCol="1" rtlCol="0" anchor="t" anchorCtr="0" compatLnSpc="1">
            <a:prstTxWarp prst="textNoShape">
              <a:avLst/>
            </a:prstTxWarp>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6" name="Rounded Rectangle 325">
            <a:extLst>
              <a:ext uri="{FF2B5EF4-FFF2-40B4-BE49-F238E27FC236}">
                <a16:creationId xmlns:a16="http://schemas.microsoft.com/office/drawing/2014/main" id="{6862D1C0-D760-D24C-B4CE-1C62437307F2}"/>
              </a:ext>
            </a:extLst>
          </p:cNvPr>
          <p:cNvSpPr/>
          <p:nvPr/>
        </p:nvSpPr>
        <p:spPr>
          <a:xfrm>
            <a:off x="1294622" y="3977998"/>
            <a:ext cx="4184316" cy="545543"/>
          </a:xfrm>
          <a:prstGeom prst="roundRect">
            <a:avLst/>
          </a:prstGeom>
          <a:solidFill>
            <a:srgbClr val="AAE2CA">
              <a:lumMod val="75000"/>
            </a:srgbClr>
          </a:solidFill>
          <a:ln w="12700">
            <a:noFill/>
            <a:tailEnd type="arrow"/>
          </a:ln>
        </p:spPr>
        <p:txBody>
          <a:bodyPr vert="horz" wrap="none" lIns="91440" tIns="45720" rIns="91440" bIns="45720" numCol="1" rtlCol="0" anchor="t" anchorCtr="0" compatLnSpc="1">
            <a:prstTxWarp prst="textNoShape">
              <a:avLst/>
            </a:prstTxWarp>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cxnSp>
        <p:nvCxnSpPr>
          <p:cNvPr id="327" name="Straight Connector 326">
            <a:extLst>
              <a:ext uri="{FF2B5EF4-FFF2-40B4-BE49-F238E27FC236}">
                <a16:creationId xmlns:a16="http://schemas.microsoft.com/office/drawing/2014/main" id="{6EC76F04-CB84-9D4C-B614-CCAAF77DF086}"/>
              </a:ext>
            </a:extLst>
          </p:cNvPr>
          <p:cNvCxnSpPr/>
          <p:nvPr/>
        </p:nvCxnSpPr>
        <p:spPr bwMode="auto">
          <a:xfrm>
            <a:off x="1334724" y="4626321"/>
            <a:ext cx="4104106" cy="0"/>
          </a:xfrm>
          <a:prstGeom prst="line">
            <a:avLst/>
          </a:prstGeom>
          <a:solidFill>
            <a:srgbClr val="00CC99"/>
          </a:solidFill>
          <a:ln w="19050" cap="flat" cmpd="sng" algn="ctr">
            <a:solidFill>
              <a:srgbClr val="00000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nvGrpSpPr>
          <p:cNvPr id="328" name="Group 327">
            <a:extLst>
              <a:ext uri="{FF2B5EF4-FFF2-40B4-BE49-F238E27FC236}">
                <a16:creationId xmlns:a16="http://schemas.microsoft.com/office/drawing/2014/main" id="{538C6E4D-0EC4-B64C-9EEA-03480A17D18A}"/>
              </a:ext>
            </a:extLst>
          </p:cNvPr>
          <p:cNvGrpSpPr/>
          <p:nvPr/>
        </p:nvGrpSpPr>
        <p:grpSpPr>
          <a:xfrm>
            <a:off x="1416854" y="3356297"/>
            <a:ext cx="1244650" cy="411995"/>
            <a:chOff x="3128876" y="457817"/>
            <a:chExt cx="1432326" cy="459826"/>
          </a:xfrm>
        </p:grpSpPr>
        <p:sp>
          <p:nvSpPr>
            <p:cNvPr id="329" name="Rounded Rectangle 328">
              <a:extLst>
                <a:ext uri="{FF2B5EF4-FFF2-40B4-BE49-F238E27FC236}">
                  <a16:creationId xmlns:a16="http://schemas.microsoft.com/office/drawing/2014/main" id="{464725F4-EA3D-B943-BC4E-A498A91255EC}"/>
                </a:ext>
              </a:extLst>
            </p:cNvPr>
            <p:cNvSpPr/>
            <p:nvPr/>
          </p:nvSpPr>
          <p:spPr>
            <a:xfrm>
              <a:off x="3128876" y="457817"/>
              <a:ext cx="1432326" cy="459826"/>
            </a:xfrm>
            <a:prstGeom prst="roundRect">
              <a:avLst/>
            </a:prstGeom>
            <a:solidFill>
              <a:schemeClr val="accent6">
                <a:lumMod val="20000"/>
                <a:lumOff val="80000"/>
              </a:schemeClr>
            </a:solidFill>
            <a:ln w="12700">
              <a:solidFill>
                <a:schemeClr val="accent6"/>
              </a:solidFill>
            </a:ln>
            <a:effectLst>
              <a:outerShdw blurRad="50800" dist="38100" dir="2700000" algn="tl" rotWithShape="0">
                <a:srgbClr val="00CC99">
                  <a:lumMod val="75000"/>
                  <a:alpha val="99000"/>
                </a:srgbClr>
              </a:outerShdw>
            </a:effectLst>
          </p:spPr>
          <p:txBody>
            <a:bodyPr vert="horz" wrap="none" lIns="91440" tIns="45720" rIns="91440" bIns="45720" numCol="1" rtlCol="0" anchor="t" anchorCtr="0" compatLnSpc="1">
              <a:prstTxWarp prst="textNoShape">
                <a:avLst/>
              </a:prstTxWarp>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0" name="TextBox 329">
              <a:extLst>
                <a:ext uri="{FF2B5EF4-FFF2-40B4-BE49-F238E27FC236}">
                  <a16:creationId xmlns:a16="http://schemas.microsoft.com/office/drawing/2014/main" id="{2A7D9926-304F-C44B-B971-A050DC450537}"/>
                </a:ext>
              </a:extLst>
            </p:cNvPr>
            <p:cNvSpPr txBox="1"/>
            <p:nvPr/>
          </p:nvSpPr>
          <p:spPr>
            <a:xfrm>
              <a:off x="3178769" y="541671"/>
              <a:ext cx="1302385" cy="299227"/>
            </a:xfrm>
            <a:prstGeom prst="rect">
              <a:avLst/>
            </a:prstGeom>
            <a:noFill/>
          </p:spPr>
          <p:txBody>
            <a:bodyPr wrap="none" rtlCol="0">
              <a:spAutoFit/>
            </a:bodyPr>
            <a:lstStyle/>
            <a:p>
              <a:pPr marL="0" marR="0" lvl="0" indent="0" algn="ctr" defTabSz="914400" eaLnBrk="0" fontAlgn="base" latinLnBrk="0" hangingPunct="0">
                <a:lnSpc>
                  <a:spcPts val="16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a:ea typeface="ＭＳ Ｐゴシック" charset="0"/>
                  <a:cs typeface="Arial"/>
                </a:rPr>
                <a:t>Link-state info</a:t>
              </a:r>
            </a:p>
          </p:txBody>
        </p:sp>
      </p:grpSp>
      <p:grpSp>
        <p:nvGrpSpPr>
          <p:cNvPr id="331" name="Group 330">
            <a:extLst>
              <a:ext uri="{FF2B5EF4-FFF2-40B4-BE49-F238E27FC236}">
                <a16:creationId xmlns:a16="http://schemas.microsoft.com/office/drawing/2014/main" id="{10349B34-1073-E946-BED7-17B6AC84FDD7}"/>
              </a:ext>
            </a:extLst>
          </p:cNvPr>
          <p:cNvGrpSpPr/>
          <p:nvPr/>
        </p:nvGrpSpPr>
        <p:grpSpPr>
          <a:xfrm>
            <a:off x="4286570" y="3369666"/>
            <a:ext cx="1165638" cy="398626"/>
            <a:chOff x="3034354" y="534843"/>
            <a:chExt cx="1525489" cy="382800"/>
          </a:xfrm>
        </p:grpSpPr>
        <p:sp>
          <p:nvSpPr>
            <p:cNvPr id="332" name="Rounded Rectangle 331">
              <a:extLst>
                <a:ext uri="{FF2B5EF4-FFF2-40B4-BE49-F238E27FC236}">
                  <a16:creationId xmlns:a16="http://schemas.microsoft.com/office/drawing/2014/main" id="{AE8DBF36-59D4-DA45-9025-632817AB39EF}"/>
                </a:ext>
              </a:extLst>
            </p:cNvPr>
            <p:cNvSpPr/>
            <p:nvPr/>
          </p:nvSpPr>
          <p:spPr>
            <a:xfrm>
              <a:off x="3128876" y="534843"/>
              <a:ext cx="1325987" cy="382800"/>
            </a:xfrm>
            <a:prstGeom prst="roundRect">
              <a:avLst/>
            </a:prstGeom>
            <a:solidFill>
              <a:schemeClr val="accent6">
                <a:lumMod val="20000"/>
                <a:lumOff val="80000"/>
              </a:schemeClr>
            </a:solidFill>
            <a:ln w="12700">
              <a:solidFill>
                <a:schemeClr val="accent6"/>
              </a:solidFill>
            </a:ln>
            <a:effectLst>
              <a:outerShdw blurRad="50800" dist="38100" dir="2700000" algn="tl" rotWithShape="0">
                <a:srgbClr val="00CC99">
                  <a:lumMod val="75000"/>
                  <a:alpha val="99000"/>
                </a:srgbClr>
              </a:outerShdw>
            </a:effectLst>
          </p:spPr>
          <p:txBody>
            <a:bodyPr vert="horz" wrap="none" lIns="91440" tIns="45720" rIns="91440" bIns="45720" numCol="1" rtlCol="0" anchor="t" anchorCtr="0" compatLnSpc="1">
              <a:prstTxWarp prst="textNoShape">
                <a:avLst/>
              </a:prstTxWarp>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3" name="TextBox 332">
              <a:extLst>
                <a:ext uri="{FF2B5EF4-FFF2-40B4-BE49-F238E27FC236}">
                  <a16:creationId xmlns:a16="http://schemas.microsoft.com/office/drawing/2014/main" id="{3E75B4C3-6891-C540-A01D-98C3E46528AD}"/>
                </a:ext>
              </a:extLst>
            </p:cNvPr>
            <p:cNvSpPr txBox="1"/>
            <p:nvPr/>
          </p:nvSpPr>
          <p:spPr>
            <a:xfrm>
              <a:off x="3034354" y="593020"/>
              <a:ext cx="1525489" cy="299227"/>
            </a:xfrm>
            <a:prstGeom prst="rect">
              <a:avLst/>
            </a:prstGeom>
            <a:noFill/>
          </p:spPr>
          <p:txBody>
            <a:bodyPr wrap="none" rtlCol="0">
              <a:spAutoFit/>
            </a:bodyPr>
            <a:lstStyle/>
            <a:p>
              <a:pPr marL="0" marR="0" lvl="0" indent="0" algn="ctr" defTabSz="914400" eaLnBrk="0" fontAlgn="base" latinLnBrk="0" hangingPunct="0">
                <a:lnSpc>
                  <a:spcPts val="16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a:ea typeface="ＭＳ Ｐゴシック" charset="0"/>
                  <a:cs typeface="Arial"/>
                </a:rPr>
                <a:t>switch info</a:t>
              </a:r>
            </a:p>
          </p:txBody>
        </p:sp>
      </p:grpSp>
      <p:grpSp>
        <p:nvGrpSpPr>
          <p:cNvPr id="334" name="Group 333">
            <a:extLst>
              <a:ext uri="{FF2B5EF4-FFF2-40B4-BE49-F238E27FC236}">
                <a16:creationId xmlns:a16="http://schemas.microsoft.com/office/drawing/2014/main" id="{8F3F5407-B5E1-9B4F-BD20-988E773EE5FA}"/>
              </a:ext>
            </a:extLst>
          </p:cNvPr>
          <p:cNvGrpSpPr/>
          <p:nvPr/>
        </p:nvGrpSpPr>
        <p:grpSpPr>
          <a:xfrm>
            <a:off x="2808986" y="3356297"/>
            <a:ext cx="960359" cy="411995"/>
            <a:chOff x="3128876" y="457817"/>
            <a:chExt cx="1432326" cy="459826"/>
          </a:xfrm>
        </p:grpSpPr>
        <p:sp>
          <p:nvSpPr>
            <p:cNvPr id="335" name="Rounded Rectangle 334">
              <a:extLst>
                <a:ext uri="{FF2B5EF4-FFF2-40B4-BE49-F238E27FC236}">
                  <a16:creationId xmlns:a16="http://schemas.microsoft.com/office/drawing/2014/main" id="{589761B3-634F-4D4E-8310-EAF4A00ABB80}"/>
                </a:ext>
              </a:extLst>
            </p:cNvPr>
            <p:cNvSpPr/>
            <p:nvPr/>
          </p:nvSpPr>
          <p:spPr>
            <a:xfrm>
              <a:off x="3128876" y="457817"/>
              <a:ext cx="1432326" cy="459826"/>
            </a:xfrm>
            <a:prstGeom prst="roundRect">
              <a:avLst/>
            </a:prstGeom>
            <a:solidFill>
              <a:schemeClr val="accent6">
                <a:lumMod val="20000"/>
                <a:lumOff val="80000"/>
              </a:schemeClr>
            </a:solidFill>
            <a:ln w="12700">
              <a:solidFill>
                <a:schemeClr val="accent6"/>
              </a:solidFill>
            </a:ln>
            <a:effectLst>
              <a:outerShdw blurRad="50800" dist="38100" dir="2700000" algn="tl" rotWithShape="0">
                <a:srgbClr val="00CC99">
                  <a:lumMod val="75000"/>
                  <a:alpha val="99000"/>
                </a:srgbClr>
              </a:outerShdw>
            </a:effectLst>
          </p:spPr>
          <p:txBody>
            <a:bodyPr vert="horz" wrap="none" lIns="91440" tIns="45720" rIns="91440" bIns="45720" numCol="1" rtlCol="0" anchor="t" anchorCtr="0" compatLnSpc="1">
              <a:prstTxWarp prst="textNoShape">
                <a:avLst/>
              </a:prstTxWarp>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6" name="TextBox 335">
              <a:extLst>
                <a:ext uri="{FF2B5EF4-FFF2-40B4-BE49-F238E27FC236}">
                  <a16:creationId xmlns:a16="http://schemas.microsoft.com/office/drawing/2014/main" id="{593FEDEB-709E-A744-82FA-1F11F32B47D9}"/>
                </a:ext>
              </a:extLst>
            </p:cNvPr>
            <p:cNvSpPr txBox="1"/>
            <p:nvPr/>
          </p:nvSpPr>
          <p:spPr>
            <a:xfrm>
              <a:off x="3205754" y="541671"/>
              <a:ext cx="1287660" cy="299227"/>
            </a:xfrm>
            <a:prstGeom prst="rect">
              <a:avLst/>
            </a:prstGeom>
            <a:noFill/>
          </p:spPr>
          <p:txBody>
            <a:bodyPr wrap="none" rtlCol="0">
              <a:spAutoFit/>
            </a:bodyPr>
            <a:lstStyle/>
            <a:p>
              <a:pPr marL="0" marR="0" lvl="0" indent="0" algn="ctr" defTabSz="914400" eaLnBrk="0" fontAlgn="base" latinLnBrk="0" hangingPunct="0">
                <a:lnSpc>
                  <a:spcPts val="16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a:ea typeface="ＭＳ Ｐゴシック" charset="0"/>
                  <a:cs typeface="Arial"/>
                </a:rPr>
                <a:t>host info</a:t>
              </a:r>
            </a:p>
          </p:txBody>
        </p:sp>
      </p:grpSp>
      <p:grpSp>
        <p:nvGrpSpPr>
          <p:cNvPr id="337" name="Group 336">
            <a:extLst>
              <a:ext uri="{FF2B5EF4-FFF2-40B4-BE49-F238E27FC236}">
                <a16:creationId xmlns:a16="http://schemas.microsoft.com/office/drawing/2014/main" id="{903E5C88-7668-CB49-A22D-7C59D5AAAAD6}"/>
              </a:ext>
            </a:extLst>
          </p:cNvPr>
          <p:cNvGrpSpPr/>
          <p:nvPr/>
        </p:nvGrpSpPr>
        <p:grpSpPr>
          <a:xfrm>
            <a:off x="1348650" y="2861665"/>
            <a:ext cx="889706" cy="382826"/>
            <a:chOff x="3128876" y="457817"/>
            <a:chExt cx="1432326" cy="459826"/>
          </a:xfrm>
        </p:grpSpPr>
        <p:sp>
          <p:nvSpPr>
            <p:cNvPr id="338" name="Rounded Rectangle 337">
              <a:extLst>
                <a:ext uri="{FF2B5EF4-FFF2-40B4-BE49-F238E27FC236}">
                  <a16:creationId xmlns:a16="http://schemas.microsoft.com/office/drawing/2014/main" id="{23AAB04A-9878-E54F-BF21-2E106D80B968}"/>
                </a:ext>
              </a:extLst>
            </p:cNvPr>
            <p:cNvSpPr/>
            <p:nvPr/>
          </p:nvSpPr>
          <p:spPr>
            <a:xfrm>
              <a:off x="3128876" y="457817"/>
              <a:ext cx="1432326" cy="459826"/>
            </a:xfrm>
            <a:prstGeom prst="roundRect">
              <a:avLst/>
            </a:prstGeom>
            <a:solidFill>
              <a:schemeClr val="accent6">
                <a:lumMod val="20000"/>
                <a:lumOff val="80000"/>
              </a:schemeClr>
            </a:solidFill>
            <a:ln w="12700">
              <a:solidFill>
                <a:schemeClr val="accent6"/>
              </a:solidFill>
            </a:ln>
            <a:effectLst>
              <a:outerShdw blurRad="50800" dist="38100" dir="2700000" algn="tl" rotWithShape="0">
                <a:srgbClr val="00CC99">
                  <a:lumMod val="75000"/>
                  <a:alpha val="99000"/>
                </a:srgbClr>
              </a:outerShdw>
            </a:effectLst>
          </p:spPr>
          <p:txBody>
            <a:bodyPr vert="horz" wrap="none" lIns="91440" tIns="45720" rIns="91440" bIns="45720" numCol="1" rtlCol="0" anchor="t" anchorCtr="0" compatLnSpc="1">
              <a:prstTxWarp prst="textNoShape">
                <a:avLst/>
              </a:prstTxWarp>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9" name="TextBox 338">
              <a:extLst>
                <a:ext uri="{FF2B5EF4-FFF2-40B4-BE49-F238E27FC236}">
                  <a16:creationId xmlns:a16="http://schemas.microsoft.com/office/drawing/2014/main" id="{FC21FA7A-D97F-1543-A6AE-45B535C51BA0}"/>
                </a:ext>
              </a:extLst>
            </p:cNvPr>
            <p:cNvSpPr txBox="1"/>
            <p:nvPr/>
          </p:nvSpPr>
          <p:spPr>
            <a:xfrm>
              <a:off x="3198565" y="509557"/>
              <a:ext cx="1302043" cy="299227"/>
            </a:xfrm>
            <a:prstGeom prst="rect">
              <a:avLst/>
            </a:prstGeom>
            <a:noFill/>
          </p:spPr>
          <p:txBody>
            <a:bodyPr wrap="none" rtlCol="0">
              <a:spAutoFit/>
            </a:bodyPr>
            <a:lstStyle/>
            <a:p>
              <a:pPr marL="0" marR="0" lvl="0" indent="0" algn="ctr" defTabSz="914400" eaLnBrk="0" fontAlgn="base" latinLnBrk="0" hangingPunct="0">
                <a:lnSpc>
                  <a:spcPts val="16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a:ea typeface="ＭＳ Ｐゴシック" charset="0"/>
                  <a:cs typeface="Arial"/>
                </a:rPr>
                <a:t>statistics</a:t>
              </a:r>
            </a:p>
          </p:txBody>
        </p:sp>
      </p:grpSp>
      <p:grpSp>
        <p:nvGrpSpPr>
          <p:cNvPr id="340" name="Group 339">
            <a:extLst>
              <a:ext uri="{FF2B5EF4-FFF2-40B4-BE49-F238E27FC236}">
                <a16:creationId xmlns:a16="http://schemas.microsoft.com/office/drawing/2014/main" id="{18BB9737-9A62-2F4B-87FB-C077CBE2553C}"/>
              </a:ext>
            </a:extLst>
          </p:cNvPr>
          <p:cNvGrpSpPr/>
          <p:nvPr/>
        </p:nvGrpSpPr>
        <p:grpSpPr>
          <a:xfrm>
            <a:off x="4076434" y="2848295"/>
            <a:ext cx="1032905" cy="404965"/>
            <a:chOff x="3099264" y="457817"/>
            <a:chExt cx="1540525" cy="459826"/>
          </a:xfrm>
        </p:grpSpPr>
        <p:sp>
          <p:nvSpPr>
            <p:cNvPr id="341" name="Rounded Rectangle 340">
              <a:extLst>
                <a:ext uri="{FF2B5EF4-FFF2-40B4-BE49-F238E27FC236}">
                  <a16:creationId xmlns:a16="http://schemas.microsoft.com/office/drawing/2014/main" id="{4D3F5800-CF27-754D-AE05-FFEBBFEB49CB}"/>
                </a:ext>
              </a:extLst>
            </p:cNvPr>
            <p:cNvSpPr/>
            <p:nvPr/>
          </p:nvSpPr>
          <p:spPr>
            <a:xfrm>
              <a:off x="3128876" y="457817"/>
              <a:ext cx="1432326" cy="459826"/>
            </a:xfrm>
            <a:prstGeom prst="roundRect">
              <a:avLst/>
            </a:prstGeom>
            <a:solidFill>
              <a:schemeClr val="accent6">
                <a:lumMod val="20000"/>
                <a:lumOff val="80000"/>
              </a:schemeClr>
            </a:solidFill>
            <a:ln w="12700">
              <a:solidFill>
                <a:schemeClr val="accent6"/>
              </a:solidFill>
            </a:ln>
            <a:effectLst>
              <a:outerShdw blurRad="50800" dist="38100" dir="2700000" algn="tl" rotWithShape="0">
                <a:srgbClr val="00CC99">
                  <a:lumMod val="75000"/>
                  <a:alpha val="99000"/>
                </a:srgbClr>
              </a:outerShdw>
            </a:effectLst>
          </p:spPr>
          <p:txBody>
            <a:bodyPr vert="horz" wrap="none" lIns="91440" tIns="45720" rIns="91440" bIns="45720" numCol="1" rtlCol="0" anchor="t" anchorCtr="0" compatLnSpc="1">
              <a:prstTxWarp prst="textNoShape">
                <a:avLst/>
              </a:prstTxWarp>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2" name="TextBox 341">
              <a:extLst>
                <a:ext uri="{FF2B5EF4-FFF2-40B4-BE49-F238E27FC236}">
                  <a16:creationId xmlns:a16="http://schemas.microsoft.com/office/drawing/2014/main" id="{6544BEEF-458E-4941-8F67-37983515D46C}"/>
                </a:ext>
              </a:extLst>
            </p:cNvPr>
            <p:cNvSpPr txBox="1"/>
            <p:nvPr/>
          </p:nvSpPr>
          <p:spPr>
            <a:xfrm>
              <a:off x="3099264" y="526493"/>
              <a:ext cx="1540525" cy="299227"/>
            </a:xfrm>
            <a:prstGeom prst="rect">
              <a:avLst/>
            </a:prstGeom>
            <a:noFill/>
          </p:spPr>
          <p:txBody>
            <a:bodyPr wrap="none" rtlCol="0">
              <a:spAutoFit/>
            </a:bodyPr>
            <a:lstStyle/>
            <a:p>
              <a:pPr marL="0" marR="0" lvl="0" indent="0" algn="ctr" defTabSz="914400" eaLnBrk="0" fontAlgn="base" latinLnBrk="0" hangingPunct="0">
                <a:lnSpc>
                  <a:spcPts val="16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a:ea typeface="ＭＳ Ｐゴシック" charset="0"/>
                  <a:cs typeface="Arial"/>
                </a:rPr>
                <a:t>flow tables</a:t>
              </a:r>
            </a:p>
          </p:txBody>
        </p:sp>
      </p:grpSp>
      <p:sp>
        <p:nvSpPr>
          <p:cNvPr id="343" name="TextBox 342">
            <a:extLst>
              <a:ext uri="{FF2B5EF4-FFF2-40B4-BE49-F238E27FC236}">
                <a16:creationId xmlns:a16="http://schemas.microsoft.com/office/drawing/2014/main" id="{B06AE2E9-5D9A-B44C-93D5-4692DB85C76F}"/>
              </a:ext>
            </a:extLst>
          </p:cNvPr>
          <p:cNvSpPr txBox="1"/>
          <p:nvPr/>
        </p:nvSpPr>
        <p:spPr>
          <a:xfrm>
            <a:off x="3285441" y="2483710"/>
            <a:ext cx="570238" cy="1077218"/>
          </a:xfrm>
          <a:prstGeom prst="rect">
            <a:avLst/>
          </a:prstGeom>
          <a:noFill/>
        </p:spPr>
        <p:txBody>
          <a:bodyPr wrap="square" rtlCol="0">
            <a:spAutoFit/>
          </a:bodyPr>
          <a:lstStyle/>
          <a:p>
            <a:pPr eaLnBrk="0" fontAlgn="base" hangingPunct="0">
              <a:spcBef>
                <a:spcPct val="0"/>
              </a:spcBef>
              <a:spcAft>
                <a:spcPct val="0"/>
              </a:spcAft>
            </a:pPr>
            <a:r>
              <a:rPr lang="en-US" sz="3200" dirty="0">
                <a:solidFill>
                  <a:srgbClr val="00CC99">
                    <a:lumMod val="60000"/>
                    <a:lumOff val="40000"/>
                  </a:srgbClr>
                </a:solidFill>
                <a:latin typeface="Arial" charset="0"/>
                <a:ea typeface="ＭＳ Ｐゴシック" charset="0"/>
              </a:rPr>
              <a:t>…  </a:t>
            </a:r>
          </a:p>
        </p:txBody>
      </p:sp>
      <p:sp>
        <p:nvSpPr>
          <p:cNvPr id="344" name="TextBox 343">
            <a:extLst>
              <a:ext uri="{FF2B5EF4-FFF2-40B4-BE49-F238E27FC236}">
                <a16:creationId xmlns:a16="http://schemas.microsoft.com/office/drawing/2014/main" id="{2AEF0D30-3607-F64E-9BF7-3B4D8188FFA7}"/>
              </a:ext>
            </a:extLst>
          </p:cNvPr>
          <p:cNvSpPr txBox="1"/>
          <p:nvPr/>
        </p:nvSpPr>
        <p:spPr>
          <a:xfrm>
            <a:off x="3831962" y="3120507"/>
            <a:ext cx="595035" cy="584776"/>
          </a:xfrm>
          <a:prstGeom prst="rect">
            <a:avLst/>
          </a:prstGeom>
          <a:noFill/>
        </p:spPr>
        <p:txBody>
          <a:bodyPr wrap="none" rtlCol="0">
            <a:spAutoFit/>
          </a:bodyPr>
          <a:lstStyle/>
          <a:p>
            <a:pPr eaLnBrk="0" fontAlgn="base" hangingPunct="0">
              <a:spcBef>
                <a:spcPct val="0"/>
              </a:spcBef>
              <a:spcAft>
                <a:spcPct val="0"/>
              </a:spcAft>
            </a:pPr>
            <a:r>
              <a:rPr lang="en-US" sz="3200" dirty="0">
                <a:solidFill>
                  <a:srgbClr val="00CC99">
                    <a:lumMod val="60000"/>
                    <a:lumOff val="40000"/>
                  </a:srgbClr>
                </a:solidFill>
                <a:latin typeface="Arial" charset="0"/>
                <a:ea typeface="ＭＳ Ｐゴシック" charset="0"/>
              </a:rPr>
              <a:t>…  </a:t>
            </a:r>
          </a:p>
        </p:txBody>
      </p:sp>
      <p:grpSp>
        <p:nvGrpSpPr>
          <p:cNvPr id="345" name="Group 344">
            <a:extLst>
              <a:ext uri="{FF2B5EF4-FFF2-40B4-BE49-F238E27FC236}">
                <a16:creationId xmlns:a16="http://schemas.microsoft.com/office/drawing/2014/main" id="{9AC041BA-4E56-114C-A10B-C89A72B445FD}"/>
              </a:ext>
            </a:extLst>
          </p:cNvPr>
          <p:cNvGrpSpPr/>
          <p:nvPr/>
        </p:nvGrpSpPr>
        <p:grpSpPr>
          <a:xfrm>
            <a:off x="1903313" y="4109165"/>
            <a:ext cx="1257452" cy="286824"/>
            <a:chOff x="3128876" y="457775"/>
            <a:chExt cx="1432326" cy="459868"/>
          </a:xfrm>
        </p:grpSpPr>
        <p:sp>
          <p:nvSpPr>
            <p:cNvPr id="346" name="Rounded Rectangle 345">
              <a:extLst>
                <a:ext uri="{FF2B5EF4-FFF2-40B4-BE49-F238E27FC236}">
                  <a16:creationId xmlns:a16="http://schemas.microsoft.com/office/drawing/2014/main" id="{3203E766-79AA-5C46-8089-29917954888A}"/>
                </a:ext>
              </a:extLst>
            </p:cNvPr>
            <p:cNvSpPr/>
            <p:nvPr/>
          </p:nvSpPr>
          <p:spPr>
            <a:xfrm>
              <a:off x="3128876" y="457817"/>
              <a:ext cx="1432326" cy="459826"/>
            </a:xfrm>
            <a:prstGeom prst="roundRect">
              <a:avLst/>
            </a:prstGeom>
            <a:solidFill>
              <a:schemeClr val="accent6">
                <a:lumMod val="20000"/>
                <a:lumOff val="80000"/>
              </a:schemeClr>
            </a:solidFill>
            <a:ln w="12700">
              <a:solidFill>
                <a:schemeClr val="accent6"/>
              </a:solidFill>
            </a:ln>
            <a:effectLst>
              <a:outerShdw blurRad="50800" dist="38100" dir="2700000" algn="tl" rotWithShape="0">
                <a:srgbClr val="00CC99">
                  <a:lumMod val="75000"/>
                  <a:alpha val="99000"/>
                </a:srgbClr>
              </a:outerShdw>
            </a:effectLst>
          </p:spPr>
          <p:txBody>
            <a:bodyPr vert="horz" wrap="none" lIns="91440" tIns="45720" rIns="91440" bIns="45720" numCol="1" rtlCol="0" anchor="t" anchorCtr="0" compatLnSpc="1">
              <a:prstTxWarp prst="textNoShape">
                <a:avLst/>
              </a:prstTxWarp>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7" name="TextBox 346">
              <a:extLst>
                <a:ext uri="{FF2B5EF4-FFF2-40B4-BE49-F238E27FC236}">
                  <a16:creationId xmlns:a16="http://schemas.microsoft.com/office/drawing/2014/main" id="{BEFEA1C3-120C-DE4E-8293-55C57A6E3ED3}"/>
                </a:ext>
              </a:extLst>
            </p:cNvPr>
            <p:cNvSpPr txBox="1"/>
            <p:nvPr/>
          </p:nvSpPr>
          <p:spPr>
            <a:xfrm>
              <a:off x="3278378" y="457775"/>
              <a:ext cx="1142401" cy="299227"/>
            </a:xfrm>
            <a:prstGeom prst="rect">
              <a:avLst/>
            </a:prstGeom>
            <a:noFill/>
          </p:spPr>
          <p:txBody>
            <a:bodyPr wrap="none" rtlCol="0">
              <a:spAutoFit/>
            </a:bodyPr>
            <a:lstStyle/>
            <a:p>
              <a:pPr marL="0" marR="0" lvl="0" indent="0" algn="ctr" defTabSz="914400" eaLnBrk="0" fontAlgn="base" latinLnBrk="0" hangingPunct="0">
                <a:lnSpc>
                  <a:spcPts val="16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a:ea typeface="ＭＳ Ｐゴシック" charset="0"/>
                  <a:cs typeface="Arial"/>
                </a:rPr>
                <a:t>OpenFlow</a:t>
              </a:r>
            </a:p>
          </p:txBody>
        </p:sp>
      </p:grpSp>
      <p:grpSp>
        <p:nvGrpSpPr>
          <p:cNvPr id="348" name="Group 347">
            <a:extLst>
              <a:ext uri="{FF2B5EF4-FFF2-40B4-BE49-F238E27FC236}">
                <a16:creationId xmlns:a16="http://schemas.microsoft.com/office/drawing/2014/main" id="{8AF280CF-E1A1-AB42-9FF4-B37E4883A9E7}"/>
              </a:ext>
            </a:extLst>
          </p:cNvPr>
          <p:cNvGrpSpPr/>
          <p:nvPr/>
        </p:nvGrpSpPr>
        <p:grpSpPr>
          <a:xfrm>
            <a:off x="3772545" y="4113948"/>
            <a:ext cx="1244650" cy="307410"/>
            <a:chOff x="3128876" y="457817"/>
            <a:chExt cx="1432326" cy="459826"/>
          </a:xfrm>
        </p:grpSpPr>
        <p:sp>
          <p:nvSpPr>
            <p:cNvPr id="349" name="Rounded Rectangle 348">
              <a:extLst>
                <a:ext uri="{FF2B5EF4-FFF2-40B4-BE49-F238E27FC236}">
                  <a16:creationId xmlns:a16="http://schemas.microsoft.com/office/drawing/2014/main" id="{24A7F498-3B8E-B44A-9994-2A592D6CBD54}"/>
                </a:ext>
              </a:extLst>
            </p:cNvPr>
            <p:cNvSpPr/>
            <p:nvPr/>
          </p:nvSpPr>
          <p:spPr>
            <a:xfrm>
              <a:off x="3128876" y="457817"/>
              <a:ext cx="1432326" cy="459826"/>
            </a:xfrm>
            <a:prstGeom prst="roundRect">
              <a:avLst/>
            </a:prstGeom>
            <a:solidFill>
              <a:schemeClr val="accent6">
                <a:lumMod val="20000"/>
                <a:lumOff val="80000"/>
              </a:schemeClr>
            </a:solidFill>
            <a:ln w="12700">
              <a:solidFill>
                <a:schemeClr val="accent6"/>
              </a:solidFill>
            </a:ln>
            <a:effectLst>
              <a:outerShdw blurRad="50800" dist="38100" dir="2700000" algn="tl" rotWithShape="0">
                <a:srgbClr val="00CC99">
                  <a:lumMod val="75000"/>
                  <a:alpha val="99000"/>
                </a:srgbClr>
              </a:outerShdw>
            </a:effectLst>
          </p:spPr>
          <p:txBody>
            <a:bodyPr vert="horz" wrap="none" lIns="91440" tIns="45720" rIns="91440" bIns="45720" numCol="1" rtlCol="0" anchor="t" anchorCtr="0" compatLnSpc="1">
              <a:prstTxWarp prst="textNoShape">
                <a:avLst/>
              </a:prstTxWarp>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0" name="TextBox 349">
              <a:extLst>
                <a:ext uri="{FF2B5EF4-FFF2-40B4-BE49-F238E27FC236}">
                  <a16:creationId xmlns:a16="http://schemas.microsoft.com/office/drawing/2014/main" id="{0CD76FBA-C002-924A-A27E-4000B9B46A3F}"/>
                </a:ext>
              </a:extLst>
            </p:cNvPr>
            <p:cNvSpPr txBox="1"/>
            <p:nvPr/>
          </p:nvSpPr>
          <p:spPr>
            <a:xfrm>
              <a:off x="3446730" y="484746"/>
              <a:ext cx="805702" cy="299227"/>
            </a:xfrm>
            <a:prstGeom prst="rect">
              <a:avLst/>
            </a:prstGeom>
            <a:noFill/>
          </p:spPr>
          <p:txBody>
            <a:bodyPr wrap="none" rtlCol="0">
              <a:spAutoFit/>
            </a:bodyPr>
            <a:lstStyle/>
            <a:p>
              <a:pPr marL="0" marR="0" lvl="0" indent="0" algn="ctr" defTabSz="914400" eaLnBrk="0" fontAlgn="base" latinLnBrk="0" hangingPunct="0">
                <a:lnSpc>
                  <a:spcPts val="16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a:ea typeface="ＭＳ Ｐゴシック" charset="0"/>
                  <a:cs typeface="Arial"/>
                </a:rPr>
                <a:t>SNMP</a:t>
              </a:r>
            </a:p>
          </p:txBody>
        </p:sp>
      </p:grpSp>
      <p:sp>
        <p:nvSpPr>
          <p:cNvPr id="351" name="TextBox 350">
            <a:extLst>
              <a:ext uri="{FF2B5EF4-FFF2-40B4-BE49-F238E27FC236}">
                <a16:creationId xmlns:a16="http://schemas.microsoft.com/office/drawing/2014/main" id="{DF810222-B66A-6647-AF73-EAEA8633E33C}"/>
              </a:ext>
            </a:extLst>
          </p:cNvPr>
          <p:cNvSpPr txBox="1"/>
          <p:nvPr/>
        </p:nvSpPr>
        <p:spPr>
          <a:xfrm>
            <a:off x="3155302" y="3783967"/>
            <a:ext cx="595035" cy="584776"/>
          </a:xfrm>
          <a:prstGeom prst="rect">
            <a:avLst/>
          </a:prstGeom>
          <a:noFill/>
        </p:spPr>
        <p:txBody>
          <a:bodyPr wrap="none" rtlCol="0">
            <a:spAutoFit/>
          </a:bodyPr>
          <a:lstStyle/>
          <a:p>
            <a:pPr eaLnBrk="0" fontAlgn="base" hangingPunct="0">
              <a:spcBef>
                <a:spcPct val="0"/>
              </a:spcBef>
              <a:spcAft>
                <a:spcPct val="0"/>
              </a:spcAft>
            </a:pPr>
            <a:r>
              <a:rPr lang="en-US" sz="3200" dirty="0">
                <a:solidFill>
                  <a:srgbClr val="00CC99">
                    <a:lumMod val="60000"/>
                    <a:lumOff val="40000"/>
                  </a:srgbClr>
                </a:solidFill>
                <a:latin typeface="Arial" charset="0"/>
                <a:ea typeface="ＭＳ Ｐゴシック" charset="0"/>
              </a:rPr>
              <a:t>…  </a:t>
            </a:r>
          </a:p>
        </p:txBody>
      </p:sp>
      <p:sp>
        <p:nvSpPr>
          <p:cNvPr id="352" name="Rounded Rectangle 351">
            <a:extLst>
              <a:ext uri="{FF2B5EF4-FFF2-40B4-BE49-F238E27FC236}">
                <a16:creationId xmlns:a16="http://schemas.microsoft.com/office/drawing/2014/main" id="{7A53E111-B2D7-164C-A257-1817B32657FD}"/>
              </a:ext>
            </a:extLst>
          </p:cNvPr>
          <p:cNvSpPr/>
          <p:nvPr/>
        </p:nvSpPr>
        <p:spPr>
          <a:xfrm>
            <a:off x="1267885" y="2086297"/>
            <a:ext cx="4211053" cy="574748"/>
          </a:xfrm>
          <a:prstGeom prst="roundRect">
            <a:avLst/>
          </a:prstGeom>
          <a:solidFill>
            <a:srgbClr val="AAE2CA">
              <a:lumMod val="75000"/>
            </a:srgbClr>
          </a:solidFill>
          <a:ln w="12700">
            <a:noFill/>
            <a:tailEnd type="arrow"/>
          </a:ln>
        </p:spPr>
        <p:txBody>
          <a:bodyPr vert="horz" wrap="none" lIns="91440" tIns="45720" rIns="91440" bIns="45720" numCol="1" rtlCol="0" anchor="t" anchorCtr="0" compatLnSpc="1">
            <a:prstTxWarp prst="textNoShape">
              <a:avLst/>
            </a:prstTxWarp>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3" name="Group 352">
            <a:extLst>
              <a:ext uri="{FF2B5EF4-FFF2-40B4-BE49-F238E27FC236}">
                <a16:creationId xmlns:a16="http://schemas.microsoft.com/office/drawing/2014/main" id="{DE1E488E-DB00-8741-AD76-181DDF5D1007}"/>
              </a:ext>
            </a:extLst>
          </p:cNvPr>
          <p:cNvGrpSpPr/>
          <p:nvPr/>
        </p:nvGrpSpPr>
        <p:grpSpPr>
          <a:xfrm>
            <a:off x="1313282" y="2123346"/>
            <a:ext cx="1080377" cy="504412"/>
            <a:chOff x="3034225" y="436756"/>
            <a:chExt cx="1526977" cy="504412"/>
          </a:xfrm>
        </p:grpSpPr>
        <p:sp>
          <p:nvSpPr>
            <p:cNvPr id="354" name="Rounded Rectangle 353">
              <a:extLst>
                <a:ext uri="{FF2B5EF4-FFF2-40B4-BE49-F238E27FC236}">
                  <a16:creationId xmlns:a16="http://schemas.microsoft.com/office/drawing/2014/main" id="{98A13ABA-9455-A942-B524-6D0883B28B57}"/>
                </a:ext>
              </a:extLst>
            </p:cNvPr>
            <p:cNvSpPr/>
            <p:nvPr/>
          </p:nvSpPr>
          <p:spPr>
            <a:xfrm>
              <a:off x="3128876" y="457817"/>
              <a:ext cx="1432326" cy="459826"/>
            </a:xfrm>
            <a:prstGeom prst="roundRect">
              <a:avLst/>
            </a:prstGeom>
            <a:solidFill>
              <a:schemeClr val="accent6">
                <a:lumMod val="20000"/>
                <a:lumOff val="80000"/>
              </a:schemeClr>
            </a:solidFill>
            <a:ln w="12700">
              <a:solidFill>
                <a:schemeClr val="accent6"/>
              </a:solidFill>
            </a:ln>
            <a:effectLst>
              <a:outerShdw blurRad="50800" dist="38100" dir="2700000" algn="tl" rotWithShape="0">
                <a:srgbClr val="00CC99">
                  <a:lumMod val="75000"/>
                  <a:alpha val="99000"/>
                </a:srgbClr>
              </a:outerShdw>
            </a:effectLst>
          </p:spPr>
          <p:txBody>
            <a:bodyPr vert="horz" wrap="none" lIns="91440" tIns="45720" rIns="91440" bIns="45720" numCol="1" rtlCol="0" anchor="t" anchorCtr="0" compatLnSpc="1">
              <a:prstTxWarp prst="textNoShape">
                <a:avLst/>
              </a:prstTxWarp>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5" name="TextBox 354">
              <a:extLst>
                <a:ext uri="{FF2B5EF4-FFF2-40B4-BE49-F238E27FC236}">
                  <a16:creationId xmlns:a16="http://schemas.microsoft.com/office/drawing/2014/main" id="{9E5F4888-C152-6048-B38F-5BC74A5A16D9}"/>
                </a:ext>
              </a:extLst>
            </p:cNvPr>
            <p:cNvSpPr txBox="1"/>
            <p:nvPr/>
          </p:nvSpPr>
          <p:spPr>
            <a:xfrm>
              <a:off x="3034225" y="436756"/>
              <a:ext cx="1461287" cy="504412"/>
            </a:xfrm>
            <a:prstGeom prst="rect">
              <a:avLst/>
            </a:prstGeom>
            <a:noFill/>
          </p:spPr>
          <p:txBody>
            <a:bodyPr wrap="square" rtlCol="0">
              <a:spAutoFit/>
            </a:bodyPr>
            <a:lstStyle/>
            <a:p>
              <a:pPr marL="0" marR="0" lvl="0" indent="0" algn="ctr" defTabSz="914400" eaLnBrk="0" fontAlgn="base" latinLnBrk="0" hangingPunct="0">
                <a:lnSpc>
                  <a:spcPts val="16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a:ea typeface="ＭＳ Ｐゴシック" charset="0"/>
                  <a:cs typeface="Arial"/>
                </a:rPr>
                <a:t>network graph</a:t>
              </a:r>
            </a:p>
          </p:txBody>
        </p:sp>
      </p:grpSp>
      <p:grpSp>
        <p:nvGrpSpPr>
          <p:cNvPr id="356" name="Group 355">
            <a:extLst>
              <a:ext uri="{FF2B5EF4-FFF2-40B4-BE49-F238E27FC236}">
                <a16:creationId xmlns:a16="http://schemas.microsoft.com/office/drawing/2014/main" id="{E40FDC48-BF32-B04B-8DBD-D61CF18EF743}"/>
              </a:ext>
            </a:extLst>
          </p:cNvPr>
          <p:cNvGrpSpPr/>
          <p:nvPr/>
        </p:nvGrpSpPr>
        <p:grpSpPr>
          <a:xfrm>
            <a:off x="4335616" y="2144194"/>
            <a:ext cx="1033900" cy="459826"/>
            <a:chOff x="3103238" y="457817"/>
            <a:chExt cx="1461287" cy="459826"/>
          </a:xfrm>
        </p:grpSpPr>
        <p:sp>
          <p:nvSpPr>
            <p:cNvPr id="357" name="Rounded Rectangle 356">
              <a:extLst>
                <a:ext uri="{FF2B5EF4-FFF2-40B4-BE49-F238E27FC236}">
                  <a16:creationId xmlns:a16="http://schemas.microsoft.com/office/drawing/2014/main" id="{9DB16644-5102-554D-99C0-889DCE0F0D2B}"/>
                </a:ext>
              </a:extLst>
            </p:cNvPr>
            <p:cNvSpPr/>
            <p:nvPr/>
          </p:nvSpPr>
          <p:spPr>
            <a:xfrm>
              <a:off x="3128876" y="457817"/>
              <a:ext cx="1432326" cy="459826"/>
            </a:xfrm>
            <a:prstGeom prst="roundRect">
              <a:avLst/>
            </a:prstGeom>
            <a:solidFill>
              <a:schemeClr val="accent6">
                <a:lumMod val="20000"/>
                <a:lumOff val="80000"/>
              </a:schemeClr>
            </a:solidFill>
            <a:ln w="12700">
              <a:solidFill>
                <a:schemeClr val="accent6"/>
              </a:solidFill>
            </a:ln>
            <a:effectLst>
              <a:outerShdw blurRad="50800" dist="38100" dir="2700000" algn="tl" rotWithShape="0">
                <a:srgbClr val="00CC99">
                  <a:lumMod val="75000"/>
                  <a:alpha val="99000"/>
                </a:srgbClr>
              </a:outerShdw>
            </a:effectLst>
          </p:spPr>
          <p:txBody>
            <a:bodyPr vert="horz" wrap="none" lIns="91440" tIns="45720" rIns="91440" bIns="45720" numCol="1" rtlCol="0" anchor="t" anchorCtr="0" compatLnSpc="1">
              <a:prstTxWarp prst="textNoShape">
                <a:avLst/>
              </a:prstTxWarp>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8" name="TextBox 357">
              <a:extLst>
                <a:ext uri="{FF2B5EF4-FFF2-40B4-BE49-F238E27FC236}">
                  <a16:creationId xmlns:a16="http://schemas.microsoft.com/office/drawing/2014/main" id="{2A90B65C-4C25-C144-B2DD-D173E975D024}"/>
                </a:ext>
              </a:extLst>
            </p:cNvPr>
            <p:cNvSpPr txBox="1"/>
            <p:nvPr/>
          </p:nvSpPr>
          <p:spPr>
            <a:xfrm>
              <a:off x="3103238" y="553253"/>
              <a:ext cx="1461287" cy="299227"/>
            </a:xfrm>
            <a:prstGeom prst="rect">
              <a:avLst/>
            </a:prstGeom>
            <a:noFill/>
          </p:spPr>
          <p:txBody>
            <a:bodyPr wrap="square" rtlCol="0">
              <a:spAutoFit/>
            </a:bodyPr>
            <a:lstStyle/>
            <a:p>
              <a:pPr marL="0" marR="0" lvl="0" indent="0" algn="ctr" defTabSz="914400" eaLnBrk="0" fontAlgn="base" latinLnBrk="0" hangingPunct="0">
                <a:lnSpc>
                  <a:spcPts val="16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a:ea typeface="ＭＳ Ｐゴシック" charset="0"/>
                  <a:cs typeface="Arial"/>
                </a:rPr>
                <a:t>intent</a:t>
              </a:r>
            </a:p>
          </p:txBody>
        </p:sp>
      </p:grpSp>
      <p:grpSp>
        <p:nvGrpSpPr>
          <p:cNvPr id="359" name="Group 358">
            <a:extLst>
              <a:ext uri="{FF2B5EF4-FFF2-40B4-BE49-F238E27FC236}">
                <a16:creationId xmlns:a16="http://schemas.microsoft.com/office/drawing/2014/main" id="{4DDA363C-D004-AB4D-9D62-44DAC7279759}"/>
              </a:ext>
            </a:extLst>
          </p:cNvPr>
          <p:cNvGrpSpPr/>
          <p:nvPr/>
        </p:nvGrpSpPr>
        <p:grpSpPr>
          <a:xfrm>
            <a:off x="2796533" y="2139558"/>
            <a:ext cx="1033900" cy="504412"/>
            <a:chOff x="3128334" y="454512"/>
            <a:chExt cx="1461287" cy="504412"/>
          </a:xfrm>
        </p:grpSpPr>
        <p:sp>
          <p:nvSpPr>
            <p:cNvPr id="360" name="Rounded Rectangle 359">
              <a:extLst>
                <a:ext uri="{FF2B5EF4-FFF2-40B4-BE49-F238E27FC236}">
                  <a16:creationId xmlns:a16="http://schemas.microsoft.com/office/drawing/2014/main" id="{59AAEC82-22A5-1A44-925D-3607D0F39D69}"/>
                </a:ext>
              </a:extLst>
            </p:cNvPr>
            <p:cNvSpPr/>
            <p:nvPr/>
          </p:nvSpPr>
          <p:spPr>
            <a:xfrm>
              <a:off x="3128876" y="457817"/>
              <a:ext cx="1432326" cy="459826"/>
            </a:xfrm>
            <a:prstGeom prst="roundRect">
              <a:avLst/>
            </a:prstGeom>
            <a:solidFill>
              <a:schemeClr val="accent6">
                <a:lumMod val="20000"/>
                <a:lumOff val="80000"/>
              </a:schemeClr>
            </a:solidFill>
            <a:ln w="12700">
              <a:solidFill>
                <a:schemeClr val="accent6"/>
              </a:solidFill>
            </a:ln>
            <a:effectLst>
              <a:outerShdw blurRad="50800" dist="38100" dir="2700000" algn="tl" rotWithShape="0">
                <a:srgbClr val="00CC99">
                  <a:lumMod val="75000"/>
                  <a:alpha val="99000"/>
                </a:srgbClr>
              </a:outerShdw>
            </a:effectLst>
          </p:spPr>
          <p:txBody>
            <a:bodyPr vert="horz" wrap="none" lIns="91440" tIns="45720" rIns="91440" bIns="45720" numCol="1" rtlCol="0" anchor="t" anchorCtr="0" compatLnSpc="1">
              <a:prstTxWarp prst="textNoShape">
                <a:avLst/>
              </a:prstTxWarp>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1" name="TextBox 360">
              <a:extLst>
                <a:ext uri="{FF2B5EF4-FFF2-40B4-BE49-F238E27FC236}">
                  <a16:creationId xmlns:a16="http://schemas.microsoft.com/office/drawing/2014/main" id="{20C049F2-C1CA-DF4D-AA67-194E1C4F4CC3}"/>
                </a:ext>
              </a:extLst>
            </p:cNvPr>
            <p:cNvSpPr txBox="1"/>
            <p:nvPr/>
          </p:nvSpPr>
          <p:spPr>
            <a:xfrm>
              <a:off x="3128334" y="454512"/>
              <a:ext cx="1461287" cy="504412"/>
            </a:xfrm>
            <a:prstGeom prst="rect">
              <a:avLst/>
            </a:prstGeom>
            <a:noFill/>
          </p:spPr>
          <p:txBody>
            <a:bodyPr wrap="square" rtlCol="0">
              <a:spAutoFit/>
            </a:bodyPr>
            <a:lstStyle/>
            <a:p>
              <a:pPr marL="0" marR="0" lvl="0" indent="0" algn="ctr" defTabSz="914400" eaLnBrk="0" fontAlgn="base" latinLnBrk="0" hangingPunct="0">
                <a:lnSpc>
                  <a:spcPts val="16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a:ea typeface="ＭＳ Ｐゴシック" charset="0"/>
                  <a:cs typeface="Arial"/>
                </a:rPr>
                <a:t>RESTful</a:t>
              </a:r>
            </a:p>
            <a:p>
              <a:pPr marL="0" marR="0" lvl="0" indent="0" algn="ctr" defTabSz="914400" eaLnBrk="0" fontAlgn="base" latinLnBrk="0" hangingPunct="0">
                <a:lnSpc>
                  <a:spcPts val="16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a:ea typeface="ＭＳ Ｐゴシック" charset="0"/>
                  <a:cs typeface="Arial"/>
                </a:rPr>
                <a:t>API</a:t>
              </a:r>
            </a:p>
          </p:txBody>
        </p:sp>
      </p:grpSp>
      <p:sp>
        <p:nvSpPr>
          <p:cNvPr id="362" name="TextBox 361">
            <a:extLst>
              <a:ext uri="{FF2B5EF4-FFF2-40B4-BE49-F238E27FC236}">
                <a16:creationId xmlns:a16="http://schemas.microsoft.com/office/drawing/2014/main" id="{D3A9C18D-A188-6A48-9CCB-C7A54C894F1D}"/>
              </a:ext>
            </a:extLst>
          </p:cNvPr>
          <p:cNvSpPr txBox="1"/>
          <p:nvPr/>
        </p:nvSpPr>
        <p:spPr>
          <a:xfrm>
            <a:off x="3833899" y="1945433"/>
            <a:ext cx="627904" cy="584776"/>
          </a:xfrm>
          <a:prstGeom prst="rect">
            <a:avLst/>
          </a:prstGeom>
          <a:noFill/>
        </p:spPr>
        <p:txBody>
          <a:bodyPr wrap="none" rtlCol="0">
            <a:spAutoFit/>
          </a:bodyPr>
          <a:lstStyle/>
          <a:p>
            <a:pPr eaLnBrk="0" fontAlgn="base" hangingPunct="0">
              <a:spcBef>
                <a:spcPct val="0"/>
              </a:spcBef>
              <a:spcAft>
                <a:spcPct val="0"/>
              </a:spcAft>
            </a:pPr>
            <a:r>
              <a:rPr lang="en-US" sz="3200" dirty="0">
                <a:solidFill>
                  <a:srgbClr val="00CC99">
                    <a:lumMod val="60000"/>
                    <a:lumOff val="40000"/>
                  </a:srgbClr>
                </a:solidFill>
                <a:latin typeface="Arial" charset="0"/>
                <a:ea typeface="ＭＳ Ｐゴシック" charset="0"/>
              </a:rPr>
              <a:t>…  </a:t>
            </a:r>
          </a:p>
        </p:txBody>
      </p:sp>
      <p:cxnSp>
        <p:nvCxnSpPr>
          <p:cNvPr id="363" name="Straight Connector 362">
            <a:extLst>
              <a:ext uri="{FF2B5EF4-FFF2-40B4-BE49-F238E27FC236}">
                <a16:creationId xmlns:a16="http://schemas.microsoft.com/office/drawing/2014/main" id="{1A4CD936-7BB9-DA49-90F7-EC6321F19D96}"/>
              </a:ext>
            </a:extLst>
          </p:cNvPr>
          <p:cNvCxnSpPr/>
          <p:nvPr/>
        </p:nvCxnSpPr>
        <p:spPr bwMode="auto">
          <a:xfrm flipV="1">
            <a:off x="1348096" y="1912530"/>
            <a:ext cx="4117474" cy="1"/>
          </a:xfrm>
          <a:prstGeom prst="line">
            <a:avLst/>
          </a:prstGeom>
          <a:solidFill>
            <a:srgbClr val="00CC99"/>
          </a:solidFill>
          <a:ln w="19050" cap="flat" cmpd="sng" algn="ctr">
            <a:solidFill>
              <a:srgbClr val="00000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364" name="Freeform 2">
            <a:extLst>
              <a:ext uri="{FF2B5EF4-FFF2-40B4-BE49-F238E27FC236}">
                <a16:creationId xmlns:a16="http://schemas.microsoft.com/office/drawing/2014/main" id="{D9FEE928-6718-BA41-9C6C-C313FC8AC356}"/>
              </a:ext>
            </a:extLst>
          </p:cNvPr>
          <p:cNvSpPr>
            <a:spLocks/>
          </p:cNvSpPr>
          <p:nvPr/>
        </p:nvSpPr>
        <p:spPr bwMode="auto">
          <a:xfrm>
            <a:off x="1335792" y="5057443"/>
            <a:ext cx="4057421" cy="1393030"/>
          </a:xfrm>
          <a:custGeom>
            <a:avLst/>
            <a:gdLst>
              <a:gd name="T0" fmla="*/ 6 w 1794"/>
              <a:gd name="T1" fmla="*/ 483 h 933"/>
              <a:gd name="T2" fmla="*/ 108 w 1794"/>
              <a:gd name="T3" fmla="*/ 125 h 933"/>
              <a:gd name="T4" fmla="*/ 559 w 1794"/>
              <a:gd name="T5" fmla="*/ 100 h 933"/>
              <a:gd name="T6" fmla="*/ 1128 w 1794"/>
              <a:gd name="T7" fmla="*/ 29 h 933"/>
              <a:gd name="T8" fmla="*/ 1716 w 1794"/>
              <a:gd name="T9" fmla="*/ 275 h 933"/>
              <a:gd name="T10" fmla="*/ 1596 w 1794"/>
              <a:gd name="T11" fmla="*/ 827 h 933"/>
              <a:gd name="T12" fmla="*/ 1380 w 1794"/>
              <a:gd name="T13" fmla="*/ 911 h 933"/>
              <a:gd name="T14" fmla="*/ 840 w 1794"/>
              <a:gd name="T15" fmla="*/ 929 h 933"/>
              <a:gd name="T16" fmla="*/ 414 w 1794"/>
              <a:gd name="T17" fmla="*/ 911 h 933"/>
              <a:gd name="T18" fmla="*/ 143 w 1794"/>
              <a:gd name="T19" fmla="*/ 832 h 933"/>
              <a:gd name="T20" fmla="*/ 6 w 1794"/>
              <a:gd name="T21" fmla="*/ 483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cs typeface="ＭＳ Ｐゴシック" charset="0"/>
            </a:endParaRPr>
          </a:p>
        </p:txBody>
      </p:sp>
      <p:cxnSp>
        <p:nvCxnSpPr>
          <p:cNvPr id="366" name="Straight Connector 365">
            <a:extLst>
              <a:ext uri="{FF2B5EF4-FFF2-40B4-BE49-F238E27FC236}">
                <a16:creationId xmlns:a16="http://schemas.microsoft.com/office/drawing/2014/main" id="{0A3E7D89-360D-EB45-9252-C3E555C87095}"/>
              </a:ext>
            </a:extLst>
          </p:cNvPr>
          <p:cNvCxnSpPr/>
          <p:nvPr/>
        </p:nvCxnSpPr>
        <p:spPr bwMode="auto">
          <a:xfrm>
            <a:off x="2408645" y="5746872"/>
            <a:ext cx="1651340" cy="138604"/>
          </a:xfrm>
          <a:prstGeom prst="line">
            <a:avLst/>
          </a:prstGeom>
          <a:solidFill>
            <a:srgbClr val="00CC99"/>
          </a:solidFill>
          <a:ln w="9525" cap="flat" cmpd="sng" algn="ctr">
            <a:solidFill>
              <a:srgbClr val="FFFFFF">
                <a:lumMod val="50000"/>
              </a:srgbClr>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67" name="Straight Connector 366">
            <a:extLst>
              <a:ext uri="{FF2B5EF4-FFF2-40B4-BE49-F238E27FC236}">
                <a16:creationId xmlns:a16="http://schemas.microsoft.com/office/drawing/2014/main" id="{9583D0EA-64B5-0042-BD81-C740B20D5AE4}"/>
              </a:ext>
            </a:extLst>
          </p:cNvPr>
          <p:cNvCxnSpPr>
            <a:endCxn id="429" idx="1"/>
          </p:cNvCxnSpPr>
          <p:nvPr/>
        </p:nvCxnSpPr>
        <p:spPr bwMode="auto">
          <a:xfrm>
            <a:off x="2418861" y="5803538"/>
            <a:ext cx="318002" cy="387552"/>
          </a:xfrm>
          <a:prstGeom prst="line">
            <a:avLst/>
          </a:prstGeom>
          <a:solidFill>
            <a:srgbClr val="00CC99"/>
          </a:solidFill>
          <a:ln w="9525" cap="flat" cmpd="sng" algn="ctr">
            <a:solidFill>
              <a:srgbClr val="FFFFFF">
                <a:lumMod val="50000"/>
              </a:srgbClr>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68" name="Straight Connector 367">
            <a:extLst>
              <a:ext uri="{FF2B5EF4-FFF2-40B4-BE49-F238E27FC236}">
                <a16:creationId xmlns:a16="http://schemas.microsoft.com/office/drawing/2014/main" id="{0F05C6A0-5516-BC46-901A-CA7728C924B1}"/>
              </a:ext>
            </a:extLst>
          </p:cNvPr>
          <p:cNvCxnSpPr>
            <a:stCxn id="415" idx="3"/>
          </p:cNvCxnSpPr>
          <p:nvPr/>
        </p:nvCxnSpPr>
        <p:spPr bwMode="auto">
          <a:xfrm>
            <a:off x="3720713" y="5436854"/>
            <a:ext cx="333142" cy="421301"/>
          </a:xfrm>
          <a:prstGeom prst="line">
            <a:avLst/>
          </a:prstGeom>
          <a:solidFill>
            <a:srgbClr val="00CC99"/>
          </a:solidFill>
          <a:ln w="9525" cap="flat" cmpd="sng" algn="ctr">
            <a:solidFill>
              <a:srgbClr val="FFFFFF">
                <a:lumMod val="50000"/>
              </a:srgbClr>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69" name="Straight Connector 368">
            <a:extLst>
              <a:ext uri="{FF2B5EF4-FFF2-40B4-BE49-F238E27FC236}">
                <a16:creationId xmlns:a16="http://schemas.microsoft.com/office/drawing/2014/main" id="{37AC2CE6-5A12-0444-986F-EE08319CD185}"/>
              </a:ext>
            </a:extLst>
          </p:cNvPr>
          <p:cNvCxnSpPr/>
          <p:nvPr/>
        </p:nvCxnSpPr>
        <p:spPr bwMode="auto">
          <a:xfrm flipV="1">
            <a:off x="3198290" y="5944167"/>
            <a:ext cx="861695" cy="275422"/>
          </a:xfrm>
          <a:prstGeom prst="line">
            <a:avLst/>
          </a:prstGeom>
          <a:solidFill>
            <a:srgbClr val="00CC99"/>
          </a:solidFill>
          <a:ln w="9525" cap="flat" cmpd="sng" algn="ctr">
            <a:solidFill>
              <a:srgbClr val="FFFFFF">
                <a:lumMod val="50000"/>
              </a:srgbClr>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393" name="Oval 392">
            <a:extLst>
              <a:ext uri="{FF2B5EF4-FFF2-40B4-BE49-F238E27FC236}">
                <a16:creationId xmlns:a16="http://schemas.microsoft.com/office/drawing/2014/main" id="{F2D3F4DC-8BE9-C14E-910F-F66395DBEAA7}"/>
              </a:ext>
            </a:extLst>
          </p:cNvPr>
          <p:cNvSpPr/>
          <p:nvPr/>
        </p:nvSpPr>
        <p:spPr>
          <a:xfrm rot="5400000">
            <a:off x="2797134" y="407053"/>
            <a:ext cx="631007" cy="2235263"/>
          </a:xfrm>
          <a:prstGeom prst="ellipse">
            <a:avLst/>
          </a:prstGeom>
          <a:solidFill>
            <a:schemeClr val="accent6">
              <a:lumMod val="20000"/>
              <a:lumOff val="80000"/>
            </a:schemeClr>
          </a:solidFill>
          <a:ln w="12700">
            <a:noFill/>
            <a:tailEnd type="arrow"/>
          </a:ln>
          <a:effectLst>
            <a:outerShdw blurRad="50800" dist="38100" dir="18900000" algn="bl" rotWithShape="0">
              <a:schemeClr val="accent6">
                <a:lumMod val="75000"/>
                <a:alpha val="40000"/>
              </a:schemeClr>
            </a:outerShdw>
          </a:effectLst>
        </p:spPr>
        <p:txBody>
          <a:bodyPr vert="horz" wrap="none" lIns="91440" tIns="45720" rIns="91440" bIns="45720" numCol="1" rtlCol="0" anchor="t" anchorCtr="0" compatLnSpc="1">
            <a:prstTxWarp prst="textNoShape">
              <a:avLst/>
            </a:prstTxWarp>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94" name="TextBox 393">
            <a:extLst>
              <a:ext uri="{FF2B5EF4-FFF2-40B4-BE49-F238E27FC236}">
                <a16:creationId xmlns:a16="http://schemas.microsoft.com/office/drawing/2014/main" id="{1FF52C02-7BC1-5C4B-9901-8DEEC502937C}"/>
              </a:ext>
            </a:extLst>
          </p:cNvPr>
          <p:cNvSpPr txBox="1"/>
          <p:nvPr/>
        </p:nvSpPr>
        <p:spPr>
          <a:xfrm>
            <a:off x="2135351" y="1323574"/>
            <a:ext cx="1947456" cy="502702"/>
          </a:xfrm>
          <a:prstGeom prst="rect">
            <a:avLst/>
          </a:prstGeom>
          <a:noFill/>
        </p:spPr>
        <p:txBody>
          <a:bodyPr wrap="none" rtlCol="0">
            <a:spAutoFit/>
          </a:bodyPr>
          <a:lstStyle/>
          <a:p>
            <a:pPr algn="ctr" eaLnBrk="0" fontAlgn="base" hangingPunct="0">
              <a:lnSpc>
                <a:spcPts val="1600"/>
              </a:lnSpc>
              <a:spcBef>
                <a:spcPct val="0"/>
              </a:spcBef>
              <a:spcAft>
                <a:spcPct val="0"/>
              </a:spcAft>
            </a:pPr>
            <a:r>
              <a:rPr lang="en-US" sz="1600" dirty="0">
                <a:solidFill>
                  <a:srgbClr val="000000"/>
                </a:solidFill>
                <a:latin typeface="Arial"/>
                <a:ea typeface="ＭＳ Ｐゴシック" charset="0"/>
                <a:cs typeface="Arial"/>
              </a:rPr>
              <a:t>Dijkstra’s link-state </a:t>
            </a:r>
          </a:p>
          <a:p>
            <a:pPr algn="ctr" eaLnBrk="0" fontAlgn="base" hangingPunct="0">
              <a:lnSpc>
                <a:spcPts val="1600"/>
              </a:lnSpc>
              <a:spcBef>
                <a:spcPct val="0"/>
              </a:spcBef>
              <a:spcAft>
                <a:spcPct val="0"/>
              </a:spcAft>
            </a:pPr>
            <a:r>
              <a:rPr lang="en-US" sz="1600" dirty="0">
                <a:solidFill>
                  <a:srgbClr val="000000"/>
                </a:solidFill>
                <a:latin typeface="Arial"/>
                <a:ea typeface="ＭＳ Ｐゴシック" charset="0"/>
                <a:cs typeface="Arial"/>
              </a:rPr>
              <a:t>routing</a:t>
            </a:r>
          </a:p>
        </p:txBody>
      </p:sp>
      <p:grpSp>
        <p:nvGrpSpPr>
          <p:cNvPr id="395" name="Group 394">
            <a:extLst>
              <a:ext uri="{FF2B5EF4-FFF2-40B4-BE49-F238E27FC236}">
                <a16:creationId xmlns:a16="http://schemas.microsoft.com/office/drawing/2014/main" id="{3283CCE9-8CB6-8949-A9E8-23B833E8424F}"/>
              </a:ext>
            </a:extLst>
          </p:cNvPr>
          <p:cNvGrpSpPr/>
          <p:nvPr/>
        </p:nvGrpSpPr>
        <p:grpSpPr>
          <a:xfrm>
            <a:off x="1748590" y="5523964"/>
            <a:ext cx="687402" cy="470408"/>
            <a:chOff x="1736090" y="2893762"/>
            <a:chExt cx="565150" cy="340093"/>
          </a:xfrm>
        </p:grpSpPr>
        <p:grpSp>
          <p:nvGrpSpPr>
            <p:cNvPr id="396" name="Group 327">
              <a:extLst>
                <a:ext uri="{FF2B5EF4-FFF2-40B4-BE49-F238E27FC236}">
                  <a16:creationId xmlns:a16="http://schemas.microsoft.com/office/drawing/2014/main" id="{0A1998BC-6377-8E45-9B2B-8FE80CE09350}"/>
                </a:ext>
              </a:extLst>
            </p:cNvPr>
            <p:cNvGrpSpPr>
              <a:grpSpLocks/>
            </p:cNvGrpSpPr>
            <p:nvPr/>
          </p:nvGrpSpPr>
          <p:grpSpPr bwMode="auto">
            <a:xfrm>
              <a:off x="1736090" y="2893762"/>
              <a:ext cx="565150" cy="292100"/>
              <a:chOff x="1871277" y="1576300"/>
              <a:chExt cx="1128371" cy="437861"/>
            </a:xfrm>
          </p:grpSpPr>
          <p:sp>
            <p:nvSpPr>
              <p:cNvPr id="400" name="Oval 399">
                <a:extLst>
                  <a:ext uri="{FF2B5EF4-FFF2-40B4-BE49-F238E27FC236}">
                    <a16:creationId xmlns:a16="http://schemas.microsoft.com/office/drawing/2014/main" id="{BB1B85D3-D01B-A041-93EE-FAB34FB8179A}"/>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01" name="Rectangle 400">
                <a:extLst>
                  <a:ext uri="{FF2B5EF4-FFF2-40B4-BE49-F238E27FC236}">
                    <a16:creationId xmlns:a16="http://schemas.microsoft.com/office/drawing/2014/main" id="{F1DCDAB1-5AC7-A342-A0A8-F8590A65D091}"/>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02" name="Oval 401">
                <a:extLst>
                  <a:ext uri="{FF2B5EF4-FFF2-40B4-BE49-F238E27FC236}">
                    <a16:creationId xmlns:a16="http://schemas.microsoft.com/office/drawing/2014/main" id="{364EE120-3A52-AC47-A765-DBFBE82B6044}"/>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03" name="Freeform 402">
                <a:extLst>
                  <a:ext uri="{FF2B5EF4-FFF2-40B4-BE49-F238E27FC236}">
                    <a16:creationId xmlns:a16="http://schemas.microsoft.com/office/drawing/2014/main" id="{0F7E9595-A4D4-9943-A2EE-06309FBD4155}"/>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04" name="Freeform 403">
                <a:extLst>
                  <a:ext uri="{FF2B5EF4-FFF2-40B4-BE49-F238E27FC236}">
                    <a16:creationId xmlns:a16="http://schemas.microsoft.com/office/drawing/2014/main" id="{27FC021A-5D6B-D44C-BE45-9A0B3E244E16}"/>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05" name="Freeform 404">
                <a:extLst>
                  <a:ext uri="{FF2B5EF4-FFF2-40B4-BE49-F238E27FC236}">
                    <a16:creationId xmlns:a16="http://schemas.microsoft.com/office/drawing/2014/main" id="{9CFC2A2E-5A8E-6D41-8416-E8B2C50779BB}"/>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06" name="Freeform 405">
                <a:extLst>
                  <a:ext uri="{FF2B5EF4-FFF2-40B4-BE49-F238E27FC236}">
                    <a16:creationId xmlns:a16="http://schemas.microsoft.com/office/drawing/2014/main" id="{04026D95-DA4A-F347-A7FF-424B9B469AB4}"/>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07" name="Straight Connector 406">
                <a:extLst>
                  <a:ext uri="{FF2B5EF4-FFF2-40B4-BE49-F238E27FC236}">
                    <a16:creationId xmlns:a16="http://schemas.microsoft.com/office/drawing/2014/main" id="{9D59DF6F-A7C9-6242-8CB4-771105A9C5D6}"/>
                  </a:ext>
                </a:extLst>
              </p:cNvPr>
              <p:cNvCxnSpPr>
                <a:endCxn id="402"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408" name="Straight Connector 407">
                <a:extLst>
                  <a:ext uri="{FF2B5EF4-FFF2-40B4-BE49-F238E27FC236}">
                    <a16:creationId xmlns:a16="http://schemas.microsoft.com/office/drawing/2014/main" id="{A22BF780-EF6F-7948-A466-B756EA5EADA3}"/>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397" name="Group 396">
              <a:extLst>
                <a:ext uri="{FF2B5EF4-FFF2-40B4-BE49-F238E27FC236}">
                  <a16:creationId xmlns:a16="http://schemas.microsoft.com/office/drawing/2014/main" id="{37FD8073-5589-3940-BA2A-2C9406219C6F}"/>
                </a:ext>
              </a:extLst>
            </p:cNvPr>
            <p:cNvGrpSpPr/>
            <p:nvPr/>
          </p:nvGrpSpPr>
          <p:grpSpPr>
            <a:xfrm>
              <a:off x="1828502" y="2944584"/>
              <a:ext cx="374530" cy="289271"/>
              <a:chOff x="725185" y="1779875"/>
              <a:chExt cx="374530" cy="289271"/>
            </a:xfrm>
          </p:grpSpPr>
          <p:sp>
            <p:nvSpPr>
              <p:cNvPr id="398" name="Oval 397">
                <a:extLst>
                  <a:ext uri="{FF2B5EF4-FFF2-40B4-BE49-F238E27FC236}">
                    <a16:creationId xmlns:a16="http://schemas.microsoft.com/office/drawing/2014/main" id="{86A11B54-4339-BD4F-A52D-E772621B01BB}"/>
                  </a:ext>
                </a:extLst>
              </p:cNvPr>
              <p:cNvSpPr/>
              <p:nvPr/>
            </p:nvSpPr>
            <p:spPr bwMode="auto">
              <a:xfrm>
                <a:off x="741398" y="1850752"/>
                <a:ext cx="356365" cy="168450"/>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99" name="TextBox 398">
                <a:extLst>
                  <a:ext uri="{FF2B5EF4-FFF2-40B4-BE49-F238E27FC236}">
                    <a16:creationId xmlns:a16="http://schemas.microsoft.com/office/drawing/2014/main" id="{AD15C9A1-58C1-6D4D-A5E6-F245674F5399}"/>
                  </a:ext>
                </a:extLst>
              </p:cNvPr>
              <p:cNvSpPr txBox="1"/>
              <p:nvPr/>
            </p:nvSpPr>
            <p:spPr>
              <a:xfrm>
                <a:off x="725185" y="1779875"/>
                <a:ext cx="374530" cy="289271"/>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s1</a:t>
                </a:r>
              </a:p>
            </p:txBody>
          </p:sp>
        </p:grpSp>
      </p:grpSp>
      <p:grpSp>
        <p:nvGrpSpPr>
          <p:cNvPr id="409" name="Group 408">
            <a:extLst>
              <a:ext uri="{FF2B5EF4-FFF2-40B4-BE49-F238E27FC236}">
                <a16:creationId xmlns:a16="http://schemas.microsoft.com/office/drawing/2014/main" id="{65CE0717-7A43-6447-982B-2A6BF5776D66}"/>
              </a:ext>
            </a:extLst>
          </p:cNvPr>
          <p:cNvGrpSpPr/>
          <p:nvPr/>
        </p:nvGrpSpPr>
        <p:grpSpPr>
          <a:xfrm>
            <a:off x="3033311" y="5232644"/>
            <a:ext cx="687402" cy="470406"/>
            <a:chOff x="1736090" y="2893762"/>
            <a:chExt cx="565150" cy="340091"/>
          </a:xfrm>
        </p:grpSpPr>
        <p:grpSp>
          <p:nvGrpSpPr>
            <p:cNvPr id="410" name="Group 327">
              <a:extLst>
                <a:ext uri="{FF2B5EF4-FFF2-40B4-BE49-F238E27FC236}">
                  <a16:creationId xmlns:a16="http://schemas.microsoft.com/office/drawing/2014/main" id="{88AF1197-A59E-F341-9C2F-D7BB75696E03}"/>
                </a:ext>
              </a:extLst>
            </p:cNvPr>
            <p:cNvGrpSpPr>
              <a:grpSpLocks/>
            </p:cNvGrpSpPr>
            <p:nvPr/>
          </p:nvGrpSpPr>
          <p:grpSpPr bwMode="auto">
            <a:xfrm>
              <a:off x="1736090" y="2893762"/>
              <a:ext cx="565150" cy="292100"/>
              <a:chOff x="1871277" y="1576300"/>
              <a:chExt cx="1128371" cy="437861"/>
            </a:xfrm>
          </p:grpSpPr>
          <p:sp>
            <p:nvSpPr>
              <p:cNvPr id="414" name="Oval 413">
                <a:extLst>
                  <a:ext uri="{FF2B5EF4-FFF2-40B4-BE49-F238E27FC236}">
                    <a16:creationId xmlns:a16="http://schemas.microsoft.com/office/drawing/2014/main" id="{1514A7C7-412D-CB40-95FD-A73F84446469}"/>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15" name="Rectangle 414">
                <a:extLst>
                  <a:ext uri="{FF2B5EF4-FFF2-40B4-BE49-F238E27FC236}">
                    <a16:creationId xmlns:a16="http://schemas.microsoft.com/office/drawing/2014/main" id="{4EC25DBB-C079-B044-90B4-D4608AAEB2F9}"/>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16" name="Oval 415">
                <a:extLst>
                  <a:ext uri="{FF2B5EF4-FFF2-40B4-BE49-F238E27FC236}">
                    <a16:creationId xmlns:a16="http://schemas.microsoft.com/office/drawing/2014/main" id="{E0B0DE30-BB65-BC4A-A519-ABE38833F5C9}"/>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17" name="Freeform 416">
                <a:extLst>
                  <a:ext uri="{FF2B5EF4-FFF2-40B4-BE49-F238E27FC236}">
                    <a16:creationId xmlns:a16="http://schemas.microsoft.com/office/drawing/2014/main" id="{5D73B332-8201-9845-83B3-7991D1D29848}"/>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18" name="Freeform 417">
                <a:extLst>
                  <a:ext uri="{FF2B5EF4-FFF2-40B4-BE49-F238E27FC236}">
                    <a16:creationId xmlns:a16="http://schemas.microsoft.com/office/drawing/2014/main" id="{874F3D24-C6D1-0242-9071-675EAE55CF17}"/>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19" name="Freeform 418">
                <a:extLst>
                  <a:ext uri="{FF2B5EF4-FFF2-40B4-BE49-F238E27FC236}">
                    <a16:creationId xmlns:a16="http://schemas.microsoft.com/office/drawing/2014/main" id="{CC4308C1-A1A7-AB4B-AE6B-92E38956E380}"/>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20" name="Freeform 419">
                <a:extLst>
                  <a:ext uri="{FF2B5EF4-FFF2-40B4-BE49-F238E27FC236}">
                    <a16:creationId xmlns:a16="http://schemas.microsoft.com/office/drawing/2014/main" id="{24C8152F-6350-2844-826D-CCECEC749FCC}"/>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21" name="Straight Connector 420">
                <a:extLst>
                  <a:ext uri="{FF2B5EF4-FFF2-40B4-BE49-F238E27FC236}">
                    <a16:creationId xmlns:a16="http://schemas.microsoft.com/office/drawing/2014/main" id="{7AF20622-97B2-7746-9A48-1D87235CA032}"/>
                  </a:ext>
                </a:extLst>
              </p:cNvPr>
              <p:cNvCxnSpPr>
                <a:endCxn id="416"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422" name="Straight Connector 421">
                <a:extLst>
                  <a:ext uri="{FF2B5EF4-FFF2-40B4-BE49-F238E27FC236}">
                    <a16:creationId xmlns:a16="http://schemas.microsoft.com/office/drawing/2014/main" id="{1A56332A-BABA-0C44-9EA7-63E7AE314A39}"/>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411" name="Group 410">
              <a:extLst>
                <a:ext uri="{FF2B5EF4-FFF2-40B4-BE49-F238E27FC236}">
                  <a16:creationId xmlns:a16="http://schemas.microsoft.com/office/drawing/2014/main" id="{88585B74-A4A2-9240-A305-4B257FDDF9BB}"/>
                </a:ext>
              </a:extLst>
            </p:cNvPr>
            <p:cNvGrpSpPr/>
            <p:nvPr/>
          </p:nvGrpSpPr>
          <p:grpSpPr>
            <a:xfrm>
              <a:off x="1828502" y="2944584"/>
              <a:ext cx="374531" cy="289269"/>
              <a:chOff x="725185" y="1779875"/>
              <a:chExt cx="374531" cy="289269"/>
            </a:xfrm>
          </p:grpSpPr>
          <p:sp>
            <p:nvSpPr>
              <p:cNvPr id="412" name="Oval 411">
                <a:extLst>
                  <a:ext uri="{FF2B5EF4-FFF2-40B4-BE49-F238E27FC236}">
                    <a16:creationId xmlns:a16="http://schemas.microsoft.com/office/drawing/2014/main" id="{B715D4F7-EE1C-8243-B41D-D4E9D84A48C3}"/>
                  </a:ext>
                </a:extLst>
              </p:cNvPr>
              <p:cNvSpPr/>
              <p:nvPr/>
            </p:nvSpPr>
            <p:spPr bwMode="auto">
              <a:xfrm>
                <a:off x="741398" y="1850752"/>
                <a:ext cx="356365" cy="168450"/>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13" name="TextBox 412">
                <a:extLst>
                  <a:ext uri="{FF2B5EF4-FFF2-40B4-BE49-F238E27FC236}">
                    <a16:creationId xmlns:a16="http://schemas.microsoft.com/office/drawing/2014/main" id="{22A0E80F-D57D-4844-8977-0D000DE99B5D}"/>
                  </a:ext>
                </a:extLst>
              </p:cNvPr>
              <p:cNvSpPr txBox="1"/>
              <p:nvPr/>
            </p:nvSpPr>
            <p:spPr>
              <a:xfrm>
                <a:off x="725185" y="1779875"/>
                <a:ext cx="374531" cy="289269"/>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s2</a:t>
                </a:r>
              </a:p>
            </p:txBody>
          </p:sp>
        </p:grpSp>
      </p:grpSp>
      <p:grpSp>
        <p:nvGrpSpPr>
          <p:cNvPr id="423" name="Group 422">
            <a:extLst>
              <a:ext uri="{FF2B5EF4-FFF2-40B4-BE49-F238E27FC236}">
                <a16:creationId xmlns:a16="http://schemas.microsoft.com/office/drawing/2014/main" id="{D213BA70-EF35-D34A-BC9C-DFEBDCF60751}"/>
              </a:ext>
            </a:extLst>
          </p:cNvPr>
          <p:cNvGrpSpPr/>
          <p:nvPr/>
        </p:nvGrpSpPr>
        <p:grpSpPr>
          <a:xfrm>
            <a:off x="2736863" y="5986880"/>
            <a:ext cx="687402" cy="470406"/>
            <a:chOff x="1736090" y="2893762"/>
            <a:chExt cx="565150" cy="340091"/>
          </a:xfrm>
        </p:grpSpPr>
        <p:grpSp>
          <p:nvGrpSpPr>
            <p:cNvPr id="424" name="Group 327">
              <a:extLst>
                <a:ext uri="{FF2B5EF4-FFF2-40B4-BE49-F238E27FC236}">
                  <a16:creationId xmlns:a16="http://schemas.microsoft.com/office/drawing/2014/main" id="{59C9C19B-2D7B-5446-993D-684F106169C4}"/>
                </a:ext>
              </a:extLst>
            </p:cNvPr>
            <p:cNvGrpSpPr>
              <a:grpSpLocks/>
            </p:cNvGrpSpPr>
            <p:nvPr/>
          </p:nvGrpSpPr>
          <p:grpSpPr bwMode="auto">
            <a:xfrm>
              <a:off x="1736090" y="2893762"/>
              <a:ext cx="565150" cy="292100"/>
              <a:chOff x="1871277" y="1576300"/>
              <a:chExt cx="1128371" cy="437861"/>
            </a:xfrm>
          </p:grpSpPr>
          <p:sp>
            <p:nvSpPr>
              <p:cNvPr id="428" name="Oval 427">
                <a:extLst>
                  <a:ext uri="{FF2B5EF4-FFF2-40B4-BE49-F238E27FC236}">
                    <a16:creationId xmlns:a16="http://schemas.microsoft.com/office/drawing/2014/main" id="{40008AEE-3152-C849-906C-3CAF9DFF25CC}"/>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29" name="Rectangle 428">
                <a:extLst>
                  <a:ext uri="{FF2B5EF4-FFF2-40B4-BE49-F238E27FC236}">
                    <a16:creationId xmlns:a16="http://schemas.microsoft.com/office/drawing/2014/main" id="{111839D8-9177-6249-A367-46D180572BB8}"/>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30" name="Oval 429">
                <a:extLst>
                  <a:ext uri="{FF2B5EF4-FFF2-40B4-BE49-F238E27FC236}">
                    <a16:creationId xmlns:a16="http://schemas.microsoft.com/office/drawing/2014/main" id="{1F1E42A9-4DE8-2641-85A4-A097587AE18A}"/>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31" name="Freeform 430">
                <a:extLst>
                  <a:ext uri="{FF2B5EF4-FFF2-40B4-BE49-F238E27FC236}">
                    <a16:creationId xmlns:a16="http://schemas.microsoft.com/office/drawing/2014/main" id="{98851B8A-DFDB-7446-ACF4-8D81FB5AA157}"/>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32" name="Freeform 431">
                <a:extLst>
                  <a:ext uri="{FF2B5EF4-FFF2-40B4-BE49-F238E27FC236}">
                    <a16:creationId xmlns:a16="http://schemas.microsoft.com/office/drawing/2014/main" id="{723991A2-A1E6-0D4F-9B5D-068A5496B054}"/>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33" name="Freeform 432">
                <a:extLst>
                  <a:ext uri="{FF2B5EF4-FFF2-40B4-BE49-F238E27FC236}">
                    <a16:creationId xmlns:a16="http://schemas.microsoft.com/office/drawing/2014/main" id="{7AACA8F0-9C63-A846-90C3-AAAB6E3910F1}"/>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34" name="Freeform 433">
                <a:extLst>
                  <a:ext uri="{FF2B5EF4-FFF2-40B4-BE49-F238E27FC236}">
                    <a16:creationId xmlns:a16="http://schemas.microsoft.com/office/drawing/2014/main" id="{5C925CD4-A1D8-4B4C-B630-EA0FF87CCF67}"/>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35" name="Straight Connector 434">
                <a:extLst>
                  <a:ext uri="{FF2B5EF4-FFF2-40B4-BE49-F238E27FC236}">
                    <a16:creationId xmlns:a16="http://schemas.microsoft.com/office/drawing/2014/main" id="{482CEABD-D59C-9146-B260-F80C556208AE}"/>
                  </a:ext>
                </a:extLst>
              </p:cNvPr>
              <p:cNvCxnSpPr>
                <a:endCxn id="430"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436" name="Straight Connector 435">
                <a:extLst>
                  <a:ext uri="{FF2B5EF4-FFF2-40B4-BE49-F238E27FC236}">
                    <a16:creationId xmlns:a16="http://schemas.microsoft.com/office/drawing/2014/main" id="{852B68BC-F922-3848-9565-4D2178DB93AA}"/>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425" name="Group 424">
              <a:extLst>
                <a:ext uri="{FF2B5EF4-FFF2-40B4-BE49-F238E27FC236}">
                  <a16:creationId xmlns:a16="http://schemas.microsoft.com/office/drawing/2014/main" id="{B7439C84-CDB5-F347-BD13-C9965624FE17}"/>
                </a:ext>
              </a:extLst>
            </p:cNvPr>
            <p:cNvGrpSpPr/>
            <p:nvPr/>
          </p:nvGrpSpPr>
          <p:grpSpPr>
            <a:xfrm>
              <a:off x="1828502" y="2944584"/>
              <a:ext cx="374531" cy="289269"/>
              <a:chOff x="725185" y="1779875"/>
              <a:chExt cx="374531" cy="289269"/>
            </a:xfrm>
          </p:grpSpPr>
          <p:sp>
            <p:nvSpPr>
              <p:cNvPr id="426" name="Oval 425">
                <a:extLst>
                  <a:ext uri="{FF2B5EF4-FFF2-40B4-BE49-F238E27FC236}">
                    <a16:creationId xmlns:a16="http://schemas.microsoft.com/office/drawing/2014/main" id="{01C7B7FA-5596-BC43-9C90-8E052B54FC11}"/>
                  </a:ext>
                </a:extLst>
              </p:cNvPr>
              <p:cNvSpPr/>
              <p:nvPr/>
            </p:nvSpPr>
            <p:spPr bwMode="auto">
              <a:xfrm>
                <a:off x="741398" y="1850752"/>
                <a:ext cx="356365" cy="168450"/>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27" name="TextBox 426">
                <a:extLst>
                  <a:ext uri="{FF2B5EF4-FFF2-40B4-BE49-F238E27FC236}">
                    <a16:creationId xmlns:a16="http://schemas.microsoft.com/office/drawing/2014/main" id="{6ECC707E-E1D7-4546-96A1-2387735089B7}"/>
                  </a:ext>
                </a:extLst>
              </p:cNvPr>
              <p:cNvSpPr txBox="1"/>
              <p:nvPr/>
            </p:nvSpPr>
            <p:spPr>
              <a:xfrm>
                <a:off x="725185" y="1779875"/>
                <a:ext cx="374531" cy="289269"/>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s3</a:t>
                </a:r>
              </a:p>
            </p:txBody>
          </p:sp>
        </p:grpSp>
      </p:grpSp>
      <p:grpSp>
        <p:nvGrpSpPr>
          <p:cNvPr id="437" name="Group 436">
            <a:extLst>
              <a:ext uri="{FF2B5EF4-FFF2-40B4-BE49-F238E27FC236}">
                <a16:creationId xmlns:a16="http://schemas.microsoft.com/office/drawing/2014/main" id="{15A32C9A-E7F3-5346-87C4-CA4940C18BF9}"/>
              </a:ext>
            </a:extLst>
          </p:cNvPr>
          <p:cNvGrpSpPr/>
          <p:nvPr/>
        </p:nvGrpSpPr>
        <p:grpSpPr>
          <a:xfrm>
            <a:off x="3904271" y="5705754"/>
            <a:ext cx="687402" cy="470406"/>
            <a:chOff x="1736090" y="2893762"/>
            <a:chExt cx="565150" cy="340091"/>
          </a:xfrm>
        </p:grpSpPr>
        <p:grpSp>
          <p:nvGrpSpPr>
            <p:cNvPr id="438" name="Group 327">
              <a:extLst>
                <a:ext uri="{FF2B5EF4-FFF2-40B4-BE49-F238E27FC236}">
                  <a16:creationId xmlns:a16="http://schemas.microsoft.com/office/drawing/2014/main" id="{91239979-A6B3-3D4E-ABD7-F92D10C27A0A}"/>
                </a:ext>
              </a:extLst>
            </p:cNvPr>
            <p:cNvGrpSpPr>
              <a:grpSpLocks/>
            </p:cNvGrpSpPr>
            <p:nvPr/>
          </p:nvGrpSpPr>
          <p:grpSpPr bwMode="auto">
            <a:xfrm>
              <a:off x="1736090" y="2893762"/>
              <a:ext cx="565150" cy="292100"/>
              <a:chOff x="1871277" y="1576300"/>
              <a:chExt cx="1128371" cy="437861"/>
            </a:xfrm>
          </p:grpSpPr>
          <p:sp>
            <p:nvSpPr>
              <p:cNvPr id="442" name="Oval 441">
                <a:extLst>
                  <a:ext uri="{FF2B5EF4-FFF2-40B4-BE49-F238E27FC236}">
                    <a16:creationId xmlns:a16="http://schemas.microsoft.com/office/drawing/2014/main" id="{9FCAC59C-42CC-CE4C-96BD-FE920D1C2A77}"/>
                  </a:ext>
                </a:extLst>
              </p:cNvPr>
              <p:cNvSpPr/>
              <p:nvPr/>
            </p:nvSpPr>
            <p:spPr bwMode="auto">
              <a:xfrm flipV="1">
                <a:off x="1874446" y="1692905"/>
                <a:ext cx="1125202" cy="321256"/>
              </a:xfrm>
              <a:prstGeom prst="ellipse">
                <a:avLst/>
              </a:prstGeom>
              <a:gradFill flip="none" rotWithShape="1">
                <a:gsLst>
                  <a:gs pos="0">
                    <a:srgbClr val="3333CC">
                      <a:lumMod val="75000"/>
                    </a:srgbClr>
                  </a:gs>
                  <a:gs pos="53000">
                    <a:srgbClr val="3333CC">
                      <a:lumMod val="60000"/>
                      <a:lumOff val="40000"/>
                    </a:srgbClr>
                  </a:gs>
                  <a:gs pos="100000">
                    <a:srgbClr val="3333CC">
                      <a:lumMod val="75000"/>
                    </a:srgbClr>
                  </a:gs>
                </a:gsLst>
                <a:lin ang="0" scaled="1"/>
                <a:tileRect/>
              </a:gra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43" name="Rectangle 442">
                <a:extLst>
                  <a:ext uri="{FF2B5EF4-FFF2-40B4-BE49-F238E27FC236}">
                    <a16:creationId xmlns:a16="http://schemas.microsoft.com/office/drawing/2014/main" id="{3FBEAA77-D815-D445-A86F-68B0D4452BC3}"/>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44" name="Oval 443">
                <a:extLst>
                  <a:ext uri="{FF2B5EF4-FFF2-40B4-BE49-F238E27FC236}">
                    <a16:creationId xmlns:a16="http://schemas.microsoft.com/office/drawing/2014/main" id="{2D6A81D7-4183-0C4B-9BE0-36028959107F}"/>
                  </a:ext>
                </a:extLst>
              </p:cNvPr>
              <p:cNvSpPr/>
              <p:nvPr/>
            </p:nvSpPr>
            <p:spPr bwMode="auto">
              <a:xfrm flipV="1">
                <a:off x="1871277" y="1576300"/>
                <a:ext cx="1125200" cy="321257"/>
              </a:xfrm>
              <a:prstGeom prst="ellipse">
                <a:avLst/>
              </a:prstGeom>
              <a:solidFill>
                <a:srgbClr val="FFFFFF">
                  <a:lumMod val="75000"/>
                </a:srgbClr>
              </a:solidFill>
              <a:ln w="6350" cap="flat" cmpd="sng" algn="ctr">
                <a:solidFill>
                  <a:srgbClr val="000000"/>
                </a:solid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445" name="Freeform 444">
                <a:extLst>
                  <a:ext uri="{FF2B5EF4-FFF2-40B4-BE49-F238E27FC236}">
                    <a16:creationId xmlns:a16="http://schemas.microsoft.com/office/drawing/2014/main" id="{4EB08DF1-BFF0-D94C-9005-60CA113EB70F}"/>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46" name="Freeform 445">
                <a:extLst>
                  <a:ext uri="{FF2B5EF4-FFF2-40B4-BE49-F238E27FC236}">
                    <a16:creationId xmlns:a16="http://schemas.microsoft.com/office/drawing/2014/main" id="{37A92998-42D7-3647-9DAB-4B474843B9D7}"/>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47" name="Freeform 446">
                <a:extLst>
                  <a:ext uri="{FF2B5EF4-FFF2-40B4-BE49-F238E27FC236}">
                    <a16:creationId xmlns:a16="http://schemas.microsoft.com/office/drawing/2014/main" id="{C10BF816-5EDC-5D4D-AA34-D16A44C5ACC4}"/>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48" name="Freeform 447">
                <a:extLst>
                  <a:ext uri="{FF2B5EF4-FFF2-40B4-BE49-F238E27FC236}">
                    <a16:creationId xmlns:a16="http://schemas.microsoft.com/office/drawing/2014/main" id="{5EDE6095-F96A-8147-96D3-B6AC4A7604E9}"/>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rgbClr val="3333CC">
                  <a:lumMod val="75000"/>
                </a:srgbClr>
              </a:solidFill>
              <a:ln w="9525" cap="flat" cmpd="sng" algn="ctr">
                <a:noFill/>
                <a:prstDash val="solid"/>
              </a:ln>
              <a:effectLst>
                <a:outerShdw blurRad="40000" dist="23000" dir="5400000" rotWithShape="0">
                  <a:srgbClr val="000000">
                    <a:alpha val="35000"/>
                  </a:srgbClr>
                </a:outerShdw>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49" name="Straight Connector 448">
                <a:extLst>
                  <a:ext uri="{FF2B5EF4-FFF2-40B4-BE49-F238E27FC236}">
                    <a16:creationId xmlns:a16="http://schemas.microsoft.com/office/drawing/2014/main" id="{18F6547F-EE28-D440-B02C-859463240B3B}"/>
                  </a:ext>
                </a:extLst>
              </p:cNvPr>
              <p:cNvCxnSpPr>
                <a:endCxn id="444" idx="2"/>
              </p:cNvCxnSpPr>
              <p:nvPr/>
            </p:nvCxnSpPr>
            <p:spPr bwMode="auto">
              <a:xfrm flipH="1" flipV="1">
                <a:off x="1871277" y="1735739"/>
                <a:ext cx="3169"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cxnSp>
            <p:nvCxnSpPr>
              <p:cNvPr id="450" name="Straight Connector 449">
                <a:extLst>
                  <a:ext uri="{FF2B5EF4-FFF2-40B4-BE49-F238E27FC236}">
                    <a16:creationId xmlns:a16="http://schemas.microsoft.com/office/drawing/2014/main" id="{C75462DD-9379-4145-B1BA-38B9E3C33BD1}"/>
                  </a:ext>
                </a:extLst>
              </p:cNvPr>
              <p:cNvCxnSpPr/>
              <p:nvPr/>
            </p:nvCxnSpPr>
            <p:spPr bwMode="auto">
              <a:xfrm flipH="1" flipV="1">
                <a:off x="2996477" y="1733359"/>
                <a:ext cx="3171" cy="123743"/>
              </a:xfrm>
              <a:prstGeom prst="line">
                <a:avLst/>
              </a:prstGeom>
              <a:noFill/>
              <a:ln w="6350" cap="flat" cmpd="sng" algn="ctr">
                <a:solidFill>
                  <a:srgbClr val="000000"/>
                </a:solidFill>
                <a:prstDash val="solid"/>
              </a:ln>
              <a:effectLst>
                <a:outerShdw blurRad="40005" dist="19939" dir="5400000" algn="tl" rotWithShape="0">
                  <a:srgbClr val="000000">
                    <a:alpha val="38000"/>
                  </a:srgbClr>
                </a:outerShdw>
              </a:effectLst>
            </p:spPr>
          </p:cxnSp>
        </p:grpSp>
        <p:grpSp>
          <p:nvGrpSpPr>
            <p:cNvPr id="439" name="Group 438">
              <a:extLst>
                <a:ext uri="{FF2B5EF4-FFF2-40B4-BE49-F238E27FC236}">
                  <a16:creationId xmlns:a16="http://schemas.microsoft.com/office/drawing/2014/main" id="{0D413191-8CF2-CC46-9D2F-BF1C4542E2EB}"/>
                </a:ext>
              </a:extLst>
            </p:cNvPr>
            <p:cNvGrpSpPr/>
            <p:nvPr/>
          </p:nvGrpSpPr>
          <p:grpSpPr>
            <a:xfrm>
              <a:off x="1828502" y="2944584"/>
              <a:ext cx="374531" cy="289269"/>
              <a:chOff x="725185" y="1779875"/>
              <a:chExt cx="374531" cy="289269"/>
            </a:xfrm>
          </p:grpSpPr>
          <p:sp>
            <p:nvSpPr>
              <p:cNvPr id="440" name="Oval 439">
                <a:extLst>
                  <a:ext uri="{FF2B5EF4-FFF2-40B4-BE49-F238E27FC236}">
                    <a16:creationId xmlns:a16="http://schemas.microsoft.com/office/drawing/2014/main" id="{C665F85B-B221-3349-A8A9-423CB064E829}"/>
                  </a:ext>
                </a:extLst>
              </p:cNvPr>
              <p:cNvSpPr/>
              <p:nvPr/>
            </p:nvSpPr>
            <p:spPr bwMode="auto">
              <a:xfrm>
                <a:off x="741398" y="1850752"/>
                <a:ext cx="356365" cy="168450"/>
              </a:xfrm>
              <a:prstGeom prst="ellipse">
                <a:avLst/>
              </a:prstGeom>
              <a:solidFill>
                <a:srgbClr val="FFFFFF">
                  <a:alpha val="76000"/>
                </a:srgbClr>
              </a:solidFill>
              <a:ln w="9525"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41" name="TextBox 440">
                <a:extLst>
                  <a:ext uri="{FF2B5EF4-FFF2-40B4-BE49-F238E27FC236}">
                    <a16:creationId xmlns:a16="http://schemas.microsoft.com/office/drawing/2014/main" id="{FA49AD3B-122F-4C4B-A918-544A3BF1895E}"/>
                  </a:ext>
                </a:extLst>
              </p:cNvPr>
              <p:cNvSpPr txBox="1"/>
              <p:nvPr/>
            </p:nvSpPr>
            <p:spPr>
              <a:xfrm>
                <a:off x="725185" y="1779875"/>
                <a:ext cx="374531" cy="289269"/>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rPr>
                  <a:t>s4</a:t>
                </a:r>
              </a:p>
            </p:txBody>
          </p:sp>
        </p:grpSp>
      </p:grpSp>
      <p:grpSp>
        <p:nvGrpSpPr>
          <p:cNvPr id="152" name="Group 151">
            <a:extLst>
              <a:ext uri="{FF2B5EF4-FFF2-40B4-BE49-F238E27FC236}">
                <a16:creationId xmlns:a16="http://schemas.microsoft.com/office/drawing/2014/main" id="{8668EBE0-594D-334C-AB42-480B6F78CF62}"/>
              </a:ext>
            </a:extLst>
          </p:cNvPr>
          <p:cNvGrpSpPr/>
          <p:nvPr/>
        </p:nvGrpSpPr>
        <p:grpSpPr>
          <a:xfrm>
            <a:off x="6821848" y="2223893"/>
            <a:ext cx="4764727" cy="1773227"/>
            <a:chOff x="5333952" y="1296122"/>
            <a:chExt cx="4764727" cy="1773227"/>
          </a:xfrm>
        </p:grpSpPr>
        <p:sp>
          <p:nvSpPr>
            <p:cNvPr id="153" name="TextBox 152">
              <a:extLst>
                <a:ext uri="{FF2B5EF4-FFF2-40B4-BE49-F238E27FC236}">
                  <a16:creationId xmlns:a16="http://schemas.microsoft.com/office/drawing/2014/main" id="{952F6C96-8FF4-3F4B-B1DE-5F9882F0CC58}"/>
                </a:ext>
              </a:extLst>
            </p:cNvPr>
            <p:cNvSpPr txBox="1"/>
            <p:nvPr/>
          </p:nvSpPr>
          <p:spPr>
            <a:xfrm>
              <a:off x="5654651" y="1315023"/>
              <a:ext cx="4444028" cy="1754326"/>
            </a:xfrm>
            <a:prstGeom prst="rect">
              <a:avLst/>
            </a:prstGeom>
            <a:noFill/>
          </p:spPr>
          <p:txBody>
            <a:bodyPr wrap="square" rtlCol="0">
              <a:spAutoFit/>
            </a:bodyPr>
            <a:lstStyle/>
            <a:p>
              <a:pPr>
                <a:lnSpc>
                  <a:spcPct val="90000"/>
                </a:lnSpc>
              </a:pPr>
              <a:r>
                <a:rPr lang="en-US" sz="2400" dirty="0">
                  <a:solidFill>
                    <a:srgbClr val="000000"/>
                  </a:solidFill>
                </a:rPr>
                <a:t>link state routing app interacts with flow-table-computation component in SDN controller, which computes new flow tables needed</a:t>
              </a:r>
            </a:p>
          </p:txBody>
        </p:sp>
        <p:grpSp>
          <p:nvGrpSpPr>
            <p:cNvPr id="154" name="Group 153">
              <a:extLst>
                <a:ext uri="{FF2B5EF4-FFF2-40B4-BE49-F238E27FC236}">
                  <a16:creationId xmlns:a16="http://schemas.microsoft.com/office/drawing/2014/main" id="{9018BCC7-FF6B-C54D-AF18-6386BE6EC922}"/>
                </a:ext>
              </a:extLst>
            </p:cNvPr>
            <p:cNvGrpSpPr/>
            <p:nvPr/>
          </p:nvGrpSpPr>
          <p:grpSpPr>
            <a:xfrm>
              <a:off x="5333952" y="1296122"/>
              <a:ext cx="314510" cy="400110"/>
              <a:chOff x="437313" y="1959115"/>
              <a:chExt cx="291062" cy="400110"/>
            </a:xfrm>
          </p:grpSpPr>
          <p:sp>
            <p:nvSpPr>
              <p:cNvPr id="155" name="Oval 154">
                <a:extLst>
                  <a:ext uri="{FF2B5EF4-FFF2-40B4-BE49-F238E27FC236}">
                    <a16:creationId xmlns:a16="http://schemas.microsoft.com/office/drawing/2014/main" id="{725A5CCC-38B4-374B-8E0A-8175948EE0F1}"/>
                  </a:ext>
                </a:extLst>
              </p:cNvPr>
              <p:cNvSpPr/>
              <p:nvPr/>
            </p:nvSpPr>
            <p:spPr>
              <a:xfrm>
                <a:off x="448041" y="2026177"/>
                <a:ext cx="251755" cy="263122"/>
              </a:xfrm>
              <a:prstGeom prst="ellipse">
                <a:avLst/>
              </a:prstGeom>
              <a:solidFill>
                <a:schemeClr val="bg1"/>
              </a:solidFill>
              <a:ln w="12700">
                <a:solidFill>
                  <a:srgbClr val="C00000"/>
                </a:solidFill>
              </a:ln>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2400" b="0" i="0" u="none" strike="noStrike" cap="none" normalizeH="0" baseline="0" dirty="0">
                  <a:ln>
                    <a:noFill/>
                  </a:ln>
                  <a:solidFill>
                    <a:schemeClr val="tx1"/>
                  </a:solidFill>
                  <a:effectLst/>
                  <a:cs typeface="Arial"/>
                </a:endParaRPr>
              </a:p>
            </p:txBody>
          </p:sp>
          <p:sp>
            <p:nvSpPr>
              <p:cNvPr id="156" name="TextBox 155">
                <a:extLst>
                  <a:ext uri="{FF2B5EF4-FFF2-40B4-BE49-F238E27FC236}">
                    <a16:creationId xmlns:a16="http://schemas.microsoft.com/office/drawing/2014/main" id="{A359256F-83EF-C14A-A33E-34AFC25A567C}"/>
                  </a:ext>
                </a:extLst>
              </p:cNvPr>
              <p:cNvSpPr txBox="1"/>
              <p:nvPr/>
            </p:nvSpPr>
            <p:spPr>
              <a:xfrm>
                <a:off x="437313" y="1959115"/>
                <a:ext cx="291062" cy="400110"/>
              </a:xfrm>
              <a:prstGeom prst="rect">
                <a:avLst/>
              </a:prstGeom>
              <a:noFill/>
            </p:spPr>
            <p:txBody>
              <a:bodyPr wrap="none" rtlCol="0">
                <a:spAutoFit/>
              </a:bodyPr>
              <a:lstStyle/>
              <a:p>
                <a:r>
                  <a:rPr lang="en-US" sz="2000" dirty="0">
                    <a:solidFill>
                      <a:srgbClr val="C00000"/>
                    </a:solidFill>
                    <a:cs typeface="Arial"/>
                  </a:rPr>
                  <a:t>5</a:t>
                </a:r>
              </a:p>
            </p:txBody>
          </p:sp>
        </p:grpSp>
      </p:grpSp>
      <p:grpSp>
        <p:nvGrpSpPr>
          <p:cNvPr id="157" name="Group 156">
            <a:extLst>
              <a:ext uri="{FF2B5EF4-FFF2-40B4-BE49-F238E27FC236}">
                <a16:creationId xmlns:a16="http://schemas.microsoft.com/office/drawing/2014/main" id="{EBB217E7-01ED-964B-9FE0-F9EE60E028F5}"/>
              </a:ext>
            </a:extLst>
          </p:cNvPr>
          <p:cNvGrpSpPr/>
          <p:nvPr/>
        </p:nvGrpSpPr>
        <p:grpSpPr>
          <a:xfrm>
            <a:off x="6797561" y="4172683"/>
            <a:ext cx="4450811" cy="1103433"/>
            <a:chOff x="5318962" y="1301119"/>
            <a:chExt cx="4450811" cy="1103433"/>
          </a:xfrm>
        </p:grpSpPr>
        <p:sp>
          <p:nvSpPr>
            <p:cNvPr id="158" name="TextBox 157">
              <a:extLst>
                <a:ext uri="{FF2B5EF4-FFF2-40B4-BE49-F238E27FC236}">
                  <a16:creationId xmlns:a16="http://schemas.microsoft.com/office/drawing/2014/main" id="{B3598380-1FF6-6F40-973E-B718F074D98B}"/>
                </a:ext>
              </a:extLst>
            </p:cNvPr>
            <p:cNvSpPr txBox="1"/>
            <p:nvPr/>
          </p:nvSpPr>
          <p:spPr>
            <a:xfrm>
              <a:off x="5654650" y="1315023"/>
              <a:ext cx="4115123" cy="1089529"/>
            </a:xfrm>
            <a:prstGeom prst="rect">
              <a:avLst/>
            </a:prstGeom>
            <a:noFill/>
          </p:spPr>
          <p:txBody>
            <a:bodyPr wrap="square" rtlCol="0">
              <a:spAutoFit/>
            </a:bodyPr>
            <a:lstStyle/>
            <a:p>
              <a:pPr>
                <a:lnSpc>
                  <a:spcPct val="90000"/>
                </a:lnSpc>
              </a:pPr>
              <a:r>
                <a:rPr lang="en-US" sz="2400" dirty="0">
                  <a:solidFill>
                    <a:srgbClr val="000000"/>
                  </a:solidFill>
                </a:rPr>
                <a:t>controller uses OpenFlow to install new tables in switches that need updating</a:t>
              </a:r>
            </a:p>
          </p:txBody>
        </p:sp>
        <p:grpSp>
          <p:nvGrpSpPr>
            <p:cNvPr id="159" name="Group 158">
              <a:extLst>
                <a:ext uri="{FF2B5EF4-FFF2-40B4-BE49-F238E27FC236}">
                  <a16:creationId xmlns:a16="http://schemas.microsoft.com/office/drawing/2014/main" id="{CEC8872E-6260-4E47-A475-2DA8AB05DCE6}"/>
                </a:ext>
              </a:extLst>
            </p:cNvPr>
            <p:cNvGrpSpPr/>
            <p:nvPr/>
          </p:nvGrpSpPr>
          <p:grpSpPr>
            <a:xfrm>
              <a:off x="5318962" y="1301119"/>
              <a:ext cx="314510" cy="400110"/>
              <a:chOff x="423441" y="1964112"/>
              <a:chExt cx="291062" cy="400110"/>
            </a:xfrm>
          </p:grpSpPr>
          <p:sp>
            <p:nvSpPr>
              <p:cNvPr id="160" name="Oval 159">
                <a:extLst>
                  <a:ext uri="{FF2B5EF4-FFF2-40B4-BE49-F238E27FC236}">
                    <a16:creationId xmlns:a16="http://schemas.microsoft.com/office/drawing/2014/main" id="{EF374B88-D948-BF43-B4EB-772822FF0073}"/>
                  </a:ext>
                </a:extLst>
              </p:cNvPr>
              <p:cNvSpPr/>
              <p:nvPr/>
            </p:nvSpPr>
            <p:spPr>
              <a:xfrm>
                <a:off x="448041" y="2026177"/>
                <a:ext cx="251755" cy="263122"/>
              </a:xfrm>
              <a:prstGeom prst="ellipse">
                <a:avLst/>
              </a:prstGeom>
              <a:solidFill>
                <a:schemeClr val="bg1"/>
              </a:solidFill>
              <a:ln w="12700">
                <a:solidFill>
                  <a:srgbClr val="C00000"/>
                </a:solidFill>
              </a:ln>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2400" b="0" i="0" u="none" strike="noStrike" cap="none" normalizeH="0" baseline="0" dirty="0">
                  <a:ln>
                    <a:noFill/>
                  </a:ln>
                  <a:solidFill>
                    <a:schemeClr val="tx1"/>
                  </a:solidFill>
                  <a:effectLst/>
                  <a:cs typeface="Arial"/>
                </a:endParaRPr>
              </a:p>
            </p:txBody>
          </p:sp>
          <p:sp>
            <p:nvSpPr>
              <p:cNvPr id="161" name="TextBox 160">
                <a:extLst>
                  <a:ext uri="{FF2B5EF4-FFF2-40B4-BE49-F238E27FC236}">
                    <a16:creationId xmlns:a16="http://schemas.microsoft.com/office/drawing/2014/main" id="{525ABF71-D17A-5F44-9348-F8715A41D31E}"/>
                  </a:ext>
                </a:extLst>
              </p:cNvPr>
              <p:cNvSpPr txBox="1"/>
              <p:nvPr/>
            </p:nvSpPr>
            <p:spPr>
              <a:xfrm>
                <a:off x="423441" y="1964112"/>
                <a:ext cx="291062" cy="400110"/>
              </a:xfrm>
              <a:prstGeom prst="rect">
                <a:avLst/>
              </a:prstGeom>
              <a:noFill/>
            </p:spPr>
            <p:txBody>
              <a:bodyPr wrap="none" rtlCol="0">
                <a:spAutoFit/>
              </a:bodyPr>
              <a:lstStyle/>
              <a:p>
                <a:r>
                  <a:rPr lang="en-US" sz="2000" dirty="0">
                    <a:solidFill>
                      <a:srgbClr val="C00000"/>
                    </a:solidFill>
                    <a:cs typeface="Arial"/>
                  </a:rPr>
                  <a:t>6</a:t>
                </a:r>
              </a:p>
            </p:txBody>
          </p:sp>
        </p:grpSp>
      </p:grpSp>
      <p:grpSp>
        <p:nvGrpSpPr>
          <p:cNvPr id="8" name="Group 7">
            <a:extLst>
              <a:ext uri="{FF2B5EF4-FFF2-40B4-BE49-F238E27FC236}">
                <a16:creationId xmlns:a16="http://schemas.microsoft.com/office/drawing/2014/main" id="{45539EC0-657C-954F-8B55-28528EDA22A1}"/>
              </a:ext>
            </a:extLst>
          </p:cNvPr>
          <p:cNvGrpSpPr/>
          <p:nvPr/>
        </p:nvGrpSpPr>
        <p:grpSpPr>
          <a:xfrm>
            <a:off x="3994257" y="1633928"/>
            <a:ext cx="313044" cy="1540239"/>
            <a:chOff x="4189129" y="1656413"/>
            <a:chExt cx="313044" cy="1540239"/>
          </a:xfrm>
        </p:grpSpPr>
        <p:cxnSp>
          <p:nvCxnSpPr>
            <p:cNvPr id="7" name="Straight Connector 6">
              <a:extLst>
                <a:ext uri="{FF2B5EF4-FFF2-40B4-BE49-F238E27FC236}">
                  <a16:creationId xmlns:a16="http://schemas.microsoft.com/office/drawing/2014/main" id="{49F848E1-4FB7-8D48-8636-5BFA654772DD}"/>
                </a:ext>
              </a:extLst>
            </p:cNvPr>
            <p:cNvCxnSpPr/>
            <p:nvPr/>
          </p:nvCxnSpPr>
          <p:spPr>
            <a:xfrm>
              <a:off x="4339652" y="1656413"/>
              <a:ext cx="0" cy="1540239"/>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390" name="Group 389">
              <a:extLst>
                <a:ext uri="{FF2B5EF4-FFF2-40B4-BE49-F238E27FC236}">
                  <a16:creationId xmlns:a16="http://schemas.microsoft.com/office/drawing/2014/main" id="{084F1979-21E5-164C-9D7B-CC37AAE3266F}"/>
                </a:ext>
              </a:extLst>
            </p:cNvPr>
            <p:cNvGrpSpPr/>
            <p:nvPr/>
          </p:nvGrpSpPr>
          <p:grpSpPr>
            <a:xfrm>
              <a:off x="4189129" y="1880402"/>
              <a:ext cx="313044" cy="369332"/>
              <a:chOff x="651166" y="1956616"/>
              <a:chExt cx="313044" cy="369332"/>
            </a:xfrm>
          </p:grpSpPr>
          <p:sp>
            <p:nvSpPr>
              <p:cNvPr id="391" name="Oval 390">
                <a:extLst>
                  <a:ext uri="{FF2B5EF4-FFF2-40B4-BE49-F238E27FC236}">
                    <a16:creationId xmlns:a16="http://schemas.microsoft.com/office/drawing/2014/main" id="{73A39CD2-24AA-BD45-B6AD-2B4BA700DC27}"/>
                  </a:ext>
                </a:extLst>
              </p:cNvPr>
              <p:cNvSpPr/>
              <p:nvPr/>
            </p:nvSpPr>
            <p:spPr>
              <a:xfrm>
                <a:off x="676641" y="2003692"/>
                <a:ext cx="251755" cy="263122"/>
              </a:xfrm>
              <a:prstGeom prst="ellipse">
                <a:avLst/>
              </a:prstGeom>
              <a:solidFill>
                <a:srgbClr val="FFFFFF"/>
              </a:solidFill>
              <a:ln w="19050">
                <a:solidFill>
                  <a:srgbClr val="C00000"/>
                </a:solidFill>
              </a:ln>
            </p:spPr>
            <p:txBody>
              <a:bodyPr vert="horz" wrap="none" lIns="91440" tIns="45720" rIns="91440" bIns="45720" numCol="1" rtlCol="0" anchor="t" anchorCtr="0" compatLnSpc="1">
                <a:prstTxWarp prst="textNoShape">
                  <a:avLst/>
                </a:prstTxWarp>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392" name="TextBox 391">
                <a:extLst>
                  <a:ext uri="{FF2B5EF4-FFF2-40B4-BE49-F238E27FC236}">
                    <a16:creationId xmlns:a16="http://schemas.microsoft.com/office/drawing/2014/main" id="{D826745D-58BA-BC4B-AA6A-D38C517B3381}"/>
                  </a:ext>
                </a:extLst>
              </p:cNvPr>
              <p:cNvSpPr txBox="1"/>
              <p:nvPr/>
            </p:nvSpPr>
            <p:spPr>
              <a:xfrm>
                <a:off x="651166" y="1956616"/>
                <a:ext cx="313044"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Arial"/>
                    <a:ea typeface="ＭＳ Ｐゴシック" charset="0"/>
                    <a:cs typeface="Arial"/>
                  </a:rPr>
                  <a:t>5</a:t>
                </a:r>
              </a:p>
            </p:txBody>
          </p:sp>
        </p:grpSp>
      </p:grpSp>
      <p:grpSp>
        <p:nvGrpSpPr>
          <p:cNvPr id="16" name="Group 15">
            <a:extLst>
              <a:ext uri="{FF2B5EF4-FFF2-40B4-BE49-F238E27FC236}">
                <a16:creationId xmlns:a16="http://schemas.microsoft.com/office/drawing/2014/main" id="{03722060-DA29-3642-B211-707588A22B81}"/>
              </a:ext>
            </a:extLst>
          </p:cNvPr>
          <p:cNvGrpSpPr/>
          <p:nvPr/>
        </p:nvGrpSpPr>
        <p:grpSpPr>
          <a:xfrm>
            <a:off x="2457676" y="3166672"/>
            <a:ext cx="1751262" cy="2489017"/>
            <a:chOff x="2457676" y="3166672"/>
            <a:chExt cx="1751262" cy="2489017"/>
          </a:xfrm>
        </p:grpSpPr>
        <p:cxnSp>
          <p:nvCxnSpPr>
            <p:cNvPr id="385" name="Straight Arrow Connector 384">
              <a:extLst>
                <a:ext uri="{FF2B5EF4-FFF2-40B4-BE49-F238E27FC236}">
                  <a16:creationId xmlns:a16="http://schemas.microsoft.com/office/drawing/2014/main" id="{57933768-CFAD-7E4C-8094-C5674C11AD38}"/>
                </a:ext>
              </a:extLst>
            </p:cNvPr>
            <p:cNvCxnSpPr>
              <a:cxnSpLocks/>
            </p:cNvCxnSpPr>
            <p:nvPr/>
          </p:nvCxnSpPr>
          <p:spPr bwMode="auto">
            <a:xfrm>
              <a:off x="3271232" y="4980429"/>
              <a:ext cx="0" cy="258633"/>
            </a:xfrm>
            <a:prstGeom prst="straightConnector1">
              <a:avLst/>
            </a:prstGeom>
            <a:solidFill>
              <a:srgbClr val="00CC99"/>
            </a:solidFill>
            <a:ln w="19050" cap="flat" cmpd="sng" algn="ctr">
              <a:solidFill>
                <a:srgbClr val="C00000"/>
              </a:solidFill>
              <a:prstDash val="solid"/>
              <a:round/>
              <a:headEnd type="none"/>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86" name="Straight Arrow Connector 385">
              <a:extLst>
                <a:ext uri="{FF2B5EF4-FFF2-40B4-BE49-F238E27FC236}">
                  <a16:creationId xmlns:a16="http://schemas.microsoft.com/office/drawing/2014/main" id="{F95AAA5D-C6E5-5143-82E1-3C051F45ACA7}"/>
                </a:ext>
              </a:extLst>
            </p:cNvPr>
            <p:cNvCxnSpPr>
              <a:cxnSpLocks/>
            </p:cNvCxnSpPr>
            <p:nvPr/>
          </p:nvCxnSpPr>
          <p:spPr bwMode="auto">
            <a:xfrm flipH="1">
              <a:off x="2457676" y="4954249"/>
              <a:ext cx="712744" cy="621210"/>
            </a:xfrm>
            <a:prstGeom prst="straightConnector1">
              <a:avLst/>
            </a:prstGeom>
            <a:solidFill>
              <a:srgbClr val="00CC99"/>
            </a:solidFill>
            <a:ln w="19050" cap="flat" cmpd="sng" algn="ctr">
              <a:solidFill>
                <a:srgbClr val="C00000"/>
              </a:solidFill>
              <a:prstDash val="solid"/>
              <a:round/>
              <a:headEnd type="none"/>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nvGrpSpPr>
            <p:cNvPr id="387" name="Group 386">
              <a:extLst>
                <a:ext uri="{FF2B5EF4-FFF2-40B4-BE49-F238E27FC236}">
                  <a16:creationId xmlns:a16="http://schemas.microsoft.com/office/drawing/2014/main" id="{18D00365-C943-3246-B265-4C37A9B81876}"/>
                </a:ext>
              </a:extLst>
            </p:cNvPr>
            <p:cNvGrpSpPr/>
            <p:nvPr/>
          </p:nvGrpSpPr>
          <p:grpSpPr>
            <a:xfrm rot="21446362">
              <a:off x="3106460" y="4663753"/>
              <a:ext cx="313044" cy="369332"/>
              <a:chOff x="418585" y="1969301"/>
              <a:chExt cx="313044" cy="369332"/>
            </a:xfrm>
          </p:grpSpPr>
          <p:sp>
            <p:nvSpPr>
              <p:cNvPr id="388" name="Oval 387">
                <a:extLst>
                  <a:ext uri="{FF2B5EF4-FFF2-40B4-BE49-F238E27FC236}">
                    <a16:creationId xmlns:a16="http://schemas.microsoft.com/office/drawing/2014/main" id="{56FE9D22-DD6A-2D41-935A-D9C78F2DD655}"/>
                  </a:ext>
                </a:extLst>
              </p:cNvPr>
              <p:cNvSpPr/>
              <p:nvPr/>
            </p:nvSpPr>
            <p:spPr>
              <a:xfrm>
                <a:off x="448041" y="2026177"/>
                <a:ext cx="251755" cy="263122"/>
              </a:xfrm>
              <a:prstGeom prst="ellipse">
                <a:avLst/>
              </a:prstGeom>
              <a:solidFill>
                <a:srgbClr val="FFFFFF"/>
              </a:solidFill>
              <a:ln w="12700">
                <a:solidFill>
                  <a:srgbClr val="C00000"/>
                </a:solidFill>
              </a:ln>
            </p:spPr>
            <p:txBody>
              <a:bodyPr vert="horz" wrap="none" lIns="91440" tIns="45720" rIns="91440" bIns="45720" numCol="1" rtlCol="0" anchor="t" anchorCtr="0" compatLnSpc="1">
                <a:prstTxWarp prst="textNoShape">
                  <a:avLst/>
                </a:prstTxWarp>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389" name="TextBox 388">
                <a:extLst>
                  <a:ext uri="{FF2B5EF4-FFF2-40B4-BE49-F238E27FC236}">
                    <a16:creationId xmlns:a16="http://schemas.microsoft.com/office/drawing/2014/main" id="{F3BD16BE-15C0-AD4A-A570-09F50033ED30}"/>
                  </a:ext>
                </a:extLst>
              </p:cNvPr>
              <p:cNvSpPr txBox="1"/>
              <p:nvPr/>
            </p:nvSpPr>
            <p:spPr>
              <a:xfrm>
                <a:off x="418585" y="1969301"/>
                <a:ext cx="313044"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Arial"/>
                    <a:ea typeface="ＭＳ Ｐゴシック" charset="0"/>
                    <a:cs typeface="Arial"/>
                  </a:rPr>
                  <a:t>6</a:t>
                </a:r>
              </a:p>
            </p:txBody>
          </p:sp>
        </p:grpSp>
        <p:cxnSp>
          <p:nvCxnSpPr>
            <p:cNvPr id="451" name="Straight Arrow Connector 450">
              <a:extLst>
                <a:ext uri="{FF2B5EF4-FFF2-40B4-BE49-F238E27FC236}">
                  <a16:creationId xmlns:a16="http://schemas.microsoft.com/office/drawing/2014/main" id="{CE154DD1-2C46-6642-BA6D-CE34E436F761}"/>
                </a:ext>
              </a:extLst>
            </p:cNvPr>
            <p:cNvCxnSpPr>
              <a:cxnSpLocks/>
            </p:cNvCxnSpPr>
            <p:nvPr/>
          </p:nvCxnSpPr>
          <p:spPr bwMode="auto">
            <a:xfrm>
              <a:off x="3361544" y="4943007"/>
              <a:ext cx="847394" cy="712682"/>
            </a:xfrm>
            <a:prstGeom prst="straightConnector1">
              <a:avLst/>
            </a:prstGeom>
            <a:solidFill>
              <a:srgbClr val="00CC99"/>
            </a:solidFill>
            <a:ln w="19050" cap="flat" cmpd="sng" algn="ctr">
              <a:solidFill>
                <a:srgbClr val="C00000"/>
              </a:solidFill>
              <a:prstDash val="solid"/>
              <a:round/>
              <a:headEnd type="none"/>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12" name="Freeform 11">
              <a:extLst>
                <a:ext uri="{FF2B5EF4-FFF2-40B4-BE49-F238E27FC236}">
                  <a16:creationId xmlns:a16="http://schemas.microsoft.com/office/drawing/2014/main" id="{13E2CB52-0E57-C940-96B0-586FFA8469C6}"/>
                </a:ext>
              </a:extLst>
            </p:cNvPr>
            <p:cNvSpPr/>
            <p:nvPr/>
          </p:nvSpPr>
          <p:spPr>
            <a:xfrm>
              <a:off x="3256612" y="3166672"/>
              <a:ext cx="888167" cy="1551482"/>
            </a:xfrm>
            <a:custGeom>
              <a:avLst/>
              <a:gdLst>
                <a:gd name="connsiteX0" fmla="*/ 929390 w 929390"/>
                <a:gd name="connsiteY0" fmla="*/ 0 h 1551482"/>
                <a:gd name="connsiteX1" fmla="*/ 929390 w 929390"/>
                <a:gd name="connsiteY1" fmla="*/ 678305 h 1551482"/>
                <a:gd name="connsiteX2" fmla="*/ 0 w 929390"/>
                <a:gd name="connsiteY2" fmla="*/ 813217 h 1551482"/>
                <a:gd name="connsiteX3" fmla="*/ 0 w 929390"/>
                <a:gd name="connsiteY3" fmla="*/ 1551482 h 1551482"/>
                <a:gd name="connsiteX4" fmla="*/ 0 w 929390"/>
                <a:gd name="connsiteY4" fmla="*/ 1551482 h 15514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390" h="1551482">
                  <a:moveTo>
                    <a:pt x="929390" y="0"/>
                  </a:moveTo>
                  <a:lnTo>
                    <a:pt x="929390" y="678305"/>
                  </a:lnTo>
                  <a:lnTo>
                    <a:pt x="0" y="813217"/>
                  </a:lnTo>
                  <a:lnTo>
                    <a:pt x="0" y="1551482"/>
                  </a:lnTo>
                  <a:lnTo>
                    <a:pt x="0" y="1551482"/>
                  </a:lnTo>
                </a:path>
              </a:pathLst>
            </a:cu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7" name="Group 176">
            <a:extLst>
              <a:ext uri="{FF2B5EF4-FFF2-40B4-BE49-F238E27FC236}">
                <a16:creationId xmlns:a16="http://schemas.microsoft.com/office/drawing/2014/main" id="{29B85B73-F6B8-D648-BC2D-0EAA63B6C571}"/>
              </a:ext>
            </a:extLst>
          </p:cNvPr>
          <p:cNvGrpSpPr/>
          <p:nvPr/>
        </p:nvGrpSpPr>
        <p:grpSpPr>
          <a:xfrm>
            <a:off x="2312276" y="4225159"/>
            <a:ext cx="677917" cy="1261241"/>
            <a:chOff x="2312276" y="4225159"/>
            <a:chExt cx="677917" cy="1261241"/>
          </a:xfrm>
        </p:grpSpPr>
        <p:sp>
          <p:nvSpPr>
            <p:cNvPr id="178" name="Freeform 177">
              <a:extLst>
                <a:ext uri="{FF2B5EF4-FFF2-40B4-BE49-F238E27FC236}">
                  <a16:creationId xmlns:a16="http://schemas.microsoft.com/office/drawing/2014/main" id="{04D9E912-F6EE-2347-946E-2486DFCDC48F}"/>
                </a:ext>
              </a:extLst>
            </p:cNvPr>
            <p:cNvSpPr/>
            <p:nvPr/>
          </p:nvSpPr>
          <p:spPr>
            <a:xfrm>
              <a:off x="2312276" y="4225159"/>
              <a:ext cx="677917" cy="1261241"/>
            </a:xfrm>
            <a:custGeom>
              <a:avLst/>
              <a:gdLst>
                <a:gd name="connsiteX0" fmla="*/ 0 w 677917"/>
                <a:gd name="connsiteY0" fmla="*/ 1261241 h 1261241"/>
                <a:gd name="connsiteX1" fmla="*/ 677917 w 677917"/>
                <a:gd name="connsiteY1" fmla="*/ 178675 h 1261241"/>
                <a:gd name="connsiteX2" fmla="*/ 677917 w 677917"/>
                <a:gd name="connsiteY2" fmla="*/ 0 h 1261241"/>
              </a:gdLst>
              <a:ahLst/>
              <a:cxnLst>
                <a:cxn ang="0">
                  <a:pos x="connsiteX0" y="connsiteY0"/>
                </a:cxn>
                <a:cxn ang="0">
                  <a:pos x="connsiteX1" y="connsiteY1"/>
                </a:cxn>
                <a:cxn ang="0">
                  <a:pos x="connsiteX2" y="connsiteY2"/>
                </a:cxn>
              </a:cxnLst>
              <a:rect l="l" t="t" r="r" b="b"/>
              <a:pathLst>
                <a:path w="677917" h="1261241">
                  <a:moveTo>
                    <a:pt x="0" y="1261241"/>
                  </a:moveTo>
                  <a:lnTo>
                    <a:pt x="677917" y="178675"/>
                  </a:lnTo>
                  <a:lnTo>
                    <a:pt x="677917" y="0"/>
                  </a:lnTo>
                </a:path>
              </a:pathLst>
            </a:cu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79" name="Group 178">
              <a:extLst>
                <a:ext uri="{FF2B5EF4-FFF2-40B4-BE49-F238E27FC236}">
                  <a16:creationId xmlns:a16="http://schemas.microsoft.com/office/drawing/2014/main" id="{1680272B-5B96-5C46-B6A3-60AE86146178}"/>
                </a:ext>
              </a:extLst>
            </p:cNvPr>
            <p:cNvGrpSpPr/>
            <p:nvPr/>
          </p:nvGrpSpPr>
          <p:grpSpPr>
            <a:xfrm>
              <a:off x="2499117" y="4791488"/>
              <a:ext cx="313044" cy="369332"/>
              <a:chOff x="-17363" y="1958857"/>
              <a:chExt cx="313044" cy="369332"/>
            </a:xfrm>
          </p:grpSpPr>
          <p:sp>
            <p:nvSpPr>
              <p:cNvPr id="180" name="Oval 179">
                <a:extLst>
                  <a:ext uri="{FF2B5EF4-FFF2-40B4-BE49-F238E27FC236}">
                    <a16:creationId xmlns:a16="http://schemas.microsoft.com/office/drawing/2014/main" id="{B4B208F5-B08A-1243-A37F-DD13571EA002}"/>
                  </a:ext>
                </a:extLst>
              </p:cNvPr>
              <p:cNvSpPr/>
              <p:nvPr/>
            </p:nvSpPr>
            <p:spPr>
              <a:xfrm>
                <a:off x="17117" y="2010412"/>
                <a:ext cx="251755" cy="263122"/>
              </a:xfrm>
              <a:prstGeom prst="ellipse">
                <a:avLst/>
              </a:prstGeom>
              <a:solidFill>
                <a:srgbClr val="FFFFFF"/>
              </a:solidFill>
              <a:ln w="12700">
                <a:solidFill>
                  <a:srgbClr val="C00000"/>
                </a:solidFill>
              </a:ln>
            </p:spPr>
            <p:txBody>
              <a:bodyPr vert="horz" wrap="none" lIns="91440" tIns="45720" rIns="91440" bIns="45720" numCol="1" rtlCol="0" anchor="t" anchorCtr="0" compatLnSpc="1">
                <a:prstTxWarp prst="textNoShape">
                  <a:avLst/>
                </a:prstTxWarp>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181" name="TextBox 180">
                <a:extLst>
                  <a:ext uri="{FF2B5EF4-FFF2-40B4-BE49-F238E27FC236}">
                    <a16:creationId xmlns:a16="http://schemas.microsoft.com/office/drawing/2014/main" id="{48299C7E-5FD4-BE4D-B3BC-B70CB02A4289}"/>
                  </a:ext>
                </a:extLst>
              </p:cNvPr>
              <p:cNvSpPr txBox="1"/>
              <p:nvPr/>
            </p:nvSpPr>
            <p:spPr>
              <a:xfrm>
                <a:off x="-17363" y="1958857"/>
                <a:ext cx="313044"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Arial"/>
                    <a:ea typeface="ＭＳ Ｐゴシック" charset="0"/>
                    <a:cs typeface="Arial"/>
                  </a:rPr>
                  <a:t>1</a:t>
                </a:r>
              </a:p>
            </p:txBody>
          </p:sp>
        </p:grpSp>
      </p:grpSp>
      <p:grpSp>
        <p:nvGrpSpPr>
          <p:cNvPr id="182" name="Group 181">
            <a:extLst>
              <a:ext uri="{FF2B5EF4-FFF2-40B4-BE49-F238E27FC236}">
                <a16:creationId xmlns:a16="http://schemas.microsoft.com/office/drawing/2014/main" id="{197D5753-825A-E24A-B359-04DEF430F62F}"/>
              </a:ext>
            </a:extLst>
          </p:cNvPr>
          <p:cNvGrpSpPr/>
          <p:nvPr/>
        </p:nvGrpSpPr>
        <p:grpSpPr>
          <a:xfrm>
            <a:off x="2292350" y="3432175"/>
            <a:ext cx="698500" cy="793750"/>
            <a:chOff x="2292350" y="3432175"/>
            <a:chExt cx="698500" cy="793750"/>
          </a:xfrm>
        </p:grpSpPr>
        <p:sp>
          <p:nvSpPr>
            <p:cNvPr id="183" name="Freeform 182">
              <a:extLst>
                <a:ext uri="{FF2B5EF4-FFF2-40B4-BE49-F238E27FC236}">
                  <a16:creationId xmlns:a16="http://schemas.microsoft.com/office/drawing/2014/main" id="{8D41C68A-EFC3-7544-907A-3696B071871F}"/>
                </a:ext>
              </a:extLst>
            </p:cNvPr>
            <p:cNvSpPr/>
            <p:nvPr/>
          </p:nvSpPr>
          <p:spPr>
            <a:xfrm>
              <a:off x="2292350" y="3432175"/>
              <a:ext cx="698500" cy="793750"/>
            </a:xfrm>
            <a:custGeom>
              <a:avLst/>
              <a:gdLst>
                <a:gd name="connsiteX0" fmla="*/ 698500 w 698500"/>
                <a:gd name="connsiteY0" fmla="*/ 793750 h 793750"/>
                <a:gd name="connsiteX1" fmla="*/ 698500 w 698500"/>
                <a:gd name="connsiteY1" fmla="*/ 508000 h 793750"/>
                <a:gd name="connsiteX2" fmla="*/ 0 w 698500"/>
                <a:gd name="connsiteY2" fmla="*/ 269875 h 793750"/>
                <a:gd name="connsiteX3" fmla="*/ 0 w 698500"/>
                <a:gd name="connsiteY3" fmla="*/ 0 h 793750"/>
                <a:gd name="connsiteX4" fmla="*/ 0 w 698500"/>
                <a:gd name="connsiteY4" fmla="*/ 3175 h 79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8500" h="793750">
                  <a:moveTo>
                    <a:pt x="698500" y="793750"/>
                  </a:moveTo>
                  <a:lnTo>
                    <a:pt x="698500" y="508000"/>
                  </a:lnTo>
                  <a:lnTo>
                    <a:pt x="0" y="269875"/>
                  </a:lnTo>
                  <a:lnTo>
                    <a:pt x="0" y="0"/>
                  </a:lnTo>
                  <a:lnTo>
                    <a:pt x="0" y="3175"/>
                  </a:lnTo>
                </a:path>
              </a:pathLst>
            </a:cu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84" name="Group 183">
              <a:extLst>
                <a:ext uri="{FF2B5EF4-FFF2-40B4-BE49-F238E27FC236}">
                  <a16:creationId xmlns:a16="http://schemas.microsoft.com/office/drawing/2014/main" id="{0AA64AA5-F628-404D-85EE-A7F9205259DC}"/>
                </a:ext>
              </a:extLst>
            </p:cNvPr>
            <p:cNvGrpSpPr/>
            <p:nvPr/>
          </p:nvGrpSpPr>
          <p:grpSpPr>
            <a:xfrm>
              <a:off x="2576070" y="3664008"/>
              <a:ext cx="313044" cy="369332"/>
              <a:chOff x="2576070" y="3664008"/>
              <a:chExt cx="313044" cy="369332"/>
            </a:xfrm>
          </p:grpSpPr>
          <p:sp>
            <p:nvSpPr>
              <p:cNvPr id="185" name="Oval 184">
                <a:extLst>
                  <a:ext uri="{FF2B5EF4-FFF2-40B4-BE49-F238E27FC236}">
                    <a16:creationId xmlns:a16="http://schemas.microsoft.com/office/drawing/2014/main" id="{391FE4FB-9667-3848-BBC8-71F23A372A09}"/>
                  </a:ext>
                </a:extLst>
              </p:cNvPr>
              <p:cNvSpPr/>
              <p:nvPr/>
            </p:nvSpPr>
            <p:spPr>
              <a:xfrm>
                <a:off x="2602120" y="3719723"/>
                <a:ext cx="251755" cy="263122"/>
              </a:xfrm>
              <a:prstGeom prst="ellipse">
                <a:avLst/>
              </a:prstGeom>
              <a:solidFill>
                <a:srgbClr val="FFFFFF"/>
              </a:solidFill>
              <a:ln w="12700">
                <a:solidFill>
                  <a:srgbClr val="C00000"/>
                </a:solidFill>
              </a:ln>
            </p:spPr>
            <p:txBody>
              <a:bodyPr vert="horz" wrap="none" lIns="91440" tIns="45720" rIns="91440" bIns="45720" numCol="1" rtlCol="0" anchor="t" anchorCtr="0" compatLnSpc="1">
                <a:prstTxWarp prst="textNoShape">
                  <a:avLst/>
                </a:prstTxWarp>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186" name="TextBox 185">
                <a:extLst>
                  <a:ext uri="{FF2B5EF4-FFF2-40B4-BE49-F238E27FC236}">
                    <a16:creationId xmlns:a16="http://schemas.microsoft.com/office/drawing/2014/main" id="{05F86FD7-086B-5342-8B29-1089080984FC}"/>
                  </a:ext>
                </a:extLst>
              </p:cNvPr>
              <p:cNvSpPr txBox="1"/>
              <p:nvPr/>
            </p:nvSpPr>
            <p:spPr>
              <a:xfrm>
                <a:off x="2576070" y="3664008"/>
                <a:ext cx="313044"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Arial"/>
                    <a:ea typeface="ＭＳ Ｐゴシック" charset="0"/>
                    <a:cs typeface="Arial"/>
                  </a:rPr>
                  <a:t>2</a:t>
                </a:r>
              </a:p>
            </p:txBody>
          </p:sp>
        </p:grpSp>
      </p:grpSp>
      <p:grpSp>
        <p:nvGrpSpPr>
          <p:cNvPr id="187" name="Group 186">
            <a:extLst>
              <a:ext uri="{FF2B5EF4-FFF2-40B4-BE49-F238E27FC236}">
                <a16:creationId xmlns:a16="http://schemas.microsoft.com/office/drawing/2014/main" id="{771DD02C-FDB2-8742-B9AD-DAE04FE274DB}"/>
              </a:ext>
            </a:extLst>
          </p:cNvPr>
          <p:cNvGrpSpPr/>
          <p:nvPr/>
        </p:nvGrpSpPr>
        <p:grpSpPr>
          <a:xfrm>
            <a:off x="2137625" y="1774825"/>
            <a:ext cx="313044" cy="1663700"/>
            <a:chOff x="2134450" y="1762125"/>
            <a:chExt cx="313044" cy="1663700"/>
          </a:xfrm>
        </p:grpSpPr>
        <p:sp>
          <p:nvSpPr>
            <p:cNvPr id="188" name="Freeform 187">
              <a:extLst>
                <a:ext uri="{FF2B5EF4-FFF2-40B4-BE49-F238E27FC236}">
                  <a16:creationId xmlns:a16="http://schemas.microsoft.com/office/drawing/2014/main" id="{883ED354-25D1-C04E-892D-211118E43E12}"/>
                </a:ext>
              </a:extLst>
            </p:cNvPr>
            <p:cNvSpPr/>
            <p:nvPr/>
          </p:nvSpPr>
          <p:spPr>
            <a:xfrm>
              <a:off x="2273300" y="1762125"/>
              <a:ext cx="15875" cy="1663700"/>
            </a:xfrm>
            <a:custGeom>
              <a:avLst/>
              <a:gdLst>
                <a:gd name="connsiteX0" fmla="*/ 15875 w 15875"/>
                <a:gd name="connsiteY0" fmla="*/ 1663700 h 1663700"/>
                <a:gd name="connsiteX1" fmla="*/ 15875 w 15875"/>
                <a:gd name="connsiteY1" fmla="*/ 0 h 1663700"/>
                <a:gd name="connsiteX2" fmla="*/ 0 w 15875"/>
                <a:gd name="connsiteY2" fmla="*/ 0 h 1663700"/>
              </a:gdLst>
              <a:ahLst/>
              <a:cxnLst>
                <a:cxn ang="0">
                  <a:pos x="connsiteX0" y="connsiteY0"/>
                </a:cxn>
                <a:cxn ang="0">
                  <a:pos x="connsiteX1" y="connsiteY1"/>
                </a:cxn>
                <a:cxn ang="0">
                  <a:pos x="connsiteX2" y="connsiteY2"/>
                </a:cxn>
              </a:cxnLst>
              <a:rect l="l" t="t" r="r" b="b"/>
              <a:pathLst>
                <a:path w="15875" h="1663700">
                  <a:moveTo>
                    <a:pt x="15875" y="1663700"/>
                  </a:moveTo>
                  <a:lnTo>
                    <a:pt x="15875" y="0"/>
                  </a:lnTo>
                  <a:lnTo>
                    <a:pt x="0" y="0"/>
                  </a:lnTo>
                </a:path>
              </a:pathLst>
            </a:custGeom>
            <a:noFill/>
            <a:ln w="1905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89" name="Group 188">
              <a:extLst>
                <a:ext uri="{FF2B5EF4-FFF2-40B4-BE49-F238E27FC236}">
                  <a16:creationId xmlns:a16="http://schemas.microsoft.com/office/drawing/2014/main" id="{507EC540-4062-C043-B3A2-50A19C3A7ED6}"/>
                </a:ext>
              </a:extLst>
            </p:cNvPr>
            <p:cNvGrpSpPr/>
            <p:nvPr/>
          </p:nvGrpSpPr>
          <p:grpSpPr>
            <a:xfrm>
              <a:off x="2134450" y="2567187"/>
              <a:ext cx="313044" cy="369332"/>
              <a:chOff x="1712175" y="2510037"/>
              <a:chExt cx="313044" cy="369332"/>
            </a:xfrm>
          </p:grpSpPr>
          <p:sp>
            <p:nvSpPr>
              <p:cNvPr id="190" name="Oval 189">
                <a:extLst>
                  <a:ext uri="{FF2B5EF4-FFF2-40B4-BE49-F238E27FC236}">
                    <a16:creationId xmlns:a16="http://schemas.microsoft.com/office/drawing/2014/main" id="{0977EF44-1278-FE42-A8DE-61716D09F76C}"/>
                  </a:ext>
                </a:extLst>
              </p:cNvPr>
              <p:cNvSpPr/>
              <p:nvPr/>
            </p:nvSpPr>
            <p:spPr>
              <a:xfrm>
                <a:off x="1744575" y="2568927"/>
                <a:ext cx="251755" cy="263122"/>
              </a:xfrm>
              <a:prstGeom prst="ellipse">
                <a:avLst/>
              </a:prstGeom>
              <a:solidFill>
                <a:srgbClr val="FFFFFF"/>
              </a:solidFill>
              <a:ln w="12700">
                <a:solidFill>
                  <a:srgbClr val="C00000"/>
                </a:solidFill>
              </a:ln>
            </p:spPr>
            <p:txBody>
              <a:bodyPr vert="horz" wrap="none" lIns="91440" tIns="45720" rIns="91440" bIns="45720" numCol="1" rtlCol="0" anchor="t" anchorCtr="0" compatLnSpc="1">
                <a:prstTxWarp prst="textNoShape">
                  <a:avLst/>
                </a:prstTxWarp>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191" name="TextBox 190">
                <a:extLst>
                  <a:ext uri="{FF2B5EF4-FFF2-40B4-BE49-F238E27FC236}">
                    <a16:creationId xmlns:a16="http://schemas.microsoft.com/office/drawing/2014/main" id="{B5432766-828E-C04D-ABCA-C75B145EB832}"/>
                  </a:ext>
                </a:extLst>
              </p:cNvPr>
              <p:cNvSpPr txBox="1"/>
              <p:nvPr/>
            </p:nvSpPr>
            <p:spPr>
              <a:xfrm>
                <a:off x="1712175" y="2510037"/>
                <a:ext cx="313044"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Arial"/>
                    <a:ea typeface="ＭＳ Ｐゴシック" charset="0"/>
                    <a:cs typeface="Arial"/>
                  </a:rPr>
                  <a:t>3</a:t>
                </a:r>
              </a:p>
            </p:txBody>
          </p:sp>
        </p:grpSp>
      </p:grpSp>
      <p:grpSp>
        <p:nvGrpSpPr>
          <p:cNvPr id="192" name="Group 191">
            <a:extLst>
              <a:ext uri="{FF2B5EF4-FFF2-40B4-BE49-F238E27FC236}">
                <a16:creationId xmlns:a16="http://schemas.microsoft.com/office/drawing/2014/main" id="{ED6C9655-72FC-7545-AA52-6CFDF3B16914}"/>
              </a:ext>
            </a:extLst>
          </p:cNvPr>
          <p:cNvGrpSpPr/>
          <p:nvPr/>
        </p:nvGrpSpPr>
        <p:grpSpPr>
          <a:xfrm>
            <a:off x="2349183" y="1803400"/>
            <a:ext cx="313044" cy="1539875"/>
            <a:chOff x="2349183" y="1803400"/>
            <a:chExt cx="313044" cy="1539875"/>
          </a:xfrm>
        </p:grpSpPr>
        <p:cxnSp>
          <p:nvCxnSpPr>
            <p:cNvPr id="193" name="Straight Arrow Connector 192">
              <a:extLst>
                <a:ext uri="{FF2B5EF4-FFF2-40B4-BE49-F238E27FC236}">
                  <a16:creationId xmlns:a16="http://schemas.microsoft.com/office/drawing/2014/main" id="{6AC89D17-D5C6-6E45-B074-38ECB645CCC6}"/>
                </a:ext>
              </a:extLst>
            </p:cNvPr>
            <p:cNvCxnSpPr/>
            <p:nvPr/>
          </p:nvCxnSpPr>
          <p:spPr>
            <a:xfrm>
              <a:off x="2498725" y="1803400"/>
              <a:ext cx="0" cy="1539875"/>
            </a:xfrm>
            <a:prstGeom prst="straightConnector1">
              <a:avLst/>
            </a:prstGeom>
            <a:ln w="19050">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nvGrpSpPr>
            <p:cNvPr id="194" name="Group 193">
              <a:extLst>
                <a:ext uri="{FF2B5EF4-FFF2-40B4-BE49-F238E27FC236}">
                  <a16:creationId xmlns:a16="http://schemas.microsoft.com/office/drawing/2014/main" id="{80049483-7D31-F243-8B3C-B01AB5BDA5CA}"/>
                </a:ext>
              </a:extLst>
            </p:cNvPr>
            <p:cNvGrpSpPr/>
            <p:nvPr/>
          </p:nvGrpSpPr>
          <p:grpSpPr>
            <a:xfrm>
              <a:off x="2349183" y="1906331"/>
              <a:ext cx="313044" cy="369332"/>
              <a:chOff x="415641" y="1967287"/>
              <a:chExt cx="313044" cy="369332"/>
            </a:xfrm>
          </p:grpSpPr>
          <p:sp>
            <p:nvSpPr>
              <p:cNvPr id="195" name="Oval 194">
                <a:extLst>
                  <a:ext uri="{FF2B5EF4-FFF2-40B4-BE49-F238E27FC236}">
                    <a16:creationId xmlns:a16="http://schemas.microsoft.com/office/drawing/2014/main" id="{229791A0-9A65-A14B-97D3-B95ED9B13C71}"/>
                  </a:ext>
                </a:extLst>
              </p:cNvPr>
              <p:cNvSpPr/>
              <p:nvPr/>
            </p:nvSpPr>
            <p:spPr>
              <a:xfrm>
                <a:off x="448041" y="2026177"/>
                <a:ext cx="251755" cy="263122"/>
              </a:xfrm>
              <a:prstGeom prst="ellipse">
                <a:avLst/>
              </a:prstGeom>
              <a:solidFill>
                <a:srgbClr val="FFFFFF"/>
              </a:solidFill>
              <a:ln w="12700">
                <a:solidFill>
                  <a:srgbClr val="C00000"/>
                </a:solidFill>
              </a:ln>
            </p:spPr>
            <p:txBody>
              <a:bodyPr vert="horz" wrap="none" lIns="91440" tIns="45720" rIns="91440" bIns="45720" numCol="1" rtlCol="0" anchor="t" anchorCtr="0" compatLnSpc="1">
                <a:prstTxWarp prst="textNoShape">
                  <a:avLst/>
                </a:prstTxWarp>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196" name="TextBox 195">
                <a:extLst>
                  <a:ext uri="{FF2B5EF4-FFF2-40B4-BE49-F238E27FC236}">
                    <a16:creationId xmlns:a16="http://schemas.microsoft.com/office/drawing/2014/main" id="{FFD05E5B-5187-8143-8FCD-A82AF7D7023C}"/>
                  </a:ext>
                </a:extLst>
              </p:cNvPr>
              <p:cNvSpPr txBox="1"/>
              <p:nvPr/>
            </p:nvSpPr>
            <p:spPr>
              <a:xfrm>
                <a:off x="415641" y="1967287"/>
                <a:ext cx="313044" cy="369332"/>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Arial"/>
                    <a:ea typeface="ＭＳ Ｐゴシック" charset="0"/>
                    <a:cs typeface="Arial"/>
                  </a:rPr>
                  <a:t>4</a:t>
                </a:r>
              </a:p>
            </p:txBody>
          </p:sp>
        </p:grpSp>
      </p:grpSp>
    </p:spTree>
    <p:extLst>
      <p:ext uri="{BB962C8B-B14F-4D97-AF65-F5344CB8AC3E}">
        <p14:creationId xmlns:p14="http://schemas.microsoft.com/office/powerpoint/2010/main" val="140426938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up)">
                                      <p:cBhvr>
                                        <p:cTn id="7" dur="500"/>
                                        <p:tgtEl>
                                          <p:spTgt spid="8"/>
                                        </p:tgtEl>
                                      </p:cBhvr>
                                    </p:animEffect>
                                  </p:childTnLst>
                                </p:cTn>
                              </p:par>
                              <p:par>
                                <p:cTn id="8" presetID="9" presetClass="entr" presetSubtype="0" fill="hold" nodeType="withEffect">
                                  <p:stCondLst>
                                    <p:cond delay="0"/>
                                  </p:stCondLst>
                                  <p:childTnLst>
                                    <p:set>
                                      <p:cBhvr>
                                        <p:cTn id="9" dur="1" fill="hold">
                                          <p:stCondLst>
                                            <p:cond delay="0"/>
                                          </p:stCondLst>
                                        </p:cTn>
                                        <p:tgtEl>
                                          <p:spTgt spid="152"/>
                                        </p:tgtEl>
                                        <p:attrNameLst>
                                          <p:attrName>style.visibility</p:attrName>
                                        </p:attrNameLst>
                                      </p:cBhvr>
                                      <p:to>
                                        <p:strVal val="visible"/>
                                      </p:to>
                                    </p:set>
                                    <p:animEffect transition="in" filter="dissolve">
                                      <p:cBhvr>
                                        <p:cTn id="10" dur="500"/>
                                        <p:tgtEl>
                                          <p:spTgt spid="152"/>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57"/>
                                        </p:tgtEl>
                                        <p:attrNameLst>
                                          <p:attrName>style.visibility</p:attrName>
                                        </p:attrNameLst>
                                      </p:cBhvr>
                                      <p:to>
                                        <p:strVal val="visible"/>
                                      </p:to>
                                    </p:set>
                                    <p:animEffect transition="in" filter="dissolve">
                                      <p:cBhvr>
                                        <p:cTn id="15" dur="500"/>
                                        <p:tgtEl>
                                          <p:spTgt spid="157"/>
                                        </p:tgtEl>
                                      </p:cBhvr>
                                    </p:animEffect>
                                  </p:childTnLst>
                                </p:cTn>
                              </p:par>
                              <p:par>
                                <p:cTn id="16" presetID="22" presetClass="entr" presetSubtype="1" fill="hold" nodeType="withEffect">
                                  <p:stCondLst>
                                    <p:cond delay="0"/>
                                  </p:stCondLst>
                                  <p:childTnLst>
                                    <p:set>
                                      <p:cBhvr>
                                        <p:cTn id="17" dur="1" fill="hold">
                                          <p:stCondLst>
                                            <p:cond delay="0"/>
                                          </p:stCondLst>
                                        </p:cTn>
                                        <p:tgtEl>
                                          <p:spTgt spid="16"/>
                                        </p:tgtEl>
                                        <p:attrNameLst>
                                          <p:attrName>style.visibility</p:attrName>
                                        </p:attrNameLst>
                                      </p:cBhvr>
                                      <p:to>
                                        <p:strVal val="visible"/>
                                      </p:to>
                                    </p:set>
                                    <p:animEffect transition="in" filter="wipe(up)">
                                      <p:cBhvr>
                                        <p:cTn id="18"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EC702AB5-AB8E-3545-A5A9-FCEA06E6EC76}"/>
              </a:ext>
            </a:extLst>
          </p:cNvPr>
          <p:cNvSpPr>
            <a:spLocks noGrp="1"/>
          </p:cNvSpPr>
          <p:nvPr>
            <p:ph idx="1"/>
          </p:nvPr>
        </p:nvSpPr>
        <p:spPr>
          <a:xfrm>
            <a:off x="750518" y="1486033"/>
            <a:ext cx="10515600" cy="4351338"/>
          </a:xfrm>
        </p:spPr>
        <p:txBody>
          <a:bodyPr>
            <a:normAutofit fontScale="92500" lnSpcReduction="10000"/>
          </a:bodyPr>
          <a:lstStyle/>
          <a:p>
            <a:pPr indent="-290513">
              <a:lnSpc>
                <a:spcPct val="100000"/>
              </a:lnSpc>
            </a:pPr>
            <a:r>
              <a:rPr lang="en-US" sz="3200" dirty="0"/>
              <a:t>hardening the control plane: dependable, reliable, performance-scalable, secure distributed system</a:t>
            </a:r>
          </a:p>
          <a:p>
            <a:pPr lvl="1">
              <a:lnSpc>
                <a:spcPct val="100000"/>
              </a:lnSpc>
            </a:pPr>
            <a:r>
              <a:rPr lang="en-US" sz="2800" dirty="0"/>
              <a:t>robustness to failures: leverage strong theory of reliable distributed system for control plane</a:t>
            </a:r>
          </a:p>
          <a:p>
            <a:pPr lvl="1">
              <a:lnSpc>
                <a:spcPct val="100000"/>
              </a:lnSpc>
            </a:pPr>
            <a:r>
              <a:rPr lang="en-US" sz="2800" dirty="0"/>
              <a:t>dependability, security: “baked in” from day one? </a:t>
            </a:r>
          </a:p>
          <a:p>
            <a:pPr indent="-290513">
              <a:lnSpc>
                <a:spcPct val="100000"/>
              </a:lnSpc>
            </a:pPr>
            <a:r>
              <a:rPr lang="en-US" sz="3200" dirty="0"/>
              <a:t>networks, protocols meeting mission-specific requirements</a:t>
            </a:r>
          </a:p>
          <a:p>
            <a:pPr lvl="1">
              <a:lnSpc>
                <a:spcPct val="100000"/>
              </a:lnSpc>
            </a:pPr>
            <a:r>
              <a:rPr lang="en-US" sz="2800" dirty="0"/>
              <a:t>e.g., real-time, ultra-reliable, ultra-secure</a:t>
            </a:r>
          </a:p>
          <a:p>
            <a:pPr indent="-290513">
              <a:lnSpc>
                <a:spcPct val="100000"/>
              </a:lnSpc>
            </a:pPr>
            <a:r>
              <a:rPr lang="en-US" sz="3200" dirty="0"/>
              <a:t>Internet-scaling: beyond a single AS</a:t>
            </a:r>
          </a:p>
          <a:p>
            <a:pPr indent="-290513">
              <a:lnSpc>
                <a:spcPct val="100000"/>
              </a:lnSpc>
            </a:pPr>
            <a:r>
              <a:rPr lang="en-US" sz="3200" dirty="0"/>
              <a:t>SDN critical in 5G cellular networks</a:t>
            </a:r>
          </a:p>
        </p:txBody>
      </p:sp>
      <p:sp>
        <p:nvSpPr>
          <p:cNvPr id="3" name="Title 2">
            <a:extLst>
              <a:ext uri="{FF2B5EF4-FFF2-40B4-BE49-F238E27FC236}">
                <a16:creationId xmlns:a16="http://schemas.microsoft.com/office/drawing/2014/main" id="{FECD85E7-B9DB-9043-B7EC-8C0919E801A1}"/>
              </a:ext>
            </a:extLst>
          </p:cNvPr>
          <p:cNvSpPr>
            <a:spLocks noGrp="1"/>
          </p:cNvSpPr>
          <p:nvPr>
            <p:ph type="title"/>
          </p:nvPr>
        </p:nvSpPr>
        <p:spPr>
          <a:xfrm>
            <a:off x="838200" y="364139"/>
            <a:ext cx="10515600" cy="894622"/>
          </a:xfrm>
        </p:spPr>
        <p:txBody>
          <a:bodyPr>
            <a:normAutofit/>
          </a:bodyPr>
          <a:lstStyle/>
          <a:p>
            <a:r>
              <a:rPr lang="en-US" dirty="0"/>
              <a:t>SDN:  selected challenges</a:t>
            </a:r>
          </a:p>
        </p:txBody>
      </p:sp>
      <p:sp>
        <p:nvSpPr>
          <p:cNvPr id="4" name="Slide Number Placeholder 3">
            <a:extLst>
              <a:ext uri="{FF2B5EF4-FFF2-40B4-BE49-F238E27FC236}">
                <a16:creationId xmlns:a16="http://schemas.microsoft.com/office/drawing/2014/main" id="{A8F71119-17C6-6045-B8FE-FECA68C801C0}"/>
              </a:ext>
            </a:extLst>
          </p:cNvPr>
          <p:cNvSpPr>
            <a:spLocks noGrp="1"/>
          </p:cNvSpPr>
          <p:nvPr>
            <p:ph type="sldNum" sz="quarter" idx="4"/>
          </p:nvPr>
        </p:nvSpPr>
        <p:spPr/>
        <p:txBody>
          <a:bodyPr/>
          <a:lstStyle/>
          <a:p>
            <a:r>
              <a:rPr lang="en-US" dirty="0"/>
              <a:t>Network Layer: 5-</a:t>
            </a:r>
            <a:fld id="{C4204591-24BD-A542-B9D5-F8D8A88D2FEE}" type="slidenum">
              <a:rPr lang="en-US" smtClean="0"/>
              <a:pPr/>
              <a:t>76</a:t>
            </a:fld>
            <a:endParaRPr lang="en-US" dirty="0"/>
          </a:p>
        </p:txBody>
      </p:sp>
    </p:spTree>
    <p:extLst>
      <p:ext uri="{BB962C8B-B14F-4D97-AF65-F5344CB8AC3E}">
        <p14:creationId xmlns:p14="http://schemas.microsoft.com/office/powerpoint/2010/main" val="17378668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dissolve">
                                      <p:cBhvr>
                                        <p:cTn id="7" dur="500"/>
                                        <p:tgtEl>
                                          <p:spTgt spid="2">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
                                            <p:txEl>
                                              <p:pRg st="1" end="1"/>
                                            </p:txEl>
                                          </p:spTgt>
                                        </p:tgtEl>
                                        <p:attrNameLst>
                                          <p:attrName>style.visibility</p:attrName>
                                        </p:attrNameLst>
                                      </p:cBhvr>
                                      <p:to>
                                        <p:strVal val="visible"/>
                                      </p:to>
                                    </p:set>
                                    <p:animEffect transition="in" filter="dissolve">
                                      <p:cBhvr>
                                        <p:cTn id="10" dur="500"/>
                                        <p:tgtEl>
                                          <p:spTgt spid="2">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2">
                                            <p:txEl>
                                              <p:pRg st="2" end="2"/>
                                            </p:txEl>
                                          </p:spTgt>
                                        </p:tgtEl>
                                        <p:attrNameLst>
                                          <p:attrName>style.visibility</p:attrName>
                                        </p:attrNameLst>
                                      </p:cBhvr>
                                      <p:to>
                                        <p:strVal val="visible"/>
                                      </p:to>
                                    </p:set>
                                    <p:animEffect transition="in" filter="dissolve">
                                      <p:cBhvr>
                                        <p:cTn id="13" dur="500"/>
                                        <p:tgtEl>
                                          <p:spTgt spid="2">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2">
                                            <p:txEl>
                                              <p:pRg st="3" end="3"/>
                                            </p:txEl>
                                          </p:spTgt>
                                        </p:tgtEl>
                                        <p:attrNameLst>
                                          <p:attrName>style.visibility</p:attrName>
                                        </p:attrNameLst>
                                      </p:cBhvr>
                                      <p:to>
                                        <p:strVal val="visible"/>
                                      </p:to>
                                    </p:set>
                                    <p:animEffect transition="in" filter="dissolve">
                                      <p:cBhvr>
                                        <p:cTn id="18" dur="500"/>
                                        <p:tgtEl>
                                          <p:spTgt spid="2">
                                            <p:txEl>
                                              <p:pRg st="3" end="3"/>
                                            </p:txEl>
                                          </p:spTgt>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2">
                                            <p:txEl>
                                              <p:pRg st="4" end="4"/>
                                            </p:txEl>
                                          </p:spTgt>
                                        </p:tgtEl>
                                        <p:attrNameLst>
                                          <p:attrName>style.visibility</p:attrName>
                                        </p:attrNameLst>
                                      </p:cBhvr>
                                      <p:to>
                                        <p:strVal val="visible"/>
                                      </p:to>
                                    </p:set>
                                    <p:animEffect transition="in" filter="dissolve">
                                      <p:cBhvr>
                                        <p:cTn id="21" dur="500"/>
                                        <p:tgtEl>
                                          <p:spTgt spid="2">
                                            <p:txEl>
                                              <p:pRg st="4" end="4"/>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2">
                                            <p:txEl>
                                              <p:pRg st="5" end="5"/>
                                            </p:txEl>
                                          </p:spTgt>
                                        </p:tgtEl>
                                        <p:attrNameLst>
                                          <p:attrName>style.visibility</p:attrName>
                                        </p:attrNameLst>
                                      </p:cBhvr>
                                      <p:to>
                                        <p:strVal val="visible"/>
                                      </p:to>
                                    </p:set>
                                    <p:animEffect transition="in" filter="dissolve">
                                      <p:cBhvr>
                                        <p:cTn id="26" dur="500"/>
                                        <p:tgtEl>
                                          <p:spTgt spid="2">
                                            <p:txEl>
                                              <p:pRg st="5" end="5"/>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2">
                                            <p:txEl>
                                              <p:pRg st="6" end="6"/>
                                            </p:txEl>
                                          </p:spTgt>
                                        </p:tgtEl>
                                        <p:attrNameLst>
                                          <p:attrName>style.visibility</p:attrName>
                                        </p:attrNameLst>
                                      </p:cBhvr>
                                      <p:to>
                                        <p:strVal val="visible"/>
                                      </p:to>
                                    </p:set>
                                    <p:animEffect transition="in" filter="dissolve">
                                      <p:cBhvr>
                                        <p:cTn id="31" dur="500"/>
                                        <p:tgtEl>
                                          <p:spTgt spid="2">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build="p"/>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EC702AB5-AB8E-3545-A5A9-FCEA06E6EC76}"/>
              </a:ext>
            </a:extLst>
          </p:cNvPr>
          <p:cNvSpPr>
            <a:spLocks noGrp="1"/>
          </p:cNvSpPr>
          <p:nvPr>
            <p:ph idx="1"/>
          </p:nvPr>
        </p:nvSpPr>
        <p:spPr>
          <a:xfrm>
            <a:off x="788096" y="1486033"/>
            <a:ext cx="10515600" cy="3123545"/>
          </a:xfrm>
        </p:spPr>
        <p:txBody>
          <a:bodyPr>
            <a:normAutofit/>
          </a:bodyPr>
          <a:lstStyle/>
          <a:p>
            <a:pPr indent="-290513">
              <a:lnSpc>
                <a:spcPct val="100000"/>
              </a:lnSpc>
            </a:pPr>
            <a:r>
              <a:rPr lang="en-US" sz="3200" dirty="0"/>
              <a:t>SDN-computed versus router-computer forwarding tables:</a:t>
            </a:r>
          </a:p>
          <a:p>
            <a:pPr lvl="1" indent="-290513">
              <a:lnSpc>
                <a:spcPct val="100000"/>
              </a:lnSpc>
            </a:pPr>
            <a:r>
              <a:rPr lang="en-US" sz="2800" dirty="0"/>
              <a:t>just one example of logically-centralized-computed versus protocol computed</a:t>
            </a:r>
          </a:p>
          <a:p>
            <a:pPr indent="-290513">
              <a:lnSpc>
                <a:spcPct val="100000"/>
              </a:lnSpc>
            </a:pPr>
            <a:r>
              <a:rPr lang="en-US" sz="3200" dirty="0"/>
              <a:t>one could imagine SDN-computed congestion control: </a:t>
            </a:r>
          </a:p>
          <a:p>
            <a:pPr lvl="1" indent="-290513">
              <a:lnSpc>
                <a:spcPct val="100000"/>
              </a:lnSpc>
            </a:pPr>
            <a:r>
              <a:rPr lang="en-US" sz="2800" dirty="0"/>
              <a:t>controller sets sender rates based on router-reported (to controller) congestion levels </a:t>
            </a:r>
          </a:p>
        </p:txBody>
      </p:sp>
      <p:sp>
        <p:nvSpPr>
          <p:cNvPr id="3" name="Title 2">
            <a:extLst>
              <a:ext uri="{FF2B5EF4-FFF2-40B4-BE49-F238E27FC236}">
                <a16:creationId xmlns:a16="http://schemas.microsoft.com/office/drawing/2014/main" id="{FECD85E7-B9DB-9043-B7EC-8C0919E801A1}"/>
              </a:ext>
            </a:extLst>
          </p:cNvPr>
          <p:cNvSpPr>
            <a:spLocks noGrp="1"/>
          </p:cNvSpPr>
          <p:nvPr>
            <p:ph type="title"/>
          </p:nvPr>
        </p:nvSpPr>
        <p:spPr>
          <a:xfrm>
            <a:off x="838200" y="364139"/>
            <a:ext cx="10923740" cy="894622"/>
          </a:xfrm>
        </p:spPr>
        <p:txBody>
          <a:bodyPr>
            <a:normAutofit fontScale="90000"/>
          </a:bodyPr>
          <a:lstStyle/>
          <a:p>
            <a:r>
              <a:rPr lang="en-US" dirty="0"/>
              <a:t>SDN and the future of traditional network protocols</a:t>
            </a:r>
          </a:p>
        </p:txBody>
      </p:sp>
      <p:sp>
        <p:nvSpPr>
          <p:cNvPr id="4" name="Slide Number Placeholder 3">
            <a:extLst>
              <a:ext uri="{FF2B5EF4-FFF2-40B4-BE49-F238E27FC236}">
                <a16:creationId xmlns:a16="http://schemas.microsoft.com/office/drawing/2014/main" id="{A8F71119-17C6-6045-B8FE-FECA68C801C0}"/>
              </a:ext>
            </a:extLst>
          </p:cNvPr>
          <p:cNvSpPr>
            <a:spLocks noGrp="1"/>
          </p:cNvSpPr>
          <p:nvPr>
            <p:ph type="sldNum" sz="quarter" idx="4"/>
          </p:nvPr>
        </p:nvSpPr>
        <p:spPr/>
        <p:txBody>
          <a:bodyPr/>
          <a:lstStyle/>
          <a:p>
            <a:r>
              <a:rPr lang="en-US" dirty="0"/>
              <a:t>Network Layer: 5-</a:t>
            </a:r>
            <a:fld id="{C4204591-24BD-A542-B9D5-F8D8A88D2FEE}" type="slidenum">
              <a:rPr lang="en-US" smtClean="0"/>
              <a:pPr/>
              <a:t>77</a:t>
            </a:fld>
            <a:endParaRPr lang="en-US" dirty="0"/>
          </a:p>
        </p:txBody>
      </p:sp>
      <p:grpSp>
        <p:nvGrpSpPr>
          <p:cNvPr id="5" name="Group 4">
            <a:extLst>
              <a:ext uri="{FF2B5EF4-FFF2-40B4-BE49-F238E27FC236}">
                <a16:creationId xmlns:a16="http://schemas.microsoft.com/office/drawing/2014/main" id="{5C1ABF24-11C8-3641-A761-E54B8F7EB382}"/>
              </a:ext>
            </a:extLst>
          </p:cNvPr>
          <p:cNvGrpSpPr/>
          <p:nvPr/>
        </p:nvGrpSpPr>
        <p:grpSpPr>
          <a:xfrm>
            <a:off x="2028174" y="4434214"/>
            <a:ext cx="7949853" cy="2423786"/>
            <a:chOff x="2028174" y="4434214"/>
            <a:chExt cx="7949853" cy="2423786"/>
          </a:xfrm>
        </p:grpSpPr>
        <p:pic>
          <p:nvPicPr>
            <p:cNvPr id="6" name="Picture 5" descr="A close up of a sign&#10;&#10;Description automatically generated">
              <a:extLst>
                <a:ext uri="{FF2B5EF4-FFF2-40B4-BE49-F238E27FC236}">
                  <a16:creationId xmlns:a16="http://schemas.microsoft.com/office/drawing/2014/main" id="{5FA31470-5996-4E4C-A0A0-A47F3A1C99D3}"/>
                </a:ext>
              </a:extLst>
            </p:cNvPr>
            <p:cNvPicPr>
              <a:picLocks noChangeAspect="1"/>
            </p:cNvPicPr>
            <p:nvPr/>
          </p:nvPicPr>
          <p:blipFill>
            <a:blip r:embed="rId2"/>
            <a:stretch>
              <a:fillRect/>
            </a:stretch>
          </p:blipFill>
          <p:spPr>
            <a:xfrm>
              <a:off x="2028174" y="4434214"/>
              <a:ext cx="2423786" cy="2423786"/>
            </a:xfrm>
            <a:prstGeom prst="rect">
              <a:avLst/>
            </a:prstGeom>
          </p:spPr>
        </p:pic>
        <p:sp>
          <p:nvSpPr>
            <p:cNvPr id="7" name="TextBox 6">
              <a:extLst>
                <a:ext uri="{FF2B5EF4-FFF2-40B4-BE49-F238E27FC236}">
                  <a16:creationId xmlns:a16="http://schemas.microsoft.com/office/drawing/2014/main" id="{385F65CF-1C3C-CB41-9744-1857C402D37C}"/>
                </a:ext>
              </a:extLst>
            </p:cNvPr>
            <p:cNvSpPr txBox="1"/>
            <p:nvPr/>
          </p:nvSpPr>
          <p:spPr>
            <a:xfrm>
              <a:off x="3858017" y="5098094"/>
              <a:ext cx="4910203" cy="1255728"/>
            </a:xfrm>
            <a:prstGeom prst="rect">
              <a:avLst/>
            </a:prstGeom>
            <a:noFill/>
          </p:spPr>
          <p:txBody>
            <a:bodyPr wrap="square" rtlCol="0">
              <a:spAutoFit/>
            </a:bodyPr>
            <a:lstStyle/>
            <a:p>
              <a:pPr>
                <a:lnSpc>
                  <a:spcPct val="90000"/>
                </a:lnSpc>
              </a:pPr>
              <a:r>
                <a:rPr lang="en-US" sz="2800" dirty="0">
                  <a:solidFill>
                    <a:srgbClr val="0000A8"/>
                  </a:solidFill>
                </a:rPr>
                <a:t>How will implementation of network functionality (SDN versus protocols) evolve?</a:t>
              </a:r>
            </a:p>
          </p:txBody>
        </p:sp>
        <p:pic>
          <p:nvPicPr>
            <p:cNvPr id="8" name="Picture 7" descr="A close up of a sign&#10;&#10;Description automatically generated">
              <a:extLst>
                <a:ext uri="{FF2B5EF4-FFF2-40B4-BE49-F238E27FC236}">
                  <a16:creationId xmlns:a16="http://schemas.microsoft.com/office/drawing/2014/main" id="{F6A44B73-6994-B043-A40E-24F70D7AD0B2}"/>
                </a:ext>
              </a:extLst>
            </p:cNvPr>
            <p:cNvPicPr>
              <a:picLocks noChangeAspect="1"/>
            </p:cNvPicPr>
            <p:nvPr/>
          </p:nvPicPr>
          <p:blipFill>
            <a:blip r:embed="rId2"/>
            <a:stretch>
              <a:fillRect/>
            </a:stretch>
          </p:blipFill>
          <p:spPr>
            <a:xfrm>
              <a:off x="7554241" y="4434214"/>
              <a:ext cx="2423786" cy="2423786"/>
            </a:xfrm>
            <a:prstGeom prst="rect">
              <a:avLst/>
            </a:prstGeom>
          </p:spPr>
        </p:pic>
      </p:grpSp>
    </p:spTree>
    <p:extLst>
      <p:ext uri="{BB962C8B-B14F-4D97-AF65-F5344CB8AC3E}">
        <p14:creationId xmlns:p14="http://schemas.microsoft.com/office/powerpoint/2010/main" val="57575536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dissolve">
                                      <p:cBhvr>
                                        <p:cTn id="7" dur="500"/>
                                        <p:tgtEl>
                                          <p:spTgt spid="2">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
                                            <p:txEl>
                                              <p:pRg st="1" end="1"/>
                                            </p:txEl>
                                          </p:spTgt>
                                        </p:tgtEl>
                                        <p:attrNameLst>
                                          <p:attrName>style.visibility</p:attrName>
                                        </p:attrNameLst>
                                      </p:cBhvr>
                                      <p:to>
                                        <p:strVal val="visible"/>
                                      </p:to>
                                    </p:set>
                                    <p:animEffect transition="in" filter="dissolve">
                                      <p:cBhvr>
                                        <p:cTn id="10" dur="500"/>
                                        <p:tgtEl>
                                          <p:spTgt spid="2">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2">
                                            <p:txEl>
                                              <p:pRg st="2" end="2"/>
                                            </p:txEl>
                                          </p:spTgt>
                                        </p:tgtEl>
                                        <p:attrNameLst>
                                          <p:attrName>style.visibility</p:attrName>
                                        </p:attrNameLst>
                                      </p:cBhvr>
                                      <p:to>
                                        <p:strVal val="visible"/>
                                      </p:to>
                                    </p:set>
                                    <p:animEffect transition="in" filter="dissolve">
                                      <p:cBhvr>
                                        <p:cTn id="15" dur="500"/>
                                        <p:tgtEl>
                                          <p:spTgt spid="2">
                                            <p:txEl>
                                              <p:pRg st="2" end="2"/>
                                            </p:txEl>
                                          </p:spTgt>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2">
                                            <p:txEl>
                                              <p:pRg st="3" end="3"/>
                                            </p:txEl>
                                          </p:spTgt>
                                        </p:tgtEl>
                                        <p:attrNameLst>
                                          <p:attrName>style.visibility</p:attrName>
                                        </p:attrNameLst>
                                      </p:cBhvr>
                                      <p:to>
                                        <p:strVal val="visible"/>
                                      </p:to>
                                    </p:set>
                                    <p:animEffect transition="in" filter="dissolve">
                                      <p:cBhvr>
                                        <p:cTn id="18" dur="500"/>
                                        <p:tgtEl>
                                          <p:spTgt spid="2">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dissolve">
                                      <p:cBhvr>
                                        <p:cTn id="23"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build="p"/>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“control plane” roadmap</a:t>
            </a:r>
            <a:endParaRPr lang="en-US" sz="4400"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761675" y="4144564"/>
            <a:ext cx="5066531" cy="2130976"/>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9575" indent="-293688">
              <a:buClr>
                <a:srgbClr val="0000A8"/>
              </a:buClr>
            </a:pPr>
            <a:r>
              <a:rPr lang="en-US" altLang="en-US" sz="3600" dirty="0">
                <a:solidFill>
                  <a:schemeClr val="bg1">
                    <a:lumMod val="85000"/>
                  </a:schemeClr>
                </a:solidFill>
                <a:ea typeface="ＭＳ Ｐゴシック" panose="020B0600070205080204" pitchFamily="34" charset="-128"/>
                <a:cs typeface="ＭＳ Ｐゴシック" panose="020B0600070205080204" pitchFamily="34" charset="-128"/>
              </a:rPr>
              <a:t>network management, configuration </a:t>
            </a:r>
          </a:p>
          <a:p>
            <a:pPr marL="685800" lvl="1" indent="-219075"/>
            <a:r>
              <a:rPr lang="en-US" altLang="en-US" sz="2800" dirty="0">
                <a:solidFill>
                  <a:schemeClr val="bg1">
                    <a:lumMod val="85000"/>
                  </a:schemeClr>
                </a:solidFill>
                <a:ea typeface="ＭＳ Ｐゴシック" panose="020B0600070205080204" pitchFamily="34" charset="-128"/>
                <a:cs typeface="ＭＳ Ｐゴシック" panose="020B0600070205080204" pitchFamily="34" charset="-128"/>
              </a:rPr>
              <a:t>SNMP</a:t>
            </a:r>
          </a:p>
          <a:p>
            <a:pPr marL="685800" lvl="1" indent="-219075"/>
            <a:r>
              <a:rPr lang="en-US" altLang="en-US" sz="2800" dirty="0" smtClean="0">
                <a:solidFill>
                  <a:schemeClr val="bg1">
                    <a:lumMod val="85000"/>
                  </a:schemeClr>
                </a:solidFill>
                <a:ea typeface="ＭＳ Ｐゴシック" panose="020B0600070205080204" pitchFamily="34" charset="-128"/>
                <a:cs typeface="ＭＳ Ｐゴシック" panose="020B0600070205080204" pitchFamily="34" charset="-128"/>
              </a:rPr>
              <a:t>NETCONF/YANG </a:t>
            </a:r>
            <a:r>
              <a:rPr lang="en-US" altLang="en-US" sz="2800" dirty="0">
                <a:solidFill>
                  <a:schemeClr val="bg1">
                    <a:lumMod val="75000"/>
                  </a:schemeClr>
                </a:solidFill>
                <a:ea typeface="ＭＳ Ｐゴシック" panose="020B0600070205080204" pitchFamily="34" charset="-128"/>
                <a:cs typeface="ＭＳ Ｐゴシック" panose="020B0600070205080204" pitchFamily="34" charset="-128"/>
              </a:rPr>
              <a:t>(NOT COVERED)</a:t>
            </a:r>
            <a:endParaRPr lang="en-US" altLang="en-US" sz="2800" dirty="0">
              <a:solidFill>
                <a:schemeClr val="bg1">
                  <a:lumMod val="85000"/>
                </a:schemeClr>
              </a:solidFill>
              <a:ea typeface="ＭＳ Ｐゴシック" panose="020B0600070205080204" pitchFamily="34" charset="-128"/>
              <a:cs typeface="ＭＳ Ｐゴシック" panose="020B0600070205080204" pitchFamily="34" charset="-128"/>
            </a:endParaRPr>
          </a:p>
          <a:p>
            <a:pPr lvl="1"/>
            <a:endParaRPr lang="en-US" alt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622456" y="1361615"/>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introduction</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routing protocols</a:t>
            </a:r>
          </a:p>
          <a:p>
            <a:pPr marL="285750" indent="-285750">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intra-ISP routing: OSPF</a:t>
            </a:r>
          </a:p>
          <a:p>
            <a:pPr marL="285750" indent="-285750">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routing among ISPs: BGP</a:t>
            </a:r>
          </a:p>
          <a:p>
            <a:pPr marL="285750" indent="-285750">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SDN control plane</a:t>
            </a:r>
          </a:p>
          <a:p>
            <a:pPr marL="285750" indent="-285750">
              <a:spcBef>
                <a:spcPts val="600"/>
              </a:spcBef>
              <a:buClr>
                <a:schemeClr val="bg1">
                  <a:lumMod val="75000"/>
                </a:schemeClr>
              </a:buClr>
            </a:pPr>
            <a:r>
              <a:rPr lang="en-US" altLang="en-US" sz="3200" dirty="0">
                <a:ea typeface="ＭＳ Ｐゴシック" panose="020B0600070205080204" pitchFamily="34" charset="-128"/>
                <a:cs typeface="ＭＳ Ｐゴシック" panose="020B0600070205080204" pitchFamily="34" charset="-128"/>
              </a:rPr>
              <a:t>Internet Control Message Protocol </a:t>
            </a:r>
            <a:r>
              <a:rPr lang="en-US" altLang="en-US" sz="3200" dirty="0" smtClean="0">
                <a:ea typeface="ＭＳ Ｐゴシック" panose="020B0600070205080204" pitchFamily="34" charset="-128"/>
                <a:cs typeface="ＭＳ Ｐゴシック" panose="020B0600070205080204" pitchFamily="34" charset="-128"/>
              </a:rPr>
              <a:t>(ICMP)</a:t>
            </a:r>
            <a:endParaRPr lang="en-US" altLang="en-US" sz="3200" dirty="0">
              <a:ea typeface="ＭＳ Ｐゴシック" panose="020B0600070205080204" pitchFamily="34" charset="-128"/>
              <a:cs typeface="ＭＳ Ｐゴシック" panose="020B0600070205080204" pitchFamily="34" charset="-128"/>
            </a:endParaRPr>
          </a:p>
          <a:p>
            <a:pPr marL="466725" indent="-409575">
              <a:spcBef>
                <a:spcPts val="600"/>
              </a:spcBef>
              <a:buNone/>
            </a:pPr>
            <a:endParaRPr lang="en-US" altLang="en-US" sz="3200" dirty="0">
              <a:ea typeface="ＭＳ Ｐゴシック" panose="020B0600070205080204" pitchFamily="34" charset="-128"/>
              <a:cs typeface="Arial" panose="020B0604020202020204" pitchFamily="34" charset="0"/>
            </a:endParaRPr>
          </a:p>
        </p:txBody>
      </p:sp>
      <p:sp>
        <p:nvSpPr>
          <p:cNvPr id="11" name="Slide Number Placeholder 4">
            <a:extLst>
              <a:ext uri="{FF2B5EF4-FFF2-40B4-BE49-F238E27FC236}">
                <a16:creationId xmlns:a16="http://schemas.microsoft.com/office/drawing/2014/main" id="{60E442AF-0FD6-9040-9BFF-CE4BE886AA41}"/>
              </a:ext>
            </a:extLst>
          </p:cNvPr>
          <p:cNvSpPr>
            <a:spLocks noGrp="1"/>
          </p:cNvSpPr>
          <p:nvPr>
            <p:ph type="sldNum" sz="quarter" idx="4"/>
          </p:nvPr>
        </p:nvSpPr>
        <p:spPr>
          <a:xfrm>
            <a:off x="9219616" y="6443089"/>
            <a:ext cx="2743200" cy="365125"/>
          </a:xfrm>
        </p:spPr>
        <p:txBody>
          <a:bodyPr/>
          <a:lstStyle/>
          <a:p>
            <a:r>
              <a:rPr lang="en-US" dirty="0"/>
              <a:t>Network Layer: 5-</a:t>
            </a:r>
            <a:fld id="{C4204591-24BD-A542-B9D5-F8D8A88D2FEE}" type="slidenum">
              <a:rPr lang="en-US" smtClean="0"/>
              <a:pPr/>
              <a:t>78</a:t>
            </a:fld>
            <a:endParaRPr lang="en-US" dirty="0"/>
          </a:p>
        </p:txBody>
      </p:sp>
    </p:spTree>
    <p:extLst>
      <p:ext uri="{BB962C8B-B14F-4D97-AF65-F5344CB8AC3E}">
        <p14:creationId xmlns:p14="http://schemas.microsoft.com/office/powerpoint/2010/main" val="375909749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71" name="Rectangle 2"/>
          <p:cNvSpPr>
            <a:spLocks noGrp="1" noChangeArrowheads="1"/>
          </p:cNvSpPr>
          <p:nvPr>
            <p:ph type="title"/>
          </p:nvPr>
        </p:nvSpPr>
        <p:spPr>
          <a:xfrm>
            <a:off x="2057401" y="228600"/>
            <a:ext cx="8124825" cy="876300"/>
          </a:xfrm>
        </p:spPr>
        <p:txBody>
          <a:bodyPr>
            <a:normAutofit fontScale="90000"/>
          </a:bodyPr>
          <a:lstStyle/>
          <a:p>
            <a:r>
              <a:rPr lang="en-US" sz="3600">
                <a:latin typeface="Gill Sans MT" charset="0"/>
              </a:rPr>
              <a:t>ICMP: internet control message protocol</a:t>
            </a:r>
            <a:endParaRPr lang="en-US">
              <a:latin typeface="Gill Sans MT" charset="0"/>
            </a:endParaRPr>
          </a:p>
        </p:txBody>
      </p:sp>
      <p:sp>
        <p:nvSpPr>
          <p:cNvPr id="109572" name="Rectangle 3"/>
          <p:cNvSpPr>
            <a:spLocks noGrp="1" noChangeArrowheads="1"/>
          </p:cNvSpPr>
          <p:nvPr>
            <p:ph type="body" sz="half" idx="1"/>
          </p:nvPr>
        </p:nvSpPr>
        <p:spPr>
          <a:xfrm>
            <a:off x="2001838" y="1544638"/>
            <a:ext cx="3810000" cy="4648200"/>
          </a:xfrm>
        </p:spPr>
        <p:txBody>
          <a:bodyPr>
            <a:normAutofit lnSpcReduction="10000"/>
          </a:bodyPr>
          <a:lstStyle/>
          <a:p>
            <a:r>
              <a:rPr lang="en-US" sz="2400">
                <a:latin typeface="Gill Sans MT" charset="0"/>
              </a:rPr>
              <a:t>used by hosts &amp; routers to communicate network-level information</a:t>
            </a:r>
          </a:p>
          <a:p>
            <a:pPr lvl="1"/>
            <a:r>
              <a:rPr lang="en-US" sz="2000">
                <a:latin typeface="Gill Sans MT" charset="0"/>
              </a:rPr>
              <a:t>error reporting: unreachable host, network, port, protocol</a:t>
            </a:r>
          </a:p>
          <a:p>
            <a:pPr lvl="1"/>
            <a:r>
              <a:rPr lang="en-US" sz="2000">
                <a:latin typeface="Gill Sans MT" charset="0"/>
              </a:rPr>
              <a:t>echo request/reply (used by ping)</a:t>
            </a:r>
          </a:p>
          <a:p>
            <a:r>
              <a:rPr lang="en-US" sz="2400">
                <a:latin typeface="Gill Sans MT" charset="0"/>
              </a:rPr>
              <a:t>network-layer </a:t>
            </a:r>
            <a:r>
              <a:rPr lang="ja-JP" altLang="en-US" sz="2400">
                <a:latin typeface="Gill Sans MT" charset="0"/>
              </a:rPr>
              <a:t>“</a:t>
            </a:r>
            <a:r>
              <a:rPr lang="en-US" altLang="ja-JP" sz="2400">
                <a:latin typeface="Gill Sans MT" charset="0"/>
              </a:rPr>
              <a:t>above</a:t>
            </a:r>
            <a:r>
              <a:rPr lang="ja-JP" altLang="en-US" sz="2400">
                <a:latin typeface="Gill Sans MT" charset="0"/>
              </a:rPr>
              <a:t>”</a:t>
            </a:r>
            <a:r>
              <a:rPr lang="en-US" altLang="ja-JP" sz="2400">
                <a:latin typeface="Gill Sans MT" charset="0"/>
              </a:rPr>
              <a:t> IP:</a:t>
            </a:r>
          </a:p>
          <a:p>
            <a:pPr lvl="1"/>
            <a:r>
              <a:rPr lang="en-US" sz="2000">
                <a:latin typeface="Gill Sans MT" charset="0"/>
              </a:rPr>
              <a:t>ICMP msgs carried in IP datagrams</a:t>
            </a:r>
          </a:p>
          <a:p>
            <a:r>
              <a:rPr lang="en-US" sz="2400">
                <a:solidFill>
                  <a:srgbClr val="000099"/>
                </a:solidFill>
                <a:latin typeface="Gill Sans MT" charset="0"/>
              </a:rPr>
              <a:t>ICMP message:</a:t>
            </a:r>
            <a:r>
              <a:rPr lang="en-US" sz="2400">
                <a:latin typeface="Gill Sans MT" charset="0"/>
              </a:rPr>
              <a:t> type, code plus first 8 bytes of IP datagram causing error</a:t>
            </a:r>
          </a:p>
        </p:txBody>
      </p:sp>
      <p:sp>
        <p:nvSpPr>
          <p:cNvPr id="109573" name="Text Box 4"/>
          <p:cNvSpPr txBox="1">
            <a:spLocks noChangeArrowheads="1"/>
          </p:cNvSpPr>
          <p:nvPr/>
        </p:nvSpPr>
        <p:spPr bwMode="auto">
          <a:xfrm>
            <a:off x="6108700" y="1760539"/>
            <a:ext cx="4260850" cy="44862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u="sng"/>
              <a:t>Type</a:t>
            </a:r>
            <a:r>
              <a:rPr lang="en-US" sz="1800"/>
              <a:t>  </a:t>
            </a:r>
            <a:r>
              <a:rPr lang="en-US" sz="1800" u="sng"/>
              <a:t>Code</a:t>
            </a:r>
            <a:r>
              <a:rPr lang="en-US" sz="1800"/>
              <a:t>  </a:t>
            </a:r>
            <a:r>
              <a:rPr lang="en-US" sz="1800" u="sng"/>
              <a:t>description</a:t>
            </a:r>
            <a:endParaRPr lang="en-US" sz="1800"/>
          </a:p>
          <a:p>
            <a:r>
              <a:rPr lang="en-US" sz="1800"/>
              <a:t>0        0         echo reply (ping)</a:t>
            </a:r>
          </a:p>
          <a:p>
            <a:r>
              <a:rPr lang="en-US" sz="1800"/>
              <a:t>3        0         dest. network unreachable</a:t>
            </a:r>
          </a:p>
          <a:p>
            <a:r>
              <a:rPr lang="en-US" sz="1800"/>
              <a:t>3        1         dest host unreachable</a:t>
            </a:r>
          </a:p>
          <a:p>
            <a:r>
              <a:rPr lang="en-US" sz="1800"/>
              <a:t>3        2         dest protocol unreachable</a:t>
            </a:r>
          </a:p>
          <a:p>
            <a:r>
              <a:rPr lang="en-US" sz="1800"/>
              <a:t>3        3         dest port unreachable</a:t>
            </a:r>
          </a:p>
          <a:p>
            <a:r>
              <a:rPr lang="en-US" sz="1800"/>
              <a:t>3        6         dest network unknown</a:t>
            </a:r>
          </a:p>
          <a:p>
            <a:r>
              <a:rPr lang="en-US" sz="1800"/>
              <a:t>3        7         dest host unknown</a:t>
            </a:r>
          </a:p>
          <a:p>
            <a:r>
              <a:rPr lang="en-US" sz="1800"/>
              <a:t>4        0         source quench (congestion</a:t>
            </a:r>
          </a:p>
          <a:p>
            <a:r>
              <a:rPr lang="en-US" sz="1800"/>
              <a:t>                     control - not used)</a:t>
            </a:r>
          </a:p>
          <a:p>
            <a:r>
              <a:rPr lang="en-US" sz="1800"/>
              <a:t>8        0         echo request (ping)</a:t>
            </a:r>
          </a:p>
          <a:p>
            <a:r>
              <a:rPr lang="en-US" sz="1800"/>
              <a:t>9        0         route advertisement</a:t>
            </a:r>
          </a:p>
          <a:p>
            <a:r>
              <a:rPr lang="en-US" sz="1800"/>
              <a:t>10      0         router discovery</a:t>
            </a:r>
          </a:p>
          <a:p>
            <a:r>
              <a:rPr lang="en-US" sz="1800"/>
              <a:t>11      0         TTL expired</a:t>
            </a:r>
          </a:p>
          <a:p>
            <a:r>
              <a:rPr lang="en-US" sz="1800"/>
              <a:t>12      0         bad IP header</a:t>
            </a:r>
          </a:p>
          <a:p>
            <a:endParaRPr lang="en-US" sz="1800"/>
          </a:p>
        </p:txBody>
      </p:sp>
      <p:pic>
        <p:nvPicPr>
          <p:cNvPr id="109574" name="Picture 5" descr="underline_base"/>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155826" y="955675"/>
            <a:ext cx="7769225" cy="1730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8" name="Slide Number Placeholder 5"/>
          <p:cNvSpPr>
            <a:spLocks noGrp="1"/>
          </p:cNvSpPr>
          <p:nvPr>
            <p:ph type="sldNum" sz="quarter" idx="12"/>
          </p:nvPr>
        </p:nvSpPr>
        <p:spPr>
          <a:xfrm>
            <a:off x="9980155" y="6475896"/>
            <a:ext cx="548655" cy="272319"/>
          </a:xfrm>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79</a:t>
            </a:fld>
            <a:endParaRPr lang="en-US" sz="1200" dirty="0">
              <a:latin typeface="Tahoma" charset="0"/>
            </a:endParaRPr>
          </a:p>
        </p:txBody>
      </p:sp>
      <p:sp>
        <p:nvSpPr>
          <p:cNvPr id="9" name="Footer Placeholder 2"/>
          <p:cNvSpPr>
            <a:spLocks noGrp="1"/>
          </p:cNvSpPr>
          <p:nvPr>
            <p:ph type="ftr" sz="quarter" idx="11"/>
          </p:nvPr>
        </p:nvSpPr>
        <p:spPr>
          <a:xfrm>
            <a:off x="7899497" y="6475082"/>
            <a:ext cx="2177473" cy="241541"/>
          </a:xfrm>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41751881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4" name="Rectangle 2"/>
          <p:cNvSpPr>
            <a:spLocks noGrp="1" noChangeArrowheads="1"/>
          </p:cNvSpPr>
          <p:nvPr>
            <p:ph type="title"/>
          </p:nvPr>
        </p:nvSpPr>
        <p:spPr>
          <a:xfrm>
            <a:off x="2057400" y="85726"/>
            <a:ext cx="7772400" cy="974725"/>
          </a:xfrm>
        </p:spPr>
        <p:txBody>
          <a:bodyPr/>
          <a:lstStyle/>
          <a:p>
            <a:pPr>
              <a:defRPr/>
            </a:pPr>
            <a:r>
              <a:rPr lang="en-US">
                <a:cs typeface="+mj-cs"/>
              </a:rPr>
              <a:t>Traceroute and ICMP</a:t>
            </a:r>
          </a:p>
        </p:txBody>
      </p:sp>
      <p:sp>
        <p:nvSpPr>
          <p:cNvPr id="66565" name="Rectangle 3"/>
          <p:cNvSpPr>
            <a:spLocks noGrp="1" noChangeArrowheads="1"/>
          </p:cNvSpPr>
          <p:nvPr>
            <p:ph type="body" sz="half" idx="1"/>
          </p:nvPr>
        </p:nvSpPr>
        <p:spPr>
          <a:xfrm>
            <a:off x="2035175" y="1166813"/>
            <a:ext cx="3887788" cy="4648200"/>
          </a:xfrm>
        </p:spPr>
        <p:txBody>
          <a:bodyPr/>
          <a:lstStyle/>
          <a:p>
            <a:pPr marL="282575" indent="-282575">
              <a:defRPr/>
            </a:pPr>
            <a:r>
              <a:rPr lang="en-US" sz="2400" dirty="0"/>
              <a:t>source sends series of UDP segments to destination</a:t>
            </a:r>
          </a:p>
          <a:p>
            <a:pPr marL="565150" lvl="1" indent="-222250">
              <a:defRPr/>
            </a:pPr>
            <a:r>
              <a:rPr lang="en-US" sz="2000" dirty="0"/>
              <a:t>first set has TTL =1</a:t>
            </a:r>
          </a:p>
          <a:p>
            <a:pPr marL="565150" lvl="1" indent="-222250">
              <a:defRPr/>
            </a:pPr>
            <a:r>
              <a:rPr lang="en-US" sz="2000" dirty="0"/>
              <a:t>second set has TTL=2, etc.</a:t>
            </a:r>
          </a:p>
          <a:p>
            <a:pPr marL="565150" lvl="1" indent="-222250">
              <a:defRPr/>
            </a:pPr>
            <a:r>
              <a:rPr lang="en-US" sz="2000" dirty="0"/>
              <a:t>unlikely port number</a:t>
            </a:r>
          </a:p>
          <a:p>
            <a:pPr marL="282575" indent="-282575">
              <a:defRPr/>
            </a:pPr>
            <a:r>
              <a:rPr lang="en-US" sz="2400" dirty="0"/>
              <a:t>when datagram in </a:t>
            </a:r>
            <a:r>
              <a:rPr lang="en-US" sz="2400" i="1" dirty="0"/>
              <a:t>n</a:t>
            </a:r>
            <a:r>
              <a:rPr lang="en-US" sz="2400" dirty="0"/>
              <a:t>th set arrives to nth router:</a:t>
            </a:r>
          </a:p>
          <a:p>
            <a:pPr marL="523875" lvl="1" indent="-180975">
              <a:defRPr/>
            </a:pPr>
            <a:r>
              <a:rPr lang="en-US" sz="2000" dirty="0"/>
              <a:t>router discards datagram and sends source ICMP message (type 11, code 0)</a:t>
            </a:r>
          </a:p>
          <a:p>
            <a:pPr marL="523875" lvl="1" indent="-180975">
              <a:defRPr/>
            </a:pPr>
            <a:r>
              <a:rPr lang="en-US" sz="2000" dirty="0"/>
              <a:t>ICMP message include name of router &amp; IP address</a:t>
            </a:r>
          </a:p>
        </p:txBody>
      </p:sp>
      <p:sp>
        <p:nvSpPr>
          <p:cNvPr id="66566" name="Rectangle 4"/>
          <p:cNvSpPr>
            <a:spLocks noGrp="1" noChangeArrowheads="1"/>
          </p:cNvSpPr>
          <p:nvPr>
            <p:ph type="body" sz="half" idx="2"/>
          </p:nvPr>
        </p:nvSpPr>
        <p:spPr>
          <a:xfrm>
            <a:off x="6419850" y="1177926"/>
            <a:ext cx="3810000" cy="2005013"/>
          </a:xfrm>
        </p:spPr>
        <p:txBody>
          <a:bodyPr/>
          <a:lstStyle/>
          <a:p>
            <a:pPr marL="282575" indent="-282575">
              <a:defRPr/>
            </a:pPr>
            <a:r>
              <a:rPr lang="en-US" sz="2400" dirty="0"/>
              <a:t>when ICMP message arrives, source records RTTs</a:t>
            </a:r>
          </a:p>
        </p:txBody>
      </p:sp>
      <p:sp>
        <p:nvSpPr>
          <p:cNvPr id="655365" name="Rectangle 5"/>
          <p:cNvSpPr>
            <a:spLocks noChangeArrowheads="1"/>
          </p:cNvSpPr>
          <p:nvPr/>
        </p:nvSpPr>
        <p:spPr bwMode="auto">
          <a:xfrm>
            <a:off x="6416675" y="2411414"/>
            <a:ext cx="3810000" cy="30432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342900" indent="-342900">
              <a:lnSpc>
                <a:spcPct val="85000"/>
              </a:lnSpc>
              <a:spcBef>
                <a:spcPct val="20000"/>
              </a:spcBef>
              <a:buClr>
                <a:srgbClr val="000099"/>
              </a:buClr>
              <a:buSzPct val="65000"/>
            </a:pPr>
            <a:r>
              <a:rPr lang="en-US" sz="2400" i="1" dirty="0">
                <a:solidFill>
                  <a:srgbClr val="000099"/>
                </a:solidFill>
                <a:latin typeface="Gill Sans MT" charset="0"/>
              </a:rPr>
              <a:t>stopping criteria:</a:t>
            </a:r>
          </a:p>
          <a:p>
            <a:pPr marL="342900" indent="-342900">
              <a:lnSpc>
                <a:spcPct val="85000"/>
              </a:lnSpc>
              <a:spcBef>
                <a:spcPct val="20000"/>
              </a:spcBef>
              <a:buClr>
                <a:srgbClr val="000099"/>
              </a:buClr>
              <a:buSzPct val="100000"/>
              <a:buFont typeface="Wingdings" charset="2"/>
              <a:buChar char="§"/>
            </a:pPr>
            <a:r>
              <a:rPr lang="en-US" sz="2400" dirty="0">
                <a:latin typeface="Gill Sans MT" charset="0"/>
              </a:rPr>
              <a:t>UDP segment eventually arrives at destination host</a:t>
            </a:r>
          </a:p>
          <a:p>
            <a:pPr marL="342900" indent="-342900">
              <a:lnSpc>
                <a:spcPct val="85000"/>
              </a:lnSpc>
              <a:spcBef>
                <a:spcPct val="20000"/>
              </a:spcBef>
              <a:buClr>
                <a:srgbClr val="000099"/>
              </a:buClr>
              <a:buSzPct val="100000"/>
              <a:buFont typeface="Wingdings" charset="2"/>
              <a:buChar char="§"/>
            </a:pPr>
            <a:r>
              <a:rPr lang="en-US" sz="2400" dirty="0">
                <a:latin typeface="Gill Sans MT" charset="0"/>
              </a:rPr>
              <a:t>destination returns ICMP </a:t>
            </a:r>
            <a:r>
              <a:rPr lang="ja-JP" altLang="en-US" sz="2400" dirty="0">
                <a:latin typeface="Gill Sans MT" charset="0"/>
              </a:rPr>
              <a:t>“</a:t>
            </a:r>
            <a:r>
              <a:rPr lang="en-US" altLang="ja-JP" sz="2400" dirty="0">
                <a:latin typeface="Gill Sans MT" charset="0"/>
              </a:rPr>
              <a:t>port unreachable</a:t>
            </a:r>
            <a:r>
              <a:rPr lang="ja-JP" altLang="en-US" sz="2400" dirty="0">
                <a:latin typeface="Gill Sans MT" charset="0"/>
              </a:rPr>
              <a:t>”</a:t>
            </a:r>
            <a:r>
              <a:rPr lang="en-US" altLang="ja-JP" sz="2400" dirty="0">
                <a:latin typeface="Gill Sans MT" charset="0"/>
              </a:rPr>
              <a:t> message (type 3, code 3)</a:t>
            </a:r>
          </a:p>
          <a:p>
            <a:pPr marL="342900" indent="-342900">
              <a:lnSpc>
                <a:spcPct val="85000"/>
              </a:lnSpc>
              <a:spcBef>
                <a:spcPct val="20000"/>
              </a:spcBef>
              <a:buClr>
                <a:srgbClr val="000099"/>
              </a:buClr>
              <a:buSzPct val="100000"/>
              <a:buFont typeface="Wingdings" charset="2"/>
              <a:buChar char="§"/>
            </a:pPr>
            <a:r>
              <a:rPr lang="en-US" sz="2400" dirty="0">
                <a:latin typeface="Gill Sans MT" charset="0"/>
              </a:rPr>
              <a:t>source stops</a:t>
            </a:r>
          </a:p>
        </p:txBody>
      </p:sp>
      <p:pic>
        <p:nvPicPr>
          <p:cNvPr id="110599" name="Picture 6" descr="underline_base"/>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163763" y="811214"/>
            <a:ext cx="5484812" cy="1730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10600" name="Line 38"/>
          <p:cNvSpPr>
            <a:spLocks noChangeShapeType="1"/>
          </p:cNvSpPr>
          <p:nvPr/>
        </p:nvSpPr>
        <p:spPr bwMode="auto">
          <a:xfrm>
            <a:off x="2809876" y="5684891"/>
            <a:ext cx="288925" cy="265113"/>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endParaRPr lang="en-US"/>
          </a:p>
        </p:txBody>
      </p:sp>
      <p:sp>
        <p:nvSpPr>
          <p:cNvPr id="110601" name="Line 105"/>
          <p:cNvSpPr>
            <a:spLocks noChangeShapeType="1"/>
          </p:cNvSpPr>
          <p:nvPr/>
        </p:nvSpPr>
        <p:spPr bwMode="auto">
          <a:xfrm flipV="1">
            <a:off x="3603625" y="5735691"/>
            <a:ext cx="458788" cy="207963"/>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endParaRPr lang="en-US"/>
          </a:p>
        </p:txBody>
      </p:sp>
      <p:sp>
        <p:nvSpPr>
          <p:cNvPr id="110602" name="Line 106"/>
          <p:cNvSpPr>
            <a:spLocks noChangeShapeType="1"/>
          </p:cNvSpPr>
          <p:nvPr/>
        </p:nvSpPr>
        <p:spPr bwMode="auto">
          <a:xfrm>
            <a:off x="4538664" y="5719816"/>
            <a:ext cx="485775" cy="207963"/>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endParaRPr lang="en-US"/>
          </a:p>
        </p:txBody>
      </p:sp>
      <p:sp>
        <p:nvSpPr>
          <p:cNvPr id="110603" name="Line 108"/>
          <p:cNvSpPr>
            <a:spLocks noChangeShapeType="1"/>
          </p:cNvSpPr>
          <p:nvPr/>
        </p:nvSpPr>
        <p:spPr bwMode="auto">
          <a:xfrm flipH="1">
            <a:off x="4300538" y="5451528"/>
            <a:ext cx="349250" cy="152400"/>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endParaRPr lang="en-US"/>
          </a:p>
        </p:txBody>
      </p:sp>
      <p:sp>
        <p:nvSpPr>
          <p:cNvPr id="110604" name="Line 113"/>
          <p:cNvSpPr>
            <a:spLocks noChangeShapeType="1"/>
          </p:cNvSpPr>
          <p:nvPr/>
        </p:nvSpPr>
        <p:spPr bwMode="auto">
          <a:xfrm flipH="1">
            <a:off x="5514976" y="5780141"/>
            <a:ext cx="620713" cy="144463"/>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endParaRPr lang="en-US"/>
          </a:p>
        </p:txBody>
      </p:sp>
      <p:sp>
        <p:nvSpPr>
          <p:cNvPr id="110605" name="Line 260"/>
          <p:cNvSpPr>
            <a:spLocks noChangeShapeType="1"/>
          </p:cNvSpPr>
          <p:nvPr/>
        </p:nvSpPr>
        <p:spPr bwMode="auto">
          <a:xfrm>
            <a:off x="6634164" y="5745216"/>
            <a:ext cx="485775" cy="207963"/>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endParaRPr lang="en-US"/>
          </a:p>
        </p:txBody>
      </p:sp>
      <p:sp>
        <p:nvSpPr>
          <p:cNvPr id="110606" name="Line 261"/>
          <p:cNvSpPr>
            <a:spLocks noChangeShapeType="1"/>
          </p:cNvSpPr>
          <p:nvPr/>
        </p:nvSpPr>
        <p:spPr bwMode="auto">
          <a:xfrm flipH="1">
            <a:off x="7572376" y="5691241"/>
            <a:ext cx="557213" cy="277813"/>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endParaRPr lang="en-US"/>
          </a:p>
        </p:txBody>
      </p:sp>
      <p:sp>
        <p:nvSpPr>
          <p:cNvPr id="110607" name="Line 291"/>
          <p:cNvSpPr>
            <a:spLocks noChangeShapeType="1"/>
          </p:cNvSpPr>
          <p:nvPr/>
        </p:nvSpPr>
        <p:spPr bwMode="auto">
          <a:xfrm>
            <a:off x="4268788" y="5851578"/>
            <a:ext cx="228600" cy="311150"/>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endParaRPr lang="en-US"/>
          </a:p>
        </p:txBody>
      </p:sp>
      <p:sp>
        <p:nvSpPr>
          <p:cNvPr id="110608" name="Line 292"/>
          <p:cNvSpPr>
            <a:spLocks noChangeShapeType="1"/>
          </p:cNvSpPr>
          <p:nvPr/>
        </p:nvSpPr>
        <p:spPr bwMode="auto">
          <a:xfrm>
            <a:off x="6192838" y="5438828"/>
            <a:ext cx="228600" cy="311150"/>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endParaRPr lang="en-US"/>
          </a:p>
        </p:txBody>
      </p:sp>
      <p:sp>
        <p:nvSpPr>
          <p:cNvPr id="110609" name="Line 294"/>
          <p:cNvSpPr>
            <a:spLocks noChangeShapeType="1"/>
          </p:cNvSpPr>
          <p:nvPr/>
        </p:nvSpPr>
        <p:spPr bwMode="auto">
          <a:xfrm flipH="1">
            <a:off x="4910138" y="6042078"/>
            <a:ext cx="349250" cy="152400"/>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endParaRPr lang="en-US"/>
          </a:p>
        </p:txBody>
      </p:sp>
      <p:sp>
        <p:nvSpPr>
          <p:cNvPr id="110610" name="Line 295"/>
          <p:cNvSpPr>
            <a:spLocks noChangeShapeType="1"/>
          </p:cNvSpPr>
          <p:nvPr/>
        </p:nvSpPr>
        <p:spPr bwMode="auto">
          <a:xfrm>
            <a:off x="5265738" y="5546778"/>
            <a:ext cx="6350" cy="260350"/>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endParaRPr lang="en-US"/>
          </a:p>
        </p:txBody>
      </p:sp>
      <p:sp>
        <p:nvSpPr>
          <p:cNvPr id="83244" name="Text Box 300"/>
          <p:cNvSpPr txBox="1">
            <a:spLocks noChangeArrowheads="1"/>
          </p:cNvSpPr>
          <p:nvPr/>
        </p:nvSpPr>
        <p:spPr bwMode="auto">
          <a:xfrm>
            <a:off x="2911475" y="5403903"/>
            <a:ext cx="1073150" cy="3667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solidFill>
                  <a:srgbClr val="CC0000"/>
                </a:solidFill>
              </a:rPr>
              <a:t>3 probes</a:t>
            </a:r>
          </a:p>
        </p:txBody>
      </p:sp>
      <p:sp>
        <p:nvSpPr>
          <p:cNvPr id="83246" name="Text Box 302"/>
          <p:cNvSpPr txBox="1">
            <a:spLocks noChangeArrowheads="1"/>
          </p:cNvSpPr>
          <p:nvPr/>
        </p:nvSpPr>
        <p:spPr bwMode="auto">
          <a:xfrm>
            <a:off x="3525838" y="5964291"/>
            <a:ext cx="1073150" cy="3667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solidFill>
                  <a:srgbClr val="CC0000"/>
                </a:solidFill>
              </a:rPr>
              <a:t>3 probes</a:t>
            </a:r>
          </a:p>
        </p:txBody>
      </p:sp>
      <p:sp>
        <p:nvSpPr>
          <p:cNvPr id="83248" name="Text Box 304"/>
          <p:cNvSpPr txBox="1">
            <a:spLocks noChangeArrowheads="1"/>
          </p:cNvSpPr>
          <p:nvPr/>
        </p:nvSpPr>
        <p:spPr bwMode="auto">
          <a:xfrm>
            <a:off x="4549775" y="5378503"/>
            <a:ext cx="1073150" cy="3667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solidFill>
                  <a:srgbClr val="CC0000"/>
                </a:solidFill>
              </a:rPr>
              <a:t>3 probes</a:t>
            </a:r>
          </a:p>
        </p:txBody>
      </p:sp>
      <p:grpSp>
        <p:nvGrpSpPr>
          <p:cNvPr id="110614" name="Group 21"/>
          <p:cNvGrpSpPr>
            <a:grpSpLocks/>
          </p:cNvGrpSpPr>
          <p:nvPr/>
        </p:nvGrpSpPr>
        <p:grpSpPr bwMode="auto">
          <a:xfrm>
            <a:off x="2041525" y="5340404"/>
            <a:ext cx="820738" cy="688975"/>
            <a:chOff x="-44" y="1473"/>
            <a:chExt cx="981" cy="1105"/>
          </a:xfrm>
        </p:grpSpPr>
        <p:pic>
          <p:nvPicPr>
            <p:cNvPr id="110666" name="Picture 22" descr="desktop_computer_stylized_medium"/>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10667" name="Freeform 23"/>
            <p:cNvSpPr>
              <a:spLocks/>
            </p:cNvSpPr>
            <p:nvPr/>
          </p:nvSpPr>
          <p:spPr bwMode="auto">
            <a:xfrm flipH="1">
              <a:off x="374" y="1579"/>
              <a:ext cx="477" cy="506"/>
            </a:xfrm>
            <a:custGeom>
              <a:avLst/>
              <a:gdLst>
                <a:gd name="T0" fmla="*/ 0 w 356"/>
                <a:gd name="T1" fmla="*/ 0 h 368"/>
                <a:gd name="T2" fmla="*/ 4176 w 356"/>
                <a:gd name="T3" fmla="*/ 248 h 368"/>
                <a:gd name="T4" fmla="*/ 4954 w 356"/>
                <a:gd name="T5" fmla="*/ 5173 h 368"/>
                <a:gd name="T6" fmla="*/ 1092 w 356"/>
                <a:gd name="T7" fmla="*/ 6469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110615" name="Group 24"/>
          <p:cNvGrpSpPr>
            <a:grpSpLocks/>
          </p:cNvGrpSpPr>
          <p:nvPr/>
        </p:nvGrpSpPr>
        <p:grpSpPr bwMode="auto">
          <a:xfrm flipH="1">
            <a:off x="8089901" y="5378504"/>
            <a:ext cx="754063" cy="669925"/>
            <a:chOff x="-44" y="1473"/>
            <a:chExt cx="981" cy="1105"/>
          </a:xfrm>
        </p:grpSpPr>
        <p:pic>
          <p:nvPicPr>
            <p:cNvPr id="110664" name="Picture 25" descr="desktop_computer_stylized_medium"/>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10665" name="Freeform 26"/>
            <p:cNvSpPr>
              <a:spLocks/>
            </p:cNvSpPr>
            <p:nvPr/>
          </p:nvSpPr>
          <p:spPr bwMode="auto">
            <a:xfrm flipH="1">
              <a:off x="374" y="1579"/>
              <a:ext cx="477" cy="506"/>
            </a:xfrm>
            <a:custGeom>
              <a:avLst/>
              <a:gdLst>
                <a:gd name="T0" fmla="*/ 0 w 356"/>
                <a:gd name="T1" fmla="*/ 0 h 368"/>
                <a:gd name="T2" fmla="*/ 4176 w 356"/>
                <a:gd name="T3" fmla="*/ 248 h 368"/>
                <a:gd name="T4" fmla="*/ 4954 w 356"/>
                <a:gd name="T5" fmla="*/ 5173 h 368"/>
                <a:gd name="T6" fmla="*/ 1092 w 356"/>
                <a:gd name="T7" fmla="*/ 6469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 xmlns:a14="http://schemas.microsoft.com/office/drawing/2010/main" w="9525" cap="flat" cmpd="sng">
                  <a:solidFill>
                    <a:srgbClr val="000000"/>
                  </a:solidFill>
                  <a:prstDash val="solid"/>
                  <a:round/>
                  <a:headEnd/>
                  <a:tailEnd/>
                </a14:hiddenLine>
              </a:ext>
            </a:extLst>
          </p:spPr>
          <p:txBody>
            <a:bodyPr wrap="none"/>
            <a:lstStyle/>
            <a:p>
              <a:endParaRPr lang="en-US"/>
            </a:p>
          </p:txBody>
        </p:sp>
      </p:grpSp>
      <p:grpSp>
        <p:nvGrpSpPr>
          <p:cNvPr id="110616" name="Group 27"/>
          <p:cNvGrpSpPr>
            <a:grpSpLocks/>
          </p:cNvGrpSpPr>
          <p:nvPr/>
        </p:nvGrpSpPr>
        <p:grpSpPr bwMode="auto">
          <a:xfrm>
            <a:off x="7037389" y="5878566"/>
            <a:ext cx="617537" cy="250825"/>
            <a:chOff x="2356" y="1300"/>
            <a:chExt cx="555" cy="194"/>
          </a:xfrm>
        </p:grpSpPr>
        <p:sp>
          <p:nvSpPr>
            <p:cNvPr id="110656"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9525">
              <a:solidFill>
                <a:schemeClr val="tx1"/>
              </a:solidFill>
              <a:round/>
              <a:headEnd/>
              <a:tailEnd/>
            </a:ln>
          </p:spPr>
          <p:txBody>
            <a:bodyPr wrap="none" anchor="ctr"/>
            <a:lstStyle/>
            <a:p>
              <a:endParaRPr lang="en-US" sz="2400">
                <a:latin typeface="Times New Roman" charset="0"/>
                <a:cs typeface="Arial" charset="0"/>
              </a:endParaRPr>
            </a:p>
          </p:txBody>
        </p:sp>
        <p:sp>
          <p:nvSpPr>
            <p:cNvPr id="110657"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a:noFill/>
            </a:ln>
            <a:extLst>
              <a:ext uri="{91240B29-F687-4f45-9708-019B960494DF}">
                <a14:hiddenLine xmlns="" xmlns:a14="http://schemas.microsoft.com/office/drawing/2010/main" w="12700">
                  <a:solidFill>
                    <a:srgbClr val="000000"/>
                  </a:solidFill>
                  <a:miter lim="800000"/>
                  <a:headEnd/>
                  <a:tailEnd/>
                </a14:hiddenLine>
              </a:ext>
            </a:extLst>
          </p:spPr>
          <p:txBody>
            <a:bodyPr wrap="none" anchor="ctr"/>
            <a:lstStyle/>
            <a:p>
              <a:pPr algn="ctr"/>
              <a:endParaRPr lang="en-US" sz="2400">
                <a:latin typeface="Times New Roman" charset="0"/>
                <a:cs typeface="Arial" charset="0"/>
              </a:endParaRPr>
            </a:p>
          </p:txBody>
        </p:sp>
        <p:sp>
          <p:nvSpPr>
            <p:cNvPr id="110658"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9525">
              <a:solidFill>
                <a:schemeClr val="tx1"/>
              </a:solidFill>
              <a:round/>
              <a:headEnd/>
              <a:tailEnd/>
            </a:ln>
          </p:spPr>
          <p:txBody>
            <a:bodyPr wrap="none" anchor="ctr"/>
            <a:lstStyle/>
            <a:p>
              <a:endParaRPr lang="en-US" sz="2400">
                <a:latin typeface="Times New Roman" charset="0"/>
                <a:cs typeface="Arial" charset="0"/>
              </a:endParaRPr>
            </a:p>
          </p:txBody>
        </p:sp>
        <p:grpSp>
          <p:nvGrpSpPr>
            <p:cNvPr id="110659" name="Group 31"/>
            <p:cNvGrpSpPr>
              <a:grpSpLocks/>
            </p:cNvGrpSpPr>
            <p:nvPr/>
          </p:nvGrpSpPr>
          <p:grpSpPr bwMode="auto">
            <a:xfrm>
              <a:off x="2468" y="1332"/>
              <a:ext cx="310" cy="60"/>
              <a:chOff x="2468" y="1332"/>
              <a:chExt cx="310" cy="60"/>
            </a:xfrm>
          </p:grpSpPr>
          <p:sp>
            <p:nvSpPr>
              <p:cNvPr id="110662" name="Freeform 32"/>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28575" cmpd="sng">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p>
                <a:endParaRPr lang="en-US"/>
              </a:p>
            </p:txBody>
          </p:sp>
          <p:sp>
            <p:nvSpPr>
              <p:cNvPr id="110663" name="Freeform 33"/>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28575" cmpd="sng">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p>
                <a:endParaRPr lang="en-US"/>
              </a:p>
            </p:txBody>
          </p:sp>
        </p:grpSp>
        <p:sp>
          <p:nvSpPr>
            <p:cNvPr id="110660" name="Line 34"/>
            <p:cNvSpPr>
              <a:spLocks noChangeShapeType="1"/>
            </p:cNvSpPr>
            <p:nvPr/>
          </p:nvSpPr>
          <p:spPr bwMode="auto">
            <a:xfrm>
              <a:off x="2357" y="1361"/>
              <a:ext cx="0" cy="82"/>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en-US"/>
            </a:p>
          </p:txBody>
        </p:sp>
        <p:sp>
          <p:nvSpPr>
            <p:cNvPr id="110661" name="Line 35"/>
            <p:cNvSpPr>
              <a:spLocks noChangeShapeType="1"/>
            </p:cNvSpPr>
            <p:nvPr/>
          </p:nvSpPr>
          <p:spPr bwMode="auto">
            <a:xfrm>
              <a:off x="2907" y="1363"/>
              <a:ext cx="0" cy="86"/>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en-US"/>
            </a:p>
          </p:txBody>
        </p:sp>
      </p:grpSp>
      <p:grpSp>
        <p:nvGrpSpPr>
          <p:cNvPr id="110617" name="Group 36"/>
          <p:cNvGrpSpPr>
            <a:grpSpLocks/>
          </p:cNvGrpSpPr>
          <p:nvPr/>
        </p:nvGrpSpPr>
        <p:grpSpPr bwMode="auto">
          <a:xfrm>
            <a:off x="6069014" y="5607104"/>
            <a:ext cx="617537" cy="250825"/>
            <a:chOff x="2356" y="1300"/>
            <a:chExt cx="555" cy="194"/>
          </a:xfrm>
        </p:grpSpPr>
        <p:sp>
          <p:nvSpPr>
            <p:cNvPr id="110648"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9525">
              <a:solidFill>
                <a:schemeClr val="tx1"/>
              </a:solidFill>
              <a:round/>
              <a:headEnd/>
              <a:tailEnd/>
            </a:ln>
          </p:spPr>
          <p:txBody>
            <a:bodyPr wrap="none" anchor="ctr"/>
            <a:lstStyle/>
            <a:p>
              <a:endParaRPr lang="en-US" sz="2400">
                <a:latin typeface="Times New Roman" charset="0"/>
                <a:cs typeface="Arial" charset="0"/>
              </a:endParaRPr>
            </a:p>
          </p:txBody>
        </p:sp>
        <p:sp>
          <p:nvSpPr>
            <p:cNvPr id="110649"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a:noFill/>
            </a:ln>
            <a:extLst>
              <a:ext uri="{91240B29-F687-4f45-9708-019B960494DF}">
                <a14:hiddenLine xmlns="" xmlns:a14="http://schemas.microsoft.com/office/drawing/2010/main" w="12700">
                  <a:solidFill>
                    <a:srgbClr val="000000"/>
                  </a:solidFill>
                  <a:miter lim="800000"/>
                  <a:headEnd/>
                  <a:tailEnd/>
                </a14:hiddenLine>
              </a:ext>
            </a:extLst>
          </p:spPr>
          <p:txBody>
            <a:bodyPr wrap="none" anchor="ctr"/>
            <a:lstStyle/>
            <a:p>
              <a:pPr algn="ctr"/>
              <a:endParaRPr lang="en-US" sz="2400">
                <a:latin typeface="Times New Roman" charset="0"/>
                <a:cs typeface="Arial" charset="0"/>
              </a:endParaRPr>
            </a:p>
          </p:txBody>
        </p:sp>
        <p:sp>
          <p:nvSpPr>
            <p:cNvPr id="110650"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9525">
              <a:solidFill>
                <a:schemeClr val="tx1"/>
              </a:solidFill>
              <a:round/>
              <a:headEnd/>
              <a:tailEnd/>
            </a:ln>
          </p:spPr>
          <p:txBody>
            <a:bodyPr wrap="none" anchor="ctr"/>
            <a:lstStyle/>
            <a:p>
              <a:endParaRPr lang="en-US" sz="2400">
                <a:latin typeface="Times New Roman" charset="0"/>
                <a:cs typeface="Arial" charset="0"/>
              </a:endParaRPr>
            </a:p>
          </p:txBody>
        </p:sp>
        <p:grpSp>
          <p:nvGrpSpPr>
            <p:cNvPr id="110651" name="Group 40"/>
            <p:cNvGrpSpPr>
              <a:grpSpLocks/>
            </p:cNvGrpSpPr>
            <p:nvPr/>
          </p:nvGrpSpPr>
          <p:grpSpPr bwMode="auto">
            <a:xfrm>
              <a:off x="2468" y="1332"/>
              <a:ext cx="310" cy="60"/>
              <a:chOff x="2468" y="1332"/>
              <a:chExt cx="310" cy="60"/>
            </a:xfrm>
          </p:grpSpPr>
          <p:sp>
            <p:nvSpPr>
              <p:cNvPr id="110654" name="Freeform 41"/>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28575" cmpd="sng">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p>
                <a:endParaRPr lang="en-US"/>
              </a:p>
            </p:txBody>
          </p:sp>
          <p:sp>
            <p:nvSpPr>
              <p:cNvPr id="110655" name="Freeform 42"/>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28575" cmpd="sng">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p>
                <a:endParaRPr lang="en-US"/>
              </a:p>
            </p:txBody>
          </p:sp>
        </p:grpSp>
        <p:sp>
          <p:nvSpPr>
            <p:cNvPr id="110652" name="Line 43"/>
            <p:cNvSpPr>
              <a:spLocks noChangeShapeType="1"/>
            </p:cNvSpPr>
            <p:nvPr/>
          </p:nvSpPr>
          <p:spPr bwMode="auto">
            <a:xfrm>
              <a:off x="2357" y="1361"/>
              <a:ext cx="0" cy="82"/>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en-US"/>
            </a:p>
          </p:txBody>
        </p:sp>
        <p:sp>
          <p:nvSpPr>
            <p:cNvPr id="110653" name="Line 44"/>
            <p:cNvSpPr>
              <a:spLocks noChangeShapeType="1"/>
            </p:cNvSpPr>
            <p:nvPr/>
          </p:nvSpPr>
          <p:spPr bwMode="auto">
            <a:xfrm>
              <a:off x="2907" y="1363"/>
              <a:ext cx="0" cy="86"/>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en-US"/>
            </a:p>
          </p:txBody>
        </p:sp>
      </p:grpSp>
      <p:grpSp>
        <p:nvGrpSpPr>
          <p:cNvPr id="110618" name="Group 45"/>
          <p:cNvGrpSpPr>
            <a:grpSpLocks/>
          </p:cNvGrpSpPr>
          <p:nvPr/>
        </p:nvGrpSpPr>
        <p:grpSpPr bwMode="auto">
          <a:xfrm>
            <a:off x="4918075" y="5816654"/>
            <a:ext cx="617538" cy="250825"/>
            <a:chOff x="2356" y="1300"/>
            <a:chExt cx="555" cy="194"/>
          </a:xfrm>
        </p:grpSpPr>
        <p:sp>
          <p:nvSpPr>
            <p:cNvPr id="110640"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9525">
              <a:solidFill>
                <a:schemeClr val="tx1"/>
              </a:solidFill>
              <a:round/>
              <a:headEnd/>
              <a:tailEnd/>
            </a:ln>
          </p:spPr>
          <p:txBody>
            <a:bodyPr wrap="none" anchor="ctr"/>
            <a:lstStyle/>
            <a:p>
              <a:endParaRPr lang="en-US" sz="2400">
                <a:latin typeface="Times New Roman" charset="0"/>
                <a:cs typeface="Arial" charset="0"/>
              </a:endParaRPr>
            </a:p>
          </p:txBody>
        </p:sp>
        <p:sp>
          <p:nvSpPr>
            <p:cNvPr id="110641"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a:noFill/>
            </a:ln>
            <a:extLst>
              <a:ext uri="{91240B29-F687-4f45-9708-019B960494DF}">
                <a14:hiddenLine xmlns="" xmlns:a14="http://schemas.microsoft.com/office/drawing/2010/main" w="12700">
                  <a:solidFill>
                    <a:srgbClr val="000000"/>
                  </a:solidFill>
                  <a:miter lim="800000"/>
                  <a:headEnd/>
                  <a:tailEnd/>
                </a14:hiddenLine>
              </a:ext>
            </a:extLst>
          </p:spPr>
          <p:txBody>
            <a:bodyPr wrap="none" anchor="ctr"/>
            <a:lstStyle/>
            <a:p>
              <a:pPr algn="ctr"/>
              <a:endParaRPr lang="en-US" sz="2400">
                <a:latin typeface="Times New Roman" charset="0"/>
                <a:cs typeface="Arial" charset="0"/>
              </a:endParaRPr>
            </a:p>
          </p:txBody>
        </p:sp>
        <p:sp>
          <p:nvSpPr>
            <p:cNvPr id="110642"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9525">
              <a:solidFill>
                <a:schemeClr val="tx1"/>
              </a:solidFill>
              <a:round/>
              <a:headEnd/>
              <a:tailEnd/>
            </a:ln>
          </p:spPr>
          <p:txBody>
            <a:bodyPr wrap="none" anchor="ctr"/>
            <a:lstStyle/>
            <a:p>
              <a:endParaRPr lang="en-US" sz="2400">
                <a:latin typeface="Times New Roman" charset="0"/>
                <a:cs typeface="Arial" charset="0"/>
              </a:endParaRPr>
            </a:p>
          </p:txBody>
        </p:sp>
        <p:grpSp>
          <p:nvGrpSpPr>
            <p:cNvPr id="110643" name="Group 49"/>
            <p:cNvGrpSpPr>
              <a:grpSpLocks/>
            </p:cNvGrpSpPr>
            <p:nvPr/>
          </p:nvGrpSpPr>
          <p:grpSpPr bwMode="auto">
            <a:xfrm>
              <a:off x="2468" y="1332"/>
              <a:ext cx="310" cy="60"/>
              <a:chOff x="2468" y="1332"/>
              <a:chExt cx="310" cy="60"/>
            </a:xfrm>
          </p:grpSpPr>
          <p:sp>
            <p:nvSpPr>
              <p:cNvPr id="110646" name="Freeform 50"/>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28575" cmpd="sng">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p>
                <a:endParaRPr lang="en-US"/>
              </a:p>
            </p:txBody>
          </p:sp>
          <p:sp>
            <p:nvSpPr>
              <p:cNvPr id="110647" name="Freeform 51"/>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28575" cmpd="sng">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p>
                <a:endParaRPr lang="en-US"/>
              </a:p>
            </p:txBody>
          </p:sp>
        </p:grpSp>
        <p:sp>
          <p:nvSpPr>
            <p:cNvPr id="110644" name="Line 52"/>
            <p:cNvSpPr>
              <a:spLocks noChangeShapeType="1"/>
            </p:cNvSpPr>
            <p:nvPr/>
          </p:nvSpPr>
          <p:spPr bwMode="auto">
            <a:xfrm>
              <a:off x="2357" y="1361"/>
              <a:ext cx="0" cy="82"/>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en-US"/>
            </a:p>
          </p:txBody>
        </p:sp>
        <p:sp>
          <p:nvSpPr>
            <p:cNvPr id="110645" name="Line 53"/>
            <p:cNvSpPr>
              <a:spLocks noChangeShapeType="1"/>
            </p:cNvSpPr>
            <p:nvPr/>
          </p:nvSpPr>
          <p:spPr bwMode="auto">
            <a:xfrm>
              <a:off x="2907" y="1363"/>
              <a:ext cx="0" cy="86"/>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en-US"/>
            </a:p>
          </p:txBody>
        </p:sp>
      </p:grpSp>
      <p:grpSp>
        <p:nvGrpSpPr>
          <p:cNvPr id="110619" name="Group 54"/>
          <p:cNvGrpSpPr>
            <a:grpSpLocks/>
          </p:cNvGrpSpPr>
          <p:nvPr/>
        </p:nvGrpSpPr>
        <p:grpSpPr bwMode="auto">
          <a:xfrm>
            <a:off x="3916364" y="5570591"/>
            <a:ext cx="617537" cy="250825"/>
            <a:chOff x="2356" y="1300"/>
            <a:chExt cx="555" cy="194"/>
          </a:xfrm>
        </p:grpSpPr>
        <p:sp>
          <p:nvSpPr>
            <p:cNvPr id="110632"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9525">
              <a:solidFill>
                <a:schemeClr val="tx1"/>
              </a:solidFill>
              <a:round/>
              <a:headEnd/>
              <a:tailEnd/>
            </a:ln>
          </p:spPr>
          <p:txBody>
            <a:bodyPr wrap="none" anchor="ctr"/>
            <a:lstStyle/>
            <a:p>
              <a:endParaRPr lang="en-US" sz="2400">
                <a:latin typeface="Times New Roman" charset="0"/>
                <a:cs typeface="Arial" charset="0"/>
              </a:endParaRPr>
            </a:p>
          </p:txBody>
        </p:sp>
        <p:sp>
          <p:nvSpPr>
            <p:cNvPr id="110633"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a:noFill/>
            </a:ln>
            <a:extLst>
              <a:ext uri="{91240B29-F687-4f45-9708-019B960494DF}">
                <a14:hiddenLine xmlns="" xmlns:a14="http://schemas.microsoft.com/office/drawing/2010/main" w="12700">
                  <a:solidFill>
                    <a:srgbClr val="000000"/>
                  </a:solidFill>
                  <a:miter lim="800000"/>
                  <a:headEnd/>
                  <a:tailEnd/>
                </a14:hiddenLine>
              </a:ext>
            </a:extLst>
          </p:spPr>
          <p:txBody>
            <a:bodyPr wrap="none" anchor="ctr"/>
            <a:lstStyle/>
            <a:p>
              <a:pPr algn="ctr"/>
              <a:endParaRPr lang="en-US" sz="2400">
                <a:latin typeface="Times New Roman" charset="0"/>
                <a:cs typeface="Arial" charset="0"/>
              </a:endParaRPr>
            </a:p>
          </p:txBody>
        </p:sp>
        <p:sp>
          <p:nvSpPr>
            <p:cNvPr id="110634"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9525">
              <a:solidFill>
                <a:schemeClr val="tx1"/>
              </a:solidFill>
              <a:round/>
              <a:headEnd/>
              <a:tailEnd/>
            </a:ln>
          </p:spPr>
          <p:txBody>
            <a:bodyPr wrap="none" anchor="ctr"/>
            <a:lstStyle/>
            <a:p>
              <a:endParaRPr lang="en-US" sz="2400">
                <a:latin typeface="Times New Roman" charset="0"/>
                <a:cs typeface="Arial" charset="0"/>
              </a:endParaRPr>
            </a:p>
          </p:txBody>
        </p:sp>
        <p:grpSp>
          <p:nvGrpSpPr>
            <p:cNvPr id="110635" name="Group 58"/>
            <p:cNvGrpSpPr>
              <a:grpSpLocks/>
            </p:cNvGrpSpPr>
            <p:nvPr/>
          </p:nvGrpSpPr>
          <p:grpSpPr bwMode="auto">
            <a:xfrm>
              <a:off x="2468" y="1332"/>
              <a:ext cx="310" cy="60"/>
              <a:chOff x="2468" y="1332"/>
              <a:chExt cx="310" cy="60"/>
            </a:xfrm>
          </p:grpSpPr>
          <p:sp>
            <p:nvSpPr>
              <p:cNvPr id="110638" name="Freeform 59"/>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28575" cmpd="sng">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p>
                <a:endParaRPr lang="en-US"/>
              </a:p>
            </p:txBody>
          </p:sp>
          <p:sp>
            <p:nvSpPr>
              <p:cNvPr id="110639" name="Freeform 60"/>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28575" cmpd="sng">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p>
                <a:endParaRPr lang="en-US"/>
              </a:p>
            </p:txBody>
          </p:sp>
        </p:grpSp>
        <p:sp>
          <p:nvSpPr>
            <p:cNvPr id="110636" name="Line 61"/>
            <p:cNvSpPr>
              <a:spLocks noChangeShapeType="1"/>
            </p:cNvSpPr>
            <p:nvPr/>
          </p:nvSpPr>
          <p:spPr bwMode="auto">
            <a:xfrm>
              <a:off x="2357" y="1361"/>
              <a:ext cx="0" cy="82"/>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en-US"/>
            </a:p>
          </p:txBody>
        </p:sp>
        <p:sp>
          <p:nvSpPr>
            <p:cNvPr id="110637" name="Line 62"/>
            <p:cNvSpPr>
              <a:spLocks noChangeShapeType="1"/>
            </p:cNvSpPr>
            <p:nvPr/>
          </p:nvSpPr>
          <p:spPr bwMode="auto">
            <a:xfrm>
              <a:off x="2907" y="1363"/>
              <a:ext cx="0" cy="86"/>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en-US"/>
            </a:p>
          </p:txBody>
        </p:sp>
      </p:grpSp>
      <p:grpSp>
        <p:nvGrpSpPr>
          <p:cNvPr id="110620" name="Group 63"/>
          <p:cNvGrpSpPr>
            <a:grpSpLocks/>
          </p:cNvGrpSpPr>
          <p:nvPr/>
        </p:nvGrpSpPr>
        <p:grpSpPr bwMode="auto">
          <a:xfrm>
            <a:off x="3041650" y="5837291"/>
            <a:ext cx="617538" cy="250825"/>
            <a:chOff x="2356" y="1300"/>
            <a:chExt cx="555" cy="194"/>
          </a:xfrm>
        </p:grpSpPr>
        <p:sp>
          <p:nvSpPr>
            <p:cNvPr id="110624"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9525">
              <a:solidFill>
                <a:schemeClr val="tx1"/>
              </a:solidFill>
              <a:round/>
              <a:headEnd/>
              <a:tailEnd/>
            </a:ln>
          </p:spPr>
          <p:txBody>
            <a:bodyPr wrap="none" anchor="ctr"/>
            <a:lstStyle/>
            <a:p>
              <a:endParaRPr lang="en-US" sz="2400">
                <a:latin typeface="Times New Roman" charset="0"/>
                <a:cs typeface="Arial" charset="0"/>
              </a:endParaRPr>
            </a:p>
          </p:txBody>
        </p:sp>
        <p:sp>
          <p:nvSpPr>
            <p:cNvPr id="110625"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a:noFill/>
            </a:ln>
            <a:extLst>
              <a:ext uri="{91240B29-F687-4f45-9708-019B960494DF}">
                <a14:hiddenLine xmlns="" xmlns:a14="http://schemas.microsoft.com/office/drawing/2010/main" w="12700">
                  <a:solidFill>
                    <a:srgbClr val="000000"/>
                  </a:solidFill>
                  <a:miter lim="800000"/>
                  <a:headEnd/>
                  <a:tailEnd/>
                </a14:hiddenLine>
              </a:ext>
            </a:extLst>
          </p:spPr>
          <p:txBody>
            <a:bodyPr wrap="none" anchor="ctr"/>
            <a:lstStyle/>
            <a:p>
              <a:pPr algn="ctr"/>
              <a:endParaRPr lang="en-US" sz="2400">
                <a:latin typeface="Times New Roman" charset="0"/>
                <a:cs typeface="Arial" charset="0"/>
              </a:endParaRPr>
            </a:p>
          </p:txBody>
        </p:sp>
        <p:sp>
          <p:nvSpPr>
            <p:cNvPr id="110626"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9525">
              <a:solidFill>
                <a:schemeClr val="tx1"/>
              </a:solidFill>
              <a:round/>
              <a:headEnd/>
              <a:tailEnd/>
            </a:ln>
          </p:spPr>
          <p:txBody>
            <a:bodyPr wrap="none" anchor="ctr"/>
            <a:lstStyle/>
            <a:p>
              <a:endParaRPr lang="en-US" sz="2400">
                <a:latin typeface="Times New Roman" charset="0"/>
                <a:cs typeface="Arial" charset="0"/>
              </a:endParaRPr>
            </a:p>
          </p:txBody>
        </p:sp>
        <p:grpSp>
          <p:nvGrpSpPr>
            <p:cNvPr id="110627" name="Group 67"/>
            <p:cNvGrpSpPr>
              <a:grpSpLocks/>
            </p:cNvGrpSpPr>
            <p:nvPr/>
          </p:nvGrpSpPr>
          <p:grpSpPr bwMode="auto">
            <a:xfrm>
              <a:off x="2468" y="1332"/>
              <a:ext cx="310" cy="60"/>
              <a:chOff x="2468" y="1332"/>
              <a:chExt cx="310" cy="60"/>
            </a:xfrm>
          </p:grpSpPr>
          <p:sp>
            <p:nvSpPr>
              <p:cNvPr id="110630" name="Freeform 68"/>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28575" cmpd="sng">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p>
                <a:endParaRPr lang="en-US"/>
              </a:p>
            </p:txBody>
          </p:sp>
          <p:sp>
            <p:nvSpPr>
              <p:cNvPr id="110631" name="Freeform 69"/>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28575" cmpd="sng">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p>
                <a:endParaRPr lang="en-US"/>
              </a:p>
            </p:txBody>
          </p:sp>
        </p:grpSp>
        <p:sp>
          <p:nvSpPr>
            <p:cNvPr id="110628" name="Line 70"/>
            <p:cNvSpPr>
              <a:spLocks noChangeShapeType="1"/>
            </p:cNvSpPr>
            <p:nvPr/>
          </p:nvSpPr>
          <p:spPr bwMode="auto">
            <a:xfrm>
              <a:off x="2357" y="1361"/>
              <a:ext cx="0" cy="82"/>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en-US"/>
            </a:p>
          </p:txBody>
        </p:sp>
        <p:sp>
          <p:nvSpPr>
            <p:cNvPr id="110629" name="Line 71"/>
            <p:cNvSpPr>
              <a:spLocks noChangeShapeType="1"/>
            </p:cNvSpPr>
            <p:nvPr/>
          </p:nvSpPr>
          <p:spPr bwMode="auto">
            <a:xfrm>
              <a:off x="2907" y="1363"/>
              <a:ext cx="0" cy="86"/>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en-US"/>
            </a:p>
          </p:txBody>
        </p:sp>
      </p:grpSp>
      <p:sp>
        <p:nvSpPr>
          <p:cNvPr id="83247" name="Freeform 303"/>
          <p:cNvSpPr>
            <a:spLocks/>
          </p:cNvSpPr>
          <p:nvPr/>
        </p:nvSpPr>
        <p:spPr bwMode="auto">
          <a:xfrm>
            <a:off x="2781300" y="5624566"/>
            <a:ext cx="2247900" cy="403225"/>
          </a:xfrm>
          <a:custGeom>
            <a:avLst/>
            <a:gdLst>
              <a:gd name="T0" fmla="*/ 2147483647 w 1416"/>
              <a:gd name="T1" fmla="*/ 2147483647 h 254"/>
              <a:gd name="T2" fmla="*/ 2147483647 w 1416"/>
              <a:gd name="T3" fmla="*/ 2147483647 h 254"/>
              <a:gd name="T4" fmla="*/ 2147483647 w 1416"/>
              <a:gd name="T5" fmla="*/ 2147483647 h 254"/>
              <a:gd name="T6" fmla="*/ 2147483647 w 1416"/>
              <a:gd name="T7" fmla="*/ 2147483647 h 254"/>
              <a:gd name="T8" fmla="*/ 2147483647 w 1416"/>
              <a:gd name="T9" fmla="*/ 2147483647 h 254"/>
              <a:gd name="T10" fmla="*/ 2147483647 w 1416"/>
              <a:gd name="T11" fmla="*/ 2147483647 h 254"/>
              <a:gd name="T12" fmla="*/ 0 w 1416"/>
              <a:gd name="T13" fmla="*/ 2147483647 h 254"/>
              <a:gd name="T14" fmla="*/ 0 60000 65536"/>
              <a:gd name="T15" fmla="*/ 0 60000 65536"/>
              <a:gd name="T16" fmla="*/ 0 60000 65536"/>
              <a:gd name="T17" fmla="*/ 0 60000 65536"/>
              <a:gd name="T18" fmla="*/ 0 60000 65536"/>
              <a:gd name="T19" fmla="*/ 0 60000 65536"/>
              <a:gd name="T20" fmla="*/ 0 60000 65536"/>
              <a:gd name="T21" fmla="*/ 0 w 1416"/>
              <a:gd name="T22" fmla="*/ 0 h 254"/>
              <a:gd name="T23" fmla="*/ 1416 w 1416"/>
              <a:gd name="T24" fmla="*/ 254 h 2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16" h="254">
                <a:moveTo>
                  <a:pt x="76" y="30"/>
                </a:moveTo>
                <a:cubicBezTo>
                  <a:pt x="137" y="11"/>
                  <a:pt x="200" y="170"/>
                  <a:pt x="324" y="170"/>
                </a:cubicBezTo>
                <a:cubicBezTo>
                  <a:pt x="461" y="165"/>
                  <a:pt x="717" y="0"/>
                  <a:pt x="896" y="2"/>
                </a:cubicBezTo>
                <a:cubicBezTo>
                  <a:pt x="1075" y="4"/>
                  <a:pt x="1416" y="122"/>
                  <a:pt x="1400" y="182"/>
                </a:cubicBezTo>
                <a:cubicBezTo>
                  <a:pt x="1384" y="242"/>
                  <a:pt x="1073" y="63"/>
                  <a:pt x="896" y="74"/>
                </a:cubicBezTo>
                <a:cubicBezTo>
                  <a:pt x="719" y="85"/>
                  <a:pt x="489" y="254"/>
                  <a:pt x="340" y="250"/>
                </a:cubicBezTo>
                <a:cubicBezTo>
                  <a:pt x="191" y="246"/>
                  <a:pt x="62" y="32"/>
                  <a:pt x="0" y="50"/>
                </a:cubicBezTo>
              </a:path>
            </a:pathLst>
          </a:custGeom>
          <a:noFill/>
          <a:ln w="28575">
            <a:solidFill>
              <a:srgbClr val="CC0000"/>
            </a:solidFill>
            <a:round/>
            <a:headEnd/>
            <a:tailEnd type="triangle" w="med" len="med"/>
          </a:ln>
          <a:extLst>
            <a:ext uri="{909E8E84-426E-40dd-AFC4-6F175D3DCCD1}">
              <a14:hiddenFill xmlns="" xmlns:a14="http://schemas.microsoft.com/office/drawing/2010/main">
                <a:solidFill>
                  <a:srgbClr val="FFFFFF"/>
                </a:solidFill>
              </a14:hiddenFill>
            </a:ext>
          </a:extLst>
        </p:spPr>
        <p:txBody>
          <a:bodyPr/>
          <a:lstStyle/>
          <a:p>
            <a:endParaRPr lang="en-US"/>
          </a:p>
        </p:txBody>
      </p:sp>
      <p:sp>
        <p:nvSpPr>
          <p:cNvPr id="83243" name="Freeform 299"/>
          <p:cNvSpPr>
            <a:spLocks/>
          </p:cNvSpPr>
          <p:nvPr/>
        </p:nvSpPr>
        <p:spPr bwMode="auto">
          <a:xfrm>
            <a:off x="2813050" y="5661078"/>
            <a:ext cx="419100" cy="419100"/>
          </a:xfrm>
          <a:custGeom>
            <a:avLst/>
            <a:gdLst>
              <a:gd name="T0" fmla="*/ 2147483647 w 264"/>
              <a:gd name="T1" fmla="*/ 0 h 264"/>
              <a:gd name="T2" fmla="*/ 2147483647 w 264"/>
              <a:gd name="T3" fmla="*/ 2147483647 h 264"/>
              <a:gd name="T4" fmla="*/ 0 w 264"/>
              <a:gd name="T5" fmla="*/ 2147483647 h 264"/>
              <a:gd name="T6" fmla="*/ 0 60000 65536"/>
              <a:gd name="T7" fmla="*/ 0 60000 65536"/>
              <a:gd name="T8" fmla="*/ 0 60000 65536"/>
              <a:gd name="T9" fmla="*/ 0 w 264"/>
              <a:gd name="T10" fmla="*/ 0 h 264"/>
              <a:gd name="T11" fmla="*/ 264 w 264"/>
              <a:gd name="T12" fmla="*/ 264 h 264"/>
            </a:gdLst>
            <a:ahLst/>
            <a:cxnLst>
              <a:cxn ang="T6">
                <a:pos x="T0" y="T1"/>
              </a:cxn>
              <a:cxn ang="T7">
                <a:pos x="T2" y="T3"/>
              </a:cxn>
              <a:cxn ang="T8">
                <a:pos x="T4" y="T5"/>
              </a:cxn>
            </a:cxnLst>
            <a:rect l="T9" t="T10" r="T11" b="T12"/>
            <a:pathLst>
              <a:path w="264" h="264">
                <a:moveTo>
                  <a:pt x="60" y="0"/>
                </a:moveTo>
                <a:cubicBezTo>
                  <a:pt x="86" y="31"/>
                  <a:pt x="264" y="176"/>
                  <a:pt x="228" y="220"/>
                </a:cubicBezTo>
                <a:cubicBezTo>
                  <a:pt x="192" y="264"/>
                  <a:pt x="60" y="109"/>
                  <a:pt x="0" y="88"/>
                </a:cubicBezTo>
              </a:path>
            </a:pathLst>
          </a:custGeom>
          <a:noFill/>
          <a:ln w="28575">
            <a:solidFill>
              <a:srgbClr val="CC0000"/>
            </a:solidFill>
            <a:round/>
            <a:headEnd/>
            <a:tailEnd type="triangle" w="med" len="med"/>
          </a:ln>
          <a:extLst>
            <a:ext uri="{909E8E84-426E-40dd-AFC4-6F175D3DCCD1}">
              <a14:hiddenFill xmlns="" xmlns:a14="http://schemas.microsoft.com/office/drawing/2010/main">
                <a:solidFill>
                  <a:srgbClr val="FFFFFF"/>
                </a:solidFill>
              </a14:hiddenFill>
            </a:ext>
          </a:extLst>
        </p:spPr>
        <p:txBody>
          <a:bodyPr/>
          <a:lstStyle/>
          <a:p>
            <a:endParaRPr lang="en-US"/>
          </a:p>
        </p:txBody>
      </p:sp>
      <p:sp>
        <p:nvSpPr>
          <p:cNvPr id="83245" name="Freeform 301"/>
          <p:cNvSpPr>
            <a:spLocks/>
          </p:cNvSpPr>
          <p:nvPr/>
        </p:nvSpPr>
        <p:spPr bwMode="auto">
          <a:xfrm>
            <a:off x="2806700" y="5575353"/>
            <a:ext cx="1346200" cy="474662"/>
          </a:xfrm>
          <a:custGeom>
            <a:avLst/>
            <a:gdLst>
              <a:gd name="T0" fmla="*/ 2147483647 w 848"/>
              <a:gd name="T1" fmla="*/ 2147483647 h 299"/>
              <a:gd name="T2" fmla="*/ 2147483647 w 848"/>
              <a:gd name="T3" fmla="*/ 2147483647 h 299"/>
              <a:gd name="T4" fmla="*/ 2147483647 w 848"/>
              <a:gd name="T5" fmla="*/ 2147483647 h 299"/>
              <a:gd name="T6" fmla="*/ 2147483647 w 848"/>
              <a:gd name="T7" fmla="*/ 2147483647 h 299"/>
              <a:gd name="T8" fmla="*/ 0 w 848"/>
              <a:gd name="T9" fmla="*/ 2147483647 h 299"/>
              <a:gd name="T10" fmla="*/ 0 60000 65536"/>
              <a:gd name="T11" fmla="*/ 0 60000 65536"/>
              <a:gd name="T12" fmla="*/ 0 60000 65536"/>
              <a:gd name="T13" fmla="*/ 0 60000 65536"/>
              <a:gd name="T14" fmla="*/ 0 60000 65536"/>
              <a:gd name="T15" fmla="*/ 0 w 848"/>
              <a:gd name="T16" fmla="*/ 0 h 299"/>
              <a:gd name="T17" fmla="*/ 848 w 848"/>
              <a:gd name="T18" fmla="*/ 299 h 299"/>
            </a:gdLst>
            <a:ahLst/>
            <a:cxnLst>
              <a:cxn ang="T10">
                <a:pos x="T0" y="T1"/>
              </a:cxn>
              <a:cxn ang="T11">
                <a:pos x="T2" y="T3"/>
              </a:cxn>
              <a:cxn ang="T12">
                <a:pos x="T4" y="T5"/>
              </a:cxn>
              <a:cxn ang="T13">
                <a:pos x="T6" y="T7"/>
              </a:cxn>
              <a:cxn ang="T14">
                <a:pos x="T8" y="T9"/>
              </a:cxn>
            </a:cxnLst>
            <a:rect l="T15" t="T16" r="T17" b="T18"/>
            <a:pathLst>
              <a:path w="848" h="299">
                <a:moveTo>
                  <a:pt x="76" y="76"/>
                </a:moveTo>
                <a:cubicBezTo>
                  <a:pt x="137" y="57"/>
                  <a:pt x="200" y="216"/>
                  <a:pt x="324" y="216"/>
                </a:cubicBezTo>
                <a:cubicBezTo>
                  <a:pt x="448" y="216"/>
                  <a:pt x="792" y="0"/>
                  <a:pt x="820" y="76"/>
                </a:cubicBezTo>
                <a:cubicBezTo>
                  <a:pt x="848" y="152"/>
                  <a:pt x="469" y="245"/>
                  <a:pt x="340" y="296"/>
                </a:cubicBezTo>
                <a:cubicBezTo>
                  <a:pt x="203" y="299"/>
                  <a:pt x="62" y="78"/>
                  <a:pt x="0" y="96"/>
                </a:cubicBezTo>
              </a:path>
            </a:pathLst>
          </a:custGeom>
          <a:noFill/>
          <a:ln w="28575">
            <a:solidFill>
              <a:srgbClr val="CC0000"/>
            </a:solidFill>
            <a:round/>
            <a:headEnd/>
            <a:tailEnd type="triangle" w="med" len="med"/>
          </a:ln>
          <a:extLst>
            <a:ext uri="{909E8E84-426E-40dd-AFC4-6F175D3DCCD1}">
              <a14:hiddenFill xmlns="" xmlns:a14="http://schemas.microsoft.com/office/drawing/2010/main">
                <a:solidFill>
                  <a:srgbClr val="FFFFFF"/>
                </a:solidFill>
              </a14:hiddenFill>
            </a:ext>
          </a:extLst>
        </p:spPr>
        <p:txBody>
          <a:bodyPr/>
          <a:lstStyle/>
          <a:p>
            <a:endParaRPr lang="en-US"/>
          </a:p>
        </p:txBody>
      </p:sp>
      <p:sp>
        <p:nvSpPr>
          <p:cNvPr id="77" name="Slide Number Placeholder 5"/>
          <p:cNvSpPr>
            <a:spLocks noGrp="1"/>
          </p:cNvSpPr>
          <p:nvPr>
            <p:ph type="sldNum" sz="quarter" idx="12"/>
          </p:nvPr>
        </p:nvSpPr>
        <p:spPr>
          <a:xfrm>
            <a:off x="9980155" y="6475896"/>
            <a:ext cx="548655" cy="272319"/>
          </a:xfrm>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80</a:t>
            </a:fld>
            <a:endParaRPr lang="en-US" sz="1200" dirty="0">
              <a:latin typeface="Tahoma" charset="0"/>
            </a:endParaRPr>
          </a:p>
        </p:txBody>
      </p:sp>
      <p:sp>
        <p:nvSpPr>
          <p:cNvPr id="78" name="Footer Placeholder 2"/>
          <p:cNvSpPr>
            <a:spLocks noGrp="1"/>
          </p:cNvSpPr>
          <p:nvPr>
            <p:ph type="ftr" sz="quarter" idx="11"/>
          </p:nvPr>
        </p:nvSpPr>
        <p:spPr>
          <a:xfrm>
            <a:off x="7899497" y="6475082"/>
            <a:ext cx="2177473" cy="241541"/>
          </a:xfrm>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34687976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3243"/>
                                        </p:tgtEl>
                                        <p:attrNameLst>
                                          <p:attrName>style.visibility</p:attrName>
                                        </p:attrNameLst>
                                      </p:cBhvr>
                                      <p:to>
                                        <p:strVal val="visible"/>
                                      </p:to>
                                    </p:set>
                                  </p:childTnLst>
                                  <p:subTnLst>
                                    <p:set>
                                      <p:cBhvr override="childStyle">
                                        <p:cTn dur="1" fill="hold" display="0" masterRel="nextClick" afterEffect="1"/>
                                        <p:tgtEl>
                                          <p:spTgt spid="83243"/>
                                        </p:tgtEl>
                                        <p:attrNameLst>
                                          <p:attrName>style.visibility</p:attrName>
                                        </p:attrNameLst>
                                      </p:cBhvr>
                                      <p:to>
                                        <p:strVal val="hidden"/>
                                      </p:to>
                                    </p:set>
                                  </p:subTnLst>
                                </p:cTn>
                              </p:par>
                              <p:par>
                                <p:cTn id="7" presetID="1" presetClass="entr" presetSubtype="0" fill="hold" grpId="0" nodeType="withEffect">
                                  <p:stCondLst>
                                    <p:cond delay="0"/>
                                  </p:stCondLst>
                                  <p:childTnLst>
                                    <p:set>
                                      <p:cBhvr>
                                        <p:cTn id="8" dur="1" fill="hold">
                                          <p:stCondLst>
                                            <p:cond delay="0"/>
                                          </p:stCondLst>
                                        </p:cTn>
                                        <p:tgtEl>
                                          <p:spTgt spid="83244"/>
                                        </p:tgtEl>
                                        <p:attrNameLst>
                                          <p:attrName>style.visibility</p:attrName>
                                        </p:attrNameLst>
                                      </p:cBhvr>
                                      <p:to>
                                        <p:strVal val="visible"/>
                                      </p:to>
                                    </p:set>
                                  </p:childTnLst>
                                  <p:subTnLst>
                                    <p:set>
                                      <p:cBhvr override="childStyle">
                                        <p:cTn dur="1" fill="hold" display="0" masterRel="nextClick" afterEffect="1"/>
                                        <p:tgtEl>
                                          <p:spTgt spid="83244"/>
                                        </p:tgtEl>
                                        <p:attrNameLst>
                                          <p:attrName>style.visibility</p:attrName>
                                        </p:attrNameLst>
                                      </p:cBhvr>
                                      <p:to>
                                        <p:strVal val="hidden"/>
                                      </p:to>
                                    </p:set>
                                  </p:sub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83245"/>
                                        </p:tgtEl>
                                        <p:attrNameLst>
                                          <p:attrName>style.visibility</p:attrName>
                                        </p:attrNameLst>
                                      </p:cBhvr>
                                      <p:to>
                                        <p:strVal val="visible"/>
                                      </p:to>
                                    </p:set>
                                  </p:childTnLst>
                                  <p:subTnLst>
                                    <p:set>
                                      <p:cBhvr override="childStyle">
                                        <p:cTn dur="1" fill="hold" display="0" masterRel="nextClick" afterEffect="1"/>
                                        <p:tgtEl>
                                          <p:spTgt spid="83245"/>
                                        </p:tgtEl>
                                        <p:attrNameLst>
                                          <p:attrName>style.visibility</p:attrName>
                                        </p:attrNameLst>
                                      </p:cBhvr>
                                      <p:to>
                                        <p:strVal val="hidden"/>
                                      </p:to>
                                    </p:set>
                                  </p:subTnLst>
                                </p:cTn>
                              </p:par>
                              <p:par>
                                <p:cTn id="13" presetID="1" presetClass="entr" presetSubtype="0" fill="hold" grpId="0" nodeType="withEffect">
                                  <p:stCondLst>
                                    <p:cond delay="0"/>
                                  </p:stCondLst>
                                  <p:childTnLst>
                                    <p:set>
                                      <p:cBhvr>
                                        <p:cTn id="14" dur="1" fill="hold">
                                          <p:stCondLst>
                                            <p:cond delay="0"/>
                                          </p:stCondLst>
                                        </p:cTn>
                                        <p:tgtEl>
                                          <p:spTgt spid="83246"/>
                                        </p:tgtEl>
                                        <p:attrNameLst>
                                          <p:attrName>style.visibility</p:attrName>
                                        </p:attrNameLst>
                                      </p:cBhvr>
                                      <p:to>
                                        <p:strVal val="visible"/>
                                      </p:to>
                                    </p:set>
                                  </p:childTnLst>
                                  <p:subTnLst>
                                    <p:set>
                                      <p:cBhvr override="childStyle">
                                        <p:cTn dur="1" fill="hold" display="0" masterRel="nextClick" afterEffect="1"/>
                                        <p:tgtEl>
                                          <p:spTgt spid="83246"/>
                                        </p:tgtEl>
                                        <p:attrNameLst>
                                          <p:attrName>style.visibility</p:attrName>
                                        </p:attrNameLst>
                                      </p:cBhvr>
                                      <p:to>
                                        <p:strVal val="hidden"/>
                                      </p:to>
                                    </p:set>
                                  </p:sub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83247"/>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83248"/>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655365"/>
                                        </p:tgtEl>
                                        <p:attrNameLst>
                                          <p:attrName>style.visibility</p:attrName>
                                        </p:attrNameLst>
                                      </p:cBhvr>
                                      <p:to>
                                        <p:strVal val="visible"/>
                                      </p:to>
                                    </p:set>
                                    <p:animEffect transition="in" filter="dissolve">
                                      <p:cBhvr>
                                        <p:cTn id="25" dur="500"/>
                                        <p:tgtEl>
                                          <p:spTgt spid="6553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5365" grpId="0"/>
      <p:bldP spid="83244" grpId="0"/>
      <p:bldP spid="83246" grpId="0"/>
      <p:bldP spid="83248" grpId="0"/>
      <p:bldP spid="83247" grpId="0" animBg="1"/>
      <p:bldP spid="83243" grpId="0" animBg="1"/>
      <p:bldP spid="83245" grpId="0" animBg="1"/>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“control plane” roadmap</a:t>
            </a:r>
            <a:endParaRPr lang="en-US" sz="4400"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761675" y="4144564"/>
            <a:ext cx="5066531" cy="2130976"/>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9575" indent="-293688">
              <a:buClr>
                <a:srgbClr val="0000A8"/>
              </a:buClr>
            </a:pPr>
            <a:r>
              <a:rPr lang="en-US" altLang="en-US" sz="3600" dirty="0">
                <a:ea typeface="ＭＳ Ｐゴシック" panose="020B0600070205080204" pitchFamily="34" charset="-128"/>
                <a:cs typeface="ＭＳ Ｐゴシック" panose="020B0600070205080204" pitchFamily="34" charset="-128"/>
              </a:rPr>
              <a:t>network management, configuration </a:t>
            </a:r>
          </a:p>
          <a:p>
            <a:pPr marL="685800" lvl="1" indent="-219075"/>
            <a:r>
              <a:rPr lang="en-US" altLang="en-US" sz="2800" dirty="0">
                <a:ea typeface="ＭＳ Ｐゴシック" panose="020B0600070205080204" pitchFamily="34" charset="-128"/>
                <a:cs typeface="ＭＳ Ｐゴシック" panose="020B0600070205080204" pitchFamily="34" charset="-128"/>
              </a:rPr>
              <a:t>SNMP</a:t>
            </a:r>
          </a:p>
          <a:p>
            <a:pPr marL="685800" lvl="1" indent="-219075"/>
            <a:r>
              <a:rPr lang="en-US" altLang="en-US" sz="2800" dirty="0" smtClean="0">
                <a:ea typeface="ＭＳ Ｐゴシック" panose="020B0600070205080204" pitchFamily="34" charset="-128"/>
                <a:cs typeface="ＭＳ Ｐゴシック" panose="020B0600070205080204" pitchFamily="34" charset="-128"/>
              </a:rPr>
              <a:t>NETCONF/YANG (NOT COVERED)</a:t>
            </a:r>
            <a:endParaRPr lang="en-US" altLang="en-US" sz="2800" dirty="0">
              <a:ea typeface="ＭＳ Ｐゴシック" panose="020B0600070205080204" pitchFamily="34" charset="-128"/>
              <a:cs typeface="ＭＳ Ｐゴシック" panose="020B0600070205080204" pitchFamily="34" charset="-128"/>
            </a:endParaRPr>
          </a:p>
          <a:p>
            <a:pPr lvl="1"/>
            <a:endParaRPr lang="en-US" alt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622456" y="1361615"/>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introduction</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routing protocols</a:t>
            </a:r>
          </a:p>
          <a:p>
            <a:pPr marL="285750" indent="-285750">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intra-ISP routing: OSPF</a:t>
            </a:r>
          </a:p>
          <a:p>
            <a:pPr marL="285750" indent="-285750">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routing among ISPs: BGP</a:t>
            </a:r>
          </a:p>
          <a:p>
            <a:pPr marL="285750" indent="-285750">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SDN control plane</a:t>
            </a:r>
          </a:p>
          <a:p>
            <a:pPr marL="285750" indent="-285750">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Internet Control Message Protocol </a:t>
            </a:r>
            <a:r>
              <a:rPr lang="en-US" altLang="en-US" sz="3200" dirty="0" smtClean="0">
                <a:solidFill>
                  <a:schemeClr val="bg1">
                    <a:lumMod val="75000"/>
                  </a:schemeClr>
                </a:solidFill>
                <a:ea typeface="ＭＳ Ｐゴシック" panose="020B0600070205080204" pitchFamily="34" charset="-128"/>
                <a:cs typeface="ＭＳ Ｐゴシック" panose="020B0600070205080204" pitchFamily="34" charset="-128"/>
              </a:rPr>
              <a:t>(ICMP)</a:t>
            </a:r>
            <a:endPar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endParaRPr>
          </a:p>
          <a:p>
            <a:pPr marL="466725" indent="-409575">
              <a:spcBef>
                <a:spcPts val="600"/>
              </a:spcBef>
              <a:buNone/>
            </a:pPr>
            <a:endParaRPr lang="en-US" altLang="en-US" sz="3200" dirty="0">
              <a:ea typeface="ＭＳ Ｐゴシック" panose="020B0600070205080204" pitchFamily="34" charset="-128"/>
              <a:cs typeface="Arial" panose="020B0604020202020204" pitchFamily="34" charset="0"/>
            </a:endParaRPr>
          </a:p>
        </p:txBody>
      </p:sp>
      <p:sp>
        <p:nvSpPr>
          <p:cNvPr id="11" name="Slide Number Placeholder 4">
            <a:extLst>
              <a:ext uri="{FF2B5EF4-FFF2-40B4-BE49-F238E27FC236}">
                <a16:creationId xmlns:a16="http://schemas.microsoft.com/office/drawing/2014/main" id="{60E442AF-0FD6-9040-9BFF-CE4BE886AA41}"/>
              </a:ext>
            </a:extLst>
          </p:cNvPr>
          <p:cNvSpPr>
            <a:spLocks noGrp="1"/>
          </p:cNvSpPr>
          <p:nvPr>
            <p:ph type="sldNum" sz="quarter" idx="4"/>
          </p:nvPr>
        </p:nvSpPr>
        <p:spPr>
          <a:xfrm>
            <a:off x="9219616" y="6443089"/>
            <a:ext cx="2743200" cy="365125"/>
          </a:xfrm>
        </p:spPr>
        <p:txBody>
          <a:bodyPr/>
          <a:lstStyle/>
          <a:p>
            <a:r>
              <a:rPr lang="en-US" dirty="0"/>
              <a:t>Network Layer: 5-</a:t>
            </a:r>
            <a:fld id="{C4204591-24BD-A542-B9D5-F8D8A88D2FEE}" type="slidenum">
              <a:rPr lang="en-US" smtClean="0"/>
              <a:pPr/>
              <a:t>81</a:t>
            </a:fld>
            <a:endParaRPr lang="en-US" dirty="0"/>
          </a:p>
        </p:txBody>
      </p:sp>
    </p:spTree>
    <p:extLst>
      <p:ext uri="{BB962C8B-B14F-4D97-AF65-F5344CB8AC3E}">
        <p14:creationId xmlns:p14="http://schemas.microsoft.com/office/powerpoint/2010/main" val="28860578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Content Placeholder 5">
            <a:extLst>
              <a:ext uri="{FF2B5EF4-FFF2-40B4-BE49-F238E27FC236}">
                <a16:creationId xmlns:a16="http://schemas.microsoft.com/office/drawing/2014/main" id="{375D8288-A30F-B346-89F2-6C4A6812F9F9}"/>
              </a:ext>
            </a:extLst>
          </p:cNvPr>
          <p:cNvSpPr>
            <a:spLocks noGrp="1"/>
          </p:cNvSpPr>
          <p:nvPr>
            <p:ph idx="1"/>
          </p:nvPr>
        </p:nvSpPr>
        <p:spPr>
          <a:xfrm>
            <a:off x="850075" y="1557773"/>
            <a:ext cx="10515600" cy="2230456"/>
          </a:xfrm>
        </p:spPr>
        <p:txBody>
          <a:bodyPr>
            <a:normAutofit fontScale="92500" lnSpcReduction="10000"/>
          </a:bodyPr>
          <a:lstStyle/>
          <a:p>
            <a:pPr indent="-284163">
              <a:defRPr/>
            </a:pPr>
            <a:r>
              <a:rPr lang="en-US" sz="3200" dirty="0">
                <a:solidFill>
                  <a:srgbClr val="0000A8"/>
                </a:solidFill>
              </a:rPr>
              <a:t>autonomous systems (aka “network”): </a:t>
            </a:r>
            <a:r>
              <a:rPr lang="en-US" sz="3200" dirty="0"/>
              <a:t>1000s of interacting hardware/software components</a:t>
            </a:r>
          </a:p>
          <a:p>
            <a:pPr indent="-284163">
              <a:defRPr/>
            </a:pPr>
            <a:r>
              <a:rPr lang="en-US" sz="3200" dirty="0"/>
              <a:t>other complex systems requiring monitoring, configuration, control:</a:t>
            </a:r>
          </a:p>
          <a:p>
            <a:pPr lvl="1">
              <a:defRPr/>
            </a:pPr>
            <a:r>
              <a:rPr lang="en-US" sz="3000" dirty="0"/>
              <a:t>jet airplane, nuclear power plant, others?</a:t>
            </a:r>
          </a:p>
          <a:p>
            <a:endParaRPr lang="en-US" dirty="0"/>
          </a:p>
        </p:txBody>
      </p:sp>
      <p:sp>
        <p:nvSpPr>
          <p:cNvPr id="2" name="Title 1">
            <a:extLst>
              <a:ext uri="{FF2B5EF4-FFF2-40B4-BE49-F238E27FC236}">
                <a16:creationId xmlns:a16="http://schemas.microsoft.com/office/drawing/2014/main" id="{D64829BE-EAEB-5749-867B-1EC3359A718B}"/>
              </a:ext>
            </a:extLst>
          </p:cNvPr>
          <p:cNvSpPr>
            <a:spLocks noGrp="1"/>
          </p:cNvSpPr>
          <p:nvPr>
            <p:ph type="title"/>
          </p:nvPr>
        </p:nvSpPr>
        <p:spPr/>
        <p:txBody>
          <a:bodyPr/>
          <a:lstStyle/>
          <a:p>
            <a:r>
              <a:rPr lang="en-US" dirty="0"/>
              <a:t>What is network management?</a:t>
            </a:r>
          </a:p>
        </p:txBody>
      </p:sp>
      <p:sp>
        <p:nvSpPr>
          <p:cNvPr id="5" name="Slide Number Placeholder 4">
            <a:extLst>
              <a:ext uri="{FF2B5EF4-FFF2-40B4-BE49-F238E27FC236}">
                <a16:creationId xmlns:a16="http://schemas.microsoft.com/office/drawing/2014/main" id="{14672273-12F5-4F48-A433-0F71E8339AAD}"/>
              </a:ext>
            </a:extLst>
          </p:cNvPr>
          <p:cNvSpPr>
            <a:spLocks noGrp="1"/>
          </p:cNvSpPr>
          <p:nvPr>
            <p:ph type="sldNum" sz="quarter" idx="4"/>
          </p:nvPr>
        </p:nvSpPr>
        <p:spPr/>
        <p:txBody>
          <a:bodyPr/>
          <a:lstStyle/>
          <a:p>
            <a:r>
              <a:rPr lang="en-US" dirty="0"/>
              <a:t>Network Layer: 5-</a:t>
            </a:r>
            <a:fld id="{C4204591-24BD-A542-B9D5-F8D8A88D2FEE}" type="slidenum">
              <a:rPr lang="en-US" smtClean="0"/>
              <a:pPr/>
              <a:t>82</a:t>
            </a:fld>
            <a:endParaRPr lang="en-US" dirty="0"/>
          </a:p>
        </p:txBody>
      </p:sp>
      <p:grpSp>
        <p:nvGrpSpPr>
          <p:cNvPr id="3" name="Group 2">
            <a:extLst>
              <a:ext uri="{FF2B5EF4-FFF2-40B4-BE49-F238E27FC236}">
                <a16:creationId xmlns:a16="http://schemas.microsoft.com/office/drawing/2014/main" id="{820A614A-762E-7F4E-AB21-A93FB6D5C4DE}"/>
              </a:ext>
            </a:extLst>
          </p:cNvPr>
          <p:cNvGrpSpPr/>
          <p:nvPr/>
        </p:nvGrpSpPr>
        <p:grpSpPr>
          <a:xfrm>
            <a:off x="1981694" y="4123789"/>
            <a:ext cx="8232775" cy="2093913"/>
            <a:chOff x="1981694" y="4123789"/>
            <a:chExt cx="8232775" cy="2093913"/>
          </a:xfrm>
        </p:grpSpPr>
        <p:sp>
          <p:nvSpPr>
            <p:cNvPr id="7" name="Text Box 5">
              <a:extLst>
                <a:ext uri="{FF2B5EF4-FFF2-40B4-BE49-F238E27FC236}">
                  <a16:creationId xmlns:a16="http://schemas.microsoft.com/office/drawing/2014/main" id="{4AAF62B5-79AA-B240-A8E8-8798C98BC25F}"/>
                </a:ext>
              </a:extLst>
            </p:cNvPr>
            <p:cNvSpPr txBox="1">
              <a:spLocks noChangeArrowheads="1"/>
            </p:cNvSpPr>
            <p:nvPr/>
          </p:nvSpPr>
          <p:spPr bwMode="auto">
            <a:xfrm>
              <a:off x="3161207" y="4153952"/>
              <a:ext cx="6962775" cy="20002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lgn="l">
                <a:defRPr/>
              </a:pPr>
              <a:r>
                <a:rPr lang="en-US" sz="2000" dirty="0">
                  <a:latin typeface="Arial"/>
                  <a:cs typeface="Arial"/>
                </a:rPr>
                <a:t>"</a:t>
              </a:r>
              <a:r>
                <a:rPr lang="en-US" sz="2000" dirty="0">
                  <a:solidFill>
                    <a:srgbClr val="000099"/>
                  </a:solidFill>
                  <a:latin typeface="Arial"/>
                  <a:cs typeface="Arial"/>
                </a:rPr>
                <a:t>Network management</a:t>
              </a:r>
              <a:r>
                <a:rPr lang="en-US" sz="2000" dirty="0">
                  <a:latin typeface="Arial"/>
                  <a:cs typeface="Arial"/>
                </a:rPr>
                <a:t> includes the deployment, integration </a:t>
              </a:r>
            </a:p>
            <a:p>
              <a:pPr algn="l">
                <a:defRPr/>
              </a:pPr>
              <a:r>
                <a:rPr lang="en-US" sz="2000" dirty="0">
                  <a:latin typeface="Arial"/>
                  <a:cs typeface="Arial"/>
                </a:rPr>
                <a:t>and coordination of the hardware, software, and human </a:t>
              </a:r>
            </a:p>
            <a:p>
              <a:pPr algn="l">
                <a:defRPr/>
              </a:pPr>
              <a:r>
                <a:rPr lang="en-US" sz="2000" dirty="0">
                  <a:latin typeface="Arial"/>
                  <a:cs typeface="Arial"/>
                </a:rPr>
                <a:t>elements to monitor, test, poll, configure, analyze, evaluate, </a:t>
              </a:r>
            </a:p>
            <a:p>
              <a:pPr algn="l">
                <a:defRPr/>
              </a:pPr>
              <a:r>
                <a:rPr lang="en-US" sz="2000" dirty="0">
                  <a:latin typeface="Arial"/>
                  <a:cs typeface="Arial"/>
                </a:rPr>
                <a:t>and control the network and element resources to meet the </a:t>
              </a:r>
            </a:p>
            <a:p>
              <a:pPr algn="l">
                <a:defRPr/>
              </a:pPr>
              <a:r>
                <a:rPr lang="en-US" sz="2000" dirty="0">
                  <a:latin typeface="Arial"/>
                  <a:cs typeface="Arial"/>
                </a:rPr>
                <a:t>real-time, operational performance, and Quality of Service </a:t>
              </a:r>
            </a:p>
            <a:p>
              <a:pPr algn="l">
                <a:defRPr/>
              </a:pPr>
              <a:r>
                <a:rPr lang="en-US" sz="2000" dirty="0">
                  <a:latin typeface="Arial"/>
                  <a:cs typeface="Arial"/>
                </a:rPr>
                <a:t>requirements at a reasonable cost."</a:t>
              </a:r>
              <a:r>
                <a:rPr lang="en-US" dirty="0">
                  <a:latin typeface="Arial"/>
                  <a:cs typeface="Arial"/>
                </a:rPr>
                <a:t> </a:t>
              </a:r>
            </a:p>
          </p:txBody>
        </p:sp>
        <p:sp>
          <p:nvSpPr>
            <p:cNvPr id="8" name="Rectangle 6">
              <a:extLst>
                <a:ext uri="{FF2B5EF4-FFF2-40B4-BE49-F238E27FC236}">
                  <a16:creationId xmlns:a16="http://schemas.microsoft.com/office/drawing/2014/main" id="{C047F7E7-348B-A04F-BBBB-2D9AFE81A541}"/>
                </a:ext>
              </a:extLst>
            </p:cNvPr>
            <p:cNvSpPr>
              <a:spLocks noChangeArrowheads="1"/>
            </p:cNvSpPr>
            <p:nvPr/>
          </p:nvSpPr>
          <p:spPr bwMode="auto">
            <a:xfrm>
              <a:off x="3065957" y="4123789"/>
              <a:ext cx="7148512" cy="2093913"/>
            </a:xfrm>
            <a:prstGeom prst="rect">
              <a:avLst/>
            </a:prstGeom>
            <a:noFill/>
            <a:ln w="28575">
              <a:solidFill>
                <a:srgbClr val="CC0000"/>
              </a:solidFill>
              <a:miter lim="800000"/>
              <a:headEn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aphicFrame>
          <p:nvGraphicFramePr>
            <p:cNvPr id="9" name="Object 8">
              <a:extLst>
                <a:ext uri="{FF2B5EF4-FFF2-40B4-BE49-F238E27FC236}">
                  <a16:creationId xmlns:a16="http://schemas.microsoft.com/office/drawing/2014/main" id="{326F51F9-30EF-DB47-86E4-F731C95FAECA}"/>
                </a:ext>
              </a:extLst>
            </p:cNvPr>
            <p:cNvGraphicFramePr>
              <a:graphicFrameLocks noChangeAspect="1"/>
            </p:cNvGraphicFramePr>
            <p:nvPr>
              <p:extLst>
                <p:ext uri="{D42A27DB-BD31-4B8C-83A1-F6EECF244321}">
                  <p14:modId xmlns:p14="http://schemas.microsoft.com/office/powerpoint/2010/main" val="2861886416"/>
                </p:ext>
              </p:extLst>
            </p:nvPr>
          </p:nvGraphicFramePr>
          <p:xfrm>
            <a:off x="1981694" y="4317464"/>
            <a:ext cx="1123950" cy="1600200"/>
          </p:xfrm>
          <a:graphic>
            <a:graphicData uri="http://schemas.openxmlformats.org/presentationml/2006/ole">
              <mc:AlternateContent xmlns:mc="http://schemas.openxmlformats.org/markup-compatibility/2006">
                <mc:Choice xmlns:v="urn:schemas-microsoft-com:vml" Requires="v">
                  <p:oleObj spid="_x0000_s2114" name="Clip" r:id="rId3" imgW="2870200" imgH="4089400" progId="MS_ClipArt_Gallery.2">
                    <p:embed/>
                  </p:oleObj>
                </mc:Choice>
                <mc:Fallback>
                  <p:oleObj name="Clip" r:id="rId3" imgW="2870200" imgH="4089400" progId="MS_ClipArt_Gallery.2">
                    <p:embed/>
                    <p:pic>
                      <p:nvPicPr>
                        <p:cNvPr id="33800" name="Object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81694" y="4317464"/>
                          <a:ext cx="1123950" cy="16002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AF507438-7753-43e0-B8FC-AC1667EBCBE1}">
                            <a14:hiddenEffects xmlns:a14="http://schemas.microsoft.com/office/drawing/2010/main" xmlns="">
                              <a:effectLst>
                                <a:outerShdw blurRad="63500" dist="38099" dir="2700000" algn="ctr" rotWithShape="0">
                                  <a:srgbClr val="000000">
                                    <a:alpha val="74997"/>
                                  </a:srgbClr>
                                </a:outerShdw>
                              </a:effectLst>
                            </a14:hiddenEffects>
                          </a:ext>
                        </a:extLst>
                      </p:spPr>
                    </p:pic>
                  </p:oleObj>
                </mc:Fallback>
              </mc:AlternateContent>
            </a:graphicData>
          </a:graphic>
        </p:graphicFrame>
      </p:grpSp>
    </p:spTree>
    <p:extLst>
      <p:ext uri="{BB962C8B-B14F-4D97-AF65-F5344CB8AC3E}">
        <p14:creationId xmlns:p14="http://schemas.microsoft.com/office/powerpoint/2010/main" val="41997536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64829BE-EAEB-5749-867B-1EC3359A718B}"/>
              </a:ext>
            </a:extLst>
          </p:cNvPr>
          <p:cNvSpPr>
            <a:spLocks noGrp="1"/>
          </p:cNvSpPr>
          <p:nvPr>
            <p:ph type="title"/>
          </p:nvPr>
        </p:nvSpPr>
        <p:spPr>
          <a:xfrm>
            <a:off x="838200" y="248522"/>
            <a:ext cx="10515600" cy="894622"/>
          </a:xfrm>
        </p:spPr>
        <p:txBody>
          <a:bodyPr/>
          <a:lstStyle/>
          <a:p>
            <a:r>
              <a:rPr lang="en-US" dirty="0"/>
              <a:t>Components of network management</a:t>
            </a:r>
          </a:p>
        </p:txBody>
      </p:sp>
      <p:sp>
        <p:nvSpPr>
          <p:cNvPr id="5" name="Slide Number Placeholder 4">
            <a:extLst>
              <a:ext uri="{FF2B5EF4-FFF2-40B4-BE49-F238E27FC236}">
                <a16:creationId xmlns:a16="http://schemas.microsoft.com/office/drawing/2014/main" id="{14672273-12F5-4F48-A433-0F71E8339AAD}"/>
              </a:ext>
            </a:extLst>
          </p:cNvPr>
          <p:cNvSpPr>
            <a:spLocks noGrp="1"/>
          </p:cNvSpPr>
          <p:nvPr>
            <p:ph type="sldNum" sz="quarter" idx="4"/>
          </p:nvPr>
        </p:nvSpPr>
        <p:spPr/>
        <p:txBody>
          <a:bodyPr/>
          <a:lstStyle/>
          <a:p>
            <a:r>
              <a:rPr lang="en-US" dirty="0"/>
              <a:t>Network Layer: 5-</a:t>
            </a:r>
            <a:fld id="{C4204591-24BD-A542-B9D5-F8D8A88D2FEE}" type="slidenum">
              <a:rPr lang="en-US" smtClean="0"/>
              <a:pPr/>
              <a:t>83</a:t>
            </a:fld>
            <a:endParaRPr lang="en-US" dirty="0"/>
          </a:p>
        </p:txBody>
      </p:sp>
      <p:sp>
        <p:nvSpPr>
          <p:cNvPr id="122" name="Freeform 2">
            <a:extLst>
              <a:ext uri="{FF2B5EF4-FFF2-40B4-BE49-F238E27FC236}">
                <a16:creationId xmlns:a16="http://schemas.microsoft.com/office/drawing/2014/main" id="{1D0FE147-08B7-0C4A-A099-FAD883AC5254}"/>
              </a:ext>
            </a:extLst>
          </p:cNvPr>
          <p:cNvSpPr>
            <a:spLocks/>
          </p:cNvSpPr>
          <p:nvPr/>
        </p:nvSpPr>
        <p:spPr bwMode="auto">
          <a:xfrm rot="16383367">
            <a:off x="3968383" y="2925460"/>
            <a:ext cx="4057421" cy="2452239"/>
          </a:xfrm>
          <a:custGeom>
            <a:avLst/>
            <a:gdLst>
              <a:gd name="T0" fmla="*/ 6 w 1794"/>
              <a:gd name="T1" fmla="*/ 483 h 933"/>
              <a:gd name="T2" fmla="*/ 108 w 1794"/>
              <a:gd name="T3" fmla="*/ 125 h 933"/>
              <a:gd name="T4" fmla="*/ 559 w 1794"/>
              <a:gd name="T5" fmla="*/ 100 h 933"/>
              <a:gd name="T6" fmla="*/ 1128 w 1794"/>
              <a:gd name="T7" fmla="*/ 29 h 933"/>
              <a:gd name="T8" fmla="*/ 1716 w 1794"/>
              <a:gd name="T9" fmla="*/ 275 h 933"/>
              <a:gd name="T10" fmla="*/ 1596 w 1794"/>
              <a:gd name="T11" fmla="*/ 827 h 933"/>
              <a:gd name="T12" fmla="*/ 1380 w 1794"/>
              <a:gd name="T13" fmla="*/ 911 h 933"/>
              <a:gd name="T14" fmla="*/ 840 w 1794"/>
              <a:gd name="T15" fmla="*/ 929 h 933"/>
              <a:gd name="T16" fmla="*/ 414 w 1794"/>
              <a:gd name="T17" fmla="*/ 911 h 933"/>
              <a:gd name="T18" fmla="*/ 143 w 1794"/>
              <a:gd name="T19" fmla="*/ 832 h 933"/>
              <a:gd name="T20" fmla="*/ 6 w 1794"/>
              <a:gd name="T21" fmla="*/ 483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9CE0FA"/>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cs typeface="ＭＳ Ｐゴシック" charset="0"/>
            </a:endParaRPr>
          </a:p>
        </p:txBody>
      </p:sp>
      <p:sp>
        <p:nvSpPr>
          <p:cNvPr id="123" name="Line 252">
            <a:extLst>
              <a:ext uri="{FF2B5EF4-FFF2-40B4-BE49-F238E27FC236}">
                <a16:creationId xmlns:a16="http://schemas.microsoft.com/office/drawing/2014/main" id="{6913E897-BB93-9344-AF33-6C15AD34C2BD}"/>
              </a:ext>
            </a:extLst>
          </p:cNvPr>
          <p:cNvSpPr>
            <a:spLocks noChangeShapeType="1"/>
          </p:cNvSpPr>
          <p:nvPr/>
        </p:nvSpPr>
        <p:spPr bwMode="auto">
          <a:xfrm flipV="1">
            <a:off x="6036787" y="3158537"/>
            <a:ext cx="338138" cy="1042987"/>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124" name="Line 254">
            <a:extLst>
              <a:ext uri="{FF2B5EF4-FFF2-40B4-BE49-F238E27FC236}">
                <a16:creationId xmlns:a16="http://schemas.microsoft.com/office/drawing/2014/main" id="{AED25EE3-AFF0-984B-92D0-62D8E298F411}"/>
              </a:ext>
            </a:extLst>
          </p:cNvPr>
          <p:cNvSpPr>
            <a:spLocks noChangeShapeType="1"/>
          </p:cNvSpPr>
          <p:nvPr/>
        </p:nvSpPr>
        <p:spPr bwMode="auto">
          <a:xfrm flipV="1">
            <a:off x="6267286" y="4112624"/>
            <a:ext cx="290202" cy="251486"/>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126" name="Line 272">
            <a:extLst>
              <a:ext uri="{FF2B5EF4-FFF2-40B4-BE49-F238E27FC236}">
                <a16:creationId xmlns:a16="http://schemas.microsoft.com/office/drawing/2014/main" id="{4D3DB148-5EA8-9047-A1B8-B0AFCF1AF882}"/>
              </a:ext>
            </a:extLst>
          </p:cNvPr>
          <p:cNvSpPr>
            <a:spLocks noChangeShapeType="1"/>
          </p:cNvSpPr>
          <p:nvPr/>
        </p:nvSpPr>
        <p:spPr bwMode="auto">
          <a:xfrm>
            <a:off x="6270150" y="4603162"/>
            <a:ext cx="373062" cy="554037"/>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179" name="Line 272">
            <a:extLst>
              <a:ext uri="{FF2B5EF4-FFF2-40B4-BE49-F238E27FC236}">
                <a16:creationId xmlns:a16="http://schemas.microsoft.com/office/drawing/2014/main" id="{CDCDCF97-149D-E14A-9653-EDBE25CA9BA6}"/>
              </a:ext>
            </a:extLst>
          </p:cNvPr>
          <p:cNvSpPr>
            <a:spLocks noChangeShapeType="1"/>
          </p:cNvSpPr>
          <p:nvPr/>
        </p:nvSpPr>
        <p:spPr bwMode="auto">
          <a:xfrm>
            <a:off x="5462112" y="3653837"/>
            <a:ext cx="371475" cy="554037"/>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180" name="Line 272">
            <a:extLst>
              <a:ext uri="{FF2B5EF4-FFF2-40B4-BE49-F238E27FC236}">
                <a16:creationId xmlns:a16="http://schemas.microsoft.com/office/drawing/2014/main" id="{217AC889-87F2-F64B-AAFE-21DBE539F943}"/>
              </a:ext>
            </a:extLst>
          </p:cNvPr>
          <p:cNvSpPr>
            <a:spLocks noChangeShapeType="1"/>
          </p:cNvSpPr>
          <p:nvPr/>
        </p:nvSpPr>
        <p:spPr bwMode="auto">
          <a:xfrm flipH="1">
            <a:off x="5676425" y="4592049"/>
            <a:ext cx="309562" cy="1023938"/>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nvGrpSpPr>
          <p:cNvPr id="355" name="Group 354">
            <a:extLst>
              <a:ext uri="{FF2B5EF4-FFF2-40B4-BE49-F238E27FC236}">
                <a16:creationId xmlns:a16="http://schemas.microsoft.com/office/drawing/2014/main" id="{FB46EAEC-6740-674A-86AA-B160C7FB22B9}"/>
              </a:ext>
            </a:extLst>
          </p:cNvPr>
          <p:cNvGrpSpPr/>
          <p:nvPr/>
        </p:nvGrpSpPr>
        <p:grpSpPr>
          <a:xfrm>
            <a:off x="3982954" y="2808993"/>
            <a:ext cx="4334676" cy="3307930"/>
            <a:chOff x="3982954" y="2808993"/>
            <a:chExt cx="4334676" cy="3307930"/>
          </a:xfrm>
        </p:grpSpPr>
        <p:sp>
          <p:nvSpPr>
            <p:cNvPr id="127" name="Text Box 333">
              <a:extLst>
                <a:ext uri="{FF2B5EF4-FFF2-40B4-BE49-F238E27FC236}">
                  <a16:creationId xmlns:a16="http://schemas.microsoft.com/office/drawing/2014/main" id="{9A14EC5D-753E-8649-8A83-064482FC36D7}"/>
                </a:ext>
              </a:extLst>
            </p:cNvPr>
            <p:cNvSpPr txBox="1">
              <a:spLocks noChangeArrowheads="1"/>
            </p:cNvSpPr>
            <p:nvPr/>
          </p:nvSpPr>
          <p:spPr bwMode="auto">
            <a:xfrm>
              <a:off x="3982954" y="5809146"/>
              <a:ext cx="1497526" cy="307777"/>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eaLnBrk="0" fontAlgn="base" hangingPunct="0">
                <a:spcBef>
                  <a:spcPct val="0"/>
                </a:spcBef>
                <a:spcAft>
                  <a:spcPct val="0"/>
                </a:spcAft>
                <a:defRPr/>
              </a:pPr>
              <a:r>
                <a:rPr lang="en-US" sz="1400" dirty="0">
                  <a:solidFill>
                    <a:srgbClr val="000000"/>
                  </a:solidFill>
                  <a:latin typeface="Arial"/>
                  <a:ea typeface="ＭＳ Ｐゴシック" charset="0"/>
                  <a:cs typeface="Arial"/>
                </a:rPr>
                <a:t>managed device</a:t>
              </a:r>
            </a:p>
          </p:txBody>
        </p:sp>
        <p:sp>
          <p:nvSpPr>
            <p:cNvPr id="128" name="Text Box 338">
              <a:extLst>
                <a:ext uri="{FF2B5EF4-FFF2-40B4-BE49-F238E27FC236}">
                  <a16:creationId xmlns:a16="http://schemas.microsoft.com/office/drawing/2014/main" id="{5BC34EFD-2998-754E-A9F6-A147D522413D}"/>
                </a:ext>
              </a:extLst>
            </p:cNvPr>
            <p:cNvSpPr txBox="1">
              <a:spLocks noChangeArrowheads="1"/>
            </p:cNvSpPr>
            <p:nvPr/>
          </p:nvSpPr>
          <p:spPr bwMode="auto">
            <a:xfrm>
              <a:off x="6589237" y="5649324"/>
              <a:ext cx="1690387"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eaLnBrk="0" fontAlgn="base" hangingPunct="0">
                <a:spcBef>
                  <a:spcPct val="0"/>
                </a:spcBef>
                <a:spcAft>
                  <a:spcPct val="0"/>
                </a:spcAft>
                <a:defRPr/>
              </a:pPr>
              <a:r>
                <a:rPr lang="en-US" sz="1600" dirty="0">
                  <a:solidFill>
                    <a:srgbClr val="000000"/>
                  </a:solidFill>
                  <a:latin typeface="Arial"/>
                  <a:ea typeface="ＭＳ Ｐゴシック" charset="0"/>
                  <a:cs typeface="Arial"/>
                </a:rPr>
                <a:t>managed device</a:t>
              </a:r>
            </a:p>
          </p:txBody>
        </p:sp>
        <p:sp>
          <p:nvSpPr>
            <p:cNvPr id="129" name="Text Box 339">
              <a:extLst>
                <a:ext uri="{FF2B5EF4-FFF2-40B4-BE49-F238E27FC236}">
                  <a16:creationId xmlns:a16="http://schemas.microsoft.com/office/drawing/2014/main" id="{E732D711-7435-AA4C-8388-75049CC05940}"/>
                </a:ext>
              </a:extLst>
            </p:cNvPr>
            <p:cNvSpPr txBox="1">
              <a:spLocks noChangeArrowheads="1"/>
            </p:cNvSpPr>
            <p:nvPr/>
          </p:nvSpPr>
          <p:spPr bwMode="auto">
            <a:xfrm>
              <a:off x="6820104" y="2808993"/>
              <a:ext cx="1497526" cy="307777"/>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eaLnBrk="0" fontAlgn="base" hangingPunct="0">
                <a:spcBef>
                  <a:spcPct val="0"/>
                </a:spcBef>
                <a:spcAft>
                  <a:spcPct val="0"/>
                </a:spcAft>
                <a:defRPr/>
              </a:pPr>
              <a:r>
                <a:rPr lang="en-US" sz="1400" dirty="0">
                  <a:solidFill>
                    <a:srgbClr val="000000"/>
                  </a:solidFill>
                  <a:latin typeface="Arial"/>
                  <a:ea typeface="ＭＳ Ｐゴシック" charset="0"/>
                  <a:cs typeface="Arial"/>
                </a:rPr>
                <a:t>managed device</a:t>
              </a:r>
            </a:p>
          </p:txBody>
        </p:sp>
        <p:sp>
          <p:nvSpPr>
            <p:cNvPr id="130" name="Text Box 340">
              <a:extLst>
                <a:ext uri="{FF2B5EF4-FFF2-40B4-BE49-F238E27FC236}">
                  <a16:creationId xmlns:a16="http://schemas.microsoft.com/office/drawing/2014/main" id="{F2F6D17E-1DBB-5742-BECB-79F1D2129DE8}"/>
                </a:ext>
              </a:extLst>
            </p:cNvPr>
            <p:cNvSpPr txBox="1">
              <a:spLocks noChangeArrowheads="1"/>
            </p:cNvSpPr>
            <p:nvPr/>
          </p:nvSpPr>
          <p:spPr bwMode="auto">
            <a:xfrm>
              <a:off x="6762275" y="4115799"/>
              <a:ext cx="1539652"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eaLnBrk="0" fontAlgn="base" hangingPunct="0">
                <a:spcBef>
                  <a:spcPct val="0"/>
                </a:spcBef>
                <a:spcAft>
                  <a:spcPct val="0"/>
                </a:spcAft>
                <a:defRPr/>
              </a:pPr>
              <a:r>
                <a:rPr lang="en-US" sz="1600" dirty="0">
                  <a:solidFill>
                    <a:srgbClr val="000000"/>
                  </a:solidFill>
                  <a:ea typeface="ＭＳ Ｐゴシック" charset="0"/>
                  <a:cs typeface="Arial"/>
                </a:rPr>
                <a:t>managed device</a:t>
              </a:r>
            </a:p>
          </p:txBody>
        </p:sp>
        <p:sp>
          <p:nvSpPr>
            <p:cNvPr id="193" name="Text Box 338">
              <a:extLst>
                <a:ext uri="{FF2B5EF4-FFF2-40B4-BE49-F238E27FC236}">
                  <a16:creationId xmlns:a16="http://schemas.microsoft.com/office/drawing/2014/main" id="{27C73C8D-E0AC-AA48-BE21-27CFAB10C4F0}"/>
                </a:ext>
              </a:extLst>
            </p:cNvPr>
            <p:cNvSpPr txBox="1">
              <a:spLocks noChangeArrowheads="1"/>
            </p:cNvSpPr>
            <p:nvPr/>
          </p:nvSpPr>
          <p:spPr bwMode="auto">
            <a:xfrm>
              <a:off x="4774160" y="4518371"/>
              <a:ext cx="1539652"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eaLnBrk="0" fontAlgn="base" hangingPunct="0">
                <a:spcBef>
                  <a:spcPct val="0"/>
                </a:spcBef>
                <a:spcAft>
                  <a:spcPct val="0"/>
                </a:spcAft>
                <a:defRPr/>
              </a:pPr>
              <a:r>
                <a:rPr lang="en-US" sz="1600" dirty="0">
                  <a:solidFill>
                    <a:srgbClr val="000000"/>
                  </a:solidFill>
                  <a:ea typeface="ＭＳ Ｐゴシック" charset="0"/>
                  <a:cs typeface="Arial"/>
                </a:rPr>
                <a:t>managed device</a:t>
              </a:r>
            </a:p>
          </p:txBody>
        </p:sp>
      </p:grpSp>
      <p:grpSp>
        <p:nvGrpSpPr>
          <p:cNvPr id="234" name="Group 906">
            <a:extLst>
              <a:ext uri="{FF2B5EF4-FFF2-40B4-BE49-F238E27FC236}">
                <a16:creationId xmlns:a16="http://schemas.microsoft.com/office/drawing/2014/main" id="{173218FC-6399-844C-A5FC-70F0E863187A}"/>
              </a:ext>
            </a:extLst>
          </p:cNvPr>
          <p:cNvGrpSpPr>
            <a:grpSpLocks/>
          </p:cNvGrpSpPr>
          <p:nvPr/>
        </p:nvGrpSpPr>
        <p:grpSpPr bwMode="auto">
          <a:xfrm>
            <a:off x="5091628" y="2760942"/>
            <a:ext cx="469569" cy="865434"/>
            <a:chOff x="4140" y="429"/>
            <a:chExt cx="1425" cy="2396"/>
          </a:xfrm>
        </p:grpSpPr>
        <p:sp>
          <p:nvSpPr>
            <p:cNvPr id="235" name="Freeform 907">
              <a:extLst>
                <a:ext uri="{FF2B5EF4-FFF2-40B4-BE49-F238E27FC236}">
                  <a16:creationId xmlns:a16="http://schemas.microsoft.com/office/drawing/2014/main" id="{9FAB3F81-75C7-914D-9B93-EE351B0446F2}"/>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6" name="Rectangle 908">
              <a:extLst>
                <a:ext uri="{FF2B5EF4-FFF2-40B4-BE49-F238E27FC236}">
                  <a16:creationId xmlns:a16="http://schemas.microsoft.com/office/drawing/2014/main" id="{5C064874-D755-8E49-857C-0099FE4F0E7C}"/>
                </a:ext>
              </a:extLst>
            </p:cNvPr>
            <p:cNvSpPr>
              <a:spLocks noChangeArrowheads="1"/>
            </p:cNvSpPr>
            <p:nvPr/>
          </p:nvSpPr>
          <p:spPr bwMode="auto">
            <a:xfrm>
              <a:off x="4208" y="429"/>
              <a:ext cx="1043"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237" name="Freeform 909">
              <a:extLst>
                <a:ext uri="{FF2B5EF4-FFF2-40B4-BE49-F238E27FC236}">
                  <a16:creationId xmlns:a16="http://schemas.microsoft.com/office/drawing/2014/main" id="{46F1CAEF-3FE8-B449-BAD5-69E0547FC497}"/>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8" name="Freeform 910">
              <a:extLst>
                <a:ext uri="{FF2B5EF4-FFF2-40B4-BE49-F238E27FC236}">
                  <a16:creationId xmlns:a16="http://schemas.microsoft.com/office/drawing/2014/main" id="{49EBF7FD-8D54-E84D-9154-BDD670C75767}"/>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9" name="Rectangle 911">
              <a:extLst>
                <a:ext uri="{FF2B5EF4-FFF2-40B4-BE49-F238E27FC236}">
                  <a16:creationId xmlns:a16="http://schemas.microsoft.com/office/drawing/2014/main" id="{372EE2EF-BCD2-4443-ACF5-0C378C8109C9}"/>
                </a:ext>
              </a:extLst>
            </p:cNvPr>
            <p:cNvSpPr>
              <a:spLocks noChangeArrowheads="1"/>
            </p:cNvSpPr>
            <p:nvPr/>
          </p:nvSpPr>
          <p:spPr bwMode="auto">
            <a:xfrm>
              <a:off x="4214" y="692"/>
              <a:ext cx="592"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nvGrpSpPr>
            <p:cNvPr id="240" name="Group 912">
              <a:extLst>
                <a:ext uri="{FF2B5EF4-FFF2-40B4-BE49-F238E27FC236}">
                  <a16:creationId xmlns:a16="http://schemas.microsoft.com/office/drawing/2014/main" id="{FCF3338F-CB82-A64A-81EC-59955AAE945C}"/>
                </a:ext>
              </a:extLst>
            </p:cNvPr>
            <p:cNvGrpSpPr>
              <a:grpSpLocks/>
            </p:cNvGrpSpPr>
            <p:nvPr/>
          </p:nvGrpSpPr>
          <p:grpSpPr bwMode="auto">
            <a:xfrm>
              <a:off x="4749" y="668"/>
              <a:ext cx="581" cy="145"/>
              <a:chOff x="614" y="2568"/>
              <a:chExt cx="725" cy="139"/>
            </a:xfrm>
          </p:grpSpPr>
          <p:sp>
            <p:nvSpPr>
              <p:cNvPr id="265" name="AutoShape 913">
                <a:extLst>
                  <a:ext uri="{FF2B5EF4-FFF2-40B4-BE49-F238E27FC236}">
                    <a16:creationId xmlns:a16="http://schemas.microsoft.com/office/drawing/2014/main" id="{88D60FCF-832E-1A44-B969-07D458E66190}"/>
                  </a:ext>
                </a:extLst>
              </p:cNvPr>
              <p:cNvSpPr>
                <a:spLocks noChangeArrowheads="1"/>
              </p:cNvSpPr>
              <p:nvPr/>
            </p:nvSpPr>
            <p:spPr bwMode="auto">
              <a:xfrm>
                <a:off x="616" y="2565"/>
                <a:ext cx="724" cy="12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266" name="AutoShape 914">
                <a:extLst>
                  <a:ext uri="{FF2B5EF4-FFF2-40B4-BE49-F238E27FC236}">
                    <a16:creationId xmlns:a16="http://schemas.microsoft.com/office/drawing/2014/main" id="{3CA233AF-C996-524D-95B6-D7E376A97A93}"/>
                  </a:ext>
                </a:extLst>
              </p:cNvPr>
              <p:cNvSpPr>
                <a:spLocks noChangeArrowheads="1"/>
              </p:cNvSpPr>
              <p:nvPr/>
            </p:nvSpPr>
            <p:spPr bwMode="auto">
              <a:xfrm>
                <a:off x="632" y="2584"/>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sp>
          <p:nvSpPr>
            <p:cNvPr id="241" name="Rectangle 915">
              <a:extLst>
                <a:ext uri="{FF2B5EF4-FFF2-40B4-BE49-F238E27FC236}">
                  <a16:creationId xmlns:a16="http://schemas.microsoft.com/office/drawing/2014/main" id="{EF67602A-37BC-AD49-8EC0-B575B3C81904}"/>
                </a:ext>
              </a:extLst>
            </p:cNvPr>
            <p:cNvSpPr>
              <a:spLocks noChangeArrowheads="1"/>
            </p:cNvSpPr>
            <p:nvPr/>
          </p:nvSpPr>
          <p:spPr bwMode="auto">
            <a:xfrm>
              <a:off x="4226" y="1020"/>
              <a:ext cx="592"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nvGrpSpPr>
            <p:cNvPr id="242" name="Group 916">
              <a:extLst>
                <a:ext uri="{FF2B5EF4-FFF2-40B4-BE49-F238E27FC236}">
                  <a16:creationId xmlns:a16="http://schemas.microsoft.com/office/drawing/2014/main" id="{958461CF-B0D9-5542-AA6D-7D6740C4CADD}"/>
                </a:ext>
              </a:extLst>
            </p:cNvPr>
            <p:cNvGrpSpPr>
              <a:grpSpLocks/>
            </p:cNvGrpSpPr>
            <p:nvPr/>
          </p:nvGrpSpPr>
          <p:grpSpPr bwMode="auto">
            <a:xfrm>
              <a:off x="4747" y="994"/>
              <a:ext cx="581" cy="134"/>
              <a:chOff x="614" y="2568"/>
              <a:chExt cx="725" cy="139"/>
            </a:xfrm>
          </p:grpSpPr>
          <p:sp>
            <p:nvSpPr>
              <p:cNvPr id="263" name="AutoShape 917">
                <a:extLst>
                  <a:ext uri="{FF2B5EF4-FFF2-40B4-BE49-F238E27FC236}">
                    <a16:creationId xmlns:a16="http://schemas.microsoft.com/office/drawing/2014/main" id="{AB63DC5A-C1D7-9246-A6C0-B8AA8775A9CB}"/>
                  </a:ext>
                </a:extLst>
              </p:cNvPr>
              <p:cNvSpPr>
                <a:spLocks noChangeArrowheads="1"/>
              </p:cNvSpPr>
              <p:nvPr/>
            </p:nvSpPr>
            <p:spPr bwMode="auto">
              <a:xfrm>
                <a:off x="611" y="2568"/>
                <a:ext cx="731" cy="13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264" name="AutoShape 918">
                <a:extLst>
                  <a:ext uri="{FF2B5EF4-FFF2-40B4-BE49-F238E27FC236}">
                    <a16:creationId xmlns:a16="http://schemas.microsoft.com/office/drawing/2014/main" id="{F1D4CACD-4644-B542-BADD-AF8AD946D59A}"/>
                  </a:ext>
                </a:extLst>
              </p:cNvPr>
              <p:cNvSpPr>
                <a:spLocks noChangeArrowheads="1"/>
              </p:cNvSpPr>
              <p:nvPr/>
            </p:nvSpPr>
            <p:spPr bwMode="auto">
              <a:xfrm>
                <a:off x="626" y="2581"/>
                <a:ext cx="700"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sp>
          <p:nvSpPr>
            <p:cNvPr id="243" name="Rectangle 919">
              <a:extLst>
                <a:ext uri="{FF2B5EF4-FFF2-40B4-BE49-F238E27FC236}">
                  <a16:creationId xmlns:a16="http://schemas.microsoft.com/office/drawing/2014/main" id="{5082B175-26EB-8D49-B96A-36D94547F927}"/>
                </a:ext>
              </a:extLst>
            </p:cNvPr>
            <p:cNvSpPr>
              <a:spLocks noChangeArrowheads="1"/>
            </p:cNvSpPr>
            <p:nvPr/>
          </p:nvSpPr>
          <p:spPr bwMode="auto">
            <a:xfrm>
              <a:off x="4214" y="1361"/>
              <a:ext cx="598"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244" name="Rectangle 920">
              <a:extLst>
                <a:ext uri="{FF2B5EF4-FFF2-40B4-BE49-F238E27FC236}">
                  <a16:creationId xmlns:a16="http://schemas.microsoft.com/office/drawing/2014/main" id="{9C770928-ADB0-984E-946B-B0AF9397C305}"/>
                </a:ext>
              </a:extLst>
            </p:cNvPr>
            <p:cNvSpPr>
              <a:spLocks noChangeArrowheads="1"/>
            </p:cNvSpPr>
            <p:nvPr/>
          </p:nvSpPr>
          <p:spPr bwMode="auto">
            <a:xfrm>
              <a:off x="4226" y="1657"/>
              <a:ext cx="598"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nvGrpSpPr>
            <p:cNvPr id="245" name="Group 921">
              <a:extLst>
                <a:ext uri="{FF2B5EF4-FFF2-40B4-BE49-F238E27FC236}">
                  <a16:creationId xmlns:a16="http://schemas.microsoft.com/office/drawing/2014/main" id="{843272DA-1C7D-E24B-86DC-1D5DF8C901E1}"/>
                </a:ext>
              </a:extLst>
            </p:cNvPr>
            <p:cNvGrpSpPr>
              <a:grpSpLocks/>
            </p:cNvGrpSpPr>
            <p:nvPr/>
          </p:nvGrpSpPr>
          <p:grpSpPr bwMode="auto">
            <a:xfrm>
              <a:off x="4735" y="1627"/>
              <a:ext cx="582" cy="151"/>
              <a:chOff x="614" y="2568"/>
              <a:chExt cx="725" cy="139"/>
            </a:xfrm>
          </p:grpSpPr>
          <p:sp>
            <p:nvSpPr>
              <p:cNvPr id="261" name="AutoShape 922">
                <a:extLst>
                  <a:ext uri="{FF2B5EF4-FFF2-40B4-BE49-F238E27FC236}">
                    <a16:creationId xmlns:a16="http://schemas.microsoft.com/office/drawing/2014/main" id="{4B46CF35-53B2-8044-BF5F-DEA6BC7AEE29}"/>
                  </a:ext>
                </a:extLst>
              </p:cNvPr>
              <p:cNvSpPr>
                <a:spLocks noChangeArrowheads="1"/>
              </p:cNvSpPr>
              <p:nvPr/>
            </p:nvSpPr>
            <p:spPr bwMode="auto">
              <a:xfrm>
                <a:off x="611" y="2571"/>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262" name="AutoShape 923">
                <a:extLst>
                  <a:ext uri="{FF2B5EF4-FFF2-40B4-BE49-F238E27FC236}">
                    <a16:creationId xmlns:a16="http://schemas.microsoft.com/office/drawing/2014/main" id="{74445663-700C-8C49-829C-DF9345F98DA1}"/>
                  </a:ext>
                </a:extLst>
              </p:cNvPr>
              <p:cNvSpPr>
                <a:spLocks noChangeArrowheads="1"/>
              </p:cNvSpPr>
              <p:nvPr/>
            </p:nvSpPr>
            <p:spPr bwMode="auto">
              <a:xfrm>
                <a:off x="626" y="2589"/>
                <a:ext cx="699"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sp>
          <p:nvSpPr>
            <p:cNvPr id="246" name="Freeform 924">
              <a:extLst>
                <a:ext uri="{FF2B5EF4-FFF2-40B4-BE49-F238E27FC236}">
                  <a16:creationId xmlns:a16="http://schemas.microsoft.com/office/drawing/2014/main" id="{99865A8C-D62E-804A-8253-61698D4B5C95}"/>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247" name="Group 925">
              <a:extLst>
                <a:ext uri="{FF2B5EF4-FFF2-40B4-BE49-F238E27FC236}">
                  <a16:creationId xmlns:a16="http://schemas.microsoft.com/office/drawing/2014/main" id="{2C2A25DD-D467-604E-853A-430D6DD93376}"/>
                </a:ext>
              </a:extLst>
            </p:cNvPr>
            <p:cNvGrpSpPr>
              <a:grpSpLocks/>
            </p:cNvGrpSpPr>
            <p:nvPr/>
          </p:nvGrpSpPr>
          <p:grpSpPr bwMode="auto">
            <a:xfrm>
              <a:off x="4739" y="1327"/>
              <a:ext cx="582" cy="139"/>
              <a:chOff x="614" y="2568"/>
              <a:chExt cx="725" cy="139"/>
            </a:xfrm>
          </p:grpSpPr>
          <p:sp>
            <p:nvSpPr>
              <p:cNvPr id="259" name="AutoShape 926">
                <a:extLst>
                  <a:ext uri="{FF2B5EF4-FFF2-40B4-BE49-F238E27FC236}">
                    <a16:creationId xmlns:a16="http://schemas.microsoft.com/office/drawing/2014/main" id="{262B4234-C129-C247-93B0-E630B6E0EEB2}"/>
                  </a:ext>
                </a:extLst>
              </p:cNvPr>
              <p:cNvSpPr>
                <a:spLocks noChangeArrowheads="1"/>
              </p:cNvSpPr>
              <p:nvPr/>
            </p:nvSpPr>
            <p:spPr bwMode="auto">
              <a:xfrm>
                <a:off x="613" y="2569"/>
                <a:ext cx="715"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260" name="AutoShape 927">
                <a:extLst>
                  <a:ext uri="{FF2B5EF4-FFF2-40B4-BE49-F238E27FC236}">
                    <a16:creationId xmlns:a16="http://schemas.microsoft.com/office/drawing/2014/main" id="{C3E86622-0056-564D-997D-8D2A67CF6A2F}"/>
                  </a:ext>
                </a:extLst>
              </p:cNvPr>
              <p:cNvSpPr>
                <a:spLocks noChangeArrowheads="1"/>
              </p:cNvSpPr>
              <p:nvPr/>
            </p:nvSpPr>
            <p:spPr bwMode="auto">
              <a:xfrm>
                <a:off x="629" y="2582"/>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sp>
          <p:nvSpPr>
            <p:cNvPr id="248" name="Rectangle 928">
              <a:extLst>
                <a:ext uri="{FF2B5EF4-FFF2-40B4-BE49-F238E27FC236}">
                  <a16:creationId xmlns:a16="http://schemas.microsoft.com/office/drawing/2014/main" id="{DC63B649-481F-4247-8191-DCC70135676D}"/>
                </a:ext>
              </a:extLst>
            </p:cNvPr>
            <p:cNvSpPr>
              <a:spLocks noChangeArrowheads="1"/>
            </p:cNvSpPr>
            <p:nvPr/>
          </p:nvSpPr>
          <p:spPr bwMode="auto">
            <a:xfrm>
              <a:off x="5250" y="429"/>
              <a:ext cx="68" cy="2291"/>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249" name="Freeform 929">
              <a:extLst>
                <a:ext uri="{FF2B5EF4-FFF2-40B4-BE49-F238E27FC236}">
                  <a16:creationId xmlns:a16="http://schemas.microsoft.com/office/drawing/2014/main" id="{65F170AB-F287-FE42-83E1-55CD52508329}"/>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0" name="Freeform 930">
              <a:extLst>
                <a:ext uri="{FF2B5EF4-FFF2-40B4-BE49-F238E27FC236}">
                  <a16:creationId xmlns:a16="http://schemas.microsoft.com/office/drawing/2014/main" id="{5E4EF1AA-2F52-1047-82A1-23273F8DEE28}"/>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1" name="Oval 931">
              <a:extLst>
                <a:ext uri="{FF2B5EF4-FFF2-40B4-BE49-F238E27FC236}">
                  <a16:creationId xmlns:a16="http://schemas.microsoft.com/office/drawing/2014/main" id="{2230452E-F139-3746-8866-D20332F08196}"/>
                </a:ext>
              </a:extLst>
            </p:cNvPr>
            <p:cNvSpPr>
              <a:spLocks noChangeArrowheads="1"/>
            </p:cNvSpPr>
            <p:nvPr/>
          </p:nvSpPr>
          <p:spPr bwMode="auto">
            <a:xfrm>
              <a:off x="5516" y="2608"/>
              <a:ext cx="49" cy="98"/>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252" name="Freeform 932">
              <a:extLst>
                <a:ext uri="{FF2B5EF4-FFF2-40B4-BE49-F238E27FC236}">
                  <a16:creationId xmlns:a16="http://schemas.microsoft.com/office/drawing/2014/main" id="{AC0FF1B9-AE2B-204E-BD36-7B5B59D913D6}"/>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3" name="AutoShape 933">
              <a:extLst>
                <a:ext uri="{FF2B5EF4-FFF2-40B4-BE49-F238E27FC236}">
                  <a16:creationId xmlns:a16="http://schemas.microsoft.com/office/drawing/2014/main" id="{6369C9A5-CBA7-4A4F-AC9C-23D6B3D48785}"/>
                </a:ext>
              </a:extLst>
            </p:cNvPr>
            <p:cNvSpPr>
              <a:spLocks noChangeArrowheads="1"/>
            </p:cNvSpPr>
            <p:nvPr/>
          </p:nvSpPr>
          <p:spPr bwMode="auto">
            <a:xfrm>
              <a:off x="4140" y="2681"/>
              <a:ext cx="1197" cy="144"/>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254" name="AutoShape 934">
              <a:extLst>
                <a:ext uri="{FF2B5EF4-FFF2-40B4-BE49-F238E27FC236}">
                  <a16:creationId xmlns:a16="http://schemas.microsoft.com/office/drawing/2014/main" id="{A6318CFB-9064-AD4A-84CC-ABFCC22E6B3F}"/>
                </a:ext>
              </a:extLst>
            </p:cNvPr>
            <p:cNvSpPr>
              <a:spLocks noChangeArrowheads="1"/>
            </p:cNvSpPr>
            <p:nvPr/>
          </p:nvSpPr>
          <p:spPr bwMode="auto">
            <a:xfrm>
              <a:off x="4208" y="2713"/>
              <a:ext cx="1067"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255" name="Oval 935">
              <a:extLst>
                <a:ext uri="{FF2B5EF4-FFF2-40B4-BE49-F238E27FC236}">
                  <a16:creationId xmlns:a16="http://schemas.microsoft.com/office/drawing/2014/main" id="{9880FA92-2062-A44C-A810-CA2159CC8D0B}"/>
                </a:ext>
              </a:extLst>
            </p:cNvPr>
            <p:cNvSpPr>
              <a:spLocks noChangeArrowheads="1"/>
            </p:cNvSpPr>
            <p:nvPr/>
          </p:nvSpPr>
          <p:spPr bwMode="auto">
            <a:xfrm>
              <a:off x="4307" y="2385"/>
              <a:ext cx="160"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256" name="Oval 936">
              <a:extLst>
                <a:ext uri="{FF2B5EF4-FFF2-40B4-BE49-F238E27FC236}">
                  <a16:creationId xmlns:a16="http://schemas.microsoft.com/office/drawing/2014/main" id="{0157C707-BF68-B542-B859-848D7A4793DB}"/>
                </a:ext>
              </a:extLst>
            </p:cNvPr>
            <p:cNvSpPr>
              <a:spLocks noChangeArrowheads="1"/>
            </p:cNvSpPr>
            <p:nvPr/>
          </p:nvSpPr>
          <p:spPr bwMode="auto">
            <a:xfrm>
              <a:off x="4485" y="2385"/>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FF0000"/>
                </a:solidFill>
                <a:effectLst/>
                <a:uLnTx/>
                <a:uFillTx/>
                <a:latin typeface="Arial"/>
                <a:ea typeface="ＭＳ Ｐゴシック" charset="0"/>
                <a:cs typeface="Arial"/>
              </a:endParaRPr>
            </a:p>
          </p:txBody>
        </p:sp>
        <p:sp>
          <p:nvSpPr>
            <p:cNvPr id="257" name="Oval 937">
              <a:extLst>
                <a:ext uri="{FF2B5EF4-FFF2-40B4-BE49-F238E27FC236}">
                  <a16:creationId xmlns:a16="http://schemas.microsoft.com/office/drawing/2014/main" id="{F294F69C-A1CC-5947-8010-B4B39AE87752}"/>
                </a:ext>
              </a:extLst>
            </p:cNvPr>
            <p:cNvSpPr>
              <a:spLocks noChangeArrowheads="1"/>
            </p:cNvSpPr>
            <p:nvPr/>
          </p:nvSpPr>
          <p:spPr bwMode="auto">
            <a:xfrm>
              <a:off x="4664" y="2379"/>
              <a:ext cx="154"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258" name="Rectangle 938">
              <a:extLst>
                <a:ext uri="{FF2B5EF4-FFF2-40B4-BE49-F238E27FC236}">
                  <a16:creationId xmlns:a16="http://schemas.microsoft.com/office/drawing/2014/main" id="{EAAA3B6E-2D50-9248-9BC9-C0BEC39AAF92}"/>
                </a:ext>
              </a:extLst>
            </p:cNvPr>
            <p:cNvSpPr>
              <a:spLocks noChangeArrowheads="1"/>
            </p:cNvSpPr>
            <p:nvPr/>
          </p:nvSpPr>
          <p:spPr bwMode="auto">
            <a:xfrm>
              <a:off x="5059" y="1834"/>
              <a:ext cx="86"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grpSp>
        <p:nvGrpSpPr>
          <p:cNvPr id="140" name="Group 906">
            <a:extLst>
              <a:ext uri="{FF2B5EF4-FFF2-40B4-BE49-F238E27FC236}">
                <a16:creationId xmlns:a16="http://schemas.microsoft.com/office/drawing/2014/main" id="{F5F36708-6858-2345-B74F-F940F6D34AD9}"/>
              </a:ext>
            </a:extLst>
          </p:cNvPr>
          <p:cNvGrpSpPr>
            <a:grpSpLocks/>
          </p:cNvGrpSpPr>
          <p:nvPr/>
        </p:nvGrpSpPr>
        <p:grpSpPr bwMode="auto">
          <a:xfrm>
            <a:off x="6514625" y="5150849"/>
            <a:ext cx="366712" cy="579438"/>
            <a:chOff x="4140" y="429"/>
            <a:chExt cx="1425" cy="2396"/>
          </a:xfrm>
        </p:grpSpPr>
        <p:sp>
          <p:nvSpPr>
            <p:cNvPr id="141" name="Freeform 907">
              <a:extLst>
                <a:ext uri="{FF2B5EF4-FFF2-40B4-BE49-F238E27FC236}">
                  <a16:creationId xmlns:a16="http://schemas.microsoft.com/office/drawing/2014/main" id="{8AB058CC-22A9-094F-A296-F257630C3394}"/>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2" name="Rectangle 908">
              <a:extLst>
                <a:ext uri="{FF2B5EF4-FFF2-40B4-BE49-F238E27FC236}">
                  <a16:creationId xmlns:a16="http://schemas.microsoft.com/office/drawing/2014/main" id="{B2E19B36-017A-174D-83CE-76FFFDC91330}"/>
                </a:ext>
              </a:extLst>
            </p:cNvPr>
            <p:cNvSpPr>
              <a:spLocks noChangeArrowheads="1"/>
            </p:cNvSpPr>
            <p:nvPr/>
          </p:nvSpPr>
          <p:spPr bwMode="auto">
            <a:xfrm>
              <a:off x="4208" y="429"/>
              <a:ext cx="1043"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143" name="Freeform 909">
              <a:extLst>
                <a:ext uri="{FF2B5EF4-FFF2-40B4-BE49-F238E27FC236}">
                  <a16:creationId xmlns:a16="http://schemas.microsoft.com/office/drawing/2014/main" id="{C3D02D38-7B2B-694C-81F7-D302105513E7}"/>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4" name="Freeform 910">
              <a:extLst>
                <a:ext uri="{FF2B5EF4-FFF2-40B4-BE49-F238E27FC236}">
                  <a16:creationId xmlns:a16="http://schemas.microsoft.com/office/drawing/2014/main" id="{8E4D3BA4-D4ED-4D4C-B80B-E3FDF146E5F1}"/>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5" name="Rectangle 911">
              <a:extLst>
                <a:ext uri="{FF2B5EF4-FFF2-40B4-BE49-F238E27FC236}">
                  <a16:creationId xmlns:a16="http://schemas.microsoft.com/office/drawing/2014/main" id="{6439C382-7998-8A46-84B9-5C42602A0BDC}"/>
                </a:ext>
              </a:extLst>
            </p:cNvPr>
            <p:cNvSpPr>
              <a:spLocks noChangeArrowheads="1"/>
            </p:cNvSpPr>
            <p:nvPr/>
          </p:nvSpPr>
          <p:spPr bwMode="auto">
            <a:xfrm>
              <a:off x="4214" y="692"/>
              <a:ext cx="592"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nvGrpSpPr>
            <p:cNvPr id="146" name="Group 912">
              <a:extLst>
                <a:ext uri="{FF2B5EF4-FFF2-40B4-BE49-F238E27FC236}">
                  <a16:creationId xmlns:a16="http://schemas.microsoft.com/office/drawing/2014/main" id="{D391F7BB-D435-8B48-BD55-8ACD22723C5F}"/>
                </a:ext>
              </a:extLst>
            </p:cNvPr>
            <p:cNvGrpSpPr>
              <a:grpSpLocks/>
            </p:cNvGrpSpPr>
            <p:nvPr/>
          </p:nvGrpSpPr>
          <p:grpSpPr bwMode="auto">
            <a:xfrm>
              <a:off x="4749" y="668"/>
              <a:ext cx="581" cy="145"/>
              <a:chOff x="614" y="2568"/>
              <a:chExt cx="725" cy="139"/>
            </a:xfrm>
          </p:grpSpPr>
          <p:sp>
            <p:nvSpPr>
              <p:cNvPr id="171" name="AutoShape 913">
                <a:extLst>
                  <a:ext uri="{FF2B5EF4-FFF2-40B4-BE49-F238E27FC236}">
                    <a16:creationId xmlns:a16="http://schemas.microsoft.com/office/drawing/2014/main" id="{2CEFA40D-644E-2D44-A85F-B3EBEB1C3D04}"/>
                  </a:ext>
                </a:extLst>
              </p:cNvPr>
              <p:cNvSpPr>
                <a:spLocks noChangeArrowheads="1"/>
              </p:cNvSpPr>
              <p:nvPr/>
            </p:nvSpPr>
            <p:spPr bwMode="auto">
              <a:xfrm>
                <a:off x="616" y="2565"/>
                <a:ext cx="724" cy="12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172" name="AutoShape 914">
                <a:extLst>
                  <a:ext uri="{FF2B5EF4-FFF2-40B4-BE49-F238E27FC236}">
                    <a16:creationId xmlns:a16="http://schemas.microsoft.com/office/drawing/2014/main" id="{138D1CC5-3C53-E34B-B85C-710AB82FF799}"/>
                  </a:ext>
                </a:extLst>
              </p:cNvPr>
              <p:cNvSpPr>
                <a:spLocks noChangeArrowheads="1"/>
              </p:cNvSpPr>
              <p:nvPr/>
            </p:nvSpPr>
            <p:spPr bwMode="auto">
              <a:xfrm>
                <a:off x="632" y="2584"/>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sp>
          <p:nvSpPr>
            <p:cNvPr id="147" name="Rectangle 915">
              <a:extLst>
                <a:ext uri="{FF2B5EF4-FFF2-40B4-BE49-F238E27FC236}">
                  <a16:creationId xmlns:a16="http://schemas.microsoft.com/office/drawing/2014/main" id="{75B5BC8D-A4D6-324A-B5BF-C1BD434C10D6}"/>
                </a:ext>
              </a:extLst>
            </p:cNvPr>
            <p:cNvSpPr>
              <a:spLocks noChangeArrowheads="1"/>
            </p:cNvSpPr>
            <p:nvPr/>
          </p:nvSpPr>
          <p:spPr bwMode="auto">
            <a:xfrm>
              <a:off x="4226" y="1020"/>
              <a:ext cx="592"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nvGrpSpPr>
            <p:cNvPr id="148" name="Group 916">
              <a:extLst>
                <a:ext uri="{FF2B5EF4-FFF2-40B4-BE49-F238E27FC236}">
                  <a16:creationId xmlns:a16="http://schemas.microsoft.com/office/drawing/2014/main" id="{A57AF53C-81B6-1A49-9B07-6EB1C569190D}"/>
                </a:ext>
              </a:extLst>
            </p:cNvPr>
            <p:cNvGrpSpPr>
              <a:grpSpLocks/>
            </p:cNvGrpSpPr>
            <p:nvPr/>
          </p:nvGrpSpPr>
          <p:grpSpPr bwMode="auto">
            <a:xfrm>
              <a:off x="4747" y="994"/>
              <a:ext cx="581" cy="134"/>
              <a:chOff x="614" y="2568"/>
              <a:chExt cx="725" cy="139"/>
            </a:xfrm>
          </p:grpSpPr>
          <p:sp>
            <p:nvSpPr>
              <p:cNvPr id="169" name="AutoShape 917">
                <a:extLst>
                  <a:ext uri="{FF2B5EF4-FFF2-40B4-BE49-F238E27FC236}">
                    <a16:creationId xmlns:a16="http://schemas.microsoft.com/office/drawing/2014/main" id="{5F1800E2-0820-8A4D-AAC7-45E488E91131}"/>
                  </a:ext>
                </a:extLst>
              </p:cNvPr>
              <p:cNvSpPr>
                <a:spLocks noChangeArrowheads="1"/>
              </p:cNvSpPr>
              <p:nvPr/>
            </p:nvSpPr>
            <p:spPr bwMode="auto">
              <a:xfrm>
                <a:off x="611" y="2568"/>
                <a:ext cx="731" cy="13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170" name="AutoShape 918">
                <a:extLst>
                  <a:ext uri="{FF2B5EF4-FFF2-40B4-BE49-F238E27FC236}">
                    <a16:creationId xmlns:a16="http://schemas.microsoft.com/office/drawing/2014/main" id="{1A520FE1-24BC-AD44-AEDD-EC6425DE12CD}"/>
                  </a:ext>
                </a:extLst>
              </p:cNvPr>
              <p:cNvSpPr>
                <a:spLocks noChangeArrowheads="1"/>
              </p:cNvSpPr>
              <p:nvPr/>
            </p:nvSpPr>
            <p:spPr bwMode="auto">
              <a:xfrm>
                <a:off x="626" y="2581"/>
                <a:ext cx="700"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sp>
          <p:nvSpPr>
            <p:cNvPr id="149" name="Rectangle 919">
              <a:extLst>
                <a:ext uri="{FF2B5EF4-FFF2-40B4-BE49-F238E27FC236}">
                  <a16:creationId xmlns:a16="http://schemas.microsoft.com/office/drawing/2014/main" id="{CA89BF72-87DF-D24D-9AE1-CD4710EB990B}"/>
                </a:ext>
              </a:extLst>
            </p:cNvPr>
            <p:cNvSpPr>
              <a:spLocks noChangeArrowheads="1"/>
            </p:cNvSpPr>
            <p:nvPr/>
          </p:nvSpPr>
          <p:spPr bwMode="auto">
            <a:xfrm>
              <a:off x="4214" y="1361"/>
              <a:ext cx="598"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150" name="Rectangle 920">
              <a:extLst>
                <a:ext uri="{FF2B5EF4-FFF2-40B4-BE49-F238E27FC236}">
                  <a16:creationId xmlns:a16="http://schemas.microsoft.com/office/drawing/2014/main" id="{085A8733-A497-554A-AB7B-D5A1AF64A234}"/>
                </a:ext>
              </a:extLst>
            </p:cNvPr>
            <p:cNvSpPr>
              <a:spLocks noChangeArrowheads="1"/>
            </p:cNvSpPr>
            <p:nvPr/>
          </p:nvSpPr>
          <p:spPr bwMode="auto">
            <a:xfrm>
              <a:off x="4226" y="1657"/>
              <a:ext cx="598"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nvGrpSpPr>
            <p:cNvPr id="151" name="Group 921">
              <a:extLst>
                <a:ext uri="{FF2B5EF4-FFF2-40B4-BE49-F238E27FC236}">
                  <a16:creationId xmlns:a16="http://schemas.microsoft.com/office/drawing/2014/main" id="{1105FE4F-B615-EC4E-8ABB-ED368A8322EC}"/>
                </a:ext>
              </a:extLst>
            </p:cNvPr>
            <p:cNvGrpSpPr>
              <a:grpSpLocks/>
            </p:cNvGrpSpPr>
            <p:nvPr/>
          </p:nvGrpSpPr>
          <p:grpSpPr bwMode="auto">
            <a:xfrm>
              <a:off x="4735" y="1627"/>
              <a:ext cx="582" cy="151"/>
              <a:chOff x="614" y="2568"/>
              <a:chExt cx="725" cy="139"/>
            </a:xfrm>
          </p:grpSpPr>
          <p:sp>
            <p:nvSpPr>
              <p:cNvPr id="167" name="AutoShape 922">
                <a:extLst>
                  <a:ext uri="{FF2B5EF4-FFF2-40B4-BE49-F238E27FC236}">
                    <a16:creationId xmlns:a16="http://schemas.microsoft.com/office/drawing/2014/main" id="{1E0537B8-885D-D745-A7D5-29374562BA5A}"/>
                  </a:ext>
                </a:extLst>
              </p:cNvPr>
              <p:cNvSpPr>
                <a:spLocks noChangeArrowheads="1"/>
              </p:cNvSpPr>
              <p:nvPr/>
            </p:nvSpPr>
            <p:spPr bwMode="auto">
              <a:xfrm>
                <a:off x="611" y="2571"/>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168" name="AutoShape 923">
                <a:extLst>
                  <a:ext uri="{FF2B5EF4-FFF2-40B4-BE49-F238E27FC236}">
                    <a16:creationId xmlns:a16="http://schemas.microsoft.com/office/drawing/2014/main" id="{1936BEAB-A526-134C-AE61-81FAEC2ADFB2}"/>
                  </a:ext>
                </a:extLst>
              </p:cNvPr>
              <p:cNvSpPr>
                <a:spLocks noChangeArrowheads="1"/>
              </p:cNvSpPr>
              <p:nvPr/>
            </p:nvSpPr>
            <p:spPr bwMode="auto">
              <a:xfrm>
                <a:off x="626" y="2589"/>
                <a:ext cx="699"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sp>
          <p:nvSpPr>
            <p:cNvPr id="152" name="Freeform 924">
              <a:extLst>
                <a:ext uri="{FF2B5EF4-FFF2-40B4-BE49-F238E27FC236}">
                  <a16:creationId xmlns:a16="http://schemas.microsoft.com/office/drawing/2014/main" id="{164C338E-555C-6E4B-92D9-2362A1BAF49B}"/>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53" name="Group 925">
              <a:extLst>
                <a:ext uri="{FF2B5EF4-FFF2-40B4-BE49-F238E27FC236}">
                  <a16:creationId xmlns:a16="http://schemas.microsoft.com/office/drawing/2014/main" id="{8AB75955-5444-B748-A07D-0C69AF6E3546}"/>
                </a:ext>
              </a:extLst>
            </p:cNvPr>
            <p:cNvGrpSpPr>
              <a:grpSpLocks/>
            </p:cNvGrpSpPr>
            <p:nvPr/>
          </p:nvGrpSpPr>
          <p:grpSpPr bwMode="auto">
            <a:xfrm>
              <a:off x="4739" y="1327"/>
              <a:ext cx="582" cy="139"/>
              <a:chOff x="614" y="2568"/>
              <a:chExt cx="725" cy="139"/>
            </a:xfrm>
          </p:grpSpPr>
          <p:sp>
            <p:nvSpPr>
              <p:cNvPr id="165" name="AutoShape 926">
                <a:extLst>
                  <a:ext uri="{FF2B5EF4-FFF2-40B4-BE49-F238E27FC236}">
                    <a16:creationId xmlns:a16="http://schemas.microsoft.com/office/drawing/2014/main" id="{68DCD5E8-676E-6B40-9716-3C861B5CE010}"/>
                  </a:ext>
                </a:extLst>
              </p:cNvPr>
              <p:cNvSpPr>
                <a:spLocks noChangeArrowheads="1"/>
              </p:cNvSpPr>
              <p:nvPr/>
            </p:nvSpPr>
            <p:spPr bwMode="auto">
              <a:xfrm>
                <a:off x="613" y="2569"/>
                <a:ext cx="715"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166" name="AutoShape 927">
                <a:extLst>
                  <a:ext uri="{FF2B5EF4-FFF2-40B4-BE49-F238E27FC236}">
                    <a16:creationId xmlns:a16="http://schemas.microsoft.com/office/drawing/2014/main" id="{5EFA084C-2B25-274A-A4C8-4D92B614A101}"/>
                  </a:ext>
                </a:extLst>
              </p:cNvPr>
              <p:cNvSpPr>
                <a:spLocks noChangeArrowheads="1"/>
              </p:cNvSpPr>
              <p:nvPr/>
            </p:nvSpPr>
            <p:spPr bwMode="auto">
              <a:xfrm>
                <a:off x="629" y="2582"/>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sp>
          <p:nvSpPr>
            <p:cNvPr id="154" name="Rectangle 928">
              <a:extLst>
                <a:ext uri="{FF2B5EF4-FFF2-40B4-BE49-F238E27FC236}">
                  <a16:creationId xmlns:a16="http://schemas.microsoft.com/office/drawing/2014/main" id="{E96115C3-FB7C-5A42-BCAC-28721129F416}"/>
                </a:ext>
              </a:extLst>
            </p:cNvPr>
            <p:cNvSpPr>
              <a:spLocks noChangeArrowheads="1"/>
            </p:cNvSpPr>
            <p:nvPr/>
          </p:nvSpPr>
          <p:spPr bwMode="auto">
            <a:xfrm>
              <a:off x="5250" y="429"/>
              <a:ext cx="68" cy="2291"/>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155" name="Freeform 929">
              <a:extLst>
                <a:ext uri="{FF2B5EF4-FFF2-40B4-BE49-F238E27FC236}">
                  <a16:creationId xmlns:a16="http://schemas.microsoft.com/office/drawing/2014/main" id="{099B7B3F-764F-F444-820C-4E04327DEEFF}"/>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6" name="Freeform 930">
              <a:extLst>
                <a:ext uri="{FF2B5EF4-FFF2-40B4-BE49-F238E27FC236}">
                  <a16:creationId xmlns:a16="http://schemas.microsoft.com/office/drawing/2014/main" id="{3AAE54F6-234E-6E49-B930-A478EEBBEDA4}"/>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7" name="Oval 931">
              <a:extLst>
                <a:ext uri="{FF2B5EF4-FFF2-40B4-BE49-F238E27FC236}">
                  <a16:creationId xmlns:a16="http://schemas.microsoft.com/office/drawing/2014/main" id="{D8DBC382-34E4-A94D-BD33-E73AAE2FFD02}"/>
                </a:ext>
              </a:extLst>
            </p:cNvPr>
            <p:cNvSpPr>
              <a:spLocks noChangeArrowheads="1"/>
            </p:cNvSpPr>
            <p:nvPr/>
          </p:nvSpPr>
          <p:spPr bwMode="auto">
            <a:xfrm>
              <a:off x="5516" y="2608"/>
              <a:ext cx="49" cy="98"/>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158" name="Freeform 932">
              <a:extLst>
                <a:ext uri="{FF2B5EF4-FFF2-40B4-BE49-F238E27FC236}">
                  <a16:creationId xmlns:a16="http://schemas.microsoft.com/office/drawing/2014/main" id="{02E37BA0-58BA-D340-BBCB-771B7F73BA21}"/>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9" name="AutoShape 933">
              <a:extLst>
                <a:ext uri="{FF2B5EF4-FFF2-40B4-BE49-F238E27FC236}">
                  <a16:creationId xmlns:a16="http://schemas.microsoft.com/office/drawing/2014/main" id="{7A11C832-52E2-B24F-B855-7BB84806A69A}"/>
                </a:ext>
              </a:extLst>
            </p:cNvPr>
            <p:cNvSpPr>
              <a:spLocks noChangeArrowheads="1"/>
            </p:cNvSpPr>
            <p:nvPr/>
          </p:nvSpPr>
          <p:spPr bwMode="auto">
            <a:xfrm>
              <a:off x="4140" y="2681"/>
              <a:ext cx="1197" cy="144"/>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160" name="AutoShape 934">
              <a:extLst>
                <a:ext uri="{FF2B5EF4-FFF2-40B4-BE49-F238E27FC236}">
                  <a16:creationId xmlns:a16="http://schemas.microsoft.com/office/drawing/2014/main" id="{DD7E797A-94DF-C14F-A293-ECD616BE3EE9}"/>
                </a:ext>
              </a:extLst>
            </p:cNvPr>
            <p:cNvSpPr>
              <a:spLocks noChangeArrowheads="1"/>
            </p:cNvSpPr>
            <p:nvPr/>
          </p:nvSpPr>
          <p:spPr bwMode="auto">
            <a:xfrm>
              <a:off x="4208" y="2713"/>
              <a:ext cx="1067"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161" name="Oval 935">
              <a:extLst>
                <a:ext uri="{FF2B5EF4-FFF2-40B4-BE49-F238E27FC236}">
                  <a16:creationId xmlns:a16="http://schemas.microsoft.com/office/drawing/2014/main" id="{F8E0CD42-1375-4B44-A45E-3FF513700686}"/>
                </a:ext>
              </a:extLst>
            </p:cNvPr>
            <p:cNvSpPr>
              <a:spLocks noChangeArrowheads="1"/>
            </p:cNvSpPr>
            <p:nvPr/>
          </p:nvSpPr>
          <p:spPr bwMode="auto">
            <a:xfrm>
              <a:off x="4307" y="2385"/>
              <a:ext cx="160"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162" name="Oval 936">
              <a:extLst>
                <a:ext uri="{FF2B5EF4-FFF2-40B4-BE49-F238E27FC236}">
                  <a16:creationId xmlns:a16="http://schemas.microsoft.com/office/drawing/2014/main" id="{B8C9B57C-1451-C147-8513-C69705F7D685}"/>
                </a:ext>
              </a:extLst>
            </p:cNvPr>
            <p:cNvSpPr>
              <a:spLocks noChangeArrowheads="1"/>
            </p:cNvSpPr>
            <p:nvPr/>
          </p:nvSpPr>
          <p:spPr bwMode="auto">
            <a:xfrm>
              <a:off x="4485" y="2385"/>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FF0000"/>
                </a:solidFill>
                <a:effectLst/>
                <a:uLnTx/>
                <a:uFillTx/>
                <a:latin typeface="Arial"/>
                <a:ea typeface="ＭＳ Ｐゴシック" charset="0"/>
                <a:cs typeface="Arial"/>
              </a:endParaRPr>
            </a:p>
          </p:txBody>
        </p:sp>
        <p:sp>
          <p:nvSpPr>
            <p:cNvPr id="163" name="Oval 937">
              <a:extLst>
                <a:ext uri="{FF2B5EF4-FFF2-40B4-BE49-F238E27FC236}">
                  <a16:creationId xmlns:a16="http://schemas.microsoft.com/office/drawing/2014/main" id="{006E60AD-0FA7-A842-A62D-50F9E1041ACA}"/>
                </a:ext>
              </a:extLst>
            </p:cNvPr>
            <p:cNvSpPr>
              <a:spLocks noChangeArrowheads="1"/>
            </p:cNvSpPr>
            <p:nvPr/>
          </p:nvSpPr>
          <p:spPr bwMode="auto">
            <a:xfrm>
              <a:off x="4664" y="2379"/>
              <a:ext cx="154"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164" name="Rectangle 938">
              <a:extLst>
                <a:ext uri="{FF2B5EF4-FFF2-40B4-BE49-F238E27FC236}">
                  <a16:creationId xmlns:a16="http://schemas.microsoft.com/office/drawing/2014/main" id="{92049753-196F-6840-ADF3-9EA380D9ACCF}"/>
                </a:ext>
              </a:extLst>
            </p:cNvPr>
            <p:cNvSpPr>
              <a:spLocks noChangeArrowheads="1"/>
            </p:cNvSpPr>
            <p:nvPr/>
          </p:nvSpPr>
          <p:spPr bwMode="auto">
            <a:xfrm>
              <a:off x="5059" y="1834"/>
              <a:ext cx="86"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grpSp>
        <p:nvGrpSpPr>
          <p:cNvPr id="293" name="Group 292">
            <a:extLst>
              <a:ext uri="{FF2B5EF4-FFF2-40B4-BE49-F238E27FC236}">
                <a16:creationId xmlns:a16="http://schemas.microsoft.com/office/drawing/2014/main" id="{62783107-F170-1847-82B9-DD434F3EF8D6}"/>
              </a:ext>
            </a:extLst>
          </p:cNvPr>
          <p:cNvGrpSpPr/>
          <p:nvPr/>
        </p:nvGrpSpPr>
        <p:grpSpPr>
          <a:xfrm>
            <a:off x="5273431" y="5539343"/>
            <a:ext cx="683116" cy="378456"/>
            <a:chOff x="7493876" y="2774731"/>
            <a:chExt cx="1481958" cy="894622"/>
          </a:xfrm>
        </p:grpSpPr>
        <p:sp>
          <p:nvSpPr>
            <p:cNvPr id="294" name="Freeform 293">
              <a:extLst>
                <a:ext uri="{FF2B5EF4-FFF2-40B4-BE49-F238E27FC236}">
                  <a16:creationId xmlns:a16="http://schemas.microsoft.com/office/drawing/2014/main" id="{EF5F3E20-D4BC-C442-BACD-59C30DB1202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95" name="Oval 294">
              <a:extLst>
                <a:ext uri="{FF2B5EF4-FFF2-40B4-BE49-F238E27FC236}">
                  <a16:creationId xmlns:a16="http://schemas.microsoft.com/office/drawing/2014/main" id="{986FC04E-A28E-1649-9FEE-CC9FA6FE1CC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96" name="Group 295">
              <a:extLst>
                <a:ext uri="{FF2B5EF4-FFF2-40B4-BE49-F238E27FC236}">
                  <a16:creationId xmlns:a16="http://schemas.microsoft.com/office/drawing/2014/main" id="{A2C573AD-669C-5A41-AD35-FA2DDD7C3691}"/>
                </a:ext>
              </a:extLst>
            </p:cNvPr>
            <p:cNvGrpSpPr/>
            <p:nvPr/>
          </p:nvGrpSpPr>
          <p:grpSpPr>
            <a:xfrm>
              <a:off x="7713663" y="2848339"/>
              <a:ext cx="1042107" cy="425543"/>
              <a:chOff x="7786941" y="2884917"/>
              <a:chExt cx="897649" cy="353919"/>
            </a:xfrm>
          </p:grpSpPr>
          <p:sp>
            <p:nvSpPr>
              <p:cNvPr id="297" name="Freeform 296">
                <a:extLst>
                  <a:ext uri="{FF2B5EF4-FFF2-40B4-BE49-F238E27FC236}">
                    <a16:creationId xmlns:a16="http://schemas.microsoft.com/office/drawing/2014/main" id="{97FC19DE-1413-0C41-8566-1994B58AF4D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8" name="Freeform 297">
                <a:extLst>
                  <a:ext uri="{FF2B5EF4-FFF2-40B4-BE49-F238E27FC236}">
                    <a16:creationId xmlns:a16="http://schemas.microsoft.com/office/drawing/2014/main" id="{5E359D18-9303-A740-A20F-6A15E34217F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9" name="Freeform 298">
                <a:extLst>
                  <a:ext uri="{FF2B5EF4-FFF2-40B4-BE49-F238E27FC236}">
                    <a16:creationId xmlns:a16="http://schemas.microsoft.com/office/drawing/2014/main" id="{BCCF5A99-B8F1-0348-9EE3-FF3FDF9BE64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0" name="Freeform 299">
                <a:extLst>
                  <a:ext uri="{FF2B5EF4-FFF2-40B4-BE49-F238E27FC236}">
                    <a16:creationId xmlns:a16="http://schemas.microsoft.com/office/drawing/2014/main" id="{39962976-4CE3-E24A-B309-E8A8187A4C2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327" name="Straight Connector 326">
            <a:extLst>
              <a:ext uri="{FF2B5EF4-FFF2-40B4-BE49-F238E27FC236}">
                <a16:creationId xmlns:a16="http://schemas.microsoft.com/office/drawing/2014/main" id="{8DCD6551-40AC-A340-B0BF-F6A9F6F0C2CC}"/>
              </a:ext>
            </a:extLst>
          </p:cNvPr>
          <p:cNvCxnSpPr/>
          <p:nvPr/>
        </p:nvCxnSpPr>
        <p:spPr>
          <a:xfrm>
            <a:off x="7193560" y="4043476"/>
            <a:ext cx="46313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9" name="Straight Connector 328">
            <a:extLst>
              <a:ext uri="{FF2B5EF4-FFF2-40B4-BE49-F238E27FC236}">
                <a16:creationId xmlns:a16="http://schemas.microsoft.com/office/drawing/2014/main" id="{A8B75330-359B-D541-885D-83BE95DAD881}"/>
              </a:ext>
            </a:extLst>
          </p:cNvPr>
          <p:cNvCxnSpPr/>
          <p:nvPr/>
        </p:nvCxnSpPr>
        <p:spPr>
          <a:xfrm>
            <a:off x="5792273" y="5919778"/>
            <a:ext cx="237507" cy="23750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54" name="Group 353">
            <a:extLst>
              <a:ext uri="{FF2B5EF4-FFF2-40B4-BE49-F238E27FC236}">
                <a16:creationId xmlns:a16="http://schemas.microsoft.com/office/drawing/2014/main" id="{F2EB30FB-0257-0440-9B83-5B89E862072C}"/>
              </a:ext>
            </a:extLst>
          </p:cNvPr>
          <p:cNvGrpSpPr/>
          <p:nvPr/>
        </p:nvGrpSpPr>
        <p:grpSpPr>
          <a:xfrm>
            <a:off x="3623562" y="1917794"/>
            <a:ext cx="4834638" cy="3974275"/>
            <a:chOff x="3623562" y="1917794"/>
            <a:chExt cx="4834638" cy="3974275"/>
          </a:xfrm>
        </p:grpSpPr>
        <p:grpSp>
          <p:nvGrpSpPr>
            <p:cNvPr id="353" name="Group 352">
              <a:extLst>
                <a:ext uri="{FF2B5EF4-FFF2-40B4-BE49-F238E27FC236}">
                  <a16:creationId xmlns:a16="http://schemas.microsoft.com/office/drawing/2014/main" id="{98503159-7269-8546-938D-7F77BBA117C9}"/>
                </a:ext>
              </a:extLst>
            </p:cNvPr>
            <p:cNvGrpSpPr/>
            <p:nvPr/>
          </p:nvGrpSpPr>
          <p:grpSpPr>
            <a:xfrm>
              <a:off x="6599795" y="1917794"/>
              <a:ext cx="1615044" cy="1104405"/>
              <a:chOff x="6599795" y="1917794"/>
              <a:chExt cx="1615044" cy="1104405"/>
            </a:xfrm>
          </p:grpSpPr>
          <p:sp>
            <p:nvSpPr>
              <p:cNvPr id="301" name="Freeform 300">
                <a:extLst>
                  <a:ext uri="{FF2B5EF4-FFF2-40B4-BE49-F238E27FC236}">
                    <a16:creationId xmlns:a16="http://schemas.microsoft.com/office/drawing/2014/main" id="{21F3A2F2-5A40-F749-8DC9-CB08A393F493}"/>
                  </a:ext>
                </a:extLst>
              </p:cNvPr>
              <p:cNvSpPr/>
              <p:nvPr/>
            </p:nvSpPr>
            <p:spPr>
              <a:xfrm>
                <a:off x="6599795" y="2131549"/>
                <a:ext cx="1615044" cy="890650"/>
              </a:xfrm>
              <a:custGeom>
                <a:avLst/>
                <a:gdLst>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5044" h="890650">
                    <a:moveTo>
                      <a:pt x="0" y="641268"/>
                    </a:moveTo>
                    <a:cubicBezTo>
                      <a:pt x="320633" y="380011"/>
                      <a:pt x="308759" y="285008"/>
                      <a:pt x="285007" y="0"/>
                    </a:cubicBezTo>
                    <a:lnTo>
                      <a:pt x="1615044" y="83128"/>
                    </a:lnTo>
                    <a:cubicBezTo>
                      <a:pt x="823355" y="399803"/>
                      <a:pt x="625433" y="502723"/>
                      <a:pt x="166254" y="890650"/>
                    </a:cubicBezTo>
                    <a:lnTo>
                      <a:pt x="0" y="641268"/>
                    </a:lnTo>
                    <a:close/>
                  </a:path>
                </a:pathLst>
              </a:custGeom>
              <a:gradFill>
                <a:gsLst>
                  <a:gs pos="0">
                    <a:schemeClr val="bg1">
                      <a:alpha val="72000"/>
                    </a:schemeClr>
                  </a:gs>
                  <a:gs pos="99000">
                    <a:schemeClr val="bg1">
                      <a:lumMod val="95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8" name="Oval 306">
                <a:extLst>
                  <a:ext uri="{FF2B5EF4-FFF2-40B4-BE49-F238E27FC236}">
                    <a16:creationId xmlns:a16="http://schemas.microsoft.com/office/drawing/2014/main" id="{C1331E49-6949-294D-BD12-9DA72EB36542}"/>
                  </a:ext>
                </a:extLst>
              </p:cNvPr>
              <p:cNvSpPr>
                <a:spLocks noChangeArrowheads="1"/>
              </p:cNvSpPr>
              <p:nvPr/>
            </p:nvSpPr>
            <p:spPr bwMode="auto">
              <a:xfrm>
                <a:off x="6893234" y="1917794"/>
                <a:ext cx="1293812" cy="545006"/>
              </a:xfrm>
              <a:prstGeom prst="ellipse">
                <a:avLst/>
              </a:prstGeom>
              <a:solidFill>
                <a:schemeClr val="bg1">
                  <a:lumMod val="95000"/>
                </a:schemeClr>
              </a:solidFill>
              <a:ln w="19050">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189" name="Text Box 302">
                <a:extLst>
                  <a:ext uri="{FF2B5EF4-FFF2-40B4-BE49-F238E27FC236}">
                    <a16:creationId xmlns:a16="http://schemas.microsoft.com/office/drawing/2014/main" id="{75A9BE49-3746-8248-B87D-60068DF94368}"/>
                  </a:ext>
                </a:extLst>
              </p:cNvPr>
              <p:cNvSpPr txBox="1">
                <a:spLocks noChangeArrowheads="1"/>
              </p:cNvSpPr>
              <p:nvPr/>
            </p:nvSpPr>
            <p:spPr bwMode="auto">
              <a:xfrm>
                <a:off x="6925808" y="2038751"/>
                <a:ext cx="633945" cy="307777"/>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a:ea typeface="ＭＳ Ｐゴシック" charset="0"/>
                    <a:cs typeface="Arial"/>
                  </a:rPr>
                  <a:t>agent</a:t>
                </a:r>
              </a:p>
            </p:txBody>
          </p:sp>
          <p:grpSp>
            <p:nvGrpSpPr>
              <p:cNvPr id="268" name="Group 267">
                <a:extLst>
                  <a:ext uri="{FF2B5EF4-FFF2-40B4-BE49-F238E27FC236}">
                    <a16:creationId xmlns:a16="http://schemas.microsoft.com/office/drawing/2014/main" id="{300D8DCA-AE3F-664F-B284-840D7CAB6124}"/>
                  </a:ext>
                </a:extLst>
              </p:cNvPr>
              <p:cNvGrpSpPr/>
              <p:nvPr/>
            </p:nvGrpSpPr>
            <p:grpSpPr>
              <a:xfrm>
                <a:off x="7524624" y="2012797"/>
                <a:ext cx="533735" cy="344384"/>
                <a:chOff x="7290003" y="1864426"/>
                <a:chExt cx="533735" cy="344384"/>
              </a:xfrm>
            </p:grpSpPr>
            <p:sp>
              <p:nvSpPr>
                <p:cNvPr id="267" name="Can 266">
                  <a:extLst>
                    <a:ext uri="{FF2B5EF4-FFF2-40B4-BE49-F238E27FC236}">
                      <a16:creationId xmlns:a16="http://schemas.microsoft.com/office/drawing/2014/main" id="{127AA489-B99A-914A-AA31-4CC1983CDB79}"/>
                    </a:ext>
                  </a:extLst>
                </p:cNvPr>
                <p:cNvSpPr/>
                <p:nvPr/>
              </p:nvSpPr>
              <p:spPr>
                <a:xfrm>
                  <a:off x="7338951" y="1864426"/>
                  <a:ext cx="427511" cy="344384"/>
                </a:xfrm>
                <a:prstGeom prst="can">
                  <a:avLst/>
                </a:prstGeom>
                <a:solidFill>
                  <a:schemeClr val="accent1">
                    <a:lumMod val="20000"/>
                    <a:lumOff val="8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2" name="Text Box 305">
                  <a:extLst>
                    <a:ext uri="{FF2B5EF4-FFF2-40B4-BE49-F238E27FC236}">
                      <a16:creationId xmlns:a16="http://schemas.microsoft.com/office/drawing/2014/main" id="{6DA72DB0-C614-724C-8C4D-84173619A778}"/>
                    </a:ext>
                  </a:extLst>
                </p:cNvPr>
                <p:cNvSpPr txBox="1">
                  <a:spLocks noChangeArrowheads="1"/>
                </p:cNvSpPr>
                <p:nvPr/>
              </p:nvSpPr>
              <p:spPr bwMode="auto">
                <a:xfrm>
                  <a:off x="7290003" y="1889518"/>
                  <a:ext cx="533735" cy="307649"/>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A8"/>
                      </a:solidFill>
                      <a:effectLst/>
                      <a:uLnTx/>
                      <a:uFillTx/>
                      <a:latin typeface="Arial"/>
                      <a:ea typeface="ＭＳ Ｐゴシック" charset="0"/>
                      <a:cs typeface="Arial"/>
                    </a:rPr>
                    <a:t>data</a:t>
                  </a:r>
                </a:p>
              </p:txBody>
            </p:sp>
          </p:grpSp>
        </p:grpSp>
        <p:grpSp>
          <p:nvGrpSpPr>
            <p:cNvPr id="351" name="Group 350">
              <a:extLst>
                <a:ext uri="{FF2B5EF4-FFF2-40B4-BE49-F238E27FC236}">
                  <a16:creationId xmlns:a16="http://schemas.microsoft.com/office/drawing/2014/main" id="{0B399AF3-B41F-2245-B53D-8AD0FB017F57}"/>
                </a:ext>
              </a:extLst>
            </p:cNvPr>
            <p:cNvGrpSpPr/>
            <p:nvPr/>
          </p:nvGrpSpPr>
          <p:grpSpPr>
            <a:xfrm>
              <a:off x="6752194" y="4789643"/>
              <a:ext cx="1646629" cy="914399"/>
              <a:chOff x="6752194" y="4789643"/>
              <a:chExt cx="1646629" cy="914399"/>
            </a:xfrm>
          </p:grpSpPr>
          <p:sp>
            <p:nvSpPr>
              <p:cNvPr id="312" name="Freeform 311">
                <a:extLst>
                  <a:ext uri="{FF2B5EF4-FFF2-40B4-BE49-F238E27FC236}">
                    <a16:creationId xmlns:a16="http://schemas.microsoft.com/office/drawing/2014/main" id="{BC32BAA3-10B6-2D49-970C-2F8FD93BF0C8}"/>
                  </a:ext>
                </a:extLst>
              </p:cNvPr>
              <p:cNvSpPr/>
              <p:nvPr/>
            </p:nvSpPr>
            <p:spPr>
              <a:xfrm>
                <a:off x="6752194" y="5003397"/>
                <a:ext cx="1294411" cy="700645"/>
              </a:xfrm>
              <a:custGeom>
                <a:avLst/>
                <a:gdLst>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4411" h="700645">
                    <a:moveTo>
                      <a:pt x="59377" y="463138"/>
                    </a:moveTo>
                    <a:cubicBezTo>
                      <a:pt x="285008" y="380011"/>
                      <a:pt x="368136" y="285008"/>
                      <a:pt x="344384" y="0"/>
                    </a:cubicBezTo>
                    <a:lnTo>
                      <a:pt x="1294411" y="296884"/>
                    </a:lnTo>
                    <a:cubicBezTo>
                      <a:pt x="407720" y="530432"/>
                      <a:pt x="601683" y="455221"/>
                      <a:pt x="0" y="700645"/>
                    </a:cubicBezTo>
                    <a:lnTo>
                      <a:pt x="59377" y="463138"/>
                    </a:lnTo>
                    <a:close/>
                  </a:path>
                </a:pathLst>
              </a:custGeom>
              <a:gradFill>
                <a:gsLst>
                  <a:gs pos="0">
                    <a:schemeClr val="bg1">
                      <a:alpha val="80000"/>
                    </a:schemeClr>
                  </a:gs>
                  <a:gs pos="100000">
                    <a:schemeClr val="bg1">
                      <a:lumMod val="85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3" name="Oval 306">
                <a:extLst>
                  <a:ext uri="{FF2B5EF4-FFF2-40B4-BE49-F238E27FC236}">
                    <a16:creationId xmlns:a16="http://schemas.microsoft.com/office/drawing/2014/main" id="{D0086292-F5A0-3D43-9848-5DA11A462DC7}"/>
                  </a:ext>
                </a:extLst>
              </p:cNvPr>
              <p:cNvSpPr>
                <a:spLocks noChangeArrowheads="1"/>
              </p:cNvSpPr>
              <p:nvPr/>
            </p:nvSpPr>
            <p:spPr bwMode="auto">
              <a:xfrm>
                <a:off x="7105011" y="4789643"/>
                <a:ext cx="1293812" cy="545006"/>
              </a:xfrm>
              <a:prstGeom prst="ellipse">
                <a:avLst/>
              </a:prstGeom>
              <a:solidFill>
                <a:schemeClr val="bg1">
                  <a:lumMod val="95000"/>
                </a:schemeClr>
              </a:solidFill>
              <a:ln w="19050">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314" name="Text Box 302">
                <a:extLst>
                  <a:ext uri="{FF2B5EF4-FFF2-40B4-BE49-F238E27FC236}">
                    <a16:creationId xmlns:a16="http://schemas.microsoft.com/office/drawing/2014/main" id="{C0589A43-6BE2-4048-B48A-674AA2316D0A}"/>
                  </a:ext>
                </a:extLst>
              </p:cNvPr>
              <p:cNvSpPr txBox="1">
                <a:spLocks noChangeArrowheads="1"/>
              </p:cNvSpPr>
              <p:nvPr/>
            </p:nvSpPr>
            <p:spPr bwMode="auto">
              <a:xfrm>
                <a:off x="7137585" y="4910600"/>
                <a:ext cx="633945" cy="307777"/>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a:ea typeface="ＭＳ Ｐゴシック" charset="0"/>
                    <a:cs typeface="Arial"/>
                  </a:rPr>
                  <a:t>agent</a:t>
                </a:r>
              </a:p>
            </p:txBody>
          </p:sp>
          <p:grpSp>
            <p:nvGrpSpPr>
              <p:cNvPr id="315" name="Group 314">
                <a:extLst>
                  <a:ext uri="{FF2B5EF4-FFF2-40B4-BE49-F238E27FC236}">
                    <a16:creationId xmlns:a16="http://schemas.microsoft.com/office/drawing/2014/main" id="{B4A98685-03BD-1548-A9AD-2325D2126565}"/>
                  </a:ext>
                </a:extLst>
              </p:cNvPr>
              <p:cNvGrpSpPr/>
              <p:nvPr/>
            </p:nvGrpSpPr>
            <p:grpSpPr>
              <a:xfrm>
                <a:off x="7736401" y="4884646"/>
                <a:ext cx="533735" cy="344384"/>
                <a:chOff x="7290003" y="1864426"/>
                <a:chExt cx="533735" cy="344384"/>
              </a:xfrm>
            </p:grpSpPr>
            <p:sp>
              <p:nvSpPr>
                <p:cNvPr id="316" name="Can 315">
                  <a:extLst>
                    <a:ext uri="{FF2B5EF4-FFF2-40B4-BE49-F238E27FC236}">
                      <a16:creationId xmlns:a16="http://schemas.microsoft.com/office/drawing/2014/main" id="{BEC12876-C00A-3345-8660-E4A5472BAA2B}"/>
                    </a:ext>
                  </a:extLst>
                </p:cNvPr>
                <p:cNvSpPr/>
                <p:nvPr/>
              </p:nvSpPr>
              <p:spPr>
                <a:xfrm>
                  <a:off x="7338951" y="1864426"/>
                  <a:ext cx="427511" cy="344384"/>
                </a:xfrm>
                <a:prstGeom prst="can">
                  <a:avLst/>
                </a:prstGeom>
                <a:solidFill>
                  <a:schemeClr val="accent1">
                    <a:lumMod val="20000"/>
                    <a:lumOff val="8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7" name="Text Box 305">
                  <a:extLst>
                    <a:ext uri="{FF2B5EF4-FFF2-40B4-BE49-F238E27FC236}">
                      <a16:creationId xmlns:a16="http://schemas.microsoft.com/office/drawing/2014/main" id="{5C0A977A-DEFF-D347-B4D2-E6A31D23BD0B}"/>
                    </a:ext>
                  </a:extLst>
                </p:cNvPr>
                <p:cNvSpPr txBox="1">
                  <a:spLocks noChangeArrowheads="1"/>
                </p:cNvSpPr>
                <p:nvPr/>
              </p:nvSpPr>
              <p:spPr bwMode="auto">
                <a:xfrm>
                  <a:off x="7290003" y="1889518"/>
                  <a:ext cx="533735" cy="307649"/>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A8"/>
                      </a:solidFill>
                      <a:effectLst/>
                      <a:uLnTx/>
                      <a:uFillTx/>
                      <a:latin typeface="Arial"/>
                      <a:ea typeface="ＭＳ Ｐゴシック" charset="0"/>
                      <a:cs typeface="Arial"/>
                    </a:rPr>
                    <a:t>data</a:t>
                  </a:r>
                </a:p>
              </p:txBody>
            </p:sp>
          </p:grpSp>
        </p:grpSp>
        <p:grpSp>
          <p:nvGrpSpPr>
            <p:cNvPr id="350" name="Group 349">
              <a:extLst>
                <a:ext uri="{FF2B5EF4-FFF2-40B4-BE49-F238E27FC236}">
                  <a16:creationId xmlns:a16="http://schemas.microsoft.com/office/drawing/2014/main" id="{65FA4AC1-63D1-4C49-9664-C68D15981EAD}"/>
                </a:ext>
              </a:extLst>
            </p:cNvPr>
            <p:cNvGrpSpPr/>
            <p:nvPr/>
          </p:nvGrpSpPr>
          <p:grpSpPr>
            <a:xfrm>
              <a:off x="3623562" y="5108298"/>
              <a:ext cx="1784742" cy="783771"/>
              <a:chOff x="3623562" y="5108298"/>
              <a:chExt cx="1784742" cy="783771"/>
            </a:xfrm>
          </p:grpSpPr>
          <p:sp>
            <p:nvSpPr>
              <p:cNvPr id="319" name="Freeform 318">
                <a:extLst>
                  <a:ext uri="{FF2B5EF4-FFF2-40B4-BE49-F238E27FC236}">
                    <a16:creationId xmlns:a16="http://schemas.microsoft.com/office/drawing/2014/main" id="{52DBAB91-18CB-8944-B638-1ECE818830DB}"/>
                  </a:ext>
                </a:extLst>
              </p:cNvPr>
              <p:cNvSpPr/>
              <p:nvPr/>
            </p:nvSpPr>
            <p:spPr>
              <a:xfrm flipH="1">
                <a:off x="4018890" y="5238925"/>
                <a:ext cx="1389414" cy="653144"/>
              </a:xfrm>
              <a:custGeom>
                <a:avLst/>
                <a:gdLst>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9414" h="653144">
                    <a:moveTo>
                      <a:pt x="59377" y="415637"/>
                    </a:moveTo>
                    <a:cubicBezTo>
                      <a:pt x="285008" y="332510"/>
                      <a:pt x="320635" y="320634"/>
                      <a:pt x="605641" y="0"/>
                    </a:cubicBezTo>
                    <a:lnTo>
                      <a:pt x="1389414" y="391887"/>
                    </a:lnTo>
                    <a:cubicBezTo>
                      <a:pt x="395845" y="482932"/>
                      <a:pt x="601683" y="407720"/>
                      <a:pt x="0" y="653144"/>
                    </a:cubicBezTo>
                    <a:lnTo>
                      <a:pt x="59377" y="415637"/>
                    </a:lnTo>
                    <a:close/>
                  </a:path>
                </a:pathLst>
              </a:custGeom>
              <a:gradFill>
                <a:gsLst>
                  <a:gs pos="0">
                    <a:schemeClr val="bg1">
                      <a:alpha val="56000"/>
                    </a:schemeClr>
                  </a:gs>
                  <a:gs pos="100000">
                    <a:schemeClr val="bg1">
                      <a:lumMod val="8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0" name="Oval 306">
                <a:extLst>
                  <a:ext uri="{FF2B5EF4-FFF2-40B4-BE49-F238E27FC236}">
                    <a16:creationId xmlns:a16="http://schemas.microsoft.com/office/drawing/2014/main" id="{0D5767D2-E254-6C48-A6AE-9449867C506B}"/>
                  </a:ext>
                </a:extLst>
              </p:cNvPr>
              <p:cNvSpPr>
                <a:spLocks noChangeArrowheads="1"/>
              </p:cNvSpPr>
              <p:nvPr/>
            </p:nvSpPr>
            <p:spPr bwMode="auto">
              <a:xfrm>
                <a:off x="3623562" y="5108298"/>
                <a:ext cx="1293812" cy="545006"/>
              </a:xfrm>
              <a:prstGeom prst="ellipse">
                <a:avLst/>
              </a:prstGeom>
              <a:solidFill>
                <a:schemeClr val="bg1">
                  <a:lumMod val="95000"/>
                </a:schemeClr>
              </a:solidFill>
              <a:ln w="19050">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321" name="Text Box 302">
                <a:extLst>
                  <a:ext uri="{FF2B5EF4-FFF2-40B4-BE49-F238E27FC236}">
                    <a16:creationId xmlns:a16="http://schemas.microsoft.com/office/drawing/2014/main" id="{602F1303-18D9-F844-8639-AAC33D82813B}"/>
                  </a:ext>
                </a:extLst>
              </p:cNvPr>
              <p:cNvSpPr txBox="1">
                <a:spLocks noChangeArrowheads="1"/>
              </p:cNvSpPr>
              <p:nvPr/>
            </p:nvSpPr>
            <p:spPr bwMode="auto">
              <a:xfrm>
                <a:off x="3656136" y="5229255"/>
                <a:ext cx="633945" cy="307777"/>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a:ea typeface="ＭＳ Ｐゴシック" charset="0"/>
                    <a:cs typeface="Arial"/>
                  </a:rPr>
                  <a:t>agent</a:t>
                </a:r>
              </a:p>
            </p:txBody>
          </p:sp>
          <p:grpSp>
            <p:nvGrpSpPr>
              <p:cNvPr id="322" name="Group 321">
                <a:extLst>
                  <a:ext uri="{FF2B5EF4-FFF2-40B4-BE49-F238E27FC236}">
                    <a16:creationId xmlns:a16="http://schemas.microsoft.com/office/drawing/2014/main" id="{9399649B-7A2F-554C-82AD-F4B1AD5B42A6}"/>
                  </a:ext>
                </a:extLst>
              </p:cNvPr>
              <p:cNvGrpSpPr/>
              <p:nvPr/>
            </p:nvGrpSpPr>
            <p:grpSpPr>
              <a:xfrm>
                <a:off x="4254952" y="5203301"/>
                <a:ext cx="533735" cy="344384"/>
                <a:chOff x="7290003" y="1864426"/>
                <a:chExt cx="533735" cy="344384"/>
              </a:xfrm>
            </p:grpSpPr>
            <p:sp>
              <p:nvSpPr>
                <p:cNvPr id="323" name="Can 322">
                  <a:extLst>
                    <a:ext uri="{FF2B5EF4-FFF2-40B4-BE49-F238E27FC236}">
                      <a16:creationId xmlns:a16="http://schemas.microsoft.com/office/drawing/2014/main" id="{F854262E-7886-3241-8D11-A5E6E60EA1C7}"/>
                    </a:ext>
                  </a:extLst>
                </p:cNvPr>
                <p:cNvSpPr/>
                <p:nvPr/>
              </p:nvSpPr>
              <p:spPr>
                <a:xfrm>
                  <a:off x="7338951" y="1864426"/>
                  <a:ext cx="427511" cy="344384"/>
                </a:xfrm>
                <a:prstGeom prst="can">
                  <a:avLst/>
                </a:prstGeom>
                <a:solidFill>
                  <a:schemeClr val="accent1">
                    <a:lumMod val="20000"/>
                    <a:lumOff val="8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4" name="Text Box 305">
                  <a:extLst>
                    <a:ext uri="{FF2B5EF4-FFF2-40B4-BE49-F238E27FC236}">
                      <a16:creationId xmlns:a16="http://schemas.microsoft.com/office/drawing/2014/main" id="{D3254243-5BF2-B44B-896A-66CA5C3A2B51}"/>
                    </a:ext>
                  </a:extLst>
                </p:cNvPr>
                <p:cNvSpPr txBox="1">
                  <a:spLocks noChangeArrowheads="1"/>
                </p:cNvSpPr>
                <p:nvPr/>
              </p:nvSpPr>
              <p:spPr bwMode="auto">
                <a:xfrm>
                  <a:off x="7290003" y="1889518"/>
                  <a:ext cx="533735" cy="307649"/>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A8"/>
                      </a:solidFill>
                      <a:effectLst/>
                      <a:uLnTx/>
                      <a:uFillTx/>
                      <a:latin typeface="Arial"/>
                      <a:ea typeface="ＭＳ Ｐゴシック" charset="0"/>
                      <a:cs typeface="Arial"/>
                    </a:rPr>
                    <a:t>data</a:t>
                  </a:r>
                </a:p>
              </p:txBody>
            </p:sp>
          </p:grpSp>
        </p:grpSp>
        <p:grpSp>
          <p:nvGrpSpPr>
            <p:cNvPr id="352" name="Group 351">
              <a:extLst>
                <a:ext uri="{FF2B5EF4-FFF2-40B4-BE49-F238E27FC236}">
                  <a16:creationId xmlns:a16="http://schemas.microsoft.com/office/drawing/2014/main" id="{C605FFB0-6286-B440-B611-9F82631845A0}"/>
                </a:ext>
              </a:extLst>
            </p:cNvPr>
            <p:cNvGrpSpPr/>
            <p:nvPr/>
          </p:nvGrpSpPr>
          <p:grpSpPr>
            <a:xfrm>
              <a:off x="6918449" y="3352729"/>
              <a:ext cx="1539751" cy="831273"/>
              <a:chOff x="6918449" y="3352729"/>
              <a:chExt cx="1539751" cy="831273"/>
            </a:xfrm>
          </p:grpSpPr>
          <p:sp>
            <p:nvSpPr>
              <p:cNvPr id="304" name="Freeform 303">
                <a:extLst>
                  <a:ext uri="{FF2B5EF4-FFF2-40B4-BE49-F238E27FC236}">
                    <a16:creationId xmlns:a16="http://schemas.microsoft.com/office/drawing/2014/main" id="{05F67424-D671-0E43-83F5-376615A1EEA0}"/>
                  </a:ext>
                </a:extLst>
              </p:cNvPr>
              <p:cNvSpPr/>
              <p:nvPr/>
            </p:nvSpPr>
            <p:spPr>
              <a:xfrm>
                <a:off x="6918449" y="3627840"/>
                <a:ext cx="1223159" cy="556162"/>
              </a:xfrm>
              <a:custGeom>
                <a:avLst/>
                <a:gdLst>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223159"/>
                  <a:gd name="connsiteY0" fmla="*/ 641268 h 890650"/>
                  <a:gd name="connsiteX1" fmla="*/ 285007 w 1223159"/>
                  <a:gd name="connsiteY1" fmla="*/ 0 h 890650"/>
                  <a:gd name="connsiteX2" fmla="*/ 1223159 w 1223159"/>
                  <a:gd name="connsiteY2" fmla="*/ 368389 h 890650"/>
                  <a:gd name="connsiteX3" fmla="*/ 166254 w 1223159"/>
                  <a:gd name="connsiteY3" fmla="*/ 890650 h 890650"/>
                  <a:gd name="connsiteX4" fmla="*/ 0 w 1223159"/>
                  <a:gd name="connsiteY4" fmla="*/ 641268 h 890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3159" h="890650">
                    <a:moveTo>
                      <a:pt x="0" y="641268"/>
                    </a:moveTo>
                    <a:cubicBezTo>
                      <a:pt x="320633" y="380011"/>
                      <a:pt x="308759" y="285008"/>
                      <a:pt x="285007" y="0"/>
                    </a:cubicBezTo>
                    <a:lnTo>
                      <a:pt x="1223159" y="368389"/>
                    </a:lnTo>
                    <a:cubicBezTo>
                      <a:pt x="431470" y="685064"/>
                      <a:pt x="625433" y="502723"/>
                      <a:pt x="166254" y="890650"/>
                    </a:cubicBezTo>
                    <a:lnTo>
                      <a:pt x="0" y="641268"/>
                    </a:lnTo>
                    <a:close/>
                  </a:path>
                </a:pathLst>
              </a:custGeom>
              <a:gradFill>
                <a:gsLst>
                  <a:gs pos="0">
                    <a:schemeClr val="bg1"/>
                  </a:gs>
                  <a:gs pos="100000">
                    <a:schemeClr val="bg1">
                      <a:lumMod val="85000"/>
                      <a:alpha val="73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5" name="Oval 306">
                <a:extLst>
                  <a:ext uri="{FF2B5EF4-FFF2-40B4-BE49-F238E27FC236}">
                    <a16:creationId xmlns:a16="http://schemas.microsoft.com/office/drawing/2014/main" id="{27559BC1-D012-754D-894C-ECDB3C951962}"/>
                  </a:ext>
                </a:extLst>
              </p:cNvPr>
              <p:cNvSpPr>
                <a:spLocks noChangeArrowheads="1"/>
              </p:cNvSpPr>
              <p:nvPr/>
            </p:nvSpPr>
            <p:spPr bwMode="auto">
              <a:xfrm>
                <a:off x="7164388" y="3352729"/>
                <a:ext cx="1293812" cy="545006"/>
              </a:xfrm>
              <a:prstGeom prst="ellipse">
                <a:avLst/>
              </a:prstGeom>
              <a:solidFill>
                <a:schemeClr val="bg1">
                  <a:lumMod val="95000"/>
                </a:schemeClr>
              </a:solidFill>
              <a:ln w="19050">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306" name="Text Box 302">
                <a:extLst>
                  <a:ext uri="{FF2B5EF4-FFF2-40B4-BE49-F238E27FC236}">
                    <a16:creationId xmlns:a16="http://schemas.microsoft.com/office/drawing/2014/main" id="{657B579A-71C9-8545-B2A3-9605C3793840}"/>
                  </a:ext>
                </a:extLst>
              </p:cNvPr>
              <p:cNvSpPr txBox="1">
                <a:spLocks noChangeArrowheads="1"/>
              </p:cNvSpPr>
              <p:nvPr/>
            </p:nvSpPr>
            <p:spPr bwMode="auto">
              <a:xfrm>
                <a:off x="7196962" y="3473686"/>
                <a:ext cx="633945" cy="307777"/>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a:ea typeface="ＭＳ Ｐゴシック" charset="0"/>
                    <a:cs typeface="Arial"/>
                  </a:rPr>
                  <a:t>agent</a:t>
                </a:r>
              </a:p>
            </p:txBody>
          </p:sp>
          <p:grpSp>
            <p:nvGrpSpPr>
              <p:cNvPr id="307" name="Group 306">
                <a:extLst>
                  <a:ext uri="{FF2B5EF4-FFF2-40B4-BE49-F238E27FC236}">
                    <a16:creationId xmlns:a16="http://schemas.microsoft.com/office/drawing/2014/main" id="{82DC8040-9E40-BC47-92BF-988BC760C75E}"/>
                  </a:ext>
                </a:extLst>
              </p:cNvPr>
              <p:cNvGrpSpPr/>
              <p:nvPr/>
            </p:nvGrpSpPr>
            <p:grpSpPr>
              <a:xfrm>
                <a:off x="7795778" y="3447732"/>
                <a:ext cx="533735" cy="344384"/>
                <a:chOff x="7290003" y="1864426"/>
                <a:chExt cx="533735" cy="344384"/>
              </a:xfrm>
            </p:grpSpPr>
            <p:sp>
              <p:nvSpPr>
                <p:cNvPr id="308" name="Can 307">
                  <a:extLst>
                    <a:ext uri="{FF2B5EF4-FFF2-40B4-BE49-F238E27FC236}">
                      <a16:creationId xmlns:a16="http://schemas.microsoft.com/office/drawing/2014/main" id="{E13C5E51-EC31-1540-80DD-4CC6C4BF1D9D}"/>
                    </a:ext>
                  </a:extLst>
                </p:cNvPr>
                <p:cNvSpPr/>
                <p:nvPr/>
              </p:nvSpPr>
              <p:spPr>
                <a:xfrm>
                  <a:off x="7338951" y="1864426"/>
                  <a:ext cx="427511" cy="344384"/>
                </a:xfrm>
                <a:prstGeom prst="can">
                  <a:avLst/>
                </a:prstGeom>
                <a:solidFill>
                  <a:schemeClr val="accent1">
                    <a:lumMod val="20000"/>
                    <a:lumOff val="8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9" name="Text Box 305">
                  <a:extLst>
                    <a:ext uri="{FF2B5EF4-FFF2-40B4-BE49-F238E27FC236}">
                      <a16:creationId xmlns:a16="http://schemas.microsoft.com/office/drawing/2014/main" id="{7F6A394E-C8F9-D64D-B2E3-4988424BF43E}"/>
                    </a:ext>
                  </a:extLst>
                </p:cNvPr>
                <p:cNvSpPr txBox="1">
                  <a:spLocks noChangeArrowheads="1"/>
                </p:cNvSpPr>
                <p:nvPr/>
              </p:nvSpPr>
              <p:spPr bwMode="auto">
                <a:xfrm>
                  <a:off x="7290003" y="1889518"/>
                  <a:ext cx="533735" cy="307649"/>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A8"/>
                      </a:solidFill>
                      <a:effectLst/>
                      <a:uLnTx/>
                      <a:uFillTx/>
                      <a:latin typeface="Arial"/>
                      <a:ea typeface="ＭＳ Ｐゴシック" charset="0"/>
                      <a:cs typeface="Arial"/>
                    </a:rPr>
                    <a:t>data</a:t>
                  </a:r>
                </a:p>
              </p:txBody>
            </p:sp>
          </p:grpSp>
        </p:grpSp>
        <p:grpSp>
          <p:nvGrpSpPr>
            <p:cNvPr id="330" name="Group 329">
              <a:extLst>
                <a:ext uri="{FF2B5EF4-FFF2-40B4-BE49-F238E27FC236}">
                  <a16:creationId xmlns:a16="http://schemas.microsoft.com/office/drawing/2014/main" id="{E633D5C9-326B-9D47-B6FE-0B5C7B23DBD1}"/>
                </a:ext>
              </a:extLst>
            </p:cNvPr>
            <p:cNvGrpSpPr/>
            <p:nvPr/>
          </p:nvGrpSpPr>
          <p:grpSpPr>
            <a:xfrm>
              <a:off x="3906590" y="3823785"/>
              <a:ext cx="1755404" cy="783771"/>
              <a:chOff x="1750147" y="5031180"/>
              <a:chExt cx="1755404" cy="783771"/>
            </a:xfrm>
          </p:grpSpPr>
          <p:sp>
            <p:nvSpPr>
              <p:cNvPr id="331" name="Freeform 330">
                <a:extLst>
                  <a:ext uri="{FF2B5EF4-FFF2-40B4-BE49-F238E27FC236}">
                    <a16:creationId xmlns:a16="http://schemas.microsoft.com/office/drawing/2014/main" id="{675A9804-5AFD-F641-BAE7-539EF7603289}"/>
                  </a:ext>
                </a:extLst>
              </p:cNvPr>
              <p:cNvSpPr/>
              <p:nvPr/>
            </p:nvSpPr>
            <p:spPr>
              <a:xfrm flipH="1">
                <a:off x="2679864" y="5304311"/>
                <a:ext cx="825687" cy="510640"/>
              </a:xfrm>
              <a:custGeom>
                <a:avLst/>
                <a:gdLst>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273133 h 510640"/>
                  <a:gd name="connsiteX1" fmla="*/ 510638 w 1389414"/>
                  <a:gd name="connsiteY1" fmla="*/ 0 h 510640"/>
                  <a:gd name="connsiteX2" fmla="*/ 1389414 w 1389414"/>
                  <a:gd name="connsiteY2" fmla="*/ 249383 h 510640"/>
                  <a:gd name="connsiteX3" fmla="*/ 0 w 1389414"/>
                  <a:gd name="connsiteY3" fmla="*/ 510640 h 510640"/>
                  <a:gd name="connsiteX4" fmla="*/ 59377 w 1389414"/>
                  <a:gd name="connsiteY4" fmla="*/ 273133 h 510640"/>
                  <a:gd name="connsiteX0" fmla="*/ 59377 w 855025"/>
                  <a:gd name="connsiteY0" fmla="*/ 273133 h 510640"/>
                  <a:gd name="connsiteX1" fmla="*/ 510638 w 855025"/>
                  <a:gd name="connsiteY1" fmla="*/ 0 h 510640"/>
                  <a:gd name="connsiteX2" fmla="*/ 855025 w 855025"/>
                  <a:gd name="connsiteY2" fmla="*/ 261258 h 510640"/>
                  <a:gd name="connsiteX3" fmla="*/ 0 w 855025"/>
                  <a:gd name="connsiteY3" fmla="*/ 510640 h 510640"/>
                  <a:gd name="connsiteX4" fmla="*/ 59377 w 855025"/>
                  <a:gd name="connsiteY4" fmla="*/ 273133 h 510640"/>
                  <a:gd name="connsiteX0" fmla="*/ 59377 w 855025"/>
                  <a:gd name="connsiteY0" fmla="*/ 273133 h 510640"/>
                  <a:gd name="connsiteX1" fmla="*/ 510638 w 855025"/>
                  <a:gd name="connsiteY1" fmla="*/ 0 h 510640"/>
                  <a:gd name="connsiteX2" fmla="*/ 855025 w 855025"/>
                  <a:gd name="connsiteY2" fmla="*/ 261258 h 510640"/>
                  <a:gd name="connsiteX3" fmla="*/ 0 w 855025"/>
                  <a:gd name="connsiteY3" fmla="*/ 510640 h 510640"/>
                  <a:gd name="connsiteX4" fmla="*/ 59377 w 855025"/>
                  <a:gd name="connsiteY4" fmla="*/ 273133 h 510640"/>
                  <a:gd name="connsiteX0" fmla="*/ 59377 w 855025"/>
                  <a:gd name="connsiteY0" fmla="*/ 273133 h 510640"/>
                  <a:gd name="connsiteX1" fmla="*/ 510638 w 855025"/>
                  <a:gd name="connsiteY1" fmla="*/ 0 h 510640"/>
                  <a:gd name="connsiteX2" fmla="*/ 855025 w 855025"/>
                  <a:gd name="connsiteY2" fmla="*/ 261258 h 510640"/>
                  <a:gd name="connsiteX3" fmla="*/ 0 w 855025"/>
                  <a:gd name="connsiteY3" fmla="*/ 510640 h 510640"/>
                  <a:gd name="connsiteX4" fmla="*/ 59377 w 855025"/>
                  <a:gd name="connsiteY4" fmla="*/ 273133 h 510640"/>
                  <a:gd name="connsiteX0" fmla="*/ 20258 w 815906"/>
                  <a:gd name="connsiteY0" fmla="*/ 273133 h 505750"/>
                  <a:gd name="connsiteX1" fmla="*/ 471519 w 815906"/>
                  <a:gd name="connsiteY1" fmla="*/ 0 h 505750"/>
                  <a:gd name="connsiteX2" fmla="*/ 815906 w 815906"/>
                  <a:gd name="connsiteY2" fmla="*/ 261258 h 505750"/>
                  <a:gd name="connsiteX3" fmla="*/ 0 w 815906"/>
                  <a:gd name="connsiteY3" fmla="*/ 505750 h 505750"/>
                  <a:gd name="connsiteX4" fmla="*/ 20258 w 815906"/>
                  <a:gd name="connsiteY4" fmla="*/ 273133 h 505750"/>
                  <a:gd name="connsiteX0" fmla="*/ 20258 w 815906"/>
                  <a:gd name="connsiteY0" fmla="*/ 273133 h 505750"/>
                  <a:gd name="connsiteX1" fmla="*/ 471519 w 815906"/>
                  <a:gd name="connsiteY1" fmla="*/ 0 h 505750"/>
                  <a:gd name="connsiteX2" fmla="*/ 815906 w 815906"/>
                  <a:gd name="connsiteY2" fmla="*/ 261258 h 505750"/>
                  <a:gd name="connsiteX3" fmla="*/ 0 w 815906"/>
                  <a:gd name="connsiteY3" fmla="*/ 505750 h 505750"/>
                  <a:gd name="connsiteX4" fmla="*/ 20258 w 815906"/>
                  <a:gd name="connsiteY4" fmla="*/ 273133 h 505750"/>
                  <a:gd name="connsiteX0" fmla="*/ 20258 w 815906"/>
                  <a:gd name="connsiteY0" fmla="*/ 273133 h 505750"/>
                  <a:gd name="connsiteX1" fmla="*/ 471519 w 815906"/>
                  <a:gd name="connsiteY1" fmla="*/ 0 h 505750"/>
                  <a:gd name="connsiteX2" fmla="*/ 815906 w 815906"/>
                  <a:gd name="connsiteY2" fmla="*/ 261258 h 505750"/>
                  <a:gd name="connsiteX3" fmla="*/ 0 w 815906"/>
                  <a:gd name="connsiteY3" fmla="*/ 505750 h 505750"/>
                  <a:gd name="connsiteX4" fmla="*/ 20258 w 815906"/>
                  <a:gd name="connsiteY4" fmla="*/ 273133 h 505750"/>
                  <a:gd name="connsiteX0" fmla="*/ 20258 w 815906"/>
                  <a:gd name="connsiteY0" fmla="*/ 273133 h 505750"/>
                  <a:gd name="connsiteX1" fmla="*/ 471519 w 815906"/>
                  <a:gd name="connsiteY1" fmla="*/ 0 h 505750"/>
                  <a:gd name="connsiteX2" fmla="*/ 815906 w 815906"/>
                  <a:gd name="connsiteY2" fmla="*/ 261258 h 505750"/>
                  <a:gd name="connsiteX3" fmla="*/ 0 w 815906"/>
                  <a:gd name="connsiteY3" fmla="*/ 505750 h 505750"/>
                  <a:gd name="connsiteX4" fmla="*/ 20258 w 815906"/>
                  <a:gd name="connsiteY4" fmla="*/ 273133 h 505750"/>
                  <a:gd name="connsiteX0" fmla="*/ 20258 w 815906"/>
                  <a:gd name="connsiteY0" fmla="*/ 273133 h 505750"/>
                  <a:gd name="connsiteX1" fmla="*/ 471519 w 815906"/>
                  <a:gd name="connsiteY1" fmla="*/ 0 h 505750"/>
                  <a:gd name="connsiteX2" fmla="*/ 815906 w 815906"/>
                  <a:gd name="connsiteY2" fmla="*/ 261258 h 505750"/>
                  <a:gd name="connsiteX3" fmla="*/ 0 w 815906"/>
                  <a:gd name="connsiteY3" fmla="*/ 505750 h 505750"/>
                  <a:gd name="connsiteX4" fmla="*/ 20258 w 815906"/>
                  <a:gd name="connsiteY4" fmla="*/ 273133 h 505750"/>
                  <a:gd name="connsiteX0" fmla="*/ 699 w 796347"/>
                  <a:gd name="connsiteY0" fmla="*/ 273133 h 510640"/>
                  <a:gd name="connsiteX1" fmla="*/ 451960 w 796347"/>
                  <a:gd name="connsiteY1" fmla="*/ 0 h 510640"/>
                  <a:gd name="connsiteX2" fmla="*/ 796347 w 796347"/>
                  <a:gd name="connsiteY2" fmla="*/ 261258 h 510640"/>
                  <a:gd name="connsiteX3" fmla="*/ 0 w 796347"/>
                  <a:gd name="connsiteY3" fmla="*/ 510640 h 510640"/>
                  <a:gd name="connsiteX4" fmla="*/ 699 w 796347"/>
                  <a:gd name="connsiteY4" fmla="*/ 273133 h 510640"/>
                  <a:gd name="connsiteX0" fmla="*/ 0 w 820098"/>
                  <a:gd name="connsiteY0" fmla="*/ 331811 h 510640"/>
                  <a:gd name="connsiteX1" fmla="*/ 475711 w 820098"/>
                  <a:gd name="connsiteY1" fmla="*/ 0 h 510640"/>
                  <a:gd name="connsiteX2" fmla="*/ 820098 w 820098"/>
                  <a:gd name="connsiteY2" fmla="*/ 261258 h 510640"/>
                  <a:gd name="connsiteX3" fmla="*/ 23751 w 820098"/>
                  <a:gd name="connsiteY3" fmla="*/ 510640 h 510640"/>
                  <a:gd name="connsiteX4" fmla="*/ 0 w 820098"/>
                  <a:gd name="connsiteY4" fmla="*/ 331811 h 510640"/>
                  <a:gd name="connsiteX0" fmla="*/ 5589 w 825687"/>
                  <a:gd name="connsiteY0" fmla="*/ 331811 h 510640"/>
                  <a:gd name="connsiteX1" fmla="*/ 481300 w 825687"/>
                  <a:gd name="connsiteY1" fmla="*/ 0 h 510640"/>
                  <a:gd name="connsiteX2" fmla="*/ 825687 w 825687"/>
                  <a:gd name="connsiteY2" fmla="*/ 261258 h 510640"/>
                  <a:gd name="connsiteX3" fmla="*/ 0 w 825687"/>
                  <a:gd name="connsiteY3" fmla="*/ 510640 h 510640"/>
                  <a:gd name="connsiteX4" fmla="*/ 5589 w 825687"/>
                  <a:gd name="connsiteY4" fmla="*/ 331811 h 5106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687" h="510640">
                    <a:moveTo>
                      <a:pt x="5589" y="331811"/>
                    </a:moveTo>
                    <a:cubicBezTo>
                      <a:pt x="231220" y="248684"/>
                      <a:pt x="267546" y="201881"/>
                      <a:pt x="481300" y="0"/>
                    </a:cubicBezTo>
                    <a:cubicBezTo>
                      <a:pt x="537418" y="145764"/>
                      <a:pt x="583755" y="179062"/>
                      <a:pt x="825687" y="261258"/>
                    </a:cubicBezTo>
                    <a:cubicBezTo>
                      <a:pt x="389560" y="305502"/>
                      <a:pt x="239835" y="377682"/>
                      <a:pt x="0" y="510640"/>
                    </a:cubicBezTo>
                    <a:lnTo>
                      <a:pt x="5589" y="331811"/>
                    </a:lnTo>
                    <a:close/>
                  </a:path>
                </a:pathLst>
              </a:custGeom>
              <a:gradFill>
                <a:gsLst>
                  <a:gs pos="0">
                    <a:schemeClr val="bg1">
                      <a:alpha val="51000"/>
                    </a:schemeClr>
                  </a:gs>
                  <a:gs pos="100000">
                    <a:schemeClr val="bg1">
                      <a:lumMod val="8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2" name="Oval 306">
                <a:extLst>
                  <a:ext uri="{FF2B5EF4-FFF2-40B4-BE49-F238E27FC236}">
                    <a16:creationId xmlns:a16="http://schemas.microsoft.com/office/drawing/2014/main" id="{BAE15EAB-077B-6749-A79C-81FB11A0991A}"/>
                  </a:ext>
                </a:extLst>
              </p:cNvPr>
              <p:cNvSpPr>
                <a:spLocks noChangeArrowheads="1"/>
              </p:cNvSpPr>
              <p:nvPr/>
            </p:nvSpPr>
            <p:spPr bwMode="auto">
              <a:xfrm>
                <a:off x="1750147" y="5031180"/>
                <a:ext cx="1293812" cy="545006"/>
              </a:xfrm>
              <a:prstGeom prst="ellipse">
                <a:avLst/>
              </a:prstGeom>
              <a:solidFill>
                <a:schemeClr val="bg1">
                  <a:lumMod val="95000"/>
                </a:schemeClr>
              </a:solidFill>
              <a:ln w="19050">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333" name="Text Box 302">
                <a:extLst>
                  <a:ext uri="{FF2B5EF4-FFF2-40B4-BE49-F238E27FC236}">
                    <a16:creationId xmlns:a16="http://schemas.microsoft.com/office/drawing/2014/main" id="{6EED7069-5AE3-3B4D-9496-83CCF2CF1D94}"/>
                  </a:ext>
                </a:extLst>
              </p:cNvPr>
              <p:cNvSpPr txBox="1">
                <a:spLocks noChangeArrowheads="1"/>
              </p:cNvSpPr>
              <p:nvPr/>
            </p:nvSpPr>
            <p:spPr bwMode="auto">
              <a:xfrm>
                <a:off x="1782721" y="5152137"/>
                <a:ext cx="633945" cy="307777"/>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a:ea typeface="ＭＳ Ｐゴシック" charset="0"/>
                    <a:cs typeface="Arial"/>
                  </a:rPr>
                  <a:t>agent</a:t>
                </a:r>
              </a:p>
            </p:txBody>
          </p:sp>
          <p:grpSp>
            <p:nvGrpSpPr>
              <p:cNvPr id="334" name="Group 333">
                <a:extLst>
                  <a:ext uri="{FF2B5EF4-FFF2-40B4-BE49-F238E27FC236}">
                    <a16:creationId xmlns:a16="http://schemas.microsoft.com/office/drawing/2014/main" id="{88BE0A40-60C5-AB4A-8A55-E30F204A6545}"/>
                  </a:ext>
                </a:extLst>
              </p:cNvPr>
              <p:cNvGrpSpPr/>
              <p:nvPr/>
            </p:nvGrpSpPr>
            <p:grpSpPr>
              <a:xfrm>
                <a:off x="2381537" y="5126183"/>
                <a:ext cx="533735" cy="344384"/>
                <a:chOff x="7290003" y="1864426"/>
                <a:chExt cx="533735" cy="344384"/>
              </a:xfrm>
            </p:grpSpPr>
            <p:sp>
              <p:nvSpPr>
                <p:cNvPr id="335" name="Can 334">
                  <a:extLst>
                    <a:ext uri="{FF2B5EF4-FFF2-40B4-BE49-F238E27FC236}">
                      <a16:creationId xmlns:a16="http://schemas.microsoft.com/office/drawing/2014/main" id="{27151A26-5290-8C4F-AEFC-CE53176C471B}"/>
                    </a:ext>
                  </a:extLst>
                </p:cNvPr>
                <p:cNvSpPr/>
                <p:nvPr/>
              </p:nvSpPr>
              <p:spPr>
                <a:xfrm>
                  <a:off x="7338951" y="1864426"/>
                  <a:ext cx="427511" cy="344384"/>
                </a:xfrm>
                <a:prstGeom prst="can">
                  <a:avLst/>
                </a:prstGeom>
                <a:solidFill>
                  <a:schemeClr val="accent1">
                    <a:lumMod val="20000"/>
                    <a:lumOff val="8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6" name="Text Box 305">
                  <a:extLst>
                    <a:ext uri="{FF2B5EF4-FFF2-40B4-BE49-F238E27FC236}">
                      <a16:creationId xmlns:a16="http://schemas.microsoft.com/office/drawing/2014/main" id="{A66B2478-BEC3-B046-B9FE-451AA17FD969}"/>
                    </a:ext>
                  </a:extLst>
                </p:cNvPr>
                <p:cNvSpPr txBox="1">
                  <a:spLocks noChangeArrowheads="1"/>
                </p:cNvSpPr>
                <p:nvPr/>
              </p:nvSpPr>
              <p:spPr bwMode="auto">
                <a:xfrm>
                  <a:off x="7290003" y="1889518"/>
                  <a:ext cx="533735" cy="307649"/>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A8"/>
                      </a:solidFill>
                      <a:effectLst/>
                      <a:uLnTx/>
                      <a:uFillTx/>
                      <a:latin typeface="Arial"/>
                      <a:ea typeface="ＭＳ Ｐゴシック" charset="0"/>
                      <a:cs typeface="Arial"/>
                    </a:rPr>
                    <a:t>data</a:t>
                  </a:r>
                </a:p>
              </p:txBody>
            </p:sp>
          </p:grpSp>
        </p:grpSp>
      </p:grpSp>
      <p:grpSp>
        <p:nvGrpSpPr>
          <p:cNvPr id="277" name="Group 276">
            <a:extLst>
              <a:ext uri="{FF2B5EF4-FFF2-40B4-BE49-F238E27FC236}">
                <a16:creationId xmlns:a16="http://schemas.microsoft.com/office/drawing/2014/main" id="{6095E9E5-2C12-5B4E-8CB9-7BFD6AD96D37}"/>
              </a:ext>
            </a:extLst>
          </p:cNvPr>
          <p:cNvGrpSpPr/>
          <p:nvPr/>
        </p:nvGrpSpPr>
        <p:grpSpPr>
          <a:xfrm>
            <a:off x="5649769" y="4179021"/>
            <a:ext cx="736270" cy="422596"/>
            <a:chOff x="3668110" y="2448910"/>
            <a:chExt cx="3794234" cy="2165130"/>
          </a:xfrm>
        </p:grpSpPr>
        <p:sp>
          <p:nvSpPr>
            <p:cNvPr id="278" name="Rectangle 277">
              <a:extLst>
                <a:ext uri="{FF2B5EF4-FFF2-40B4-BE49-F238E27FC236}">
                  <a16:creationId xmlns:a16="http://schemas.microsoft.com/office/drawing/2014/main" id="{CCCE7B34-BEB2-1E4C-B631-21415428504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9" name="Freeform 278">
              <a:extLst>
                <a:ext uri="{FF2B5EF4-FFF2-40B4-BE49-F238E27FC236}">
                  <a16:creationId xmlns:a16="http://schemas.microsoft.com/office/drawing/2014/main" id="{CE240A58-5F0B-AE45-83C2-A6A7A3DD4DB8}"/>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80" name="Group 279">
              <a:extLst>
                <a:ext uri="{FF2B5EF4-FFF2-40B4-BE49-F238E27FC236}">
                  <a16:creationId xmlns:a16="http://schemas.microsoft.com/office/drawing/2014/main" id="{EC804A91-1A9E-A749-B21A-455168E07D2A}"/>
                </a:ext>
              </a:extLst>
            </p:cNvPr>
            <p:cNvGrpSpPr/>
            <p:nvPr/>
          </p:nvGrpSpPr>
          <p:grpSpPr>
            <a:xfrm>
              <a:off x="3941378" y="2603243"/>
              <a:ext cx="3202061" cy="1066110"/>
              <a:chOff x="7939341" y="3037317"/>
              <a:chExt cx="897649" cy="353919"/>
            </a:xfrm>
          </p:grpSpPr>
          <p:sp>
            <p:nvSpPr>
              <p:cNvPr id="281" name="Freeform 280">
                <a:extLst>
                  <a:ext uri="{FF2B5EF4-FFF2-40B4-BE49-F238E27FC236}">
                    <a16:creationId xmlns:a16="http://schemas.microsoft.com/office/drawing/2014/main" id="{F96FFB0B-8D7A-C74F-A855-9009B45B690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4D1DE23B-107E-3840-9167-B18936FE0D3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3" name="Freeform 282">
                <a:extLst>
                  <a:ext uri="{FF2B5EF4-FFF2-40B4-BE49-F238E27FC236}">
                    <a16:creationId xmlns:a16="http://schemas.microsoft.com/office/drawing/2014/main" id="{99DB9992-73B0-EF4D-91C8-5850FE6F125F}"/>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4" name="Freeform 283">
                <a:extLst>
                  <a:ext uri="{FF2B5EF4-FFF2-40B4-BE49-F238E27FC236}">
                    <a16:creationId xmlns:a16="http://schemas.microsoft.com/office/drawing/2014/main" id="{78C73A8D-EC62-F54C-84BC-3601B6A93AB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6" name="Group 345">
            <a:extLst>
              <a:ext uri="{FF2B5EF4-FFF2-40B4-BE49-F238E27FC236}">
                <a16:creationId xmlns:a16="http://schemas.microsoft.com/office/drawing/2014/main" id="{18314FE2-2999-5142-B9B9-16F64EC14BFE}"/>
              </a:ext>
            </a:extLst>
          </p:cNvPr>
          <p:cNvGrpSpPr/>
          <p:nvPr/>
        </p:nvGrpSpPr>
        <p:grpSpPr>
          <a:xfrm>
            <a:off x="2572434" y="2226350"/>
            <a:ext cx="2602679" cy="1273223"/>
            <a:chOff x="2572434" y="2226350"/>
            <a:chExt cx="2602679" cy="1273223"/>
          </a:xfrm>
        </p:grpSpPr>
        <p:sp>
          <p:nvSpPr>
            <p:cNvPr id="338" name="Freeform 337">
              <a:extLst>
                <a:ext uri="{FF2B5EF4-FFF2-40B4-BE49-F238E27FC236}">
                  <a16:creationId xmlns:a16="http://schemas.microsoft.com/office/drawing/2014/main" id="{CEDEFF11-1930-B643-BDC9-D891F36F7C27}"/>
                </a:ext>
              </a:extLst>
            </p:cNvPr>
            <p:cNvSpPr/>
            <p:nvPr/>
          </p:nvSpPr>
          <p:spPr>
            <a:xfrm flipH="1">
              <a:off x="3389091" y="2670159"/>
              <a:ext cx="1786022" cy="829414"/>
            </a:xfrm>
            <a:custGeom>
              <a:avLst/>
              <a:gdLst>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591907 h 829414"/>
                <a:gd name="connsiteX1" fmla="*/ 429371 w 1389414"/>
                <a:gd name="connsiteY1" fmla="*/ 0 h 829414"/>
                <a:gd name="connsiteX2" fmla="*/ 1389414 w 1389414"/>
                <a:gd name="connsiteY2" fmla="*/ 568157 h 829414"/>
                <a:gd name="connsiteX3" fmla="*/ 0 w 1389414"/>
                <a:gd name="connsiteY3" fmla="*/ 829414 h 829414"/>
                <a:gd name="connsiteX4" fmla="*/ 59377 w 1389414"/>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81411 w 1786022"/>
                <a:gd name="connsiteY0" fmla="*/ 393603 h 829414"/>
                <a:gd name="connsiteX1" fmla="*/ 429371 w 1786022"/>
                <a:gd name="connsiteY1" fmla="*/ 0 h 829414"/>
                <a:gd name="connsiteX2" fmla="*/ 1786022 w 1786022"/>
                <a:gd name="connsiteY2" fmla="*/ 369854 h 829414"/>
                <a:gd name="connsiteX3" fmla="*/ 0 w 1786022"/>
                <a:gd name="connsiteY3" fmla="*/ 829414 h 829414"/>
                <a:gd name="connsiteX4" fmla="*/ 81411 w 1786022"/>
                <a:gd name="connsiteY4" fmla="*/ 393603 h 829414"/>
                <a:gd name="connsiteX0" fmla="*/ 81411 w 1786022"/>
                <a:gd name="connsiteY0" fmla="*/ 393603 h 829414"/>
                <a:gd name="connsiteX1" fmla="*/ 429371 w 1786022"/>
                <a:gd name="connsiteY1" fmla="*/ 0 h 829414"/>
                <a:gd name="connsiteX2" fmla="*/ 1786022 w 1786022"/>
                <a:gd name="connsiteY2" fmla="*/ 369854 h 829414"/>
                <a:gd name="connsiteX3" fmla="*/ 0 w 1786022"/>
                <a:gd name="connsiteY3" fmla="*/ 829414 h 829414"/>
                <a:gd name="connsiteX4" fmla="*/ 81411 w 1786022"/>
                <a:gd name="connsiteY4" fmla="*/ 393603 h 829414"/>
                <a:gd name="connsiteX0" fmla="*/ 81411 w 1786022"/>
                <a:gd name="connsiteY0" fmla="*/ 393603 h 829414"/>
                <a:gd name="connsiteX1" fmla="*/ 429371 w 1786022"/>
                <a:gd name="connsiteY1" fmla="*/ 0 h 829414"/>
                <a:gd name="connsiteX2" fmla="*/ 1786022 w 1786022"/>
                <a:gd name="connsiteY2" fmla="*/ 325786 h 829414"/>
                <a:gd name="connsiteX3" fmla="*/ 0 w 1786022"/>
                <a:gd name="connsiteY3" fmla="*/ 829414 h 829414"/>
                <a:gd name="connsiteX4" fmla="*/ 81411 w 1786022"/>
                <a:gd name="connsiteY4" fmla="*/ 393603 h 8294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6022" h="829414">
                  <a:moveTo>
                    <a:pt x="81411" y="393603"/>
                  </a:moveTo>
                  <a:cubicBezTo>
                    <a:pt x="307042" y="310476"/>
                    <a:pt x="265550" y="210465"/>
                    <a:pt x="429371" y="0"/>
                  </a:cubicBezTo>
                  <a:cubicBezTo>
                    <a:pt x="716335" y="244471"/>
                    <a:pt x="915164" y="290636"/>
                    <a:pt x="1786022" y="325786"/>
                  </a:cubicBezTo>
                  <a:cubicBezTo>
                    <a:pt x="561099" y="527000"/>
                    <a:pt x="601683" y="583990"/>
                    <a:pt x="0" y="829414"/>
                  </a:cubicBezTo>
                  <a:lnTo>
                    <a:pt x="81411" y="393603"/>
                  </a:lnTo>
                  <a:close/>
                </a:path>
              </a:pathLst>
            </a:custGeom>
            <a:gradFill>
              <a:gsLst>
                <a:gs pos="0">
                  <a:schemeClr val="bg1">
                    <a:alpha val="56000"/>
                  </a:schemeClr>
                </a:gs>
                <a:gs pos="100000">
                  <a:schemeClr val="bg1">
                    <a:lumMod val="8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6" name="Oval 280">
              <a:extLst>
                <a:ext uri="{FF2B5EF4-FFF2-40B4-BE49-F238E27FC236}">
                  <a16:creationId xmlns:a16="http://schemas.microsoft.com/office/drawing/2014/main" id="{53A1D106-421A-1B49-B553-2CBF9788D987}"/>
                </a:ext>
              </a:extLst>
            </p:cNvPr>
            <p:cNvSpPr>
              <a:spLocks noChangeArrowheads="1"/>
            </p:cNvSpPr>
            <p:nvPr/>
          </p:nvSpPr>
          <p:spPr bwMode="auto">
            <a:xfrm>
              <a:off x="2739071" y="2226350"/>
              <a:ext cx="2047875" cy="771802"/>
            </a:xfrm>
            <a:prstGeom prst="ellipse">
              <a:avLst/>
            </a:prstGeom>
            <a:solidFill>
              <a:srgbClr val="FFFFFF"/>
            </a:solidFill>
            <a:ln w="19050">
              <a:solidFill>
                <a:schemeClr val="tx1">
                  <a:lumMod val="65000"/>
                  <a:lumOff val="35000"/>
                </a:schemeClr>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137" name="Text Box 276">
              <a:extLst>
                <a:ext uri="{FF2B5EF4-FFF2-40B4-BE49-F238E27FC236}">
                  <a16:creationId xmlns:a16="http://schemas.microsoft.com/office/drawing/2014/main" id="{B7A9E3BA-2BF5-CE43-8B30-86D6044354FF}"/>
                </a:ext>
              </a:extLst>
            </p:cNvPr>
            <p:cNvSpPr txBox="1">
              <a:spLocks noChangeArrowheads="1"/>
            </p:cNvSpPr>
            <p:nvPr/>
          </p:nvSpPr>
          <p:spPr bwMode="auto">
            <a:xfrm>
              <a:off x="2572434" y="2312106"/>
              <a:ext cx="2419253" cy="563231"/>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algn="ctr" defTabSz="914400" eaLnBrk="0" fontAlgn="base" latinLnBrk="0" hangingPunct="0">
                <a:lnSpc>
                  <a:spcPct val="85000"/>
                </a:lnSpc>
                <a:spcBef>
                  <a:spcPct val="0"/>
                </a:spcBef>
                <a:spcAft>
                  <a:spcPct val="0"/>
                </a:spcAft>
                <a:buClrTx/>
                <a:buSzTx/>
                <a:buFontTx/>
                <a:buNone/>
                <a:tabLst/>
                <a:defRPr/>
              </a:pPr>
              <a:r>
                <a:rPr kumimoji="0" lang="en-US" b="0" i="0" u="none" strike="noStrike" kern="0" cap="none" spc="0" normalizeH="0" baseline="0" noProof="0" dirty="0">
                  <a:ln>
                    <a:noFill/>
                  </a:ln>
                  <a:solidFill>
                    <a:srgbClr val="000000"/>
                  </a:solidFill>
                  <a:effectLst/>
                  <a:uLnTx/>
                  <a:uFillTx/>
                  <a:ea typeface="ＭＳ Ｐゴシック" charset="0"/>
                  <a:cs typeface="Arial"/>
                </a:rPr>
                <a:t>managing</a:t>
              </a:r>
            </a:p>
            <a:p>
              <a:pPr marL="0" marR="0" lvl="0" indent="0" algn="ctr" defTabSz="914400" eaLnBrk="0" fontAlgn="base" latinLnBrk="0" hangingPunct="0">
                <a:lnSpc>
                  <a:spcPct val="85000"/>
                </a:lnSpc>
                <a:spcBef>
                  <a:spcPct val="0"/>
                </a:spcBef>
                <a:spcAft>
                  <a:spcPct val="0"/>
                </a:spcAft>
                <a:buClrTx/>
                <a:buSzTx/>
                <a:buFontTx/>
                <a:buNone/>
                <a:tabLst/>
                <a:defRPr/>
              </a:pPr>
              <a:r>
                <a:rPr lang="en-US" kern="0" dirty="0">
                  <a:solidFill>
                    <a:srgbClr val="000000"/>
                  </a:solidFill>
                  <a:ea typeface="ＭＳ Ｐゴシック" charset="0"/>
                  <a:cs typeface="Arial"/>
                </a:rPr>
                <a:t>e</a:t>
              </a:r>
              <a:r>
                <a:rPr kumimoji="0" lang="en-US" b="0" i="0" u="none" strike="noStrike" kern="0" cap="none" spc="0" normalizeH="0" baseline="0" noProof="0" dirty="0" err="1">
                  <a:ln>
                    <a:noFill/>
                  </a:ln>
                  <a:solidFill>
                    <a:srgbClr val="000000"/>
                  </a:solidFill>
                  <a:effectLst/>
                  <a:uLnTx/>
                  <a:uFillTx/>
                  <a:ea typeface="ＭＳ Ｐゴシック" charset="0"/>
                  <a:cs typeface="Arial"/>
                </a:rPr>
                <a:t>ntity</a:t>
              </a:r>
              <a:r>
                <a:rPr kumimoji="0" lang="en-US" b="0" i="0" u="none" strike="noStrike" kern="0" cap="none" spc="0" normalizeH="0" baseline="0" noProof="0" dirty="0">
                  <a:ln>
                    <a:noFill/>
                  </a:ln>
                  <a:solidFill>
                    <a:srgbClr val="000000"/>
                  </a:solidFill>
                  <a:effectLst/>
                  <a:uLnTx/>
                  <a:uFillTx/>
                  <a:ea typeface="ＭＳ Ｐゴシック" charset="0"/>
                  <a:cs typeface="Arial"/>
                </a:rPr>
                <a:t>/server/controller</a:t>
              </a:r>
            </a:p>
          </p:txBody>
        </p:sp>
        <p:grpSp>
          <p:nvGrpSpPr>
            <p:cNvPr id="341" name="Group 340">
              <a:extLst>
                <a:ext uri="{FF2B5EF4-FFF2-40B4-BE49-F238E27FC236}">
                  <a16:creationId xmlns:a16="http://schemas.microsoft.com/office/drawing/2014/main" id="{8A56D922-8607-8842-BA7E-E5BD077F86C3}"/>
                </a:ext>
              </a:extLst>
            </p:cNvPr>
            <p:cNvGrpSpPr/>
            <p:nvPr/>
          </p:nvGrpSpPr>
          <p:grpSpPr>
            <a:xfrm>
              <a:off x="2936918" y="2788771"/>
              <a:ext cx="820613" cy="395103"/>
              <a:chOff x="7338951" y="1864426"/>
              <a:chExt cx="427511" cy="344384"/>
            </a:xfrm>
          </p:grpSpPr>
          <p:sp>
            <p:nvSpPr>
              <p:cNvPr id="342" name="Can 341">
                <a:extLst>
                  <a:ext uri="{FF2B5EF4-FFF2-40B4-BE49-F238E27FC236}">
                    <a16:creationId xmlns:a16="http://schemas.microsoft.com/office/drawing/2014/main" id="{74EE4027-61E0-3D42-9FDE-09FA0ACD0582}"/>
                  </a:ext>
                </a:extLst>
              </p:cNvPr>
              <p:cNvSpPr/>
              <p:nvPr/>
            </p:nvSpPr>
            <p:spPr>
              <a:xfrm>
                <a:off x="7338951" y="1864426"/>
                <a:ext cx="427511" cy="344384"/>
              </a:xfrm>
              <a:prstGeom prst="can">
                <a:avLst/>
              </a:prstGeom>
              <a:solidFill>
                <a:schemeClr val="accent1">
                  <a:lumMod val="20000"/>
                  <a:lumOff val="8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3" name="Text Box 305">
                <a:extLst>
                  <a:ext uri="{FF2B5EF4-FFF2-40B4-BE49-F238E27FC236}">
                    <a16:creationId xmlns:a16="http://schemas.microsoft.com/office/drawing/2014/main" id="{F32717F6-5E52-0140-9736-59C98FBC2B25}"/>
                  </a:ext>
                </a:extLst>
              </p:cNvPr>
              <p:cNvSpPr txBox="1">
                <a:spLocks noChangeArrowheads="1"/>
              </p:cNvSpPr>
              <p:nvPr/>
            </p:nvSpPr>
            <p:spPr bwMode="auto">
              <a:xfrm>
                <a:off x="7404793" y="1927928"/>
                <a:ext cx="281197" cy="268268"/>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A8"/>
                    </a:solidFill>
                    <a:effectLst/>
                    <a:uLnTx/>
                    <a:uFillTx/>
                    <a:latin typeface="Arial"/>
                    <a:ea typeface="ＭＳ Ｐゴシック" charset="0"/>
                    <a:cs typeface="Arial"/>
                  </a:rPr>
                  <a:t>data</a:t>
                </a:r>
              </a:p>
            </p:txBody>
          </p:sp>
        </p:grpSp>
      </p:grpSp>
      <p:sp>
        <p:nvSpPr>
          <p:cNvPr id="344" name="TextBox 343">
            <a:extLst>
              <a:ext uri="{FF2B5EF4-FFF2-40B4-BE49-F238E27FC236}">
                <a16:creationId xmlns:a16="http://schemas.microsoft.com/office/drawing/2014/main" id="{851B6279-A7BE-4E47-8F0D-1E0B5B9927C3}"/>
              </a:ext>
            </a:extLst>
          </p:cNvPr>
          <p:cNvSpPr txBox="1"/>
          <p:nvPr/>
        </p:nvSpPr>
        <p:spPr>
          <a:xfrm>
            <a:off x="440674" y="1905917"/>
            <a:ext cx="2787267" cy="2142125"/>
          </a:xfrm>
          <a:prstGeom prst="rect">
            <a:avLst/>
          </a:prstGeom>
          <a:noFill/>
        </p:spPr>
        <p:txBody>
          <a:bodyPr wrap="square" rtlCol="0">
            <a:spAutoFit/>
          </a:bodyPr>
          <a:lstStyle/>
          <a:p>
            <a:pPr>
              <a:lnSpc>
                <a:spcPct val="90000"/>
              </a:lnSpc>
            </a:pPr>
            <a:r>
              <a:rPr lang="en-US" sz="2400" dirty="0">
                <a:solidFill>
                  <a:srgbClr val="C00000"/>
                </a:solidFill>
              </a:rPr>
              <a:t>Managing entity/server: </a:t>
            </a:r>
            <a:r>
              <a:rPr lang="en-US" sz="2000" dirty="0"/>
              <a:t>application, typically with network</a:t>
            </a:r>
          </a:p>
          <a:p>
            <a:pPr>
              <a:lnSpc>
                <a:spcPct val="90000"/>
              </a:lnSpc>
            </a:pPr>
            <a:r>
              <a:rPr lang="en-US" sz="2000" dirty="0"/>
              <a:t>managers (humans) in the loop</a:t>
            </a:r>
          </a:p>
          <a:p>
            <a:endParaRPr lang="en-US" dirty="0"/>
          </a:p>
        </p:txBody>
      </p:sp>
      <p:sp>
        <p:nvSpPr>
          <p:cNvPr id="347" name="TextBox 346">
            <a:extLst>
              <a:ext uri="{FF2B5EF4-FFF2-40B4-BE49-F238E27FC236}">
                <a16:creationId xmlns:a16="http://schemas.microsoft.com/office/drawing/2014/main" id="{0D86A2D3-053E-DB45-B6EB-20F153132718}"/>
              </a:ext>
            </a:extLst>
          </p:cNvPr>
          <p:cNvSpPr txBox="1"/>
          <p:nvPr/>
        </p:nvSpPr>
        <p:spPr>
          <a:xfrm>
            <a:off x="8737008" y="907299"/>
            <a:ext cx="3338111" cy="3600986"/>
          </a:xfrm>
          <a:prstGeom prst="rect">
            <a:avLst/>
          </a:prstGeom>
          <a:noFill/>
        </p:spPr>
        <p:txBody>
          <a:bodyPr wrap="square" rtlCol="0">
            <a:spAutoFit/>
          </a:bodyPr>
          <a:lstStyle/>
          <a:p>
            <a:r>
              <a:rPr lang="en-US" sz="2400" dirty="0">
                <a:solidFill>
                  <a:srgbClr val="C00000"/>
                </a:solidFill>
              </a:rPr>
              <a:t>Managed device: </a:t>
            </a:r>
          </a:p>
          <a:p>
            <a:r>
              <a:rPr lang="en-US" sz="2400" dirty="0">
                <a:solidFill>
                  <a:srgbClr val="C00000"/>
                </a:solidFill>
              </a:rPr>
              <a:t>- </a:t>
            </a:r>
            <a:r>
              <a:rPr lang="en-US" sz="2000" dirty="0"/>
              <a:t>equipment with manageable, configurable hardware, software components</a:t>
            </a:r>
          </a:p>
          <a:p>
            <a:r>
              <a:rPr lang="en-US" sz="2000" dirty="0"/>
              <a:t>- managed devices contain  </a:t>
            </a:r>
          </a:p>
          <a:p>
            <a:r>
              <a:rPr lang="en-US" sz="2000" dirty="0"/>
              <a:t>managed objects whose  data is gathered into a Management Information Base (MIB) </a:t>
            </a:r>
          </a:p>
          <a:p>
            <a:endParaRPr lang="en-US" sz="2000" dirty="0"/>
          </a:p>
        </p:txBody>
      </p:sp>
      <p:sp>
        <p:nvSpPr>
          <p:cNvPr id="348" name="TextBox 347">
            <a:extLst>
              <a:ext uri="{FF2B5EF4-FFF2-40B4-BE49-F238E27FC236}">
                <a16:creationId xmlns:a16="http://schemas.microsoft.com/office/drawing/2014/main" id="{9C058F17-BF0D-9544-BD13-6E703C2F1A38}"/>
              </a:ext>
            </a:extLst>
          </p:cNvPr>
          <p:cNvSpPr txBox="1"/>
          <p:nvPr/>
        </p:nvSpPr>
        <p:spPr>
          <a:xfrm>
            <a:off x="9051927" y="4431294"/>
            <a:ext cx="2423710" cy="1661993"/>
          </a:xfrm>
          <a:prstGeom prst="rect">
            <a:avLst/>
          </a:prstGeom>
          <a:noFill/>
        </p:spPr>
        <p:txBody>
          <a:bodyPr wrap="square" rtlCol="0">
            <a:spAutoFit/>
          </a:bodyPr>
          <a:lstStyle/>
          <a:p>
            <a:r>
              <a:rPr lang="en-US" sz="2400" dirty="0">
                <a:solidFill>
                  <a:srgbClr val="C00000"/>
                </a:solidFill>
              </a:rPr>
              <a:t>Data: </a:t>
            </a:r>
            <a:r>
              <a:rPr lang="en-US" sz="2000" dirty="0"/>
              <a:t>device “state” configuration data, operational data, device statistics</a:t>
            </a:r>
          </a:p>
          <a:p>
            <a:endParaRPr lang="en-US" dirty="0"/>
          </a:p>
        </p:txBody>
      </p:sp>
      <p:grpSp>
        <p:nvGrpSpPr>
          <p:cNvPr id="285" name="Group 284">
            <a:extLst>
              <a:ext uri="{FF2B5EF4-FFF2-40B4-BE49-F238E27FC236}">
                <a16:creationId xmlns:a16="http://schemas.microsoft.com/office/drawing/2014/main" id="{6C7BD6B1-0D37-394A-8FEE-E1CF482D0787}"/>
              </a:ext>
            </a:extLst>
          </p:cNvPr>
          <p:cNvGrpSpPr/>
          <p:nvPr/>
        </p:nvGrpSpPr>
        <p:grpSpPr>
          <a:xfrm>
            <a:off x="6498569" y="3831275"/>
            <a:ext cx="683116" cy="378456"/>
            <a:chOff x="7493876" y="2774731"/>
            <a:chExt cx="1481958" cy="894622"/>
          </a:xfrm>
        </p:grpSpPr>
        <p:sp>
          <p:nvSpPr>
            <p:cNvPr id="286" name="Freeform 285">
              <a:extLst>
                <a:ext uri="{FF2B5EF4-FFF2-40B4-BE49-F238E27FC236}">
                  <a16:creationId xmlns:a16="http://schemas.microsoft.com/office/drawing/2014/main" id="{15AF3D12-A1F8-E345-AFFD-6154902F74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7" name="Oval 286">
              <a:extLst>
                <a:ext uri="{FF2B5EF4-FFF2-40B4-BE49-F238E27FC236}">
                  <a16:creationId xmlns:a16="http://schemas.microsoft.com/office/drawing/2014/main" id="{41C6D9AC-1050-844E-B28D-4F7C7CBA744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8" name="Group 287">
              <a:extLst>
                <a:ext uri="{FF2B5EF4-FFF2-40B4-BE49-F238E27FC236}">
                  <a16:creationId xmlns:a16="http://schemas.microsoft.com/office/drawing/2014/main" id="{31C6E39C-0F89-344F-820D-D71E68DCBAD2}"/>
                </a:ext>
              </a:extLst>
            </p:cNvPr>
            <p:cNvGrpSpPr/>
            <p:nvPr/>
          </p:nvGrpSpPr>
          <p:grpSpPr>
            <a:xfrm>
              <a:off x="7713663" y="2848339"/>
              <a:ext cx="1042107" cy="425543"/>
              <a:chOff x="7786941" y="2884917"/>
              <a:chExt cx="897649" cy="353919"/>
            </a:xfrm>
          </p:grpSpPr>
          <p:sp>
            <p:nvSpPr>
              <p:cNvPr id="289" name="Freeform 288">
                <a:extLst>
                  <a:ext uri="{FF2B5EF4-FFF2-40B4-BE49-F238E27FC236}">
                    <a16:creationId xmlns:a16="http://schemas.microsoft.com/office/drawing/2014/main" id="{B6CED07E-98D7-694D-832D-3D9535C66A5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5E6F4760-9FD6-B149-95FE-47F730DA78B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1" name="Freeform 290">
                <a:extLst>
                  <a:ext uri="{FF2B5EF4-FFF2-40B4-BE49-F238E27FC236}">
                    <a16:creationId xmlns:a16="http://schemas.microsoft.com/office/drawing/2014/main" id="{04098128-9D46-994D-A11B-766BA3DCDD6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2" name="Freeform 291">
                <a:extLst>
                  <a:ext uri="{FF2B5EF4-FFF2-40B4-BE49-F238E27FC236}">
                    <a16:creationId xmlns:a16="http://schemas.microsoft.com/office/drawing/2014/main" id="{0519119D-A741-7245-9E62-0959CD1DB90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3" name="Group 44">
            <a:extLst>
              <a:ext uri="{FF2B5EF4-FFF2-40B4-BE49-F238E27FC236}">
                <a16:creationId xmlns:a16="http://schemas.microsoft.com/office/drawing/2014/main" id="{7784175B-3008-1947-BC32-53D444A93BC2}"/>
              </a:ext>
            </a:extLst>
          </p:cNvPr>
          <p:cNvGrpSpPr>
            <a:grpSpLocks/>
          </p:cNvGrpSpPr>
          <p:nvPr/>
        </p:nvGrpSpPr>
        <p:grpSpPr bwMode="auto">
          <a:xfrm>
            <a:off x="5979637" y="2571162"/>
            <a:ext cx="903288" cy="727075"/>
            <a:chOff x="-44" y="1473"/>
            <a:chExt cx="981" cy="1105"/>
          </a:xfrm>
        </p:grpSpPr>
        <p:pic>
          <p:nvPicPr>
            <p:cNvPr id="174" name="Picture 45" descr="desktop_computer_stylized_medium">
              <a:extLst>
                <a:ext uri="{FF2B5EF4-FFF2-40B4-BE49-F238E27FC236}">
                  <a16:creationId xmlns:a16="http://schemas.microsoft.com/office/drawing/2014/main" id="{4244FFAF-2F3E-B149-A967-52DC6A75D5D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75" name="Freeform 46">
              <a:extLst>
                <a:ext uri="{FF2B5EF4-FFF2-40B4-BE49-F238E27FC236}">
                  <a16:creationId xmlns:a16="http://schemas.microsoft.com/office/drawing/2014/main" id="{253467A2-6E4A-E345-9120-C1C292DE7915}"/>
                </a:ext>
              </a:extLst>
            </p:cNvPr>
            <p:cNvSpPr>
              <a:spLocks/>
            </p:cNvSpPr>
            <p:nvPr/>
          </p:nvSpPr>
          <p:spPr bwMode="auto">
            <a:xfrm flipH="1">
              <a:off x="374" y="1579"/>
              <a:ext cx="477" cy="506"/>
            </a:xfrm>
            <a:custGeom>
              <a:avLst/>
              <a:gdLst>
                <a:gd name="T0" fmla="*/ 0 w 356"/>
                <a:gd name="T1" fmla="*/ 0 h 368"/>
                <a:gd name="T2" fmla="*/ 1296 w 356"/>
                <a:gd name="T3" fmla="*/ 69 h 368"/>
                <a:gd name="T4" fmla="*/ 1537 w 356"/>
                <a:gd name="T5" fmla="*/ 1447 h 368"/>
                <a:gd name="T6" fmla="*/ 339 w 356"/>
                <a:gd name="T7" fmla="*/ 1810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375" name="Group 374">
            <a:extLst>
              <a:ext uri="{FF2B5EF4-FFF2-40B4-BE49-F238E27FC236}">
                <a16:creationId xmlns:a16="http://schemas.microsoft.com/office/drawing/2014/main" id="{3C019CDE-6D8E-E849-BBBA-330EBB7E77A3}"/>
              </a:ext>
            </a:extLst>
          </p:cNvPr>
          <p:cNvGrpSpPr/>
          <p:nvPr/>
        </p:nvGrpSpPr>
        <p:grpSpPr>
          <a:xfrm>
            <a:off x="440676" y="2159308"/>
            <a:ext cx="6861671" cy="4060952"/>
            <a:chOff x="440676" y="2159308"/>
            <a:chExt cx="6861671" cy="4060952"/>
          </a:xfrm>
        </p:grpSpPr>
        <p:sp>
          <p:nvSpPr>
            <p:cNvPr id="349" name="TextBox 348">
              <a:extLst>
                <a:ext uri="{FF2B5EF4-FFF2-40B4-BE49-F238E27FC236}">
                  <a16:creationId xmlns:a16="http://schemas.microsoft.com/office/drawing/2014/main" id="{C3E77657-D6B4-FB41-BF96-304F7910CA28}"/>
                </a:ext>
              </a:extLst>
            </p:cNvPr>
            <p:cNvSpPr txBox="1"/>
            <p:nvPr/>
          </p:nvSpPr>
          <p:spPr>
            <a:xfrm>
              <a:off x="440676" y="3745736"/>
              <a:ext cx="2930486" cy="2474524"/>
            </a:xfrm>
            <a:prstGeom prst="rect">
              <a:avLst/>
            </a:prstGeom>
            <a:noFill/>
          </p:spPr>
          <p:txBody>
            <a:bodyPr wrap="square" rtlCol="0">
              <a:spAutoFit/>
            </a:bodyPr>
            <a:lstStyle/>
            <a:p>
              <a:pPr>
                <a:lnSpc>
                  <a:spcPct val="90000"/>
                </a:lnSpc>
              </a:pPr>
              <a:r>
                <a:rPr lang="en-US" sz="2400" dirty="0">
                  <a:solidFill>
                    <a:srgbClr val="C00000"/>
                  </a:solidFill>
                </a:rPr>
                <a:t>Network management protocol: </a:t>
              </a:r>
              <a:r>
                <a:rPr lang="en-US" sz="2000" dirty="0"/>
                <a:t>used by managing server to query, configure, manage device; used by devices to inform managing server of data, events.</a:t>
              </a:r>
            </a:p>
          </p:txBody>
        </p:sp>
        <p:grpSp>
          <p:nvGrpSpPr>
            <p:cNvPr id="374" name="Group 373">
              <a:extLst>
                <a:ext uri="{FF2B5EF4-FFF2-40B4-BE49-F238E27FC236}">
                  <a16:creationId xmlns:a16="http://schemas.microsoft.com/office/drawing/2014/main" id="{013479D8-647E-ED40-9E3A-796896B7987C}"/>
                </a:ext>
              </a:extLst>
            </p:cNvPr>
            <p:cNvGrpSpPr/>
            <p:nvPr/>
          </p:nvGrpSpPr>
          <p:grpSpPr>
            <a:xfrm>
              <a:off x="3831136" y="2159308"/>
              <a:ext cx="3471211" cy="2974551"/>
              <a:chOff x="3831136" y="2159308"/>
              <a:chExt cx="3471211" cy="2974551"/>
            </a:xfrm>
          </p:grpSpPr>
          <p:cxnSp>
            <p:nvCxnSpPr>
              <p:cNvPr id="357" name="Straight Arrow Connector 356">
                <a:extLst>
                  <a:ext uri="{FF2B5EF4-FFF2-40B4-BE49-F238E27FC236}">
                    <a16:creationId xmlns:a16="http://schemas.microsoft.com/office/drawing/2014/main" id="{C55AE397-27AA-BE4B-975E-8544311A4CE5}"/>
                  </a:ext>
                </a:extLst>
              </p:cNvPr>
              <p:cNvCxnSpPr>
                <a:cxnSpLocks/>
              </p:cNvCxnSpPr>
              <p:nvPr/>
            </p:nvCxnSpPr>
            <p:spPr>
              <a:xfrm>
                <a:off x="3833870" y="3013112"/>
                <a:ext cx="0" cy="2120747"/>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359" name="Straight Arrow Connector 358">
                <a:extLst>
                  <a:ext uri="{FF2B5EF4-FFF2-40B4-BE49-F238E27FC236}">
                    <a16:creationId xmlns:a16="http://schemas.microsoft.com/office/drawing/2014/main" id="{82DB823B-7FF4-1D4C-9AAC-0F7C4CB36642}"/>
                  </a:ext>
                </a:extLst>
              </p:cNvPr>
              <p:cNvCxnSpPr>
                <a:cxnSpLocks/>
              </p:cNvCxnSpPr>
              <p:nvPr/>
            </p:nvCxnSpPr>
            <p:spPr>
              <a:xfrm>
                <a:off x="3831136" y="3020190"/>
                <a:ext cx="3471211" cy="185661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361" name="Straight Arrow Connector 360">
                <a:extLst>
                  <a:ext uri="{FF2B5EF4-FFF2-40B4-BE49-F238E27FC236}">
                    <a16:creationId xmlns:a16="http://schemas.microsoft.com/office/drawing/2014/main" id="{C3E2E8C5-9CBE-7642-9F35-4C488B987B1F}"/>
                  </a:ext>
                </a:extLst>
              </p:cNvPr>
              <p:cNvCxnSpPr>
                <a:cxnSpLocks/>
              </p:cNvCxnSpPr>
              <p:nvPr/>
            </p:nvCxnSpPr>
            <p:spPr>
              <a:xfrm>
                <a:off x="3831136" y="3026864"/>
                <a:ext cx="3294941" cy="599523"/>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365" name="Straight Arrow Connector 364">
                <a:extLst>
                  <a:ext uri="{FF2B5EF4-FFF2-40B4-BE49-F238E27FC236}">
                    <a16:creationId xmlns:a16="http://schemas.microsoft.com/office/drawing/2014/main" id="{421FB380-DB5B-BC41-AFD4-3F7E2539715D}"/>
                  </a:ext>
                </a:extLst>
              </p:cNvPr>
              <p:cNvCxnSpPr>
                <a:cxnSpLocks/>
              </p:cNvCxnSpPr>
              <p:nvPr/>
            </p:nvCxnSpPr>
            <p:spPr>
              <a:xfrm flipV="1">
                <a:off x="3841147" y="2159308"/>
                <a:ext cx="3084791" cy="860882"/>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367" name="Straight Arrow Connector 366">
                <a:extLst>
                  <a:ext uri="{FF2B5EF4-FFF2-40B4-BE49-F238E27FC236}">
                    <a16:creationId xmlns:a16="http://schemas.microsoft.com/office/drawing/2014/main" id="{ACF9E385-09DB-C84D-AE7B-3C13EDBFC0DC}"/>
                  </a:ext>
                </a:extLst>
              </p:cNvPr>
              <p:cNvCxnSpPr>
                <a:cxnSpLocks/>
              </p:cNvCxnSpPr>
              <p:nvPr/>
            </p:nvCxnSpPr>
            <p:spPr>
              <a:xfrm>
                <a:off x="3834473" y="3023527"/>
                <a:ext cx="458433" cy="837885"/>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149421623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346"/>
                                        </p:tgtEl>
                                        <p:attrNameLst>
                                          <p:attrName>style.visibility</p:attrName>
                                        </p:attrNameLst>
                                      </p:cBhvr>
                                      <p:to>
                                        <p:strVal val="visible"/>
                                      </p:to>
                                    </p:set>
                                    <p:animEffect transition="in" filter="wipe(right)">
                                      <p:cBhvr>
                                        <p:cTn id="7" dur="500"/>
                                        <p:tgtEl>
                                          <p:spTgt spid="346"/>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344"/>
                                        </p:tgtEl>
                                        <p:attrNameLst>
                                          <p:attrName>style.visibility</p:attrName>
                                        </p:attrNameLst>
                                      </p:cBhvr>
                                      <p:to>
                                        <p:strVal val="visible"/>
                                      </p:to>
                                    </p:set>
                                    <p:animEffect transition="in" filter="dissolve">
                                      <p:cBhvr>
                                        <p:cTn id="11" dur="500"/>
                                        <p:tgtEl>
                                          <p:spTgt spid="344"/>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354"/>
                                        </p:tgtEl>
                                        <p:attrNameLst>
                                          <p:attrName>style.visibility</p:attrName>
                                        </p:attrNameLst>
                                      </p:cBhvr>
                                      <p:to>
                                        <p:strVal val="visible"/>
                                      </p:to>
                                    </p:set>
                                    <p:animEffect transition="in" filter="dissolve">
                                      <p:cBhvr>
                                        <p:cTn id="16" dur="1000"/>
                                        <p:tgtEl>
                                          <p:spTgt spid="354"/>
                                        </p:tgtEl>
                                      </p:cBhvr>
                                    </p:animEffect>
                                  </p:childTnLst>
                                </p:cTn>
                              </p:par>
                              <p:par>
                                <p:cTn id="17" presetID="9" presetClass="entr" presetSubtype="0" fill="hold" nodeType="withEffect">
                                  <p:stCondLst>
                                    <p:cond delay="0"/>
                                  </p:stCondLst>
                                  <p:childTnLst>
                                    <p:set>
                                      <p:cBhvr>
                                        <p:cTn id="18" dur="1" fill="hold">
                                          <p:stCondLst>
                                            <p:cond delay="0"/>
                                          </p:stCondLst>
                                        </p:cTn>
                                        <p:tgtEl>
                                          <p:spTgt spid="355"/>
                                        </p:tgtEl>
                                        <p:attrNameLst>
                                          <p:attrName>style.visibility</p:attrName>
                                        </p:attrNameLst>
                                      </p:cBhvr>
                                      <p:to>
                                        <p:strVal val="visible"/>
                                      </p:to>
                                    </p:set>
                                    <p:animEffect transition="in" filter="dissolve">
                                      <p:cBhvr>
                                        <p:cTn id="19" dur="1000"/>
                                        <p:tgtEl>
                                          <p:spTgt spid="355"/>
                                        </p:tgtEl>
                                      </p:cBhvr>
                                    </p:animEffect>
                                  </p:childTnLst>
                                </p:cTn>
                              </p:par>
                              <p:par>
                                <p:cTn id="20" presetID="9" presetClass="entr" presetSubtype="0" fill="hold" grpId="0" nodeType="withEffect">
                                  <p:stCondLst>
                                    <p:cond delay="0"/>
                                  </p:stCondLst>
                                  <p:childTnLst>
                                    <p:set>
                                      <p:cBhvr>
                                        <p:cTn id="21" dur="1" fill="hold">
                                          <p:stCondLst>
                                            <p:cond delay="0"/>
                                          </p:stCondLst>
                                        </p:cTn>
                                        <p:tgtEl>
                                          <p:spTgt spid="347"/>
                                        </p:tgtEl>
                                        <p:attrNameLst>
                                          <p:attrName>style.visibility</p:attrName>
                                        </p:attrNameLst>
                                      </p:cBhvr>
                                      <p:to>
                                        <p:strVal val="visible"/>
                                      </p:to>
                                    </p:set>
                                    <p:animEffect transition="in" filter="dissolve">
                                      <p:cBhvr>
                                        <p:cTn id="22" dur="1000"/>
                                        <p:tgtEl>
                                          <p:spTgt spid="347"/>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348"/>
                                        </p:tgtEl>
                                        <p:attrNameLst>
                                          <p:attrName>style.visibility</p:attrName>
                                        </p:attrNameLst>
                                      </p:cBhvr>
                                      <p:to>
                                        <p:strVal val="visible"/>
                                      </p:to>
                                    </p:set>
                                    <p:animEffect transition="in" filter="dissolve">
                                      <p:cBhvr>
                                        <p:cTn id="27" dur="1000"/>
                                        <p:tgtEl>
                                          <p:spTgt spid="348"/>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375"/>
                                        </p:tgtEl>
                                        <p:attrNameLst>
                                          <p:attrName>style.visibility</p:attrName>
                                        </p:attrNameLst>
                                      </p:cBhvr>
                                      <p:to>
                                        <p:strVal val="visible"/>
                                      </p:to>
                                    </p:set>
                                    <p:animEffect transition="in" filter="dissolve">
                                      <p:cBhvr>
                                        <p:cTn id="32" dur="1000"/>
                                        <p:tgtEl>
                                          <p:spTgt spid="3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4" grpId="0"/>
      <p:bldP spid="347" grpId="0"/>
      <p:bldP spid="348" grpId="0"/>
    </p:bldLst>
  </p:timing>
</p:sld>
</file>

<file path=ppt/slides/slide8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84995" name="Slide Number Placeholder 5"/>
          <p:cNvSpPr>
            <a:spLocks noGrp="1"/>
          </p:cNvSpPr>
          <p:nvPr>
            <p:ph type="sldNum" sz="quarter" idx="12"/>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a:solidFill>
                  <a:schemeClr val="tx1"/>
                </a:solidFill>
                <a:latin typeface="Arial" charset="0"/>
                <a:ea typeface="ＭＳ Ｐゴシック" pitchFamily="34" charset="-128"/>
              </a:defRPr>
            </a:lvl1pPr>
            <a:lvl2pPr marL="742950" indent="-285750">
              <a:defRPr>
                <a:solidFill>
                  <a:schemeClr val="tx1"/>
                </a:solidFill>
                <a:latin typeface="Arial" charset="0"/>
                <a:ea typeface="ＭＳ Ｐゴシック" pitchFamily="34" charset="-128"/>
              </a:defRPr>
            </a:lvl2pPr>
            <a:lvl3pPr marL="1143000" indent="-228600">
              <a:defRPr>
                <a:solidFill>
                  <a:schemeClr val="tx1"/>
                </a:solidFill>
                <a:latin typeface="Arial" charset="0"/>
                <a:ea typeface="ＭＳ Ｐゴシック" pitchFamily="34" charset="-128"/>
              </a:defRPr>
            </a:lvl3pPr>
            <a:lvl4pPr marL="1600200" indent="-228600">
              <a:defRPr>
                <a:solidFill>
                  <a:schemeClr val="tx1"/>
                </a:solidFill>
                <a:latin typeface="Arial" charset="0"/>
                <a:ea typeface="ＭＳ Ｐゴシック" pitchFamily="34" charset="-128"/>
              </a:defRPr>
            </a:lvl4pPr>
            <a:lvl5pPr marL="2057400" indent="-22860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endParaRPr lang="en-US" altLang="en-US" dirty="0">
              <a:latin typeface="Tahoma" pitchFamily="34" charset="0"/>
            </a:endParaRPr>
          </a:p>
        </p:txBody>
      </p:sp>
      <p:sp>
        <p:nvSpPr>
          <p:cNvPr id="14" name="TextBox 13">
            <a:extLst>
              <a:ext uri="{FF2B5EF4-FFF2-40B4-BE49-F238E27FC236}">
                <a16:creationId xmlns:a16="http://schemas.microsoft.com/office/drawing/2014/main" id="{AB8F7B6F-1A90-4E4B-A143-5CC66E099AC1}"/>
              </a:ext>
            </a:extLst>
          </p:cNvPr>
          <p:cNvSpPr txBox="1"/>
          <p:nvPr/>
        </p:nvSpPr>
        <p:spPr>
          <a:xfrm>
            <a:off x="1524001" y="6649357"/>
            <a:ext cx="7984273" cy="215444"/>
          </a:xfrm>
          <a:prstGeom prst="rect">
            <a:avLst/>
          </a:prstGeom>
          <a:noFill/>
        </p:spPr>
        <p:txBody>
          <a:bodyPr wrap="square" rtlCol="0">
            <a:spAutoFit/>
          </a:bodyPr>
          <a:lstStyle/>
          <a:p>
            <a:pPr algn="l"/>
            <a:r>
              <a:rPr lang="en-US" sz="800" dirty="0">
                <a:latin typeface="Times New Roman" panose="02020603050405020304" pitchFamily="18" charset="0"/>
                <a:cs typeface="Times New Roman" panose="02020603050405020304" pitchFamily="18" charset="0"/>
              </a:rPr>
              <a:t>Kurose, J.F. and Ross, K.W. (2021). Computer Networking: A Top-Down Approach (8</a:t>
            </a:r>
            <a:r>
              <a:rPr lang="en-US" sz="800" baseline="30000" dirty="0">
                <a:latin typeface="Times New Roman" panose="02020603050405020304" pitchFamily="18" charset="0"/>
                <a:cs typeface="Times New Roman" panose="02020603050405020304" pitchFamily="18" charset="0"/>
              </a:rPr>
              <a:t>th</a:t>
            </a:r>
            <a:r>
              <a:rPr lang="en-US" sz="800" dirty="0">
                <a:latin typeface="Times New Roman" panose="02020603050405020304" pitchFamily="18" charset="0"/>
                <a:cs typeface="Times New Roman" panose="02020603050405020304" pitchFamily="18" charset="0"/>
              </a:rPr>
              <a:t> Edition). </a:t>
            </a:r>
            <a:r>
              <a:rPr lang="en-MY" sz="800" dirty="0">
                <a:latin typeface="Times New Roman" panose="02020603050405020304" pitchFamily="18" charset="0"/>
                <a:cs typeface="Times New Roman" panose="02020603050405020304" pitchFamily="18" charset="0"/>
              </a:rPr>
              <a:t>Pearson Education Limited, England. (pp. 427)</a:t>
            </a:r>
          </a:p>
        </p:txBody>
      </p:sp>
      <p:cxnSp>
        <p:nvCxnSpPr>
          <p:cNvPr id="15" name="Straight Connector 14">
            <a:extLst>
              <a:ext uri="{FF2B5EF4-FFF2-40B4-BE49-F238E27FC236}">
                <a16:creationId xmlns:a16="http://schemas.microsoft.com/office/drawing/2014/main" id="{7307298C-9C6F-2546-A9BA-401E63DE239C}"/>
              </a:ext>
            </a:extLst>
          </p:cNvPr>
          <p:cNvCxnSpPr/>
          <p:nvPr/>
        </p:nvCxnSpPr>
        <p:spPr bwMode="auto">
          <a:xfrm>
            <a:off x="1524000" y="6644601"/>
            <a:ext cx="8324850" cy="0"/>
          </a:xfrm>
          <a:prstGeom prst="line">
            <a:avLst/>
          </a:prstGeom>
          <a:noFill/>
          <a:ln w="12700" cap="flat" cmpd="sng" algn="ctr">
            <a:solidFill>
              <a:srgbClr val="00B0F0"/>
            </a:solidFill>
            <a:prstDash val="solid"/>
            <a:round/>
            <a:headEnd type="none" w="med" len="med"/>
            <a:tailEnd type="none"/>
          </a:ln>
          <a:effectLst/>
        </p:spPr>
      </p:cxnSp>
      <p:sp>
        <p:nvSpPr>
          <p:cNvPr id="16" name="Title 41">
            <a:extLst>
              <a:ext uri="{FF2B5EF4-FFF2-40B4-BE49-F238E27FC236}">
                <a16:creationId xmlns:a16="http://schemas.microsoft.com/office/drawing/2014/main" id="{8E3157DB-9F12-4D4A-B4F3-60172385D96E}"/>
              </a:ext>
            </a:extLst>
          </p:cNvPr>
          <p:cNvSpPr txBox="1">
            <a:spLocks/>
          </p:cNvSpPr>
          <p:nvPr/>
        </p:nvSpPr>
        <p:spPr bwMode="auto">
          <a:xfrm>
            <a:off x="2895600" y="933766"/>
            <a:ext cx="7772400" cy="4707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l" rtl="0" eaLnBrk="0" fontAlgn="base" hangingPunct="0">
              <a:spcBef>
                <a:spcPct val="0"/>
              </a:spcBef>
              <a:spcAft>
                <a:spcPct val="0"/>
              </a:spcAft>
              <a:defRPr sz="4400">
                <a:solidFill>
                  <a:srgbClr val="000099"/>
                </a:solidFill>
                <a:latin typeface="+mj-lt"/>
                <a:ea typeface="ＭＳ Ｐゴシック" charset="0"/>
                <a:cs typeface="+mj-cs"/>
              </a:defRPr>
            </a:lvl1pPr>
            <a:lvl2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2pPr>
            <a:lvl3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3pPr>
            <a:lvl4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4pPr>
            <a:lvl5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5pPr>
            <a:lvl6pPr marL="457200" algn="l" rtl="0" fontAlgn="base">
              <a:spcBef>
                <a:spcPct val="0"/>
              </a:spcBef>
              <a:spcAft>
                <a:spcPct val="0"/>
              </a:spcAft>
              <a:defRPr sz="4400">
                <a:solidFill>
                  <a:srgbClr val="000099"/>
                </a:solidFill>
                <a:latin typeface="Gill Sans MT" pitchFamily="34" charset="0"/>
                <a:cs typeface="Arial" charset="0"/>
              </a:defRPr>
            </a:lvl6pPr>
            <a:lvl7pPr marL="914400" algn="l" rtl="0" fontAlgn="base">
              <a:spcBef>
                <a:spcPct val="0"/>
              </a:spcBef>
              <a:spcAft>
                <a:spcPct val="0"/>
              </a:spcAft>
              <a:defRPr sz="4400">
                <a:solidFill>
                  <a:srgbClr val="000099"/>
                </a:solidFill>
                <a:latin typeface="Gill Sans MT" pitchFamily="34" charset="0"/>
                <a:cs typeface="Arial" charset="0"/>
              </a:defRPr>
            </a:lvl7pPr>
            <a:lvl8pPr marL="1371600" algn="l" rtl="0" fontAlgn="base">
              <a:spcBef>
                <a:spcPct val="0"/>
              </a:spcBef>
              <a:spcAft>
                <a:spcPct val="0"/>
              </a:spcAft>
              <a:defRPr sz="4400">
                <a:solidFill>
                  <a:srgbClr val="000099"/>
                </a:solidFill>
                <a:latin typeface="Gill Sans MT" pitchFamily="34" charset="0"/>
                <a:cs typeface="Arial" charset="0"/>
              </a:defRPr>
            </a:lvl8pPr>
            <a:lvl9pPr marL="1828800" algn="l" rtl="0" fontAlgn="base">
              <a:spcBef>
                <a:spcPct val="0"/>
              </a:spcBef>
              <a:spcAft>
                <a:spcPct val="0"/>
              </a:spcAft>
              <a:defRPr sz="4400">
                <a:solidFill>
                  <a:srgbClr val="000099"/>
                </a:solidFill>
                <a:latin typeface="Gill Sans MT" pitchFamily="34" charset="0"/>
                <a:cs typeface="Arial" charset="0"/>
              </a:defRPr>
            </a:lvl9pPr>
          </a:lstStyle>
          <a:p>
            <a:pPr algn="r" eaLnBrk="1" hangingPunct="1"/>
            <a:r>
              <a:rPr lang="en-US" sz="2400" dirty="0">
                <a:solidFill>
                  <a:srgbClr val="00B9FA"/>
                </a:solidFill>
                <a:latin typeface="Arial"/>
                <a:ea typeface="ＭＳ Ｐゴシック" pitchFamily="34" charset="-128"/>
                <a:cs typeface="Arial"/>
              </a:rPr>
              <a:t>Infrastructure of Network Management</a:t>
            </a:r>
          </a:p>
        </p:txBody>
      </p:sp>
      <p:pic>
        <p:nvPicPr>
          <p:cNvPr id="3" name="Picture 2">
            <a:extLst>
              <a:ext uri="{FF2B5EF4-FFF2-40B4-BE49-F238E27FC236}">
                <a16:creationId xmlns:a16="http://schemas.microsoft.com/office/drawing/2014/main" id="{186715B8-19BE-3B45-A4DB-DD1272E30153}"/>
              </a:ext>
            </a:extLst>
          </p:cNvPr>
          <p:cNvPicPr>
            <a:picLocks noChangeAspect="1"/>
          </p:cNvPicPr>
          <p:nvPr/>
        </p:nvPicPr>
        <p:blipFill rotWithShape="1">
          <a:blip r:embed="rId2">
            <a:extLst>
              <a:ext uri="{28A0092B-C50C-407E-A947-70E740481C1C}">
                <a14:useLocalDpi xmlns:a14="http://schemas.microsoft.com/office/drawing/2010/main" val="0"/>
              </a:ext>
            </a:extLst>
          </a:blip>
          <a:srcRect b="7758"/>
          <a:stretch/>
        </p:blipFill>
        <p:spPr>
          <a:xfrm>
            <a:off x="1791743" y="1411556"/>
            <a:ext cx="5770978" cy="4659307"/>
          </a:xfrm>
          <a:prstGeom prst="rect">
            <a:avLst/>
          </a:prstGeom>
        </p:spPr>
      </p:pic>
      <p:pic>
        <p:nvPicPr>
          <p:cNvPr id="22" name="Picture 21">
            <a:extLst>
              <a:ext uri="{FF2B5EF4-FFF2-40B4-BE49-F238E27FC236}">
                <a16:creationId xmlns:a16="http://schemas.microsoft.com/office/drawing/2014/main" id="{50DC8DBE-8E49-044F-9A63-0EA624F5E51E}"/>
              </a:ext>
            </a:extLst>
          </p:cNvPr>
          <p:cNvPicPr>
            <a:picLocks noChangeAspect="1"/>
          </p:cNvPicPr>
          <p:nvPr/>
        </p:nvPicPr>
        <p:blipFill rotWithShape="1">
          <a:blip r:embed="rId2">
            <a:extLst>
              <a:ext uri="{28A0092B-C50C-407E-A947-70E740481C1C}">
                <a14:useLocalDpi xmlns:a14="http://schemas.microsoft.com/office/drawing/2010/main" val="0"/>
              </a:ext>
            </a:extLst>
          </a:blip>
          <a:srcRect l="20517" t="90283" r="37176"/>
          <a:stretch/>
        </p:blipFill>
        <p:spPr>
          <a:xfrm>
            <a:off x="1791743" y="960866"/>
            <a:ext cx="2441542" cy="490818"/>
          </a:xfrm>
          <a:prstGeom prst="rect">
            <a:avLst/>
          </a:prstGeom>
        </p:spPr>
      </p:pic>
      <p:grpSp>
        <p:nvGrpSpPr>
          <p:cNvPr id="25" name="Group 24">
            <a:extLst>
              <a:ext uri="{FF2B5EF4-FFF2-40B4-BE49-F238E27FC236}">
                <a16:creationId xmlns:a16="http://schemas.microsoft.com/office/drawing/2014/main" id="{399CB222-5454-8D4B-BFB9-2E630A5A08A6}"/>
              </a:ext>
            </a:extLst>
          </p:cNvPr>
          <p:cNvGrpSpPr/>
          <p:nvPr/>
        </p:nvGrpSpPr>
        <p:grpSpPr>
          <a:xfrm>
            <a:off x="7876306" y="3443722"/>
            <a:ext cx="2454187" cy="2410322"/>
            <a:chOff x="4625949" y="4124861"/>
            <a:chExt cx="2496138" cy="2410322"/>
          </a:xfrm>
        </p:grpSpPr>
        <p:sp>
          <p:nvSpPr>
            <p:cNvPr id="26" name="Oval 25">
              <a:extLst>
                <a:ext uri="{FF2B5EF4-FFF2-40B4-BE49-F238E27FC236}">
                  <a16:creationId xmlns:a16="http://schemas.microsoft.com/office/drawing/2014/main" id="{FF86758C-4585-BD40-937F-FFC3464E1092}"/>
                </a:ext>
              </a:extLst>
            </p:cNvPr>
            <p:cNvSpPr/>
            <p:nvPr/>
          </p:nvSpPr>
          <p:spPr bwMode="auto">
            <a:xfrm>
              <a:off x="4625950" y="4124861"/>
              <a:ext cx="2496137" cy="2410322"/>
            </a:xfrm>
            <a:prstGeom prst="ellipse">
              <a:avLst/>
            </a:prstGeom>
            <a:solidFill>
              <a:schemeClr val="bg1"/>
            </a:solidFill>
            <a:ln w="9525" cap="flat" cmpd="sng" algn="ctr">
              <a:noFill/>
              <a:prstDash val="solid"/>
              <a:round/>
              <a:headEnd type="none" w="med" len="med"/>
              <a:tailEnd type="none" w="med" len="med"/>
            </a:ln>
            <a:effectLst>
              <a:outerShdw blurRad="50800" dist="88900" dir="2700000" algn="tl" rotWithShape="0">
                <a:prstClr val="black">
                  <a:alpha val="40000"/>
                </a:prstClr>
              </a:outerShdw>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vert="horz" wrap="none" lIns="91440" tIns="45720" rIns="91440" bIns="45720" numCol="1" rtlCol="0" anchor="t" anchorCtr="0" compatLnSpc="1">
              <a:prstTxWarp prst="textNoShape">
                <a:avLst/>
              </a:prstTxWarp>
            </a:bodyPr>
            <a:lstStyle/>
            <a:p>
              <a:pPr eaLnBrk="0" fontAlgn="base" hangingPunct="0">
                <a:spcBef>
                  <a:spcPct val="0"/>
                </a:spcBef>
                <a:spcAft>
                  <a:spcPct val="0"/>
                </a:spcAft>
              </a:pPr>
              <a:endParaRPr lang="en-US">
                <a:latin typeface="Arial" charset="0"/>
              </a:endParaRPr>
            </a:p>
          </p:txBody>
        </p:sp>
        <p:sp>
          <p:nvSpPr>
            <p:cNvPr id="27" name="Oval Callout 26">
              <a:extLst>
                <a:ext uri="{FF2B5EF4-FFF2-40B4-BE49-F238E27FC236}">
                  <a16:creationId xmlns:a16="http://schemas.microsoft.com/office/drawing/2014/main" id="{84CEA62E-DF87-0D40-813F-213EABCB6EB2}"/>
                </a:ext>
              </a:extLst>
            </p:cNvPr>
            <p:cNvSpPr/>
            <p:nvPr/>
          </p:nvSpPr>
          <p:spPr bwMode="auto">
            <a:xfrm>
              <a:off x="4625949" y="4124861"/>
              <a:ext cx="2496137" cy="2410322"/>
            </a:xfrm>
            <a:prstGeom prst="wedgeEllipseCallout">
              <a:avLst>
                <a:gd name="adj1" fmla="val -86175"/>
                <a:gd name="adj2" fmla="val -15956"/>
              </a:avLst>
            </a:prstGeom>
            <a:solidFill>
              <a:srgbClr val="FFFF00">
                <a:alpha val="30000"/>
              </a:srgbClr>
            </a:solidFill>
            <a:ln w="9525" cap="flat" cmpd="sng" algn="ctr">
              <a:solidFill>
                <a:schemeClr val="tx1">
                  <a:alpha val="30000"/>
                </a:schemeClr>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vert="horz" wrap="none" lIns="91440" tIns="45720" rIns="91440" bIns="45720" numCol="1" rtlCol="0" anchor="t" anchorCtr="0" compatLnSpc="1">
              <a:prstTxWarp prst="textNoShape">
                <a:avLst/>
              </a:prstTxWarp>
            </a:bodyPr>
            <a:lstStyle/>
            <a:p>
              <a:pPr algn="ctr" eaLnBrk="0" fontAlgn="base" hangingPunct="0">
                <a:spcBef>
                  <a:spcPct val="0"/>
                </a:spcBef>
                <a:spcAft>
                  <a:spcPct val="0"/>
                </a:spcAft>
              </a:pPr>
              <a:endParaRPr lang="en-US" sz="800" dirty="0">
                <a:latin typeface="Arial" charset="0"/>
              </a:endParaRPr>
            </a:p>
            <a:p>
              <a:pPr algn="ctr" eaLnBrk="0" fontAlgn="base" hangingPunct="0">
                <a:spcBef>
                  <a:spcPct val="0"/>
                </a:spcBef>
                <a:spcAft>
                  <a:spcPct val="0"/>
                </a:spcAft>
              </a:pPr>
              <a:endParaRPr lang="en-US" dirty="0">
                <a:latin typeface="Arial" charset="0"/>
              </a:endParaRPr>
            </a:p>
          </p:txBody>
        </p:sp>
        <p:sp>
          <p:nvSpPr>
            <p:cNvPr id="28" name="Rectangle 27">
              <a:extLst>
                <a:ext uri="{FF2B5EF4-FFF2-40B4-BE49-F238E27FC236}">
                  <a16:creationId xmlns:a16="http://schemas.microsoft.com/office/drawing/2014/main" id="{84AB55D4-5309-CF4A-801D-4FAD36B0C014}"/>
                </a:ext>
              </a:extLst>
            </p:cNvPr>
            <p:cNvSpPr/>
            <p:nvPr/>
          </p:nvSpPr>
          <p:spPr>
            <a:xfrm>
              <a:off x="4804270" y="4450826"/>
              <a:ext cx="2139495" cy="2031325"/>
            </a:xfrm>
            <a:prstGeom prst="rect">
              <a:avLst/>
            </a:prstGeom>
          </p:spPr>
          <p:txBody>
            <a:bodyPr wrap="square">
              <a:spAutoFit/>
            </a:bodyPr>
            <a:lstStyle/>
            <a:p>
              <a:pPr algn="ctr"/>
              <a:r>
                <a:rPr lang="en-US" dirty="0">
                  <a:latin typeface="Times New Roman" panose="02020603050405020304" pitchFamily="18" charset="0"/>
                  <a:cs typeface="Times New Roman" panose="02020603050405020304" pitchFamily="18" charset="0"/>
                </a:rPr>
                <a:t> </a:t>
              </a:r>
              <a:r>
                <a:rPr lang="en-US" b="1" dirty="0">
                  <a:latin typeface="Times New Roman" panose="02020603050405020304" pitchFamily="18" charset="0"/>
                  <a:cs typeface="Times New Roman" panose="02020603050405020304" pitchFamily="18" charset="0"/>
                </a:rPr>
                <a:t>Managed devices </a:t>
              </a:r>
              <a:r>
                <a:rPr lang="en-US" dirty="0">
                  <a:latin typeface="Times New Roman" panose="02020603050405020304" pitchFamily="18" charset="0"/>
                  <a:cs typeface="Times New Roman" panose="02020603050405020304" pitchFamily="18" charset="0"/>
                </a:rPr>
                <a:t>contain managed objects whose data is gathered into a </a:t>
              </a:r>
              <a:r>
                <a:rPr lang="en-US" dirty="0">
                  <a:solidFill>
                    <a:srgbClr val="00B0F0"/>
                  </a:solidFill>
                  <a:latin typeface="Times New Roman" panose="02020603050405020304" pitchFamily="18" charset="0"/>
                  <a:cs typeface="Times New Roman" panose="02020603050405020304" pitchFamily="18" charset="0"/>
                </a:rPr>
                <a:t>Management Information Base (MIB)</a:t>
              </a:r>
              <a:endParaRPr lang="en-MY" dirty="0">
                <a:solidFill>
                  <a:srgbClr val="00B0F0"/>
                </a:solidFill>
                <a:latin typeface="Times New Roman" panose="02020603050405020304" pitchFamily="18" charset="0"/>
                <a:cs typeface="Times New Roman" panose="02020603050405020304" pitchFamily="18" charset="0"/>
              </a:endParaRPr>
            </a:p>
          </p:txBody>
        </p:sp>
      </p:grpSp>
      <p:sp>
        <p:nvSpPr>
          <p:cNvPr id="29" name="Rectangle 3">
            <a:extLst>
              <a:ext uri="{FF2B5EF4-FFF2-40B4-BE49-F238E27FC236}">
                <a16:creationId xmlns:a16="http://schemas.microsoft.com/office/drawing/2014/main" id="{A8C59A73-DC46-D740-A6B0-49A759E078B3}"/>
              </a:ext>
            </a:extLst>
          </p:cNvPr>
          <p:cNvSpPr txBox="1">
            <a:spLocks noChangeArrowheads="1"/>
          </p:cNvSpPr>
          <p:nvPr/>
        </p:nvSpPr>
        <p:spPr bwMode="auto">
          <a:xfrm>
            <a:off x="1791744" y="6252751"/>
            <a:ext cx="5770977" cy="3211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65000"/>
              <a:buFont typeface="Wingdings" pitchFamily="2" charset="2"/>
              <a:buChar char="v"/>
              <a:defRPr sz="2800">
                <a:solidFill>
                  <a:schemeClr val="tx1"/>
                </a:solidFill>
                <a:latin typeface="+mn-lt"/>
                <a:ea typeface="ＭＳ Ｐゴシック" charset="0"/>
                <a:cs typeface="+mn-cs"/>
              </a:defRPr>
            </a:lvl1pPr>
            <a:lvl2pPr marL="742950" indent="-285750" algn="l" rtl="0" eaLnBrk="0" fontAlgn="base" hangingPunct="0">
              <a:lnSpc>
                <a:spcPct val="85000"/>
              </a:lnSpc>
              <a:spcBef>
                <a:spcPct val="20000"/>
              </a:spcBef>
              <a:spcAft>
                <a:spcPct val="0"/>
              </a:spcAft>
              <a:buClr>
                <a:srgbClr val="000099"/>
              </a:buClr>
              <a:buFont typeface="Wingdings" pitchFamily="2" charset="2"/>
              <a:buChar char="§"/>
              <a:defRPr sz="2400">
                <a:solidFill>
                  <a:schemeClr val="tx1"/>
                </a:solidFill>
                <a:latin typeface="+mn-lt"/>
                <a:ea typeface="Arial" charset="0"/>
                <a:cs typeface="+mn-cs"/>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Arial" charset="0"/>
                <a:cs typeface="+mn-cs"/>
              </a:defRPr>
            </a:lvl3pPr>
            <a:lvl4pPr marL="1600200" indent="-228600" algn="l" rtl="0" eaLnBrk="0" fontAlgn="base" hangingPunct="0">
              <a:spcBef>
                <a:spcPct val="20000"/>
              </a:spcBef>
              <a:spcAft>
                <a:spcPct val="0"/>
              </a:spcAft>
              <a:buChar char="–"/>
              <a:defRPr sz="2000">
                <a:solidFill>
                  <a:schemeClr val="tx1"/>
                </a:solidFill>
                <a:latin typeface="Times New Roman" pitchFamily="18" charset="0"/>
                <a:ea typeface="Arial" charset="0"/>
                <a:cs typeface="+mn-cs"/>
              </a:defRPr>
            </a:lvl4pPr>
            <a:lvl5pPr marL="2057400" indent="-228600" algn="l" rtl="0" eaLnBrk="0" fontAlgn="base" hangingPunct="0">
              <a:spcBef>
                <a:spcPct val="20000"/>
              </a:spcBef>
              <a:spcAft>
                <a:spcPct val="0"/>
              </a:spcAft>
              <a:buChar char="»"/>
              <a:defRPr sz="2000">
                <a:solidFill>
                  <a:schemeClr val="tx1"/>
                </a:solidFill>
                <a:latin typeface="Times New Roman" pitchFamily="18" charset="0"/>
                <a:ea typeface="Arial" charset="0"/>
                <a:cs typeface="+mn-cs"/>
              </a:defRPr>
            </a:lvl5pPr>
            <a:lvl6pPr marL="2514600" indent="-228600" algn="l" rtl="0" fontAlgn="base">
              <a:spcBef>
                <a:spcPct val="20000"/>
              </a:spcBef>
              <a:spcAft>
                <a:spcPct val="0"/>
              </a:spcAft>
              <a:buChar char="»"/>
              <a:defRPr sz="2000">
                <a:solidFill>
                  <a:schemeClr val="tx1"/>
                </a:solidFill>
                <a:latin typeface="Times New Roman" pitchFamily="18" charset="0"/>
                <a:cs typeface="+mn-cs"/>
              </a:defRPr>
            </a:lvl6pPr>
            <a:lvl7pPr marL="2971800" indent="-228600" algn="l" rtl="0" fontAlgn="base">
              <a:spcBef>
                <a:spcPct val="20000"/>
              </a:spcBef>
              <a:spcAft>
                <a:spcPct val="0"/>
              </a:spcAft>
              <a:buChar char="»"/>
              <a:defRPr sz="2000">
                <a:solidFill>
                  <a:schemeClr val="tx1"/>
                </a:solidFill>
                <a:latin typeface="Times New Roman" pitchFamily="18" charset="0"/>
                <a:cs typeface="+mn-cs"/>
              </a:defRPr>
            </a:lvl7pPr>
            <a:lvl8pPr marL="3429000" indent="-228600" algn="l" rtl="0" fontAlgn="base">
              <a:spcBef>
                <a:spcPct val="20000"/>
              </a:spcBef>
              <a:spcAft>
                <a:spcPct val="0"/>
              </a:spcAft>
              <a:buChar char="»"/>
              <a:defRPr sz="2000">
                <a:solidFill>
                  <a:schemeClr val="tx1"/>
                </a:solidFill>
                <a:latin typeface="Times New Roman" pitchFamily="18" charset="0"/>
                <a:cs typeface="+mn-cs"/>
              </a:defRPr>
            </a:lvl8pPr>
            <a:lvl9pPr marL="3886200" indent="-228600" algn="l" rtl="0" fontAlgn="base">
              <a:spcBef>
                <a:spcPct val="20000"/>
              </a:spcBef>
              <a:spcAft>
                <a:spcPct val="0"/>
              </a:spcAft>
              <a:buChar char="»"/>
              <a:defRPr sz="2000">
                <a:solidFill>
                  <a:schemeClr val="tx1"/>
                </a:solidFill>
                <a:latin typeface="Times New Roman" pitchFamily="18" charset="0"/>
                <a:cs typeface="+mn-cs"/>
              </a:defRPr>
            </a:lvl9pPr>
          </a:lstStyle>
          <a:p>
            <a:pPr marL="0" indent="0" algn="ctr">
              <a:buNone/>
            </a:pPr>
            <a:r>
              <a:rPr lang="en-US" sz="1800" b="1" dirty="0">
                <a:solidFill>
                  <a:srgbClr val="00B9FA"/>
                </a:solidFill>
                <a:latin typeface="Arial"/>
                <a:ea typeface="ＭＳ Ｐゴシック" pitchFamily="34" charset="-128"/>
                <a:cs typeface="Arial"/>
              </a:rPr>
              <a:t>Figure</a:t>
            </a:r>
            <a:r>
              <a:rPr lang="en-US" sz="1800" dirty="0">
                <a:latin typeface="Arial"/>
                <a:ea typeface="ＭＳ Ｐゴシック" pitchFamily="34" charset="-128"/>
                <a:cs typeface="Arial"/>
              </a:rPr>
              <a:t>: </a:t>
            </a:r>
            <a:r>
              <a:rPr lang="en-MY" sz="1800" dirty="0">
                <a:latin typeface="Arial"/>
                <a:ea typeface="ＭＳ Ｐゴシック" pitchFamily="34" charset="-128"/>
                <a:cs typeface="Arial"/>
              </a:rPr>
              <a:t>Elements of network management</a:t>
            </a:r>
            <a:endParaRPr lang="en-US" sz="1800" dirty="0">
              <a:latin typeface="Arial"/>
              <a:cs typeface="Arial"/>
            </a:endParaRPr>
          </a:p>
        </p:txBody>
      </p:sp>
      <p:sp>
        <p:nvSpPr>
          <p:cNvPr id="17" name="Slide Number Placeholder 4">
            <a:extLst>
              <a:ext uri="{FF2B5EF4-FFF2-40B4-BE49-F238E27FC236}">
                <a16:creationId xmlns:a16="http://schemas.microsoft.com/office/drawing/2014/main" id="{20951948-B008-E644-A413-AF8F2E6FBCAF}"/>
              </a:ext>
            </a:extLst>
          </p:cNvPr>
          <p:cNvSpPr>
            <a:spLocks noGrp="1"/>
          </p:cNvSpPr>
          <p:nvPr>
            <p:ph type="sldNum" sz="quarter" idx="4"/>
          </p:nvPr>
        </p:nvSpPr>
        <p:spPr>
          <a:xfrm>
            <a:off x="9219616" y="6443089"/>
            <a:ext cx="2743200" cy="365125"/>
          </a:xfrm>
        </p:spPr>
        <p:txBody>
          <a:bodyPr/>
          <a:lstStyle/>
          <a:p>
            <a:r>
              <a:rPr lang="en-US" smtClean="0"/>
              <a:t>Network Layer: 5-</a:t>
            </a:r>
            <a:fld id="{C4204591-24BD-A542-B9D5-F8D8A88D2FEE}" type="slidenum">
              <a:rPr lang="en-US" smtClean="0"/>
              <a:pPr/>
              <a:t>84</a:t>
            </a:fld>
            <a:endParaRPr lang="en-US" dirty="0"/>
          </a:p>
        </p:txBody>
      </p:sp>
    </p:spTree>
    <p:extLst>
      <p:ext uri="{BB962C8B-B14F-4D97-AF65-F5344CB8AC3E}">
        <p14:creationId xmlns:p14="http://schemas.microsoft.com/office/powerpoint/2010/main" val="28827688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64829BE-EAEB-5749-867B-1EC3359A718B}"/>
              </a:ext>
            </a:extLst>
          </p:cNvPr>
          <p:cNvSpPr>
            <a:spLocks noGrp="1"/>
          </p:cNvSpPr>
          <p:nvPr>
            <p:ph type="title"/>
          </p:nvPr>
        </p:nvSpPr>
        <p:spPr>
          <a:xfrm>
            <a:off x="717015" y="341652"/>
            <a:ext cx="10515600" cy="894622"/>
          </a:xfrm>
        </p:spPr>
        <p:txBody>
          <a:bodyPr>
            <a:normAutofit/>
          </a:bodyPr>
          <a:lstStyle/>
          <a:p>
            <a:r>
              <a:rPr lang="en-US" dirty="0"/>
              <a:t>Network operator approaches to management</a:t>
            </a:r>
          </a:p>
        </p:txBody>
      </p:sp>
      <p:sp>
        <p:nvSpPr>
          <p:cNvPr id="5" name="Slide Number Placeholder 4">
            <a:extLst>
              <a:ext uri="{FF2B5EF4-FFF2-40B4-BE49-F238E27FC236}">
                <a16:creationId xmlns:a16="http://schemas.microsoft.com/office/drawing/2014/main" id="{14672273-12F5-4F48-A433-0F71E8339AAD}"/>
              </a:ext>
            </a:extLst>
          </p:cNvPr>
          <p:cNvSpPr>
            <a:spLocks noGrp="1"/>
          </p:cNvSpPr>
          <p:nvPr>
            <p:ph type="sldNum" sz="quarter" idx="4"/>
          </p:nvPr>
        </p:nvSpPr>
        <p:spPr/>
        <p:txBody>
          <a:bodyPr/>
          <a:lstStyle/>
          <a:p>
            <a:r>
              <a:rPr lang="en-US" dirty="0"/>
              <a:t>Network Layer: 5-</a:t>
            </a:r>
            <a:fld id="{C4204591-24BD-A542-B9D5-F8D8A88D2FEE}" type="slidenum">
              <a:rPr lang="en-US" smtClean="0"/>
              <a:pPr/>
              <a:t>85</a:t>
            </a:fld>
            <a:endParaRPr lang="en-US" dirty="0"/>
          </a:p>
        </p:txBody>
      </p:sp>
      <p:sp>
        <p:nvSpPr>
          <p:cNvPr id="122" name="Freeform 2">
            <a:extLst>
              <a:ext uri="{FF2B5EF4-FFF2-40B4-BE49-F238E27FC236}">
                <a16:creationId xmlns:a16="http://schemas.microsoft.com/office/drawing/2014/main" id="{1D0FE147-08B7-0C4A-A099-FAD883AC5254}"/>
              </a:ext>
            </a:extLst>
          </p:cNvPr>
          <p:cNvSpPr>
            <a:spLocks/>
          </p:cNvSpPr>
          <p:nvPr/>
        </p:nvSpPr>
        <p:spPr bwMode="auto">
          <a:xfrm rot="16383367">
            <a:off x="7427686" y="2947494"/>
            <a:ext cx="4057421" cy="2452239"/>
          </a:xfrm>
          <a:custGeom>
            <a:avLst/>
            <a:gdLst>
              <a:gd name="T0" fmla="*/ 6 w 1794"/>
              <a:gd name="T1" fmla="*/ 483 h 933"/>
              <a:gd name="T2" fmla="*/ 108 w 1794"/>
              <a:gd name="T3" fmla="*/ 125 h 933"/>
              <a:gd name="T4" fmla="*/ 559 w 1794"/>
              <a:gd name="T5" fmla="*/ 100 h 933"/>
              <a:gd name="T6" fmla="*/ 1128 w 1794"/>
              <a:gd name="T7" fmla="*/ 29 h 933"/>
              <a:gd name="T8" fmla="*/ 1716 w 1794"/>
              <a:gd name="T9" fmla="*/ 275 h 933"/>
              <a:gd name="T10" fmla="*/ 1596 w 1794"/>
              <a:gd name="T11" fmla="*/ 827 h 933"/>
              <a:gd name="T12" fmla="*/ 1380 w 1794"/>
              <a:gd name="T13" fmla="*/ 911 h 933"/>
              <a:gd name="T14" fmla="*/ 840 w 1794"/>
              <a:gd name="T15" fmla="*/ 929 h 933"/>
              <a:gd name="T16" fmla="*/ 414 w 1794"/>
              <a:gd name="T17" fmla="*/ 911 h 933"/>
              <a:gd name="T18" fmla="*/ 143 w 1794"/>
              <a:gd name="T19" fmla="*/ 832 h 933"/>
              <a:gd name="T20" fmla="*/ 6 w 1794"/>
              <a:gd name="T21" fmla="*/ 483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9CE0FA"/>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cs typeface="ＭＳ Ｐゴシック" charset="0"/>
            </a:endParaRPr>
          </a:p>
        </p:txBody>
      </p:sp>
      <p:sp>
        <p:nvSpPr>
          <p:cNvPr id="123" name="Line 252">
            <a:extLst>
              <a:ext uri="{FF2B5EF4-FFF2-40B4-BE49-F238E27FC236}">
                <a16:creationId xmlns:a16="http://schemas.microsoft.com/office/drawing/2014/main" id="{6913E897-BB93-9344-AF33-6C15AD34C2BD}"/>
              </a:ext>
            </a:extLst>
          </p:cNvPr>
          <p:cNvSpPr>
            <a:spLocks noChangeShapeType="1"/>
          </p:cNvSpPr>
          <p:nvPr/>
        </p:nvSpPr>
        <p:spPr bwMode="auto">
          <a:xfrm flipV="1">
            <a:off x="9496090" y="3180571"/>
            <a:ext cx="338138" cy="1042987"/>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124" name="Line 254">
            <a:extLst>
              <a:ext uri="{FF2B5EF4-FFF2-40B4-BE49-F238E27FC236}">
                <a16:creationId xmlns:a16="http://schemas.microsoft.com/office/drawing/2014/main" id="{AED25EE3-AFF0-984B-92D0-62D8E298F411}"/>
              </a:ext>
            </a:extLst>
          </p:cNvPr>
          <p:cNvSpPr>
            <a:spLocks noChangeShapeType="1"/>
          </p:cNvSpPr>
          <p:nvPr/>
        </p:nvSpPr>
        <p:spPr bwMode="auto">
          <a:xfrm flipV="1">
            <a:off x="9726589" y="4134658"/>
            <a:ext cx="290202" cy="251486"/>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126" name="Line 272">
            <a:extLst>
              <a:ext uri="{FF2B5EF4-FFF2-40B4-BE49-F238E27FC236}">
                <a16:creationId xmlns:a16="http://schemas.microsoft.com/office/drawing/2014/main" id="{4D3DB148-5EA8-9047-A1B8-B0AFCF1AF882}"/>
              </a:ext>
            </a:extLst>
          </p:cNvPr>
          <p:cNvSpPr>
            <a:spLocks noChangeShapeType="1"/>
          </p:cNvSpPr>
          <p:nvPr/>
        </p:nvSpPr>
        <p:spPr bwMode="auto">
          <a:xfrm>
            <a:off x="9729453" y="4625196"/>
            <a:ext cx="373062" cy="554037"/>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179" name="Line 272">
            <a:extLst>
              <a:ext uri="{FF2B5EF4-FFF2-40B4-BE49-F238E27FC236}">
                <a16:creationId xmlns:a16="http://schemas.microsoft.com/office/drawing/2014/main" id="{CDCDCF97-149D-E14A-9653-EDBE25CA9BA6}"/>
              </a:ext>
            </a:extLst>
          </p:cNvPr>
          <p:cNvSpPr>
            <a:spLocks noChangeShapeType="1"/>
          </p:cNvSpPr>
          <p:nvPr/>
        </p:nvSpPr>
        <p:spPr bwMode="auto">
          <a:xfrm>
            <a:off x="8921415" y="3675871"/>
            <a:ext cx="371475" cy="554037"/>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180" name="Line 272">
            <a:extLst>
              <a:ext uri="{FF2B5EF4-FFF2-40B4-BE49-F238E27FC236}">
                <a16:creationId xmlns:a16="http://schemas.microsoft.com/office/drawing/2014/main" id="{217AC889-87F2-F64B-AAFE-21DBE539F943}"/>
              </a:ext>
            </a:extLst>
          </p:cNvPr>
          <p:cNvSpPr>
            <a:spLocks noChangeShapeType="1"/>
          </p:cNvSpPr>
          <p:nvPr/>
        </p:nvSpPr>
        <p:spPr bwMode="auto">
          <a:xfrm flipH="1">
            <a:off x="9135728" y="4614083"/>
            <a:ext cx="309562" cy="1023938"/>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nvGrpSpPr>
          <p:cNvPr id="355" name="Group 354">
            <a:extLst>
              <a:ext uri="{FF2B5EF4-FFF2-40B4-BE49-F238E27FC236}">
                <a16:creationId xmlns:a16="http://schemas.microsoft.com/office/drawing/2014/main" id="{FB46EAEC-6740-674A-86AA-B160C7FB22B9}"/>
              </a:ext>
            </a:extLst>
          </p:cNvPr>
          <p:cNvGrpSpPr/>
          <p:nvPr/>
        </p:nvGrpSpPr>
        <p:grpSpPr>
          <a:xfrm>
            <a:off x="7442257" y="2831027"/>
            <a:ext cx="4334676" cy="3307930"/>
            <a:chOff x="3982954" y="2808993"/>
            <a:chExt cx="4334676" cy="3307930"/>
          </a:xfrm>
        </p:grpSpPr>
        <p:sp>
          <p:nvSpPr>
            <p:cNvPr id="127" name="Text Box 333">
              <a:extLst>
                <a:ext uri="{FF2B5EF4-FFF2-40B4-BE49-F238E27FC236}">
                  <a16:creationId xmlns:a16="http://schemas.microsoft.com/office/drawing/2014/main" id="{9A14EC5D-753E-8649-8A83-064482FC36D7}"/>
                </a:ext>
              </a:extLst>
            </p:cNvPr>
            <p:cNvSpPr txBox="1">
              <a:spLocks noChangeArrowheads="1"/>
            </p:cNvSpPr>
            <p:nvPr/>
          </p:nvSpPr>
          <p:spPr bwMode="auto">
            <a:xfrm>
              <a:off x="3982954" y="5809146"/>
              <a:ext cx="1497526" cy="307777"/>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eaLnBrk="0" fontAlgn="base" hangingPunct="0">
                <a:spcBef>
                  <a:spcPct val="0"/>
                </a:spcBef>
                <a:spcAft>
                  <a:spcPct val="0"/>
                </a:spcAft>
                <a:defRPr/>
              </a:pPr>
              <a:r>
                <a:rPr lang="en-US" sz="1400" dirty="0">
                  <a:solidFill>
                    <a:srgbClr val="000000"/>
                  </a:solidFill>
                  <a:latin typeface="Arial"/>
                  <a:ea typeface="ＭＳ Ｐゴシック" charset="0"/>
                  <a:cs typeface="Arial"/>
                </a:rPr>
                <a:t>managed device</a:t>
              </a:r>
            </a:p>
          </p:txBody>
        </p:sp>
        <p:sp>
          <p:nvSpPr>
            <p:cNvPr id="128" name="Text Box 338">
              <a:extLst>
                <a:ext uri="{FF2B5EF4-FFF2-40B4-BE49-F238E27FC236}">
                  <a16:creationId xmlns:a16="http://schemas.microsoft.com/office/drawing/2014/main" id="{5BC34EFD-2998-754E-A9F6-A147D522413D}"/>
                </a:ext>
              </a:extLst>
            </p:cNvPr>
            <p:cNvSpPr txBox="1">
              <a:spLocks noChangeArrowheads="1"/>
            </p:cNvSpPr>
            <p:nvPr/>
          </p:nvSpPr>
          <p:spPr bwMode="auto">
            <a:xfrm>
              <a:off x="6589237" y="5649324"/>
              <a:ext cx="1690387"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eaLnBrk="0" fontAlgn="base" hangingPunct="0">
                <a:spcBef>
                  <a:spcPct val="0"/>
                </a:spcBef>
                <a:spcAft>
                  <a:spcPct val="0"/>
                </a:spcAft>
                <a:defRPr/>
              </a:pPr>
              <a:r>
                <a:rPr lang="en-US" sz="1600" dirty="0">
                  <a:solidFill>
                    <a:srgbClr val="000000"/>
                  </a:solidFill>
                  <a:latin typeface="Arial"/>
                  <a:ea typeface="ＭＳ Ｐゴシック" charset="0"/>
                  <a:cs typeface="Arial"/>
                </a:rPr>
                <a:t>managed device</a:t>
              </a:r>
            </a:p>
          </p:txBody>
        </p:sp>
        <p:sp>
          <p:nvSpPr>
            <p:cNvPr id="129" name="Text Box 339">
              <a:extLst>
                <a:ext uri="{FF2B5EF4-FFF2-40B4-BE49-F238E27FC236}">
                  <a16:creationId xmlns:a16="http://schemas.microsoft.com/office/drawing/2014/main" id="{E732D711-7435-AA4C-8388-75049CC05940}"/>
                </a:ext>
              </a:extLst>
            </p:cNvPr>
            <p:cNvSpPr txBox="1">
              <a:spLocks noChangeArrowheads="1"/>
            </p:cNvSpPr>
            <p:nvPr/>
          </p:nvSpPr>
          <p:spPr bwMode="auto">
            <a:xfrm>
              <a:off x="6820104" y="2808993"/>
              <a:ext cx="1497526" cy="307777"/>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eaLnBrk="0" fontAlgn="base" hangingPunct="0">
                <a:spcBef>
                  <a:spcPct val="0"/>
                </a:spcBef>
                <a:spcAft>
                  <a:spcPct val="0"/>
                </a:spcAft>
                <a:defRPr/>
              </a:pPr>
              <a:r>
                <a:rPr lang="en-US" sz="1400" dirty="0">
                  <a:solidFill>
                    <a:srgbClr val="000000"/>
                  </a:solidFill>
                  <a:latin typeface="Arial"/>
                  <a:ea typeface="ＭＳ Ｐゴシック" charset="0"/>
                  <a:cs typeface="Arial"/>
                </a:rPr>
                <a:t>managed device</a:t>
              </a:r>
            </a:p>
          </p:txBody>
        </p:sp>
        <p:sp>
          <p:nvSpPr>
            <p:cNvPr id="130" name="Text Box 340">
              <a:extLst>
                <a:ext uri="{FF2B5EF4-FFF2-40B4-BE49-F238E27FC236}">
                  <a16:creationId xmlns:a16="http://schemas.microsoft.com/office/drawing/2014/main" id="{F2F6D17E-1DBB-5742-BECB-79F1D2129DE8}"/>
                </a:ext>
              </a:extLst>
            </p:cNvPr>
            <p:cNvSpPr txBox="1">
              <a:spLocks noChangeArrowheads="1"/>
            </p:cNvSpPr>
            <p:nvPr/>
          </p:nvSpPr>
          <p:spPr bwMode="auto">
            <a:xfrm>
              <a:off x="6762275" y="4115799"/>
              <a:ext cx="1539652"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eaLnBrk="0" fontAlgn="base" hangingPunct="0">
                <a:spcBef>
                  <a:spcPct val="0"/>
                </a:spcBef>
                <a:spcAft>
                  <a:spcPct val="0"/>
                </a:spcAft>
                <a:defRPr/>
              </a:pPr>
              <a:r>
                <a:rPr lang="en-US" sz="1600" dirty="0">
                  <a:solidFill>
                    <a:srgbClr val="000000"/>
                  </a:solidFill>
                  <a:ea typeface="ＭＳ Ｐゴシック" charset="0"/>
                  <a:cs typeface="Arial"/>
                </a:rPr>
                <a:t>managed device</a:t>
              </a:r>
            </a:p>
          </p:txBody>
        </p:sp>
        <p:sp>
          <p:nvSpPr>
            <p:cNvPr id="193" name="Text Box 338">
              <a:extLst>
                <a:ext uri="{FF2B5EF4-FFF2-40B4-BE49-F238E27FC236}">
                  <a16:creationId xmlns:a16="http://schemas.microsoft.com/office/drawing/2014/main" id="{27C73C8D-E0AC-AA48-BE21-27CFAB10C4F0}"/>
                </a:ext>
              </a:extLst>
            </p:cNvPr>
            <p:cNvSpPr txBox="1">
              <a:spLocks noChangeArrowheads="1"/>
            </p:cNvSpPr>
            <p:nvPr/>
          </p:nvSpPr>
          <p:spPr bwMode="auto">
            <a:xfrm>
              <a:off x="4774160" y="4518371"/>
              <a:ext cx="1539652"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eaLnBrk="0" fontAlgn="base" hangingPunct="0">
                <a:spcBef>
                  <a:spcPct val="0"/>
                </a:spcBef>
                <a:spcAft>
                  <a:spcPct val="0"/>
                </a:spcAft>
                <a:defRPr/>
              </a:pPr>
              <a:r>
                <a:rPr lang="en-US" sz="1600" dirty="0">
                  <a:solidFill>
                    <a:srgbClr val="000000"/>
                  </a:solidFill>
                  <a:ea typeface="ＭＳ Ｐゴシック" charset="0"/>
                  <a:cs typeface="Arial"/>
                </a:rPr>
                <a:t>managed device</a:t>
              </a:r>
            </a:p>
          </p:txBody>
        </p:sp>
      </p:grpSp>
      <p:grpSp>
        <p:nvGrpSpPr>
          <p:cNvPr id="234" name="Group 906">
            <a:extLst>
              <a:ext uri="{FF2B5EF4-FFF2-40B4-BE49-F238E27FC236}">
                <a16:creationId xmlns:a16="http://schemas.microsoft.com/office/drawing/2014/main" id="{173218FC-6399-844C-A5FC-70F0E863187A}"/>
              </a:ext>
            </a:extLst>
          </p:cNvPr>
          <p:cNvGrpSpPr>
            <a:grpSpLocks/>
          </p:cNvGrpSpPr>
          <p:nvPr/>
        </p:nvGrpSpPr>
        <p:grpSpPr bwMode="auto">
          <a:xfrm>
            <a:off x="8550931" y="2782976"/>
            <a:ext cx="469569" cy="865434"/>
            <a:chOff x="4140" y="429"/>
            <a:chExt cx="1425" cy="2396"/>
          </a:xfrm>
        </p:grpSpPr>
        <p:sp>
          <p:nvSpPr>
            <p:cNvPr id="235" name="Freeform 907">
              <a:extLst>
                <a:ext uri="{FF2B5EF4-FFF2-40B4-BE49-F238E27FC236}">
                  <a16:creationId xmlns:a16="http://schemas.microsoft.com/office/drawing/2014/main" id="{9FAB3F81-75C7-914D-9B93-EE351B0446F2}"/>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6" name="Rectangle 908">
              <a:extLst>
                <a:ext uri="{FF2B5EF4-FFF2-40B4-BE49-F238E27FC236}">
                  <a16:creationId xmlns:a16="http://schemas.microsoft.com/office/drawing/2014/main" id="{5C064874-D755-8E49-857C-0099FE4F0E7C}"/>
                </a:ext>
              </a:extLst>
            </p:cNvPr>
            <p:cNvSpPr>
              <a:spLocks noChangeArrowheads="1"/>
            </p:cNvSpPr>
            <p:nvPr/>
          </p:nvSpPr>
          <p:spPr bwMode="auto">
            <a:xfrm>
              <a:off x="4208" y="429"/>
              <a:ext cx="1043"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237" name="Freeform 909">
              <a:extLst>
                <a:ext uri="{FF2B5EF4-FFF2-40B4-BE49-F238E27FC236}">
                  <a16:creationId xmlns:a16="http://schemas.microsoft.com/office/drawing/2014/main" id="{46F1CAEF-3FE8-B449-BAD5-69E0547FC497}"/>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8" name="Freeform 910">
              <a:extLst>
                <a:ext uri="{FF2B5EF4-FFF2-40B4-BE49-F238E27FC236}">
                  <a16:creationId xmlns:a16="http://schemas.microsoft.com/office/drawing/2014/main" id="{49EBF7FD-8D54-E84D-9154-BDD670C75767}"/>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9" name="Rectangle 911">
              <a:extLst>
                <a:ext uri="{FF2B5EF4-FFF2-40B4-BE49-F238E27FC236}">
                  <a16:creationId xmlns:a16="http://schemas.microsoft.com/office/drawing/2014/main" id="{372EE2EF-BCD2-4443-ACF5-0C378C8109C9}"/>
                </a:ext>
              </a:extLst>
            </p:cNvPr>
            <p:cNvSpPr>
              <a:spLocks noChangeArrowheads="1"/>
            </p:cNvSpPr>
            <p:nvPr/>
          </p:nvSpPr>
          <p:spPr bwMode="auto">
            <a:xfrm>
              <a:off x="4214" y="692"/>
              <a:ext cx="592"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nvGrpSpPr>
            <p:cNvPr id="240" name="Group 912">
              <a:extLst>
                <a:ext uri="{FF2B5EF4-FFF2-40B4-BE49-F238E27FC236}">
                  <a16:creationId xmlns:a16="http://schemas.microsoft.com/office/drawing/2014/main" id="{FCF3338F-CB82-A64A-81EC-59955AAE945C}"/>
                </a:ext>
              </a:extLst>
            </p:cNvPr>
            <p:cNvGrpSpPr>
              <a:grpSpLocks/>
            </p:cNvGrpSpPr>
            <p:nvPr/>
          </p:nvGrpSpPr>
          <p:grpSpPr bwMode="auto">
            <a:xfrm>
              <a:off x="4749" y="668"/>
              <a:ext cx="581" cy="145"/>
              <a:chOff x="614" y="2568"/>
              <a:chExt cx="725" cy="139"/>
            </a:xfrm>
          </p:grpSpPr>
          <p:sp>
            <p:nvSpPr>
              <p:cNvPr id="265" name="AutoShape 913">
                <a:extLst>
                  <a:ext uri="{FF2B5EF4-FFF2-40B4-BE49-F238E27FC236}">
                    <a16:creationId xmlns:a16="http://schemas.microsoft.com/office/drawing/2014/main" id="{88D60FCF-832E-1A44-B969-07D458E66190}"/>
                  </a:ext>
                </a:extLst>
              </p:cNvPr>
              <p:cNvSpPr>
                <a:spLocks noChangeArrowheads="1"/>
              </p:cNvSpPr>
              <p:nvPr/>
            </p:nvSpPr>
            <p:spPr bwMode="auto">
              <a:xfrm>
                <a:off x="616" y="2565"/>
                <a:ext cx="724" cy="12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266" name="AutoShape 914">
                <a:extLst>
                  <a:ext uri="{FF2B5EF4-FFF2-40B4-BE49-F238E27FC236}">
                    <a16:creationId xmlns:a16="http://schemas.microsoft.com/office/drawing/2014/main" id="{3CA233AF-C996-524D-95B6-D7E376A97A93}"/>
                  </a:ext>
                </a:extLst>
              </p:cNvPr>
              <p:cNvSpPr>
                <a:spLocks noChangeArrowheads="1"/>
              </p:cNvSpPr>
              <p:nvPr/>
            </p:nvSpPr>
            <p:spPr bwMode="auto">
              <a:xfrm>
                <a:off x="632" y="2584"/>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sp>
          <p:nvSpPr>
            <p:cNvPr id="241" name="Rectangle 915">
              <a:extLst>
                <a:ext uri="{FF2B5EF4-FFF2-40B4-BE49-F238E27FC236}">
                  <a16:creationId xmlns:a16="http://schemas.microsoft.com/office/drawing/2014/main" id="{EF67602A-37BC-AD49-8EC0-B575B3C81904}"/>
                </a:ext>
              </a:extLst>
            </p:cNvPr>
            <p:cNvSpPr>
              <a:spLocks noChangeArrowheads="1"/>
            </p:cNvSpPr>
            <p:nvPr/>
          </p:nvSpPr>
          <p:spPr bwMode="auto">
            <a:xfrm>
              <a:off x="4226" y="1020"/>
              <a:ext cx="592"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nvGrpSpPr>
            <p:cNvPr id="242" name="Group 916">
              <a:extLst>
                <a:ext uri="{FF2B5EF4-FFF2-40B4-BE49-F238E27FC236}">
                  <a16:creationId xmlns:a16="http://schemas.microsoft.com/office/drawing/2014/main" id="{958461CF-B0D9-5542-AA6D-7D6740C4CADD}"/>
                </a:ext>
              </a:extLst>
            </p:cNvPr>
            <p:cNvGrpSpPr>
              <a:grpSpLocks/>
            </p:cNvGrpSpPr>
            <p:nvPr/>
          </p:nvGrpSpPr>
          <p:grpSpPr bwMode="auto">
            <a:xfrm>
              <a:off x="4747" y="994"/>
              <a:ext cx="581" cy="134"/>
              <a:chOff x="614" y="2568"/>
              <a:chExt cx="725" cy="139"/>
            </a:xfrm>
          </p:grpSpPr>
          <p:sp>
            <p:nvSpPr>
              <p:cNvPr id="263" name="AutoShape 917">
                <a:extLst>
                  <a:ext uri="{FF2B5EF4-FFF2-40B4-BE49-F238E27FC236}">
                    <a16:creationId xmlns:a16="http://schemas.microsoft.com/office/drawing/2014/main" id="{AB63DC5A-C1D7-9246-A6C0-B8AA8775A9CB}"/>
                  </a:ext>
                </a:extLst>
              </p:cNvPr>
              <p:cNvSpPr>
                <a:spLocks noChangeArrowheads="1"/>
              </p:cNvSpPr>
              <p:nvPr/>
            </p:nvSpPr>
            <p:spPr bwMode="auto">
              <a:xfrm>
                <a:off x="611" y="2568"/>
                <a:ext cx="731" cy="13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264" name="AutoShape 918">
                <a:extLst>
                  <a:ext uri="{FF2B5EF4-FFF2-40B4-BE49-F238E27FC236}">
                    <a16:creationId xmlns:a16="http://schemas.microsoft.com/office/drawing/2014/main" id="{F1D4CACD-4644-B542-BADD-AF8AD946D59A}"/>
                  </a:ext>
                </a:extLst>
              </p:cNvPr>
              <p:cNvSpPr>
                <a:spLocks noChangeArrowheads="1"/>
              </p:cNvSpPr>
              <p:nvPr/>
            </p:nvSpPr>
            <p:spPr bwMode="auto">
              <a:xfrm>
                <a:off x="626" y="2581"/>
                <a:ext cx="700"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sp>
          <p:nvSpPr>
            <p:cNvPr id="243" name="Rectangle 919">
              <a:extLst>
                <a:ext uri="{FF2B5EF4-FFF2-40B4-BE49-F238E27FC236}">
                  <a16:creationId xmlns:a16="http://schemas.microsoft.com/office/drawing/2014/main" id="{5082B175-26EB-8D49-B96A-36D94547F927}"/>
                </a:ext>
              </a:extLst>
            </p:cNvPr>
            <p:cNvSpPr>
              <a:spLocks noChangeArrowheads="1"/>
            </p:cNvSpPr>
            <p:nvPr/>
          </p:nvSpPr>
          <p:spPr bwMode="auto">
            <a:xfrm>
              <a:off x="4214" y="1361"/>
              <a:ext cx="598"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244" name="Rectangle 920">
              <a:extLst>
                <a:ext uri="{FF2B5EF4-FFF2-40B4-BE49-F238E27FC236}">
                  <a16:creationId xmlns:a16="http://schemas.microsoft.com/office/drawing/2014/main" id="{9C770928-ADB0-984E-946B-B0AF9397C305}"/>
                </a:ext>
              </a:extLst>
            </p:cNvPr>
            <p:cNvSpPr>
              <a:spLocks noChangeArrowheads="1"/>
            </p:cNvSpPr>
            <p:nvPr/>
          </p:nvSpPr>
          <p:spPr bwMode="auto">
            <a:xfrm>
              <a:off x="4226" y="1657"/>
              <a:ext cx="598"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nvGrpSpPr>
            <p:cNvPr id="245" name="Group 921">
              <a:extLst>
                <a:ext uri="{FF2B5EF4-FFF2-40B4-BE49-F238E27FC236}">
                  <a16:creationId xmlns:a16="http://schemas.microsoft.com/office/drawing/2014/main" id="{843272DA-1C7D-E24B-86DC-1D5DF8C901E1}"/>
                </a:ext>
              </a:extLst>
            </p:cNvPr>
            <p:cNvGrpSpPr>
              <a:grpSpLocks/>
            </p:cNvGrpSpPr>
            <p:nvPr/>
          </p:nvGrpSpPr>
          <p:grpSpPr bwMode="auto">
            <a:xfrm>
              <a:off x="4735" y="1627"/>
              <a:ext cx="582" cy="151"/>
              <a:chOff x="614" y="2568"/>
              <a:chExt cx="725" cy="139"/>
            </a:xfrm>
          </p:grpSpPr>
          <p:sp>
            <p:nvSpPr>
              <p:cNvPr id="261" name="AutoShape 922">
                <a:extLst>
                  <a:ext uri="{FF2B5EF4-FFF2-40B4-BE49-F238E27FC236}">
                    <a16:creationId xmlns:a16="http://schemas.microsoft.com/office/drawing/2014/main" id="{4B46CF35-53B2-8044-BF5F-DEA6BC7AEE29}"/>
                  </a:ext>
                </a:extLst>
              </p:cNvPr>
              <p:cNvSpPr>
                <a:spLocks noChangeArrowheads="1"/>
              </p:cNvSpPr>
              <p:nvPr/>
            </p:nvSpPr>
            <p:spPr bwMode="auto">
              <a:xfrm>
                <a:off x="611" y="2571"/>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262" name="AutoShape 923">
                <a:extLst>
                  <a:ext uri="{FF2B5EF4-FFF2-40B4-BE49-F238E27FC236}">
                    <a16:creationId xmlns:a16="http://schemas.microsoft.com/office/drawing/2014/main" id="{74445663-700C-8C49-829C-DF9345F98DA1}"/>
                  </a:ext>
                </a:extLst>
              </p:cNvPr>
              <p:cNvSpPr>
                <a:spLocks noChangeArrowheads="1"/>
              </p:cNvSpPr>
              <p:nvPr/>
            </p:nvSpPr>
            <p:spPr bwMode="auto">
              <a:xfrm>
                <a:off x="626" y="2589"/>
                <a:ext cx="699"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sp>
          <p:nvSpPr>
            <p:cNvPr id="246" name="Freeform 924">
              <a:extLst>
                <a:ext uri="{FF2B5EF4-FFF2-40B4-BE49-F238E27FC236}">
                  <a16:creationId xmlns:a16="http://schemas.microsoft.com/office/drawing/2014/main" id="{99865A8C-D62E-804A-8253-61698D4B5C95}"/>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247" name="Group 925">
              <a:extLst>
                <a:ext uri="{FF2B5EF4-FFF2-40B4-BE49-F238E27FC236}">
                  <a16:creationId xmlns:a16="http://schemas.microsoft.com/office/drawing/2014/main" id="{2C2A25DD-D467-604E-853A-430D6DD93376}"/>
                </a:ext>
              </a:extLst>
            </p:cNvPr>
            <p:cNvGrpSpPr>
              <a:grpSpLocks/>
            </p:cNvGrpSpPr>
            <p:nvPr/>
          </p:nvGrpSpPr>
          <p:grpSpPr bwMode="auto">
            <a:xfrm>
              <a:off x="4739" y="1327"/>
              <a:ext cx="582" cy="139"/>
              <a:chOff x="614" y="2568"/>
              <a:chExt cx="725" cy="139"/>
            </a:xfrm>
          </p:grpSpPr>
          <p:sp>
            <p:nvSpPr>
              <p:cNvPr id="259" name="AutoShape 926">
                <a:extLst>
                  <a:ext uri="{FF2B5EF4-FFF2-40B4-BE49-F238E27FC236}">
                    <a16:creationId xmlns:a16="http://schemas.microsoft.com/office/drawing/2014/main" id="{262B4234-C129-C247-93B0-E630B6E0EEB2}"/>
                  </a:ext>
                </a:extLst>
              </p:cNvPr>
              <p:cNvSpPr>
                <a:spLocks noChangeArrowheads="1"/>
              </p:cNvSpPr>
              <p:nvPr/>
            </p:nvSpPr>
            <p:spPr bwMode="auto">
              <a:xfrm>
                <a:off x="613" y="2569"/>
                <a:ext cx="715"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260" name="AutoShape 927">
                <a:extLst>
                  <a:ext uri="{FF2B5EF4-FFF2-40B4-BE49-F238E27FC236}">
                    <a16:creationId xmlns:a16="http://schemas.microsoft.com/office/drawing/2014/main" id="{C3E86622-0056-564D-997D-8D2A67CF6A2F}"/>
                  </a:ext>
                </a:extLst>
              </p:cNvPr>
              <p:cNvSpPr>
                <a:spLocks noChangeArrowheads="1"/>
              </p:cNvSpPr>
              <p:nvPr/>
            </p:nvSpPr>
            <p:spPr bwMode="auto">
              <a:xfrm>
                <a:off x="629" y="2582"/>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sp>
          <p:nvSpPr>
            <p:cNvPr id="248" name="Rectangle 928">
              <a:extLst>
                <a:ext uri="{FF2B5EF4-FFF2-40B4-BE49-F238E27FC236}">
                  <a16:creationId xmlns:a16="http://schemas.microsoft.com/office/drawing/2014/main" id="{DC63B649-481F-4247-8191-DCC70135676D}"/>
                </a:ext>
              </a:extLst>
            </p:cNvPr>
            <p:cNvSpPr>
              <a:spLocks noChangeArrowheads="1"/>
            </p:cNvSpPr>
            <p:nvPr/>
          </p:nvSpPr>
          <p:spPr bwMode="auto">
            <a:xfrm>
              <a:off x="5250" y="429"/>
              <a:ext cx="68" cy="2291"/>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249" name="Freeform 929">
              <a:extLst>
                <a:ext uri="{FF2B5EF4-FFF2-40B4-BE49-F238E27FC236}">
                  <a16:creationId xmlns:a16="http://schemas.microsoft.com/office/drawing/2014/main" id="{65F170AB-F287-FE42-83E1-55CD52508329}"/>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0" name="Freeform 930">
              <a:extLst>
                <a:ext uri="{FF2B5EF4-FFF2-40B4-BE49-F238E27FC236}">
                  <a16:creationId xmlns:a16="http://schemas.microsoft.com/office/drawing/2014/main" id="{5E4EF1AA-2F52-1047-82A1-23273F8DEE28}"/>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1" name="Oval 931">
              <a:extLst>
                <a:ext uri="{FF2B5EF4-FFF2-40B4-BE49-F238E27FC236}">
                  <a16:creationId xmlns:a16="http://schemas.microsoft.com/office/drawing/2014/main" id="{2230452E-F139-3746-8866-D20332F08196}"/>
                </a:ext>
              </a:extLst>
            </p:cNvPr>
            <p:cNvSpPr>
              <a:spLocks noChangeArrowheads="1"/>
            </p:cNvSpPr>
            <p:nvPr/>
          </p:nvSpPr>
          <p:spPr bwMode="auto">
            <a:xfrm>
              <a:off x="5516" y="2608"/>
              <a:ext cx="49" cy="98"/>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252" name="Freeform 932">
              <a:extLst>
                <a:ext uri="{FF2B5EF4-FFF2-40B4-BE49-F238E27FC236}">
                  <a16:creationId xmlns:a16="http://schemas.microsoft.com/office/drawing/2014/main" id="{AC0FF1B9-AE2B-204E-BD36-7B5B59D913D6}"/>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3" name="AutoShape 933">
              <a:extLst>
                <a:ext uri="{FF2B5EF4-FFF2-40B4-BE49-F238E27FC236}">
                  <a16:creationId xmlns:a16="http://schemas.microsoft.com/office/drawing/2014/main" id="{6369C9A5-CBA7-4A4F-AC9C-23D6B3D48785}"/>
                </a:ext>
              </a:extLst>
            </p:cNvPr>
            <p:cNvSpPr>
              <a:spLocks noChangeArrowheads="1"/>
            </p:cNvSpPr>
            <p:nvPr/>
          </p:nvSpPr>
          <p:spPr bwMode="auto">
            <a:xfrm>
              <a:off x="4140" y="2681"/>
              <a:ext cx="1197" cy="144"/>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254" name="AutoShape 934">
              <a:extLst>
                <a:ext uri="{FF2B5EF4-FFF2-40B4-BE49-F238E27FC236}">
                  <a16:creationId xmlns:a16="http://schemas.microsoft.com/office/drawing/2014/main" id="{A6318CFB-9064-AD4A-84CC-ABFCC22E6B3F}"/>
                </a:ext>
              </a:extLst>
            </p:cNvPr>
            <p:cNvSpPr>
              <a:spLocks noChangeArrowheads="1"/>
            </p:cNvSpPr>
            <p:nvPr/>
          </p:nvSpPr>
          <p:spPr bwMode="auto">
            <a:xfrm>
              <a:off x="4208" y="2713"/>
              <a:ext cx="1067"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255" name="Oval 935">
              <a:extLst>
                <a:ext uri="{FF2B5EF4-FFF2-40B4-BE49-F238E27FC236}">
                  <a16:creationId xmlns:a16="http://schemas.microsoft.com/office/drawing/2014/main" id="{9880FA92-2062-A44C-A810-CA2159CC8D0B}"/>
                </a:ext>
              </a:extLst>
            </p:cNvPr>
            <p:cNvSpPr>
              <a:spLocks noChangeArrowheads="1"/>
            </p:cNvSpPr>
            <p:nvPr/>
          </p:nvSpPr>
          <p:spPr bwMode="auto">
            <a:xfrm>
              <a:off x="4307" y="2385"/>
              <a:ext cx="160"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256" name="Oval 936">
              <a:extLst>
                <a:ext uri="{FF2B5EF4-FFF2-40B4-BE49-F238E27FC236}">
                  <a16:creationId xmlns:a16="http://schemas.microsoft.com/office/drawing/2014/main" id="{0157C707-BF68-B542-B859-848D7A4793DB}"/>
                </a:ext>
              </a:extLst>
            </p:cNvPr>
            <p:cNvSpPr>
              <a:spLocks noChangeArrowheads="1"/>
            </p:cNvSpPr>
            <p:nvPr/>
          </p:nvSpPr>
          <p:spPr bwMode="auto">
            <a:xfrm>
              <a:off x="4485" y="2385"/>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FF0000"/>
                </a:solidFill>
                <a:effectLst/>
                <a:uLnTx/>
                <a:uFillTx/>
                <a:latin typeface="Arial"/>
                <a:ea typeface="ＭＳ Ｐゴシック" charset="0"/>
                <a:cs typeface="Arial"/>
              </a:endParaRPr>
            </a:p>
          </p:txBody>
        </p:sp>
        <p:sp>
          <p:nvSpPr>
            <p:cNvPr id="257" name="Oval 937">
              <a:extLst>
                <a:ext uri="{FF2B5EF4-FFF2-40B4-BE49-F238E27FC236}">
                  <a16:creationId xmlns:a16="http://schemas.microsoft.com/office/drawing/2014/main" id="{F294F69C-A1CC-5947-8010-B4B39AE87752}"/>
                </a:ext>
              </a:extLst>
            </p:cNvPr>
            <p:cNvSpPr>
              <a:spLocks noChangeArrowheads="1"/>
            </p:cNvSpPr>
            <p:nvPr/>
          </p:nvSpPr>
          <p:spPr bwMode="auto">
            <a:xfrm>
              <a:off x="4664" y="2379"/>
              <a:ext cx="154"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258" name="Rectangle 938">
              <a:extLst>
                <a:ext uri="{FF2B5EF4-FFF2-40B4-BE49-F238E27FC236}">
                  <a16:creationId xmlns:a16="http://schemas.microsoft.com/office/drawing/2014/main" id="{EAAA3B6E-2D50-9248-9BC9-C0BEC39AAF92}"/>
                </a:ext>
              </a:extLst>
            </p:cNvPr>
            <p:cNvSpPr>
              <a:spLocks noChangeArrowheads="1"/>
            </p:cNvSpPr>
            <p:nvPr/>
          </p:nvSpPr>
          <p:spPr bwMode="auto">
            <a:xfrm>
              <a:off x="5059" y="1834"/>
              <a:ext cx="86"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grpSp>
        <p:nvGrpSpPr>
          <p:cNvPr id="140" name="Group 906">
            <a:extLst>
              <a:ext uri="{FF2B5EF4-FFF2-40B4-BE49-F238E27FC236}">
                <a16:creationId xmlns:a16="http://schemas.microsoft.com/office/drawing/2014/main" id="{F5F36708-6858-2345-B74F-F940F6D34AD9}"/>
              </a:ext>
            </a:extLst>
          </p:cNvPr>
          <p:cNvGrpSpPr>
            <a:grpSpLocks/>
          </p:cNvGrpSpPr>
          <p:nvPr/>
        </p:nvGrpSpPr>
        <p:grpSpPr bwMode="auto">
          <a:xfrm>
            <a:off x="9973928" y="5172883"/>
            <a:ext cx="366712" cy="579438"/>
            <a:chOff x="4140" y="429"/>
            <a:chExt cx="1425" cy="2396"/>
          </a:xfrm>
        </p:grpSpPr>
        <p:sp>
          <p:nvSpPr>
            <p:cNvPr id="141" name="Freeform 907">
              <a:extLst>
                <a:ext uri="{FF2B5EF4-FFF2-40B4-BE49-F238E27FC236}">
                  <a16:creationId xmlns:a16="http://schemas.microsoft.com/office/drawing/2014/main" id="{8AB058CC-22A9-094F-A296-F257630C3394}"/>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2" name="Rectangle 908">
              <a:extLst>
                <a:ext uri="{FF2B5EF4-FFF2-40B4-BE49-F238E27FC236}">
                  <a16:creationId xmlns:a16="http://schemas.microsoft.com/office/drawing/2014/main" id="{B2E19B36-017A-174D-83CE-76FFFDC91330}"/>
                </a:ext>
              </a:extLst>
            </p:cNvPr>
            <p:cNvSpPr>
              <a:spLocks noChangeArrowheads="1"/>
            </p:cNvSpPr>
            <p:nvPr/>
          </p:nvSpPr>
          <p:spPr bwMode="auto">
            <a:xfrm>
              <a:off x="4208" y="429"/>
              <a:ext cx="1043"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143" name="Freeform 909">
              <a:extLst>
                <a:ext uri="{FF2B5EF4-FFF2-40B4-BE49-F238E27FC236}">
                  <a16:creationId xmlns:a16="http://schemas.microsoft.com/office/drawing/2014/main" id="{C3D02D38-7B2B-694C-81F7-D302105513E7}"/>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4" name="Freeform 910">
              <a:extLst>
                <a:ext uri="{FF2B5EF4-FFF2-40B4-BE49-F238E27FC236}">
                  <a16:creationId xmlns:a16="http://schemas.microsoft.com/office/drawing/2014/main" id="{8E4D3BA4-D4ED-4D4C-B80B-E3FDF146E5F1}"/>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5" name="Rectangle 911">
              <a:extLst>
                <a:ext uri="{FF2B5EF4-FFF2-40B4-BE49-F238E27FC236}">
                  <a16:creationId xmlns:a16="http://schemas.microsoft.com/office/drawing/2014/main" id="{6439C382-7998-8A46-84B9-5C42602A0BDC}"/>
                </a:ext>
              </a:extLst>
            </p:cNvPr>
            <p:cNvSpPr>
              <a:spLocks noChangeArrowheads="1"/>
            </p:cNvSpPr>
            <p:nvPr/>
          </p:nvSpPr>
          <p:spPr bwMode="auto">
            <a:xfrm>
              <a:off x="4214" y="692"/>
              <a:ext cx="592"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nvGrpSpPr>
            <p:cNvPr id="146" name="Group 912">
              <a:extLst>
                <a:ext uri="{FF2B5EF4-FFF2-40B4-BE49-F238E27FC236}">
                  <a16:creationId xmlns:a16="http://schemas.microsoft.com/office/drawing/2014/main" id="{D391F7BB-D435-8B48-BD55-8ACD22723C5F}"/>
                </a:ext>
              </a:extLst>
            </p:cNvPr>
            <p:cNvGrpSpPr>
              <a:grpSpLocks/>
            </p:cNvGrpSpPr>
            <p:nvPr/>
          </p:nvGrpSpPr>
          <p:grpSpPr bwMode="auto">
            <a:xfrm>
              <a:off x="4749" y="668"/>
              <a:ext cx="581" cy="145"/>
              <a:chOff x="614" y="2568"/>
              <a:chExt cx="725" cy="139"/>
            </a:xfrm>
          </p:grpSpPr>
          <p:sp>
            <p:nvSpPr>
              <p:cNvPr id="171" name="AutoShape 913">
                <a:extLst>
                  <a:ext uri="{FF2B5EF4-FFF2-40B4-BE49-F238E27FC236}">
                    <a16:creationId xmlns:a16="http://schemas.microsoft.com/office/drawing/2014/main" id="{2CEFA40D-644E-2D44-A85F-B3EBEB1C3D04}"/>
                  </a:ext>
                </a:extLst>
              </p:cNvPr>
              <p:cNvSpPr>
                <a:spLocks noChangeArrowheads="1"/>
              </p:cNvSpPr>
              <p:nvPr/>
            </p:nvSpPr>
            <p:spPr bwMode="auto">
              <a:xfrm>
                <a:off x="616" y="2565"/>
                <a:ext cx="724" cy="12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172" name="AutoShape 914">
                <a:extLst>
                  <a:ext uri="{FF2B5EF4-FFF2-40B4-BE49-F238E27FC236}">
                    <a16:creationId xmlns:a16="http://schemas.microsoft.com/office/drawing/2014/main" id="{138D1CC5-3C53-E34B-B85C-710AB82FF799}"/>
                  </a:ext>
                </a:extLst>
              </p:cNvPr>
              <p:cNvSpPr>
                <a:spLocks noChangeArrowheads="1"/>
              </p:cNvSpPr>
              <p:nvPr/>
            </p:nvSpPr>
            <p:spPr bwMode="auto">
              <a:xfrm>
                <a:off x="632" y="2584"/>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sp>
          <p:nvSpPr>
            <p:cNvPr id="147" name="Rectangle 915">
              <a:extLst>
                <a:ext uri="{FF2B5EF4-FFF2-40B4-BE49-F238E27FC236}">
                  <a16:creationId xmlns:a16="http://schemas.microsoft.com/office/drawing/2014/main" id="{75B5BC8D-A4D6-324A-B5BF-C1BD434C10D6}"/>
                </a:ext>
              </a:extLst>
            </p:cNvPr>
            <p:cNvSpPr>
              <a:spLocks noChangeArrowheads="1"/>
            </p:cNvSpPr>
            <p:nvPr/>
          </p:nvSpPr>
          <p:spPr bwMode="auto">
            <a:xfrm>
              <a:off x="4226" y="1020"/>
              <a:ext cx="592"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nvGrpSpPr>
            <p:cNvPr id="148" name="Group 916">
              <a:extLst>
                <a:ext uri="{FF2B5EF4-FFF2-40B4-BE49-F238E27FC236}">
                  <a16:creationId xmlns:a16="http://schemas.microsoft.com/office/drawing/2014/main" id="{A57AF53C-81B6-1A49-9B07-6EB1C569190D}"/>
                </a:ext>
              </a:extLst>
            </p:cNvPr>
            <p:cNvGrpSpPr>
              <a:grpSpLocks/>
            </p:cNvGrpSpPr>
            <p:nvPr/>
          </p:nvGrpSpPr>
          <p:grpSpPr bwMode="auto">
            <a:xfrm>
              <a:off x="4747" y="994"/>
              <a:ext cx="581" cy="134"/>
              <a:chOff x="614" y="2568"/>
              <a:chExt cx="725" cy="139"/>
            </a:xfrm>
          </p:grpSpPr>
          <p:sp>
            <p:nvSpPr>
              <p:cNvPr id="169" name="AutoShape 917">
                <a:extLst>
                  <a:ext uri="{FF2B5EF4-FFF2-40B4-BE49-F238E27FC236}">
                    <a16:creationId xmlns:a16="http://schemas.microsoft.com/office/drawing/2014/main" id="{5F1800E2-0820-8A4D-AAC7-45E488E91131}"/>
                  </a:ext>
                </a:extLst>
              </p:cNvPr>
              <p:cNvSpPr>
                <a:spLocks noChangeArrowheads="1"/>
              </p:cNvSpPr>
              <p:nvPr/>
            </p:nvSpPr>
            <p:spPr bwMode="auto">
              <a:xfrm>
                <a:off x="611" y="2568"/>
                <a:ext cx="731" cy="13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170" name="AutoShape 918">
                <a:extLst>
                  <a:ext uri="{FF2B5EF4-FFF2-40B4-BE49-F238E27FC236}">
                    <a16:creationId xmlns:a16="http://schemas.microsoft.com/office/drawing/2014/main" id="{1A520FE1-24BC-AD44-AEDD-EC6425DE12CD}"/>
                  </a:ext>
                </a:extLst>
              </p:cNvPr>
              <p:cNvSpPr>
                <a:spLocks noChangeArrowheads="1"/>
              </p:cNvSpPr>
              <p:nvPr/>
            </p:nvSpPr>
            <p:spPr bwMode="auto">
              <a:xfrm>
                <a:off x="626" y="2581"/>
                <a:ext cx="700"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sp>
          <p:nvSpPr>
            <p:cNvPr id="149" name="Rectangle 919">
              <a:extLst>
                <a:ext uri="{FF2B5EF4-FFF2-40B4-BE49-F238E27FC236}">
                  <a16:creationId xmlns:a16="http://schemas.microsoft.com/office/drawing/2014/main" id="{CA89BF72-87DF-D24D-9AE1-CD4710EB990B}"/>
                </a:ext>
              </a:extLst>
            </p:cNvPr>
            <p:cNvSpPr>
              <a:spLocks noChangeArrowheads="1"/>
            </p:cNvSpPr>
            <p:nvPr/>
          </p:nvSpPr>
          <p:spPr bwMode="auto">
            <a:xfrm>
              <a:off x="4214" y="1361"/>
              <a:ext cx="598"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150" name="Rectangle 920">
              <a:extLst>
                <a:ext uri="{FF2B5EF4-FFF2-40B4-BE49-F238E27FC236}">
                  <a16:creationId xmlns:a16="http://schemas.microsoft.com/office/drawing/2014/main" id="{085A8733-A497-554A-AB7B-D5A1AF64A234}"/>
                </a:ext>
              </a:extLst>
            </p:cNvPr>
            <p:cNvSpPr>
              <a:spLocks noChangeArrowheads="1"/>
            </p:cNvSpPr>
            <p:nvPr/>
          </p:nvSpPr>
          <p:spPr bwMode="auto">
            <a:xfrm>
              <a:off x="4226" y="1657"/>
              <a:ext cx="598"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nvGrpSpPr>
            <p:cNvPr id="151" name="Group 921">
              <a:extLst>
                <a:ext uri="{FF2B5EF4-FFF2-40B4-BE49-F238E27FC236}">
                  <a16:creationId xmlns:a16="http://schemas.microsoft.com/office/drawing/2014/main" id="{1105FE4F-B615-EC4E-8ABB-ED368A8322EC}"/>
                </a:ext>
              </a:extLst>
            </p:cNvPr>
            <p:cNvGrpSpPr>
              <a:grpSpLocks/>
            </p:cNvGrpSpPr>
            <p:nvPr/>
          </p:nvGrpSpPr>
          <p:grpSpPr bwMode="auto">
            <a:xfrm>
              <a:off x="4735" y="1627"/>
              <a:ext cx="582" cy="151"/>
              <a:chOff x="614" y="2568"/>
              <a:chExt cx="725" cy="139"/>
            </a:xfrm>
          </p:grpSpPr>
          <p:sp>
            <p:nvSpPr>
              <p:cNvPr id="167" name="AutoShape 922">
                <a:extLst>
                  <a:ext uri="{FF2B5EF4-FFF2-40B4-BE49-F238E27FC236}">
                    <a16:creationId xmlns:a16="http://schemas.microsoft.com/office/drawing/2014/main" id="{1E0537B8-885D-D745-A7D5-29374562BA5A}"/>
                  </a:ext>
                </a:extLst>
              </p:cNvPr>
              <p:cNvSpPr>
                <a:spLocks noChangeArrowheads="1"/>
              </p:cNvSpPr>
              <p:nvPr/>
            </p:nvSpPr>
            <p:spPr bwMode="auto">
              <a:xfrm>
                <a:off x="611" y="2571"/>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168" name="AutoShape 923">
                <a:extLst>
                  <a:ext uri="{FF2B5EF4-FFF2-40B4-BE49-F238E27FC236}">
                    <a16:creationId xmlns:a16="http://schemas.microsoft.com/office/drawing/2014/main" id="{1936BEAB-A526-134C-AE61-81FAEC2ADFB2}"/>
                  </a:ext>
                </a:extLst>
              </p:cNvPr>
              <p:cNvSpPr>
                <a:spLocks noChangeArrowheads="1"/>
              </p:cNvSpPr>
              <p:nvPr/>
            </p:nvSpPr>
            <p:spPr bwMode="auto">
              <a:xfrm>
                <a:off x="626" y="2589"/>
                <a:ext cx="699"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sp>
          <p:nvSpPr>
            <p:cNvPr id="152" name="Freeform 924">
              <a:extLst>
                <a:ext uri="{FF2B5EF4-FFF2-40B4-BE49-F238E27FC236}">
                  <a16:creationId xmlns:a16="http://schemas.microsoft.com/office/drawing/2014/main" id="{164C338E-555C-6E4B-92D9-2362A1BAF49B}"/>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53" name="Group 925">
              <a:extLst>
                <a:ext uri="{FF2B5EF4-FFF2-40B4-BE49-F238E27FC236}">
                  <a16:creationId xmlns:a16="http://schemas.microsoft.com/office/drawing/2014/main" id="{8AB75955-5444-B748-A07D-0C69AF6E3546}"/>
                </a:ext>
              </a:extLst>
            </p:cNvPr>
            <p:cNvGrpSpPr>
              <a:grpSpLocks/>
            </p:cNvGrpSpPr>
            <p:nvPr/>
          </p:nvGrpSpPr>
          <p:grpSpPr bwMode="auto">
            <a:xfrm>
              <a:off x="4739" y="1327"/>
              <a:ext cx="582" cy="139"/>
              <a:chOff x="614" y="2568"/>
              <a:chExt cx="725" cy="139"/>
            </a:xfrm>
          </p:grpSpPr>
          <p:sp>
            <p:nvSpPr>
              <p:cNvPr id="165" name="AutoShape 926">
                <a:extLst>
                  <a:ext uri="{FF2B5EF4-FFF2-40B4-BE49-F238E27FC236}">
                    <a16:creationId xmlns:a16="http://schemas.microsoft.com/office/drawing/2014/main" id="{68DCD5E8-676E-6B40-9716-3C861B5CE010}"/>
                  </a:ext>
                </a:extLst>
              </p:cNvPr>
              <p:cNvSpPr>
                <a:spLocks noChangeArrowheads="1"/>
              </p:cNvSpPr>
              <p:nvPr/>
            </p:nvSpPr>
            <p:spPr bwMode="auto">
              <a:xfrm>
                <a:off x="613" y="2569"/>
                <a:ext cx="715"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166" name="AutoShape 927">
                <a:extLst>
                  <a:ext uri="{FF2B5EF4-FFF2-40B4-BE49-F238E27FC236}">
                    <a16:creationId xmlns:a16="http://schemas.microsoft.com/office/drawing/2014/main" id="{5EFA084C-2B25-274A-A4C8-4D92B614A101}"/>
                  </a:ext>
                </a:extLst>
              </p:cNvPr>
              <p:cNvSpPr>
                <a:spLocks noChangeArrowheads="1"/>
              </p:cNvSpPr>
              <p:nvPr/>
            </p:nvSpPr>
            <p:spPr bwMode="auto">
              <a:xfrm>
                <a:off x="629" y="2582"/>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sp>
          <p:nvSpPr>
            <p:cNvPr id="154" name="Rectangle 928">
              <a:extLst>
                <a:ext uri="{FF2B5EF4-FFF2-40B4-BE49-F238E27FC236}">
                  <a16:creationId xmlns:a16="http://schemas.microsoft.com/office/drawing/2014/main" id="{E96115C3-FB7C-5A42-BCAC-28721129F416}"/>
                </a:ext>
              </a:extLst>
            </p:cNvPr>
            <p:cNvSpPr>
              <a:spLocks noChangeArrowheads="1"/>
            </p:cNvSpPr>
            <p:nvPr/>
          </p:nvSpPr>
          <p:spPr bwMode="auto">
            <a:xfrm>
              <a:off x="5250" y="429"/>
              <a:ext cx="68" cy="2291"/>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155" name="Freeform 929">
              <a:extLst>
                <a:ext uri="{FF2B5EF4-FFF2-40B4-BE49-F238E27FC236}">
                  <a16:creationId xmlns:a16="http://schemas.microsoft.com/office/drawing/2014/main" id="{099B7B3F-764F-F444-820C-4E04327DEEFF}"/>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6" name="Freeform 930">
              <a:extLst>
                <a:ext uri="{FF2B5EF4-FFF2-40B4-BE49-F238E27FC236}">
                  <a16:creationId xmlns:a16="http://schemas.microsoft.com/office/drawing/2014/main" id="{3AAE54F6-234E-6E49-B930-A478EEBBEDA4}"/>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7" name="Oval 931">
              <a:extLst>
                <a:ext uri="{FF2B5EF4-FFF2-40B4-BE49-F238E27FC236}">
                  <a16:creationId xmlns:a16="http://schemas.microsoft.com/office/drawing/2014/main" id="{D8DBC382-34E4-A94D-BD33-E73AAE2FFD02}"/>
                </a:ext>
              </a:extLst>
            </p:cNvPr>
            <p:cNvSpPr>
              <a:spLocks noChangeArrowheads="1"/>
            </p:cNvSpPr>
            <p:nvPr/>
          </p:nvSpPr>
          <p:spPr bwMode="auto">
            <a:xfrm>
              <a:off x="5516" y="2608"/>
              <a:ext cx="49" cy="98"/>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158" name="Freeform 932">
              <a:extLst>
                <a:ext uri="{FF2B5EF4-FFF2-40B4-BE49-F238E27FC236}">
                  <a16:creationId xmlns:a16="http://schemas.microsoft.com/office/drawing/2014/main" id="{02E37BA0-58BA-D340-BBCB-771B7F73BA21}"/>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9" name="AutoShape 933">
              <a:extLst>
                <a:ext uri="{FF2B5EF4-FFF2-40B4-BE49-F238E27FC236}">
                  <a16:creationId xmlns:a16="http://schemas.microsoft.com/office/drawing/2014/main" id="{7A11C832-52E2-B24F-B855-7BB84806A69A}"/>
                </a:ext>
              </a:extLst>
            </p:cNvPr>
            <p:cNvSpPr>
              <a:spLocks noChangeArrowheads="1"/>
            </p:cNvSpPr>
            <p:nvPr/>
          </p:nvSpPr>
          <p:spPr bwMode="auto">
            <a:xfrm>
              <a:off x="4140" y="2681"/>
              <a:ext cx="1197" cy="144"/>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160" name="AutoShape 934">
              <a:extLst>
                <a:ext uri="{FF2B5EF4-FFF2-40B4-BE49-F238E27FC236}">
                  <a16:creationId xmlns:a16="http://schemas.microsoft.com/office/drawing/2014/main" id="{DD7E797A-94DF-C14F-A293-ECD616BE3EE9}"/>
                </a:ext>
              </a:extLst>
            </p:cNvPr>
            <p:cNvSpPr>
              <a:spLocks noChangeArrowheads="1"/>
            </p:cNvSpPr>
            <p:nvPr/>
          </p:nvSpPr>
          <p:spPr bwMode="auto">
            <a:xfrm>
              <a:off x="4208" y="2713"/>
              <a:ext cx="1067"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161" name="Oval 935">
              <a:extLst>
                <a:ext uri="{FF2B5EF4-FFF2-40B4-BE49-F238E27FC236}">
                  <a16:creationId xmlns:a16="http://schemas.microsoft.com/office/drawing/2014/main" id="{F8E0CD42-1375-4B44-A45E-3FF513700686}"/>
                </a:ext>
              </a:extLst>
            </p:cNvPr>
            <p:cNvSpPr>
              <a:spLocks noChangeArrowheads="1"/>
            </p:cNvSpPr>
            <p:nvPr/>
          </p:nvSpPr>
          <p:spPr bwMode="auto">
            <a:xfrm>
              <a:off x="4307" y="2385"/>
              <a:ext cx="160"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162" name="Oval 936">
              <a:extLst>
                <a:ext uri="{FF2B5EF4-FFF2-40B4-BE49-F238E27FC236}">
                  <a16:creationId xmlns:a16="http://schemas.microsoft.com/office/drawing/2014/main" id="{B8C9B57C-1451-C147-8513-C69705F7D685}"/>
                </a:ext>
              </a:extLst>
            </p:cNvPr>
            <p:cNvSpPr>
              <a:spLocks noChangeArrowheads="1"/>
            </p:cNvSpPr>
            <p:nvPr/>
          </p:nvSpPr>
          <p:spPr bwMode="auto">
            <a:xfrm>
              <a:off x="4485" y="2385"/>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FF0000"/>
                </a:solidFill>
                <a:effectLst/>
                <a:uLnTx/>
                <a:uFillTx/>
                <a:latin typeface="Arial"/>
                <a:ea typeface="ＭＳ Ｐゴシック" charset="0"/>
                <a:cs typeface="Arial"/>
              </a:endParaRPr>
            </a:p>
          </p:txBody>
        </p:sp>
        <p:sp>
          <p:nvSpPr>
            <p:cNvPr id="163" name="Oval 937">
              <a:extLst>
                <a:ext uri="{FF2B5EF4-FFF2-40B4-BE49-F238E27FC236}">
                  <a16:creationId xmlns:a16="http://schemas.microsoft.com/office/drawing/2014/main" id="{006E60AD-0FA7-A842-A62D-50F9E1041ACA}"/>
                </a:ext>
              </a:extLst>
            </p:cNvPr>
            <p:cNvSpPr>
              <a:spLocks noChangeArrowheads="1"/>
            </p:cNvSpPr>
            <p:nvPr/>
          </p:nvSpPr>
          <p:spPr bwMode="auto">
            <a:xfrm>
              <a:off x="4664" y="2379"/>
              <a:ext cx="154"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164" name="Rectangle 938">
              <a:extLst>
                <a:ext uri="{FF2B5EF4-FFF2-40B4-BE49-F238E27FC236}">
                  <a16:creationId xmlns:a16="http://schemas.microsoft.com/office/drawing/2014/main" id="{92049753-196F-6840-ADF3-9EA380D9ACCF}"/>
                </a:ext>
              </a:extLst>
            </p:cNvPr>
            <p:cNvSpPr>
              <a:spLocks noChangeArrowheads="1"/>
            </p:cNvSpPr>
            <p:nvPr/>
          </p:nvSpPr>
          <p:spPr bwMode="auto">
            <a:xfrm>
              <a:off x="5059" y="1834"/>
              <a:ext cx="86"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grpSp>
        <p:nvGrpSpPr>
          <p:cNvPr id="293" name="Group 292">
            <a:extLst>
              <a:ext uri="{FF2B5EF4-FFF2-40B4-BE49-F238E27FC236}">
                <a16:creationId xmlns:a16="http://schemas.microsoft.com/office/drawing/2014/main" id="{62783107-F170-1847-82B9-DD434F3EF8D6}"/>
              </a:ext>
            </a:extLst>
          </p:cNvPr>
          <p:cNvGrpSpPr/>
          <p:nvPr/>
        </p:nvGrpSpPr>
        <p:grpSpPr>
          <a:xfrm>
            <a:off x="8732734" y="5561377"/>
            <a:ext cx="683116" cy="378456"/>
            <a:chOff x="7493876" y="2774731"/>
            <a:chExt cx="1481958" cy="894622"/>
          </a:xfrm>
        </p:grpSpPr>
        <p:sp>
          <p:nvSpPr>
            <p:cNvPr id="294" name="Freeform 293">
              <a:extLst>
                <a:ext uri="{FF2B5EF4-FFF2-40B4-BE49-F238E27FC236}">
                  <a16:creationId xmlns:a16="http://schemas.microsoft.com/office/drawing/2014/main" id="{EF5F3E20-D4BC-C442-BACD-59C30DB1202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95" name="Oval 294">
              <a:extLst>
                <a:ext uri="{FF2B5EF4-FFF2-40B4-BE49-F238E27FC236}">
                  <a16:creationId xmlns:a16="http://schemas.microsoft.com/office/drawing/2014/main" id="{986FC04E-A28E-1649-9FEE-CC9FA6FE1CC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96" name="Group 295">
              <a:extLst>
                <a:ext uri="{FF2B5EF4-FFF2-40B4-BE49-F238E27FC236}">
                  <a16:creationId xmlns:a16="http://schemas.microsoft.com/office/drawing/2014/main" id="{A2C573AD-669C-5A41-AD35-FA2DDD7C3691}"/>
                </a:ext>
              </a:extLst>
            </p:cNvPr>
            <p:cNvGrpSpPr/>
            <p:nvPr/>
          </p:nvGrpSpPr>
          <p:grpSpPr>
            <a:xfrm>
              <a:off x="7713663" y="2848339"/>
              <a:ext cx="1042107" cy="425543"/>
              <a:chOff x="7786941" y="2884917"/>
              <a:chExt cx="897649" cy="353919"/>
            </a:xfrm>
          </p:grpSpPr>
          <p:sp>
            <p:nvSpPr>
              <p:cNvPr id="297" name="Freeform 296">
                <a:extLst>
                  <a:ext uri="{FF2B5EF4-FFF2-40B4-BE49-F238E27FC236}">
                    <a16:creationId xmlns:a16="http://schemas.microsoft.com/office/drawing/2014/main" id="{97FC19DE-1413-0C41-8566-1994B58AF4D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8" name="Freeform 297">
                <a:extLst>
                  <a:ext uri="{FF2B5EF4-FFF2-40B4-BE49-F238E27FC236}">
                    <a16:creationId xmlns:a16="http://schemas.microsoft.com/office/drawing/2014/main" id="{5E359D18-9303-A740-A20F-6A15E34217F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9" name="Freeform 298">
                <a:extLst>
                  <a:ext uri="{FF2B5EF4-FFF2-40B4-BE49-F238E27FC236}">
                    <a16:creationId xmlns:a16="http://schemas.microsoft.com/office/drawing/2014/main" id="{BCCF5A99-B8F1-0348-9EE3-FF3FDF9BE64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0" name="Freeform 299">
                <a:extLst>
                  <a:ext uri="{FF2B5EF4-FFF2-40B4-BE49-F238E27FC236}">
                    <a16:creationId xmlns:a16="http://schemas.microsoft.com/office/drawing/2014/main" id="{39962976-4CE3-E24A-B309-E8A8187A4C2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327" name="Straight Connector 326">
            <a:extLst>
              <a:ext uri="{FF2B5EF4-FFF2-40B4-BE49-F238E27FC236}">
                <a16:creationId xmlns:a16="http://schemas.microsoft.com/office/drawing/2014/main" id="{8DCD6551-40AC-A340-B0BF-F6A9F6F0C2CC}"/>
              </a:ext>
            </a:extLst>
          </p:cNvPr>
          <p:cNvCxnSpPr/>
          <p:nvPr/>
        </p:nvCxnSpPr>
        <p:spPr>
          <a:xfrm>
            <a:off x="10652863" y="4065510"/>
            <a:ext cx="46313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9" name="Straight Connector 328">
            <a:extLst>
              <a:ext uri="{FF2B5EF4-FFF2-40B4-BE49-F238E27FC236}">
                <a16:creationId xmlns:a16="http://schemas.microsoft.com/office/drawing/2014/main" id="{A8B75330-359B-D541-885D-83BE95DAD881}"/>
              </a:ext>
            </a:extLst>
          </p:cNvPr>
          <p:cNvCxnSpPr/>
          <p:nvPr/>
        </p:nvCxnSpPr>
        <p:spPr>
          <a:xfrm>
            <a:off x="9251576" y="5941812"/>
            <a:ext cx="237507" cy="23750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54" name="Group 353">
            <a:extLst>
              <a:ext uri="{FF2B5EF4-FFF2-40B4-BE49-F238E27FC236}">
                <a16:creationId xmlns:a16="http://schemas.microsoft.com/office/drawing/2014/main" id="{F2EB30FB-0257-0440-9B83-5B89E862072C}"/>
              </a:ext>
            </a:extLst>
          </p:cNvPr>
          <p:cNvGrpSpPr/>
          <p:nvPr/>
        </p:nvGrpSpPr>
        <p:grpSpPr>
          <a:xfrm>
            <a:off x="7082865" y="1939828"/>
            <a:ext cx="4834638" cy="3974275"/>
            <a:chOff x="3623562" y="1917794"/>
            <a:chExt cx="4834638" cy="3974275"/>
          </a:xfrm>
        </p:grpSpPr>
        <p:grpSp>
          <p:nvGrpSpPr>
            <p:cNvPr id="353" name="Group 352">
              <a:extLst>
                <a:ext uri="{FF2B5EF4-FFF2-40B4-BE49-F238E27FC236}">
                  <a16:creationId xmlns:a16="http://schemas.microsoft.com/office/drawing/2014/main" id="{98503159-7269-8546-938D-7F77BBA117C9}"/>
                </a:ext>
              </a:extLst>
            </p:cNvPr>
            <p:cNvGrpSpPr/>
            <p:nvPr/>
          </p:nvGrpSpPr>
          <p:grpSpPr>
            <a:xfrm>
              <a:off x="6599795" y="1917794"/>
              <a:ext cx="1615044" cy="1104405"/>
              <a:chOff x="6599795" y="1917794"/>
              <a:chExt cx="1615044" cy="1104405"/>
            </a:xfrm>
          </p:grpSpPr>
          <p:sp>
            <p:nvSpPr>
              <p:cNvPr id="301" name="Freeform 300">
                <a:extLst>
                  <a:ext uri="{FF2B5EF4-FFF2-40B4-BE49-F238E27FC236}">
                    <a16:creationId xmlns:a16="http://schemas.microsoft.com/office/drawing/2014/main" id="{21F3A2F2-5A40-F749-8DC9-CB08A393F493}"/>
                  </a:ext>
                </a:extLst>
              </p:cNvPr>
              <p:cNvSpPr/>
              <p:nvPr/>
            </p:nvSpPr>
            <p:spPr>
              <a:xfrm>
                <a:off x="6599795" y="2131549"/>
                <a:ext cx="1615044" cy="890650"/>
              </a:xfrm>
              <a:custGeom>
                <a:avLst/>
                <a:gdLst>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5044" h="890650">
                    <a:moveTo>
                      <a:pt x="0" y="641268"/>
                    </a:moveTo>
                    <a:cubicBezTo>
                      <a:pt x="320633" y="380011"/>
                      <a:pt x="308759" y="285008"/>
                      <a:pt x="285007" y="0"/>
                    </a:cubicBezTo>
                    <a:lnTo>
                      <a:pt x="1615044" y="83128"/>
                    </a:lnTo>
                    <a:cubicBezTo>
                      <a:pt x="823355" y="399803"/>
                      <a:pt x="625433" y="502723"/>
                      <a:pt x="166254" y="890650"/>
                    </a:cubicBezTo>
                    <a:lnTo>
                      <a:pt x="0" y="641268"/>
                    </a:lnTo>
                    <a:close/>
                  </a:path>
                </a:pathLst>
              </a:custGeom>
              <a:gradFill>
                <a:gsLst>
                  <a:gs pos="0">
                    <a:schemeClr val="bg1">
                      <a:alpha val="72000"/>
                    </a:schemeClr>
                  </a:gs>
                  <a:gs pos="99000">
                    <a:schemeClr val="bg1">
                      <a:lumMod val="95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8" name="Oval 306">
                <a:extLst>
                  <a:ext uri="{FF2B5EF4-FFF2-40B4-BE49-F238E27FC236}">
                    <a16:creationId xmlns:a16="http://schemas.microsoft.com/office/drawing/2014/main" id="{C1331E49-6949-294D-BD12-9DA72EB36542}"/>
                  </a:ext>
                </a:extLst>
              </p:cNvPr>
              <p:cNvSpPr>
                <a:spLocks noChangeArrowheads="1"/>
              </p:cNvSpPr>
              <p:nvPr/>
            </p:nvSpPr>
            <p:spPr bwMode="auto">
              <a:xfrm>
                <a:off x="6893234" y="1917794"/>
                <a:ext cx="1293812" cy="545006"/>
              </a:xfrm>
              <a:prstGeom prst="ellipse">
                <a:avLst/>
              </a:prstGeom>
              <a:solidFill>
                <a:schemeClr val="bg1">
                  <a:lumMod val="95000"/>
                </a:schemeClr>
              </a:solidFill>
              <a:ln w="19050">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189" name="Text Box 302">
                <a:extLst>
                  <a:ext uri="{FF2B5EF4-FFF2-40B4-BE49-F238E27FC236}">
                    <a16:creationId xmlns:a16="http://schemas.microsoft.com/office/drawing/2014/main" id="{75A9BE49-3746-8248-B87D-60068DF94368}"/>
                  </a:ext>
                </a:extLst>
              </p:cNvPr>
              <p:cNvSpPr txBox="1">
                <a:spLocks noChangeArrowheads="1"/>
              </p:cNvSpPr>
              <p:nvPr/>
            </p:nvSpPr>
            <p:spPr bwMode="auto">
              <a:xfrm>
                <a:off x="6925808" y="2038751"/>
                <a:ext cx="633945" cy="307777"/>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a:ea typeface="ＭＳ Ｐゴシック" charset="0"/>
                    <a:cs typeface="Arial"/>
                  </a:rPr>
                  <a:t>agent</a:t>
                </a:r>
              </a:p>
            </p:txBody>
          </p:sp>
          <p:grpSp>
            <p:nvGrpSpPr>
              <p:cNvPr id="268" name="Group 267">
                <a:extLst>
                  <a:ext uri="{FF2B5EF4-FFF2-40B4-BE49-F238E27FC236}">
                    <a16:creationId xmlns:a16="http://schemas.microsoft.com/office/drawing/2014/main" id="{300D8DCA-AE3F-664F-B284-840D7CAB6124}"/>
                  </a:ext>
                </a:extLst>
              </p:cNvPr>
              <p:cNvGrpSpPr/>
              <p:nvPr/>
            </p:nvGrpSpPr>
            <p:grpSpPr>
              <a:xfrm>
                <a:off x="7524624" y="2012797"/>
                <a:ext cx="533735" cy="344384"/>
                <a:chOff x="7290003" y="1864426"/>
                <a:chExt cx="533735" cy="344384"/>
              </a:xfrm>
            </p:grpSpPr>
            <p:sp>
              <p:nvSpPr>
                <p:cNvPr id="267" name="Can 266">
                  <a:extLst>
                    <a:ext uri="{FF2B5EF4-FFF2-40B4-BE49-F238E27FC236}">
                      <a16:creationId xmlns:a16="http://schemas.microsoft.com/office/drawing/2014/main" id="{127AA489-B99A-914A-AA31-4CC1983CDB79}"/>
                    </a:ext>
                  </a:extLst>
                </p:cNvPr>
                <p:cNvSpPr/>
                <p:nvPr/>
              </p:nvSpPr>
              <p:spPr>
                <a:xfrm>
                  <a:off x="7338951" y="1864426"/>
                  <a:ext cx="427511" cy="344384"/>
                </a:xfrm>
                <a:prstGeom prst="can">
                  <a:avLst/>
                </a:prstGeom>
                <a:solidFill>
                  <a:schemeClr val="accent1">
                    <a:lumMod val="20000"/>
                    <a:lumOff val="8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2" name="Text Box 305">
                  <a:extLst>
                    <a:ext uri="{FF2B5EF4-FFF2-40B4-BE49-F238E27FC236}">
                      <a16:creationId xmlns:a16="http://schemas.microsoft.com/office/drawing/2014/main" id="{6DA72DB0-C614-724C-8C4D-84173619A778}"/>
                    </a:ext>
                  </a:extLst>
                </p:cNvPr>
                <p:cNvSpPr txBox="1">
                  <a:spLocks noChangeArrowheads="1"/>
                </p:cNvSpPr>
                <p:nvPr/>
              </p:nvSpPr>
              <p:spPr bwMode="auto">
                <a:xfrm>
                  <a:off x="7290003" y="1889518"/>
                  <a:ext cx="533735" cy="307649"/>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A8"/>
                      </a:solidFill>
                      <a:effectLst/>
                      <a:uLnTx/>
                      <a:uFillTx/>
                      <a:latin typeface="Arial"/>
                      <a:ea typeface="ＭＳ Ｐゴシック" charset="0"/>
                      <a:cs typeface="Arial"/>
                    </a:rPr>
                    <a:t>data</a:t>
                  </a:r>
                </a:p>
              </p:txBody>
            </p:sp>
          </p:grpSp>
        </p:grpSp>
        <p:grpSp>
          <p:nvGrpSpPr>
            <p:cNvPr id="351" name="Group 350">
              <a:extLst>
                <a:ext uri="{FF2B5EF4-FFF2-40B4-BE49-F238E27FC236}">
                  <a16:creationId xmlns:a16="http://schemas.microsoft.com/office/drawing/2014/main" id="{0B399AF3-B41F-2245-B53D-8AD0FB017F57}"/>
                </a:ext>
              </a:extLst>
            </p:cNvPr>
            <p:cNvGrpSpPr/>
            <p:nvPr/>
          </p:nvGrpSpPr>
          <p:grpSpPr>
            <a:xfrm>
              <a:off x="6752194" y="4789643"/>
              <a:ext cx="1646629" cy="914399"/>
              <a:chOff x="6752194" y="4789643"/>
              <a:chExt cx="1646629" cy="914399"/>
            </a:xfrm>
          </p:grpSpPr>
          <p:sp>
            <p:nvSpPr>
              <p:cNvPr id="312" name="Freeform 311">
                <a:extLst>
                  <a:ext uri="{FF2B5EF4-FFF2-40B4-BE49-F238E27FC236}">
                    <a16:creationId xmlns:a16="http://schemas.microsoft.com/office/drawing/2014/main" id="{BC32BAA3-10B6-2D49-970C-2F8FD93BF0C8}"/>
                  </a:ext>
                </a:extLst>
              </p:cNvPr>
              <p:cNvSpPr/>
              <p:nvPr/>
            </p:nvSpPr>
            <p:spPr>
              <a:xfrm>
                <a:off x="6752194" y="5003397"/>
                <a:ext cx="1294411" cy="700645"/>
              </a:xfrm>
              <a:custGeom>
                <a:avLst/>
                <a:gdLst>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4411" h="700645">
                    <a:moveTo>
                      <a:pt x="59377" y="463138"/>
                    </a:moveTo>
                    <a:cubicBezTo>
                      <a:pt x="285008" y="380011"/>
                      <a:pt x="368136" y="285008"/>
                      <a:pt x="344384" y="0"/>
                    </a:cubicBezTo>
                    <a:lnTo>
                      <a:pt x="1294411" y="296884"/>
                    </a:lnTo>
                    <a:cubicBezTo>
                      <a:pt x="407720" y="530432"/>
                      <a:pt x="601683" y="455221"/>
                      <a:pt x="0" y="700645"/>
                    </a:cubicBezTo>
                    <a:lnTo>
                      <a:pt x="59377" y="463138"/>
                    </a:lnTo>
                    <a:close/>
                  </a:path>
                </a:pathLst>
              </a:custGeom>
              <a:gradFill>
                <a:gsLst>
                  <a:gs pos="0">
                    <a:schemeClr val="bg1">
                      <a:alpha val="80000"/>
                    </a:schemeClr>
                  </a:gs>
                  <a:gs pos="100000">
                    <a:schemeClr val="bg1">
                      <a:lumMod val="85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3" name="Oval 306">
                <a:extLst>
                  <a:ext uri="{FF2B5EF4-FFF2-40B4-BE49-F238E27FC236}">
                    <a16:creationId xmlns:a16="http://schemas.microsoft.com/office/drawing/2014/main" id="{D0086292-F5A0-3D43-9848-5DA11A462DC7}"/>
                  </a:ext>
                </a:extLst>
              </p:cNvPr>
              <p:cNvSpPr>
                <a:spLocks noChangeArrowheads="1"/>
              </p:cNvSpPr>
              <p:nvPr/>
            </p:nvSpPr>
            <p:spPr bwMode="auto">
              <a:xfrm>
                <a:off x="7105011" y="4789643"/>
                <a:ext cx="1293812" cy="545006"/>
              </a:xfrm>
              <a:prstGeom prst="ellipse">
                <a:avLst/>
              </a:prstGeom>
              <a:solidFill>
                <a:schemeClr val="bg1">
                  <a:lumMod val="95000"/>
                </a:schemeClr>
              </a:solidFill>
              <a:ln w="19050">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314" name="Text Box 302">
                <a:extLst>
                  <a:ext uri="{FF2B5EF4-FFF2-40B4-BE49-F238E27FC236}">
                    <a16:creationId xmlns:a16="http://schemas.microsoft.com/office/drawing/2014/main" id="{C0589A43-6BE2-4048-B48A-674AA2316D0A}"/>
                  </a:ext>
                </a:extLst>
              </p:cNvPr>
              <p:cNvSpPr txBox="1">
                <a:spLocks noChangeArrowheads="1"/>
              </p:cNvSpPr>
              <p:nvPr/>
            </p:nvSpPr>
            <p:spPr bwMode="auto">
              <a:xfrm>
                <a:off x="7137585" y="4910600"/>
                <a:ext cx="633945" cy="307777"/>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a:ea typeface="ＭＳ Ｐゴシック" charset="0"/>
                    <a:cs typeface="Arial"/>
                  </a:rPr>
                  <a:t>agent</a:t>
                </a:r>
              </a:p>
            </p:txBody>
          </p:sp>
          <p:grpSp>
            <p:nvGrpSpPr>
              <p:cNvPr id="315" name="Group 314">
                <a:extLst>
                  <a:ext uri="{FF2B5EF4-FFF2-40B4-BE49-F238E27FC236}">
                    <a16:creationId xmlns:a16="http://schemas.microsoft.com/office/drawing/2014/main" id="{B4A98685-03BD-1548-A9AD-2325D2126565}"/>
                  </a:ext>
                </a:extLst>
              </p:cNvPr>
              <p:cNvGrpSpPr/>
              <p:nvPr/>
            </p:nvGrpSpPr>
            <p:grpSpPr>
              <a:xfrm>
                <a:off x="7736401" y="4884646"/>
                <a:ext cx="533735" cy="344384"/>
                <a:chOff x="7290003" y="1864426"/>
                <a:chExt cx="533735" cy="344384"/>
              </a:xfrm>
            </p:grpSpPr>
            <p:sp>
              <p:nvSpPr>
                <p:cNvPr id="316" name="Can 315">
                  <a:extLst>
                    <a:ext uri="{FF2B5EF4-FFF2-40B4-BE49-F238E27FC236}">
                      <a16:creationId xmlns:a16="http://schemas.microsoft.com/office/drawing/2014/main" id="{BEC12876-C00A-3345-8660-E4A5472BAA2B}"/>
                    </a:ext>
                  </a:extLst>
                </p:cNvPr>
                <p:cNvSpPr/>
                <p:nvPr/>
              </p:nvSpPr>
              <p:spPr>
                <a:xfrm>
                  <a:off x="7338951" y="1864426"/>
                  <a:ext cx="427511" cy="344384"/>
                </a:xfrm>
                <a:prstGeom prst="can">
                  <a:avLst/>
                </a:prstGeom>
                <a:solidFill>
                  <a:schemeClr val="accent1">
                    <a:lumMod val="20000"/>
                    <a:lumOff val="8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7" name="Text Box 305">
                  <a:extLst>
                    <a:ext uri="{FF2B5EF4-FFF2-40B4-BE49-F238E27FC236}">
                      <a16:creationId xmlns:a16="http://schemas.microsoft.com/office/drawing/2014/main" id="{5C0A977A-DEFF-D347-B4D2-E6A31D23BD0B}"/>
                    </a:ext>
                  </a:extLst>
                </p:cNvPr>
                <p:cNvSpPr txBox="1">
                  <a:spLocks noChangeArrowheads="1"/>
                </p:cNvSpPr>
                <p:nvPr/>
              </p:nvSpPr>
              <p:spPr bwMode="auto">
                <a:xfrm>
                  <a:off x="7290003" y="1889518"/>
                  <a:ext cx="533735" cy="307649"/>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A8"/>
                      </a:solidFill>
                      <a:effectLst/>
                      <a:uLnTx/>
                      <a:uFillTx/>
                      <a:latin typeface="Arial"/>
                      <a:ea typeface="ＭＳ Ｐゴシック" charset="0"/>
                      <a:cs typeface="Arial"/>
                    </a:rPr>
                    <a:t>data</a:t>
                  </a:r>
                </a:p>
              </p:txBody>
            </p:sp>
          </p:grpSp>
        </p:grpSp>
        <p:grpSp>
          <p:nvGrpSpPr>
            <p:cNvPr id="350" name="Group 349">
              <a:extLst>
                <a:ext uri="{FF2B5EF4-FFF2-40B4-BE49-F238E27FC236}">
                  <a16:creationId xmlns:a16="http://schemas.microsoft.com/office/drawing/2014/main" id="{65FA4AC1-63D1-4C49-9664-C68D15981EAD}"/>
                </a:ext>
              </a:extLst>
            </p:cNvPr>
            <p:cNvGrpSpPr/>
            <p:nvPr/>
          </p:nvGrpSpPr>
          <p:grpSpPr>
            <a:xfrm>
              <a:off x="3623562" y="5108298"/>
              <a:ext cx="1784742" cy="783771"/>
              <a:chOff x="3623562" y="5108298"/>
              <a:chExt cx="1784742" cy="783771"/>
            </a:xfrm>
          </p:grpSpPr>
          <p:sp>
            <p:nvSpPr>
              <p:cNvPr id="319" name="Freeform 318">
                <a:extLst>
                  <a:ext uri="{FF2B5EF4-FFF2-40B4-BE49-F238E27FC236}">
                    <a16:creationId xmlns:a16="http://schemas.microsoft.com/office/drawing/2014/main" id="{52DBAB91-18CB-8944-B638-1ECE818830DB}"/>
                  </a:ext>
                </a:extLst>
              </p:cNvPr>
              <p:cNvSpPr/>
              <p:nvPr/>
            </p:nvSpPr>
            <p:spPr>
              <a:xfrm flipH="1">
                <a:off x="4018890" y="5238925"/>
                <a:ext cx="1389414" cy="653144"/>
              </a:xfrm>
              <a:custGeom>
                <a:avLst/>
                <a:gdLst>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9414" h="653144">
                    <a:moveTo>
                      <a:pt x="59377" y="415637"/>
                    </a:moveTo>
                    <a:cubicBezTo>
                      <a:pt x="285008" y="332510"/>
                      <a:pt x="320635" y="320634"/>
                      <a:pt x="605641" y="0"/>
                    </a:cubicBezTo>
                    <a:lnTo>
                      <a:pt x="1389414" y="391887"/>
                    </a:lnTo>
                    <a:cubicBezTo>
                      <a:pt x="395845" y="482932"/>
                      <a:pt x="601683" y="407720"/>
                      <a:pt x="0" y="653144"/>
                    </a:cubicBezTo>
                    <a:lnTo>
                      <a:pt x="59377" y="415637"/>
                    </a:lnTo>
                    <a:close/>
                  </a:path>
                </a:pathLst>
              </a:custGeom>
              <a:gradFill>
                <a:gsLst>
                  <a:gs pos="0">
                    <a:schemeClr val="bg1">
                      <a:alpha val="56000"/>
                    </a:schemeClr>
                  </a:gs>
                  <a:gs pos="100000">
                    <a:schemeClr val="bg1">
                      <a:lumMod val="8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0" name="Oval 306">
                <a:extLst>
                  <a:ext uri="{FF2B5EF4-FFF2-40B4-BE49-F238E27FC236}">
                    <a16:creationId xmlns:a16="http://schemas.microsoft.com/office/drawing/2014/main" id="{0D5767D2-E254-6C48-A6AE-9449867C506B}"/>
                  </a:ext>
                </a:extLst>
              </p:cNvPr>
              <p:cNvSpPr>
                <a:spLocks noChangeArrowheads="1"/>
              </p:cNvSpPr>
              <p:nvPr/>
            </p:nvSpPr>
            <p:spPr bwMode="auto">
              <a:xfrm>
                <a:off x="3623562" y="5108298"/>
                <a:ext cx="1293812" cy="545006"/>
              </a:xfrm>
              <a:prstGeom prst="ellipse">
                <a:avLst/>
              </a:prstGeom>
              <a:solidFill>
                <a:schemeClr val="bg1">
                  <a:lumMod val="95000"/>
                </a:schemeClr>
              </a:solidFill>
              <a:ln w="19050">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321" name="Text Box 302">
                <a:extLst>
                  <a:ext uri="{FF2B5EF4-FFF2-40B4-BE49-F238E27FC236}">
                    <a16:creationId xmlns:a16="http://schemas.microsoft.com/office/drawing/2014/main" id="{602F1303-18D9-F844-8639-AAC33D82813B}"/>
                  </a:ext>
                </a:extLst>
              </p:cNvPr>
              <p:cNvSpPr txBox="1">
                <a:spLocks noChangeArrowheads="1"/>
              </p:cNvSpPr>
              <p:nvPr/>
            </p:nvSpPr>
            <p:spPr bwMode="auto">
              <a:xfrm>
                <a:off x="3656136" y="5229255"/>
                <a:ext cx="633945" cy="307777"/>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a:ea typeface="ＭＳ Ｐゴシック" charset="0"/>
                    <a:cs typeface="Arial"/>
                  </a:rPr>
                  <a:t>agent</a:t>
                </a:r>
              </a:p>
            </p:txBody>
          </p:sp>
          <p:grpSp>
            <p:nvGrpSpPr>
              <p:cNvPr id="322" name="Group 321">
                <a:extLst>
                  <a:ext uri="{FF2B5EF4-FFF2-40B4-BE49-F238E27FC236}">
                    <a16:creationId xmlns:a16="http://schemas.microsoft.com/office/drawing/2014/main" id="{9399649B-7A2F-554C-82AD-F4B1AD5B42A6}"/>
                  </a:ext>
                </a:extLst>
              </p:cNvPr>
              <p:cNvGrpSpPr/>
              <p:nvPr/>
            </p:nvGrpSpPr>
            <p:grpSpPr>
              <a:xfrm>
                <a:off x="4254952" y="5203301"/>
                <a:ext cx="533735" cy="344384"/>
                <a:chOff x="7290003" y="1864426"/>
                <a:chExt cx="533735" cy="344384"/>
              </a:xfrm>
            </p:grpSpPr>
            <p:sp>
              <p:nvSpPr>
                <p:cNvPr id="323" name="Can 322">
                  <a:extLst>
                    <a:ext uri="{FF2B5EF4-FFF2-40B4-BE49-F238E27FC236}">
                      <a16:creationId xmlns:a16="http://schemas.microsoft.com/office/drawing/2014/main" id="{F854262E-7886-3241-8D11-A5E6E60EA1C7}"/>
                    </a:ext>
                  </a:extLst>
                </p:cNvPr>
                <p:cNvSpPr/>
                <p:nvPr/>
              </p:nvSpPr>
              <p:spPr>
                <a:xfrm>
                  <a:off x="7338951" y="1864426"/>
                  <a:ext cx="427511" cy="344384"/>
                </a:xfrm>
                <a:prstGeom prst="can">
                  <a:avLst/>
                </a:prstGeom>
                <a:solidFill>
                  <a:schemeClr val="accent1">
                    <a:lumMod val="20000"/>
                    <a:lumOff val="8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4" name="Text Box 305">
                  <a:extLst>
                    <a:ext uri="{FF2B5EF4-FFF2-40B4-BE49-F238E27FC236}">
                      <a16:creationId xmlns:a16="http://schemas.microsoft.com/office/drawing/2014/main" id="{D3254243-5BF2-B44B-896A-66CA5C3A2B51}"/>
                    </a:ext>
                  </a:extLst>
                </p:cNvPr>
                <p:cNvSpPr txBox="1">
                  <a:spLocks noChangeArrowheads="1"/>
                </p:cNvSpPr>
                <p:nvPr/>
              </p:nvSpPr>
              <p:spPr bwMode="auto">
                <a:xfrm>
                  <a:off x="7290003" y="1889518"/>
                  <a:ext cx="533735" cy="307649"/>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A8"/>
                      </a:solidFill>
                      <a:effectLst/>
                      <a:uLnTx/>
                      <a:uFillTx/>
                      <a:latin typeface="Arial"/>
                      <a:ea typeface="ＭＳ Ｐゴシック" charset="0"/>
                      <a:cs typeface="Arial"/>
                    </a:rPr>
                    <a:t>data</a:t>
                  </a:r>
                </a:p>
              </p:txBody>
            </p:sp>
          </p:grpSp>
        </p:grpSp>
        <p:grpSp>
          <p:nvGrpSpPr>
            <p:cNvPr id="352" name="Group 351">
              <a:extLst>
                <a:ext uri="{FF2B5EF4-FFF2-40B4-BE49-F238E27FC236}">
                  <a16:creationId xmlns:a16="http://schemas.microsoft.com/office/drawing/2014/main" id="{C605FFB0-6286-B440-B611-9F82631845A0}"/>
                </a:ext>
              </a:extLst>
            </p:cNvPr>
            <p:cNvGrpSpPr/>
            <p:nvPr/>
          </p:nvGrpSpPr>
          <p:grpSpPr>
            <a:xfrm>
              <a:off x="6918449" y="3352729"/>
              <a:ext cx="1539751" cy="831273"/>
              <a:chOff x="6918449" y="3352729"/>
              <a:chExt cx="1539751" cy="831273"/>
            </a:xfrm>
          </p:grpSpPr>
          <p:sp>
            <p:nvSpPr>
              <p:cNvPr id="304" name="Freeform 303">
                <a:extLst>
                  <a:ext uri="{FF2B5EF4-FFF2-40B4-BE49-F238E27FC236}">
                    <a16:creationId xmlns:a16="http://schemas.microsoft.com/office/drawing/2014/main" id="{05F67424-D671-0E43-83F5-376615A1EEA0}"/>
                  </a:ext>
                </a:extLst>
              </p:cNvPr>
              <p:cNvSpPr/>
              <p:nvPr/>
            </p:nvSpPr>
            <p:spPr>
              <a:xfrm>
                <a:off x="6918449" y="3627840"/>
                <a:ext cx="1223159" cy="556162"/>
              </a:xfrm>
              <a:custGeom>
                <a:avLst/>
                <a:gdLst>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223159"/>
                  <a:gd name="connsiteY0" fmla="*/ 641268 h 890650"/>
                  <a:gd name="connsiteX1" fmla="*/ 285007 w 1223159"/>
                  <a:gd name="connsiteY1" fmla="*/ 0 h 890650"/>
                  <a:gd name="connsiteX2" fmla="*/ 1223159 w 1223159"/>
                  <a:gd name="connsiteY2" fmla="*/ 368389 h 890650"/>
                  <a:gd name="connsiteX3" fmla="*/ 166254 w 1223159"/>
                  <a:gd name="connsiteY3" fmla="*/ 890650 h 890650"/>
                  <a:gd name="connsiteX4" fmla="*/ 0 w 1223159"/>
                  <a:gd name="connsiteY4" fmla="*/ 641268 h 890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3159" h="890650">
                    <a:moveTo>
                      <a:pt x="0" y="641268"/>
                    </a:moveTo>
                    <a:cubicBezTo>
                      <a:pt x="320633" y="380011"/>
                      <a:pt x="308759" y="285008"/>
                      <a:pt x="285007" y="0"/>
                    </a:cubicBezTo>
                    <a:lnTo>
                      <a:pt x="1223159" y="368389"/>
                    </a:lnTo>
                    <a:cubicBezTo>
                      <a:pt x="431470" y="685064"/>
                      <a:pt x="625433" y="502723"/>
                      <a:pt x="166254" y="890650"/>
                    </a:cubicBezTo>
                    <a:lnTo>
                      <a:pt x="0" y="641268"/>
                    </a:lnTo>
                    <a:close/>
                  </a:path>
                </a:pathLst>
              </a:custGeom>
              <a:gradFill>
                <a:gsLst>
                  <a:gs pos="0">
                    <a:schemeClr val="bg1"/>
                  </a:gs>
                  <a:gs pos="100000">
                    <a:schemeClr val="bg1">
                      <a:lumMod val="85000"/>
                      <a:alpha val="73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5" name="Oval 306">
                <a:extLst>
                  <a:ext uri="{FF2B5EF4-FFF2-40B4-BE49-F238E27FC236}">
                    <a16:creationId xmlns:a16="http://schemas.microsoft.com/office/drawing/2014/main" id="{27559BC1-D012-754D-894C-ECDB3C951962}"/>
                  </a:ext>
                </a:extLst>
              </p:cNvPr>
              <p:cNvSpPr>
                <a:spLocks noChangeArrowheads="1"/>
              </p:cNvSpPr>
              <p:nvPr/>
            </p:nvSpPr>
            <p:spPr bwMode="auto">
              <a:xfrm>
                <a:off x="7164388" y="3352729"/>
                <a:ext cx="1293812" cy="545006"/>
              </a:xfrm>
              <a:prstGeom prst="ellipse">
                <a:avLst/>
              </a:prstGeom>
              <a:solidFill>
                <a:schemeClr val="bg1">
                  <a:lumMod val="95000"/>
                </a:schemeClr>
              </a:solidFill>
              <a:ln w="19050">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306" name="Text Box 302">
                <a:extLst>
                  <a:ext uri="{FF2B5EF4-FFF2-40B4-BE49-F238E27FC236}">
                    <a16:creationId xmlns:a16="http://schemas.microsoft.com/office/drawing/2014/main" id="{657B579A-71C9-8545-B2A3-9605C3793840}"/>
                  </a:ext>
                </a:extLst>
              </p:cNvPr>
              <p:cNvSpPr txBox="1">
                <a:spLocks noChangeArrowheads="1"/>
              </p:cNvSpPr>
              <p:nvPr/>
            </p:nvSpPr>
            <p:spPr bwMode="auto">
              <a:xfrm>
                <a:off x="7196962" y="3473686"/>
                <a:ext cx="633945" cy="307777"/>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a:ea typeface="ＭＳ Ｐゴシック" charset="0"/>
                    <a:cs typeface="Arial"/>
                  </a:rPr>
                  <a:t>agent</a:t>
                </a:r>
              </a:p>
            </p:txBody>
          </p:sp>
          <p:grpSp>
            <p:nvGrpSpPr>
              <p:cNvPr id="307" name="Group 306">
                <a:extLst>
                  <a:ext uri="{FF2B5EF4-FFF2-40B4-BE49-F238E27FC236}">
                    <a16:creationId xmlns:a16="http://schemas.microsoft.com/office/drawing/2014/main" id="{82DC8040-9E40-BC47-92BF-988BC760C75E}"/>
                  </a:ext>
                </a:extLst>
              </p:cNvPr>
              <p:cNvGrpSpPr/>
              <p:nvPr/>
            </p:nvGrpSpPr>
            <p:grpSpPr>
              <a:xfrm>
                <a:off x="7795778" y="3447732"/>
                <a:ext cx="533735" cy="344384"/>
                <a:chOff x="7290003" y="1864426"/>
                <a:chExt cx="533735" cy="344384"/>
              </a:xfrm>
            </p:grpSpPr>
            <p:sp>
              <p:nvSpPr>
                <p:cNvPr id="308" name="Can 307">
                  <a:extLst>
                    <a:ext uri="{FF2B5EF4-FFF2-40B4-BE49-F238E27FC236}">
                      <a16:creationId xmlns:a16="http://schemas.microsoft.com/office/drawing/2014/main" id="{E13C5E51-EC31-1540-80DD-4CC6C4BF1D9D}"/>
                    </a:ext>
                  </a:extLst>
                </p:cNvPr>
                <p:cNvSpPr/>
                <p:nvPr/>
              </p:nvSpPr>
              <p:spPr>
                <a:xfrm>
                  <a:off x="7338951" y="1864426"/>
                  <a:ext cx="427511" cy="344384"/>
                </a:xfrm>
                <a:prstGeom prst="can">
                  <a:avLst/>
                </a:prstGeom>
                <a:solidFill>
                  <a:schemeClr val="accent1">
                    <a:lumMod val="20000"/>
                    <a:lumOff val="8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9" name="Text Box 305">
                  <a:extLst>
                    <a:ext uri="{FF2B5EF4-FFF2-40B4-BE49-F238E27FC236}">
                      <a16:creationId xmlns:a16="http://schemas.microsoft.com/office/drawing/2014/main" id="{7F6A394E-C8F9-D64D-B2E3-4988424BF43E}"/>
                    </a:ext>
                  </a:extLst>
                </p:cNvPr>
                <p:cNvSpPr txBox="1">
                  <a:spLocks noChangeArrowheads="1"/>
                </p:cNvSpPr>
                <p:nvPr/>
              </p:nvSpPr>
              <p:spPr bwMode="auto">
                <a:xfrm>
                  <a:off x="7290003" y="1889518"/>
                  <a:ext cx="533735" cy="307649"/>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A8"/>
                      </a:solidFill>
                      <a:effectLst/>
                      <a:uLnTx/>
                      <a:uFillTx/>
                      <a:latin typeface="Arial"/>
                      <a:ea typeface="ＭＳ Ｐゴシック" charset="0"/>
                      <a:cs typeface="Arial"/>
                    </a:rPr>
                    <a:t>data</a:t>
                  </a:r>
                </a:p>
              </p:txBody>
            </p:sp>
          </p:grpSp>
        </p:grpSp>
        <p:grpSp>
          <p:nvGrpSpPr>
            <p:cNvPr id="330" name="Group 329">
              <a:extLst>
                <a:ext uri="{FF2B5EF4-FFF2-40B4-BE49-F238E27FC236}">
                  <a16:creationId xmlns:a16="http://schemas.microsoft.com/office/drawing/2014/main" id="{E633D5C9-326B-9D47-B6FE-0B5C7B23DBD1}"/>
                </a:ext>
              </a:extLst>
            </p:cNvPr>
            <p:cNvGrpSpPr/>
            <p:nvPr/>
          </p:nvGrpSpPr>
          <p:grpSpPr>
            <a:xfrm>
              <a:off x="3906590" y="3823785"/>
              <a:ext cx="1755404" cy="783771"/>
              <a:chOff x="1750147" y="5031180"/>
              <a:chExt cx="1755404" cy="783771"/>
            </a:xfrm>
          </p:grpSpPr>
          <p:sp>
            <p:nvSpPr>
              <p:cNvPr id="331" name="Freeform 330">
                <a:extLst>
                  <a:ext uri="{FF2B5EF4-FFF2-40B4-BE49-F238E27FC236}">
                    <a16:creationId xmlns:a16="http://schemas.microsoft.com/office/drawing/2014/main" id="{675A9804-5AFD-F641-BAE7-539EF7603289}"/>
                  </a:ext>
                </a:extLst>
              </p:cNvPr>
              <p:cNvSpPr/>
              <p:nvPr/>
            </p:nvSpPr>
            <p:spPr>
              <a:xfrm flipH="1">
                <a:off x="2679864" y="5304311"/>
                <a:ext cx="825687" cy="510640"/>
              </a:xfrm>
              <a:custGeom>
                <a:avLst/>
                <a:gdLst>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273133 h 510640"/>
                  <a:gd name="connsiteX1" fmla="*/ 510638 w 1389414"/>
                  <a:gd name="connsiteY1" fmla="*/ 0 h 510640"/>
                  <a:gd name="connsiteX2" fmla="*/ 1389414 w 1389414"/>
                  <a:gd name="connsiteY2" fmla="*/ 249383 h 510640"/>
                  <a:gd name="connsiteX3" fmla="*/ 0 w 1389414"/>
                  <a:gd name="connsiteY3" fmla="*/ 510640 h 510640"/>
                  <a:gd name="connsiteX4" fmla="*/ 59377 w 1389414"/>
                  <a:gd name="connsiteY4" fmla="*/ 273133 h 510640"/>
                  <a:gd name="connsiteX0" fmla="*/ 59377 w 855025"/>
                  <a:gd name="connsiteY0" fmla="*/ 273133 h 510640"/>
                  <a:gd name="connsiteX1" fmla="*/ 510638 w 855025"/>
                  <a:gd name="connsiteY1" fmla="*/ 0 h 510640"/>
                  <a:gd name="connsiteX2" fmla="*/ 855025 w 855025"/>
                  <a:gd name="connsiteY2" fmla="*/ 261258 h 510640"/>
                  <a:gd name="connsiteX3" fmla="*/ 0 w 855025"/>
                  <a:gd name="connsiteY3" fmla="*/ 510640 h 510640"/>
                  <a:gd name="connsiteX4" fmla="*/ 59377 w 855025"/>
                  <a:gd name="connsiteY4" fmla="*/ 273133 h 510640"/>
                  <a:gd name="connsiteX0" fmla="*/ 59377 w 855025"/>
                  <a:gd name="connsiteY0" fmla="*/ 273133 h 510640"/>
                  <a:gd name="connsiteX1" fmla="*/ 510638 w 855025"/>
                  <a:gd name="connsiteY1" fmla="*/ 0 h 510640"/>
                  <a:gd name="connsiteX2" fmla="*/ 855025 w 855025"/>
                  <a:gd name="connsiteY2" fmla="*/ 261258 h 510640"/>
                  <a:gd name="connsiteX3" fmla="*/ 0 w 855025"/>
                  <a:gd name="connsiteY3" fmla="*/ 510640 h 510640"/>
                  <a:gd name="connsiteX4" fmla="*/ 59377 w 855025"/>
                  <a:gd name="connsiteY4" fmla="*/ 273133 h 510640"/>
                  <a:gd name="connsiteX0" fmla="*/ 59377 w 855025"/>
                  <a:gd name="connsiteY0" fmla="*/ 273133 h 510640"/>
                  <a:gd name="connsiteX1" fmla="*/ 510638 w 855025"/>
                  <a:gd name="connsiteY1" fmla="*/ 0 h 510640"/>
                  <a:gd name="connsiteX2" fmla="*/ 855025 w 855025"/>
                  <a:gd name="connsiteY2" fmla="*/ 261258 h 510640"/>
                  <a:gd name="connsiteX3" fmla="*/ 0 w 855025"/>
                  <a:gd name="connsiteY3" fmla="*/ 510640 h 510640"/>
                  <a:gd name="connsiteX4" fmla="*/ 59377 w 855025"/>
                  <a:gd name="connsiteY4" fmla="*/ 273133 h 510640"/>
                  <a:gd name="connsiteX0" fmla="*/ 20258 w 815906"/>
                  <a:gd name="connsiteY0" fmla="*/ 273133 h 505750"/>
                  <a:gd name="connsiteX1" fmla="*/ 471519 w 815906"/>
                  <a:gd name="connsiteY1" fmla="*/ 0 h 505750"/>
                  <a:gd name="connsiteX2" fmla="*/ 815906 w 815906"/>
                  <a:gd name="connsiteY2" fmla="*/ 261258 h 505750"/>
                  <a:gd name="connsiteX3" fmla="*/ 0 w 815906"/>
                  <a:gd name="connsiteY3" fmla="*/ 505750 h 505750"/>
                  <a:gd name="connsiteX4" fmla="*/ 20258 w 815906"/>
                  <a:gd name="connsiteY4" fmla="*/ 273133 h 505750"/>
                  <a:gd name="connsiteX0" fmla="*/ 20258 w 815906"/>
                  <a:gd name="connsiteY0" fmla="*/ 273133 h 505750"/>
                  <a:gd name="connsiteX1" fmla="*/ 471519 w 815906"/>
                  <a:gd name="connsiteY1" fmla="*/ 0 h 505750"/>
                  <a:gd name="connsiteX2" fmla="*/ 815906 w 815906"/>
                  <a:gd name="connsiteY2" fmla="*/ 261258 h 505750"/>
                  <a:gd name="connsiteX3" fmla="*/ 0 w 815906"/>
                  <a:gd name="connsiteY3" fmla="*/ 505750 h 505750"/>
                  <a:gd name="connsiteX4" fmla="*/ 20258 w 815906"/>
                  <a:gd name="connsiteY4" fmla="*/ 273133 h 505750"/>
                  <a:gd name="connsiteX0" fmla="*/ 20258 w 815906"/>
                  <a:gd name="connsiteY0" fmla="*/ 273133 h 505750"/>
                  <a:gd name="connsiteX1" fmla="*/ 471519 w 815906"/>
                  <a:gd name="connsiteY1" fmla="*/ 0 h 505750"/>
                  <a:gd name="connsiteX2" fmla="*/ 815906 w 815906"/>
                  <a:gd name="connsiteY2" fmla="*/ 261258 h 505750"/>
                  <a:gd name="connsiteX3" fmla="*/ 0 w 815906"/>
                  <a:gd name="connsiteY3" fmla="*/ 505750 h 505750"/>
                  <a:gd name="connsiteX4" fmla="*/ 20258 w 815906"/>
                  <a:gd name="connsiteY4" fmla="*/ 273133 h 505750"/>
                  <a:gd name="connsiteX0" fmla="*/ 20258 w 815906"/>
                  <a:gd name="connsiteY0" fmla="*/ 273133 h 505750"/>
                  <a:gd name="connsiteX1" fmla="*/ 471519 w 815906"/>
                  <a:gd name="connsiteY1" fmla="*/ 0 h 505750"/>
                  <a:gd name="connsiteX2" fmla="*/ 815906 w 815906"/>
                  <a:gd name="connsiteY2" fmla="*/ 261258 h 505750"/>
                  <a:gd name="connsiteX3" fmla="*/ 0 w 815906"/>
                  <a:gd name="connsiteY3" fmla="*/ 505750 h 505750"/>
                  <a:gd name="connsiteX4" fmla="*/ 20258 w 815906"/>
                  <a:gd name="connsiteY4" fmla="*/ 273133 h 505750"/>
                  <a:gd name="connsiteX0" fmla="*/ 20258 w 815906"/>
                  <a:gd name="connsiteY0" fmla="*/ 273133 h 505750"/>
                  <a:gd name="connsiteX1" fmla="*/ 471519 w 815906"/>
                  <a:gd name="connsiteY1" fmla="*/ 0 h 505750"/>
                  <a:gd name="connsiteX2" fmla="*/ 815906 w 815906"/>
                  <a:gd name="connsiteY2" fmla="*/ 261258 h 505750"/>
                  <a:gd name="connsiteX3" fmla="*/ 0 w 815906"/>
                  <a:gd name="connsiteY3" fmla="*/ 505750 h 505750"/>
                  <a:gd name="connsiteX4" fmla="*/ 20258 w 815906"/>
                  <a:gd name="connsiteY4" fmla="*/ 273133 h 505750"/>
                  <a:gd name="connsiteX0" fmla="*/ 699 w 796347"/>
                  <a:gd name="connsiteY0" fmla="*/ 273133 h 510640"/>
                  <a:gd name="connsiteX1" fmla="*/ 451960 w 796347"/>
                  <a:gd name="connsiteY1" fmla="*/ 0 h 510640"/>
                  <a:gd name="connsiteX2" fmla="*/ 796347 w 796347"/>
                  <a:gd name="connsiteY2" fmla="*/ 261258 h 510640"/>
                  <a:gd name="connsiteX3" fmla="*/ 0 w 796347"/>
                  <a:gd name="connsiteY3" fmla="*/ 510640 h 510640"/>
                  <a:gd name="connsiteX4" fmla="*/ 699 w 796347"/>
                  <a:gd name="connsiteY4" fmla="*/ 273133 h 510640"/>
                  <a:gd name="connsiteX0" fmla="*/ 0 w 820098"/>
                  <a:gd name="connsiteY0" fmla="*/ 331811 h 510640"/>
                  <a:gd name="connsiteX1" fmla="*/ 475711 w 820098"/>
                  <a:gd name="connsiteY1" fmla="*/ 0 h 510640"/>
                  <a:gd name="connsiteX2" fmla="*/ 820098 w 820098"/>
                  <a:gd name="connsiteY2" fmla="*/ 261258 h 510640"/>
                  <a:gd name="connsiteX3" fmla="*/ 23751 w 820098"/>
                  <a:gd name="connsiteY3" fmla="*/ 510640 h 510640"/>
                  <a:gd name="connsiteX4" fmla="*/ 0 w 820098"/>
                  <a:gd name="connsiteY4" fmla="*/ 331811 h 510640"/>
                  <a:gd name="connsiteX0" fmla="*/ 5589 w 825687"/>
                  <a:gd name="connsiteY0" fmla="*/ 331811 h 510640"/>
                  <a:gd name="connsiteX1" fmla="*/ 481300 w 825687"/>
                  <a:gd name="connsiteY1" fmla="*/ 0 h 510640"/>
                  <a:gd name="connsiteX2" fmla="*/ 825687 w 825687"/>
                  <a:gd name="connsiteY2" fmla="*/ 261258 h 510640"/>
                  <a:gd name="connsiteX3" fmla="*/ 0 w 825687"/>
                  <a:gd name="connsiteY3" fmla="*/ 510640 h 510640"/>
                  <a:gd name="connsiteX4" fmla="*/ 5589 w 825687"/>
                  <a:gd name="connsiteY4" fmla="*/ 331811 h 5106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687" h="510640">
                    <a:moveTo>
                      <a:pt x="5589" y="331811"/>
                    </a:moveTo>
                    <a:cubicBezTo>
                      <a:pt x="231220" y="248684"/>
                      <a:pt x="267546" y="201881"/>
                      <a:pt x="481300" y="0"/>
                    </a:cubicBezTo>
                    <a:cubicBezTo>
                      <a:pt x="537418" y="145764"/>
                      <a:pt x="583755" y="179062"/>
                      <a:pt x="825687" y="261258"/>
                    </a:cubicBezTo>
                    <a:cubicBezTo>
                      <a:pt x="389560" y="305502"/>
                      <a:pt x="239835" y="377682"/>
                      <a:pt x="0" y="510640"/>
                    </a:cubicBezTo>
                    <a:lnTo>
                      <a:pt x="5589" y="331811"/>
                    </a:lnTo>
                    <a:close/>
                  </a:path>
                </a:pathLst>
              </a:custGeom>
              <a:gradFill>
                <a:gsLst>
                  <a:gs pos="0">
                    <a:schemeClr val="bg1">
                      <a:alpha val="51000"/>
                    </a:schemeClr>
                  </a:gs>
                  <a:gs pos="100000">
                    <a:schemeClr val="bg1">
                      <a:lumMod val="8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2" name="Oval 306">
                <a:extLst>
                  <a:ext uri="{FF2B5EF4-FFF2-40B4-BE49-F238E27FC236}">
                    <a16:creationId xmlns:a16="http://schemas.microsoft.com/office/drawing/2014/main" id="{BAE15EAB-077B-6749-A79C-81FB11A0991A}"/>
                  </a:ext>
                </a:extLst>
              </p:cNvPr>
              <p:cNvSpPr>
                <a:spLocks noChangeArrowheads="1"/>
              </p:cNvSpPr>
              <p:nvPr/>
            </p:nvSpPr>
            <p:spPr bwMode="auto">
              <a:xfrm>
                <a:off x="1750147" y="5031180"/>
                <a:ext cx="1293812" cy="545006"/>
              </a:xfrm>
              <a:prstGeom prst="ellipse">
                <a:avLst/>
              </a:prstGeom>
              <a:solidFill>
                <a:schemeClr val="bg1">
                  <a:lumMod val="95000"/>
                </a:schemeClr>
              </a:solidFill>
              <a:ln w="19050">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333" name="Text Box 302">
                <a:extLst>
                  <a:ext uri="{FF2B5EF4-FFF2-40B4-BE49-F238E27FC236}">
                    <a16:creationId xmlns:a16="http://schemas.microsoft.com/office/drawing/2014/main" id="{6EED7069-5AE3-3B4D-9496-83CCF2CF1D94}"/>
                  </a:ext>
                </a:extLst>
              </p:cNvPr>
              <p:cNvSpPr txBox="1">
                <a:spLocks noChangeArrowheads="1"/>
              </p:cNvSpPr>
              <p:nvPr/>
            </p:nvSpPr>
            <p:spPr bwMode="auto">
              <a:xfrm>
                <a:off x="1782721" y="5152137"/>
                <a:ext cx="633945" cy="307777"/>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a:ea typeface="ＭＳ Ｐゴシック" charset="0"/>
                    <a:cs typeface="Arial"/>
                  </a:rPr>
                  <a:t>agent</a:t>
                </a:r>
              </a:p>
            </p:txBody>
          </p:sp>
          <p:grpSp>
            <p:nvGrpSpPr>
              <p:cNvPr id="334" name="Group 333">
                <a:extLst>
                  <a:ext uri="{FF2B5EF4-FFF2-40B4-BE49-F238E27FC236}">
                    <a16:creationId xmlns:a16="http://schemas.microsoft.com/office/drawing/2014/main" id="{88BE0A40-60C5-AB4A-8A55-E30F204A6545}"/>
                  </a:ext>
                </a:extLst>
              </p:cNvPr>
              <p:cNvGrpSpPr/>
              <p:nvPr/>
            </p:nvGrpSpPr>
            <p:grpSpPr>
              <a:xfrm>
                <a:off x="2381537" y="5126183"/>
                <a:ext cx="533735" cy="344384"/>
                <a:chOff x="7290003" y="1864426"/>
                <a:chExt cx="533735" cy="344384"/>
              </a:xfrm>
            </p:grpSpPr>
            <p:sp>
              <p:nvSpPr>
                <p:cNvPr id="335" name="Can 334">
                  <a:extLst>
                    <a:ext uri="{FF2B5EF4-FFF2-40B4-BE49-F238E27FC236}">
                      <a16:creationId xmlns:a16="http://schemas.microsoft.com/office/drawing/2014/main" id="{27151A26-5290-8C4F-AEFC-CE53176C471B}"/>
                    </a:ext>
                  </a:extLst>
                </p:cNvPr>
                <p:cNvSpPr/>
                <p:nvPr/>
              </p:nvSpPr>
              <p:spPr>
                <a:xfrm>
                  <a:off x="7338951" y="1864426"/>
                  <a:ext cx="427511" cy="344384"/>
                </a:xfrm>
                <a:prstGeom prst="can">
                  <a:avLst/>
                </a:prstGeom>
                <a:solidFill>
                  <a:schemeClr val="accent1">
                    <a:lumMod val="20000"/>
                    <a:lumOff val="8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6" name="Text Box 305">
                  <a:extLst>
                    <a:ext uri="{FF2B5EF4-FFF2-40B4-BE49-F238E27FC236}">
                      <a16:creationId xmlns:a16="http://schemas.microsoft.com/office/drawing/2014/main" id="{A66B2478-BEC3-B046-B9FE-451AA17FD969}"/>
                    </a:ext>
                  </a:extLst>
                </p:cNvPr>
                <p:cNvSpPr txBox="1">
                  <a:spLocks noChangeArrowheads="1"/>
                </p:cNvSpPr>
                <p:nvPr/>
              </p:nvSpPr>
              <p:spPr bwMode="auto">
                <a:xfrm>
                  <a:off x="7290003" y="1889518"/>
                  <a:ext cx="533735" cy="307649"/>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A8"/>
                      </a:solidFill>
                      <a:effectLst/>
                      <a:uLnTx/>
                      <a:uFillTx/>
                      <a:latin typeface="Arial"/>
                      <a:ea typeface="ＭＳ Ｐゴシック" charset="0"/>
                      <a:cs typeface="Arial"/>
                    </a:rPr>
                    <a:t>data</a:t>
                  </a:r>
                </a:p>
              </p:txBody>
            </p:sp>
          </p:grpSp>
        </p:grpSp>
      </p:grpSp>
      <p:grpSp>
        <p:nvGrpSpPr>
          <p:cNvPr id="277" name="Group 276">
            <a:extLst>
              <a:ext uri="{FF2B5EF4-FFF2-40B4-BE49-F238E27FC236}">
                <a16:creationId xmlns:a16="http://schemas.microsoft.com/office/drawing/2014/main" id="{6095E9E5-2C12-5B4E-8CB9-7BFD6AD96D37}"/>
              </a:ext>
            </a:extLst>
          </p:cNvPr>
          <p:cNvGrpSpPr/>
          <p:nvPr/>
        </p:nvGrpSpPr>
        <p:grpSpPr>
          <a:xfrm>
            <a:off x="9109072" y="4201055"/>
            <a:ext cx="736270" cy="422596"/>
            <a:chOff x="3668110" y="2448910"/>
            <a:chExt cx="3794234" cy="2165130"/>
          </a:xfrm>
        </p:grpSpPr>
        <p:sp>
          <p:nvSpPr>
            <p:cNvPr id="278" name="Rectangle 277">
              <a:extLst>
                <a:ext uri="{FF2B5EF4-FFF2-40B4-BE49-F238E27FC236}">
                  <a16:creationId xmlns:a16="http://schemas.microsoft.com/office/drawing/2014/main" id="{CCCE7B34-BEB2-1E4C-B631-21415428504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9" name="Freeform 278">
              <a:extLst>
                <a:ext uri="{FF2B5EF4-FFF2-40B4-BE49-F238E27FC236}">
                  <a16:creationId xmlns:a16="http://schemas.microsoft.com/office/drawing/2014/main" id="{CE240A58-5F0B-AE45-83C2-A6A7A3DD4DB8}"/>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80" name="Group 279">
              <a:extLst>
                <a:ext uri="{FF2B5EF4-FFF2-40B4-BE49-F238E27FC236}">
                  <a16:creationId xmlns:a16="http://schemas.microsoft.com/office/drawing/2014/main" id="{EC804A91-1A9E-A749-B21A-455168E07D2A}"/>
                </a:ext>
              </a:extLst>
            </p:cNvPr>
            <p:cNvGrpSpPr/>
            <p:nvPr/>
          </p:nvGrpSpPr>
          <p:grpSpPr>
            <a:xfrm>
              <a:off x="3941378" y="2603243"/>
              <a:ext cx="3202061" cy="1066110"/>
              <a:chOff x="7939341" y="3037317"/>
              <a:chExt cx="897649" cy="353919"/>
            </a:xfrm>
          </p:grpSpPr>
          <p:sp>
            <p:nvSpPr>
              <p:cNvPr id="281" name="Freeform 280">
                <a:extLst>
                  <a:ext uri="{FF2B5EF4-FFF2-40B4-BE49-F238E27FC236}">
                    <a16:creationId xmlns:a16="http://schemas.microsoft.com/office/drawing/2014/main" id="{F96FFB0B-8D7A-C74F-A855-9009B45B690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4D1DE23B-107E-3840-9167-B18936FE0D3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3" name="Freeform 282">
                <a:extLst>
                  <a:ext uri="{FF2B5EF4-FFF2-40B4-BE49-F238E27FC236}">
                    <a16:creationId xmlns:a16="http://schemas.microsoft.com/office/drawing/2014/main" id="{99DB9992-73B0-EF4D-91C8-5850FE6F125F}"/>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4" name="Freeform 283">
                <a:extLst>
                  <a:ext uri="{FF2B5EF4-FFF2-40B4-BE49-F238E27FC236}">
                    <a16:creationId xmlns:a16="http://schemas.microsoft.com/office/drawing/2014/main" id="{78C73A8D-EC62-F54C-84BC-3601B6A93AB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6" name="Group 345">
            <a:extLst>
              <a:ext uri="{FF2B5EF4-FFF2-40B4-BE49-F238E27FC236}">
                <a16:creationId xmlns:a16="http://schemas.microsoft.com/office/drawing/2014/main" id="{18314FE2-2999-5142-B9B9-16F64EC14BFE}"/>
              </a:ext>
            </a:extLst>
          </p:cNvPr>
          <p:cNvGrpSpPr/>
          <p:nvPr/>
        </p:nvGrpSpPr>
        <p:grpSpPr>
          <a:xfrm>
            <a:off x="6031737" y="2248384"/>
            <a:ext cx="2602679" cy="1273223"/>
            <a:chOff x="2572434" y="2226350"/>
            <a:chExt cx="2602679" cy="1273223"/>
          </a:xfrm>
        </p:grpSpPr>
        <p:sp>
          <p:nvSpPr>
            <p:cNvPr id="338" name="Freeform 337">
              <a:extLst>
                <a:ext uri="{FF2B5EF4-FFF2-40B4-BE49-F238E27FC236}">
                  <a16:creationId xmlns:a16="http://schemas.microsoft.com/office/drawing/2014/main" id="{CEDEFF11-1930-B643-BDC9-D891F36F7C27}"/>
                </a:ext>
              </a:extLst>
            </p:cNvPr>
            <p:cNvSpPr/>
            <p:nvPr/>
          </p:nvSpPr>
          <p:spPr>
            <a:xfrm flipH="1">
              <a:off x="3389091" y="2670159"/>
              <a:ext cx="1786022" cy="829414"/>
            </a:xfrm>
            <a:custGeom>
              <a:avLst/>
              <a:gdLst>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591907 h 829414"/>
                <a:gd name="connsiteX1" fmla="*/ 429371 w 1389414"/>
                <a:gd name="connsiteY1" fmla="*/ 0 h 829414"/>
                <a:gd name="connsiteX2" fmla="*/ 1389414 w 1389414"/>
                <a:gd name="connsiteY2" fmla="*/ 568157 h 829414"/>
                <a:gd name="connsiteX3" fmla="*/ 0 w 1389414"/>
                <a:gd name="connsiteY3" fmla="*/ 829414 h 829414"/>
                <a:gd name="connsiteX4" fmla="*/ 59377 w 1389414"/>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81411 w 1786022"/>
                <a:gd name="connsiteY0" fmla="*/ 393603 h 829414"/>
                <a:gd name="connsiteX1" fmla="*/ 429371 w 1786022"/>
                <a:gd name="connsiteY1" fmla="*/ 0 h 829414"/>
                <a:gd name="connsiteX2" fmla="*/ 1786022 w 1786022"/>
                <a:gd name="connsiteY2" fmla="*/ 369854 h 829414"/>
                <a:gd name="connsiteX3" fmla="*/ 0 w 1786022"/>
                <a:gd name="connsiteY3" fmla="*/ 829414 h 829414"/>
                <a:gd name="connsiteX4" fmla="*/ 81411 w 1786022"/>
                <a:gd name="connsiteY4" fmla="*/ 393603 h 829414"/>
                <a:gd name="connsiteX0" fmla="*/ 81411 w 1786022"/>
                <a:gd name="connsiteY0" fmla="*/ 393603 h 829414"/>
                <a:gd name="connsiteX1" fmla="*/ 429371 w 1786022"/>
                <a:gd name="connsiteY1" fmla="*/ 0 h 829414"/>
                <a:gd name="connsiteX2" fmla="*/ 1786022 w 1786022"/>
                <a:gd name="connsiteY2" fmla="*/ 369854 h 829414"/>
                <a:gd name="connsiteX3" fmla="*/ 0 w 1786022"/>
                <a:gd name="connsiteY3" fmla="*/ 829414 h 829414"/>
                <a:gd name="connsiteX4" fmla="*/ 81411 w 1786022"/>
                <a:gd name="connsiteY4" fmla="*/ 393603 h 829414"/>
                <a:gd name="connsiteX0" fmla="*/ 81411 w 1786022"/>
                <a:gd name="connsiteY0" fmla="*/ 393603 h 829414"/>
                <a:gd name="connsiteX1" fmla="*/ 429371 w 1786022"/>
                <a:gd name="connsiteY1" fmla="*/ 0 h 829414"/>
                <a:gd name="connsiteX2" fmla="*/ 1786022 w 1786022"/>
                <a:gd name="connsiteY2" fmla="*/ 325786 h 829414"/>
                <a:gd name="connsiteX3" fmla="*/ 0 w 1786022"/>
                <a:gd name="connsiteY3" fmla="*/ 829414 h 829414"/>
                <a:gd name="connsiteX4" fmla="*/ 81411 w 1786022"/>
                <a:gd name="connsiteY4" fmla="*/ 393603 h 8294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6022" h="829414">
                  <a:moveTo>
                    <a:pt x="81411" y="393603"/>
                  </a:moveTo>
                  <a:cubicBezTo>
                    <a:pt x="307042" y="310476"/>
                    <a:pt x="265550" y="210465"/>
                    <a:pt x="429371" y="0"/>
                  </a:cubicBezTo>
                  <a:cubicBezTo>
                    <a:pt x="716335" y="244471"/>
                    <a:pt x="915164" y="290636"/>
                    <a:pt x="1786022" y="325786"/>
                  </a:cubicBezTo>
                  <a:cubicBezTo>
                    <a:pt x="561099" y="527000"/>
                    <a:pt x="601683" y="583990"/>
                    <a:pt x="0" y="829414"/>
                  </a:cubicBezTo>
                  <a:lnTo>
                    <a:pt x="81411" y="393603"/>
                  </a:lnTo>
                  <a:close/>
                </a:path>
              </a:pathLst>
            </a:custGeom>
            <a:gradFill>
              <a:gsLst>
                <a:gs pos="0">
                  <a:schemeClr val="bg1">
                    <a:alpha val="56000"/>
                  </a:schemeClr>
                </a:gs>
                <a:gs pos="100000">
                  <a:schemeClr val="bg1">
                    <a:lumMod val="8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6" name="Oval 280">
              <a:extLst>
                <a:ext uri="{FF2B5EF4-FFF2-40B4-BE49-F238E27FC236}">
                  <a16:creationId xmlns:a16="http://schemas.microsoft.com/office/drawing/2014/main" id="{53A1D106-421A-1B49-B553-2CBF9788D987}"/>
                </a:ext>
              </a:extLst>
            </p:cNvPr>
            <p:cNvSpPr>
              <a:spLocks noChangeArrowheads="1"/>
            </p:cNvSpPr>
            <p:nvPr/>
          </p:nvSpPr>
          <p:spPr bwMode="auto">
            <a:xfrm>
              <a:off x="2739071" y="2226350"/>
              <a:ext cx="2047875" cy="771802"/>
            </a:xfrm>
            <a:prstGeom prst="ellipse">
              <a:avLst/>
            </a:prstGeom>
            <a:solidFill>
              <a:srgbClr val="FFFFFF"/>
            </a:solidFill>
            <a:ln w="19050">
              <a:solidFill>
                <a:schemeClr val="tx1">
                  <a:lumMod val="65000"/>
                  <a:lumOff val="35000"/>
                </a:schemeClr>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137" name="Text Box 276">
              <a:extLst>
                <a:ext uri="{FF2B5EF4-FFF2-40B4-BE49-F238E27FC236}">
                  <a16:creationId xmlns:a16="http://schemas.microsoft.com/office/drawing/2014/main" id="{B7A9E3BA-2BF5-CE43-8B30-86D6044354FF}"/>
                </a:ext>
              </a:extLst>
            </p:cNvPr>
            <p:cNvSpPr txBox="1">
              <a:spLocks noChangeArrowheads="1"/>
            </p:cNvSpPr>
            <p:nvPr/>
          </p:nvSpPr>
          <p:spPr bwMode="auto">
            <a:xfrm>
              <a:off x="2572434" y="2312106"/>
              <a:ext cx="2419253" cy="563231"/>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algn="ctr" defTabSz="914400" eaLnBrk="0" fontAlgn="base" latinLnBrk="0" hangingPunct="0">
                <a:lnSpc>
                  <a:spcPct val="85000"/>
                </a:lnSpc>
                <a:spcBef>
                  <a:spcPct val="0"/>
                </a:spcBef>
                <a:spcAft>
                  <a:spcPct val="0"/>
                </a:spcAft>
                <a:buClrTx/>
                <a:buSzTx/>
                <a:buFontTx/>
                <a:buNone/>
                <a:tabLst/>
                <a:defRPr/>
              </a:pPr>
              <a:r>
                <a:rPr kumimoji="0" lang="en-US" b="0" i="0" u="none" strike="noStrike" kern="0" cap="none" spc="0" normalizeH="0" baseline="0" noProof="0" dirty="0">
                  <a:ln>
                    <a:noFill/>
                  </a:ln>
                  <a:solidFill>
                    <a:srgbClr val="000000"/>
                  </a:solidFill>
                  <a:effectLst/>
                  <a:uLnTx/>
                  <a:uFillTx/>
                  <a:ea typeface="ＭＳ Ｐゴシック" charset="0"/>
                  <a:cs typeface="Arial"/>
                </a:rPr>
                <a:t>managing</a:t>
              </a:r>
            </a:p>
            <a:p>
              <a:pPr marL="0" marR="0" lvl="0" indent="0" algn="ctr" defTabSz="914400" eaLnBrk="0" fontAlgn="base" latinLnBrk="0" hangingPunct="0">
                <a:lnSpc>
                  <a:spcPct val="85000"/>
                </a:lnSpc>
                <a:spcBef>
                  <a:spcPct val="0"/>
                </a:spcBef>
                <a:spcAft>
                  <a:spcPct val="0"/>
                </a:spcAft>
                <a:buClrTx/>
                <a:buSzTx/>
                <a:buFontTx/>
                <a:buNone/>
                <a:tabLst/>
                <a:defRPr/>
              </a:pPr>
              <a:r>
                <a:rPr lang="en-US" kern="0" dirty="0">
                  <a:solidFill>
                    <a:srgbClr val="000000"/>
                  </a:solidFill>
                  <a:ea typeface="ＭＳ Ｐゴシック" charset="0"/>
                  <a:cs typeface="Arial"/>
                </a:rPr>
                <a:t>e</a:t>
              </a:r>
              <a:r>
                <a:rPr kumimoji="0" lang="en-US" b="0" i="0" u="none" strike="noStrike" kern="0" cap="none" spc="0" normalizeH="0" baseline="0" noProof="0" dirty="0" err="1">
                  <a:ln>
                    <a:noFill/>
                  </a:ln>
                  <a:solidFill>
                    <a:srgbClr val="000000"/>
                  </a:solidFill>
                  <a:effectLst/>
                  <a:uLnTx/>
                  <a:uFillTx/>
                  <a:ea typeface="ＭＳ Ｐゴシック" charset="0"/>
                  <a:cs typeface="Arial"/>
                </a:rPr>
                <a:t>ntity</a:t>
              </a:r>
              <a:r>
                <a:rPr kumimoji="0" lang="en-US" b="0" i="0" u="none" strike="noStrike" kern="0" cap="none" spc="0" normalizeH="0" baseline="0" noProof="0" dirty="0">
                  <a:ln>
                    <a:noFill/>
                  </a:ln>
                  <a:solidFill>
                    <a:srgbClr val="000000"/>
                  </a:solidFill>
                  <a:effectLst/>
                  <a:uLnTx/>
                  <a:uFillTx/>
                  <a:ea typeface="ＭＳ Ｐゴシック" charset="0"/>
                  <a:cs typeface="Arial"/>
                </a:rPr>
                <a:t>/server/controller</a:t>
              </a:r>
            </a:p>
          </p:txBody>
        </p:sp>
        <p:grpSp>
          <p:nvGrpSpPr>
            <p:cNvPr id="341" name="Group 340">
              <a:extLst>
                <a:ext uri="{FF2B5EF4-FFF2-40B4-BE49-F238E27FC236}">
                  <a16:creationId xmlns:a16="http://schemas.microsoft.com/office/drawing/2014/main" id="{8A56D922-8607-8842-BA7E-E5BD077F86C3}"/>
                </a:ext>
              </a:extLst>
            </p:cNvPr>
            <p:cNvGrpSpPr/>
            <p:nvPr/>
          </p:nvGrpSpPr>
          <p:grpSpPr>
            <a:xfrm>
              <a:off x="2936918" y="2788771"/>
              <a:ext cx="820613" cy="395103"/>
              <a:chOff x="7338951" y="1864426"/>
              <a:chExt cx="427511" cy="344384"/>
            </a:xfrm>
          </p:grpSpPr>
          <p:sp>
            <p:nvSpPr>
              <p:cNvPr id="342" name="Can 341">
                <a:extLst>
                  <a:ext uri="{FF2B5EF4-FFF2-40B4-BE49-F238E27FC236}">
                    <a16:creationId xmlns:a16="http://schemas.microsoft.com/office/drawing/2014/main" id="{74EE4027-61E0-3D42-9FDE-09FA0ACD0582}"/>
                  </a:ext>
                </a:extLst>
              </p:cNvPr>
              <p:cNvSpPr/>
              <p:nvPr/>
            </p:nvSpPr>
            <p:spPr>
              <a:xfrm>
                <a:off x="7338951" y="1864426"/>
                <a:ext cx="427511" cy="344384"/>
              </a:xfrm>
              <a:prstGeom prst="can">
                <a:avLst/>
              </a:prstGeom>
              <a:solidFill>
                <a:schemeClr val="accent1">
                  <a:lumMod val="20000"/>
                  <a:lumOff val="8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3" name="Text Box 305">
                <a:extLst>
                  <a:ext uri="{FF2B5EF4-FFF2-40B4-BE49-F238E27FC236}">
                    <a16:creationId xmlns:a16="http://schemas.microsoft.com/office/drawing/2014/main" id="{F32717F6-5E52-0140-9736-59C98FBC2B25}"/>
                  </a:ext>
                </a:extLst>
              </p:cNvPr>
              <p:cNvSpPr txBox="1">
                <a:spLocks noChangeArrowheads="1"/>
              </p:cNvSpPr>
              <p:nvPr/>
            </p:nvSpPr>
            <p:spPr bwMode="auto">
              <a:xfrm>
                <a:off x="7404793" y="1927928"/>
                <a:ext cx="281197" cy="268268"/>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A8"/>
                    </a:solidFill>
                    <a:effectLst/>
                    <a:uLnTx/>
                    <a:uFillTx/>
                    <a:latin typeface="Arial"/>
                    <a:ea typeface="ＭＳ Ｐゴシック" charset="0"/>
                    <a:cs typeface="Arial"/>
                  </a:rPr>
                  <a:t>data</a:t>
                </a:r>
              </a:p>
            </p:txBody>
          </p:sp>
        </p:grpSp>
      </p:grpSp>
      <p:grpSp>
        <p:nvGrpSpPr>
          <p:cNvPr id="285" name="Group 284">
            <a:extLst>
              <a:ext uri="{FF2B5EF4-FFF2-40B4-BE49-F238E27FC236}">
                <a16:creationId xmlns:a16="http://schemas.microsoft.com/office/drawing/2014/main" id="{6C7BD6B1-0D37-394A-8FEE-E1CF482D0787}"/>
              </a:ext>
            </a:extLst>
          </p:cNvPr>
          <p:cNvGrpSpPr/>
          <p:nvPr/>
        </p:nvGrpSpPr>
        <p:grpSpPr>
          <a:xfrm>
            <a:off x="9957872" y="3853309"/>
            <a:ext cx="683116" cy="378456"/>
            <a:chOff x="7493876" y="2774731"/>
            <a:chExt cx="1481958" cy="894622"/>
          </a:xfrm>
        </p:grpSpPr>
        <p:sp>
          <p:nvSpPr>
            <p:cNvPr id="286" name="Freeform 285">
              <a:extLst>
                <a:ext uri="{FF2B5EF4-FFF2-40B4-BE49-F238E27FC236}">
                  <a16:creationId xmlns:a16="http://schemas.microsoft.com/office/drawing/2014/main" id="{15AF3D12-A1F8-E345-AFFD-6154902F74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7" name="Oval 286">
              <a:extLst>
                <a:ext uri="{FF2B5EF4-FFF2-40B4-BE49-F238E27FC236}">
                  <a16:creationId xmlns:a16="http://schemas.microsoft.com/office/drawing/2014/main" id="{41C6D9AC-1050-844E-B28D-4F7C7CBA744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8" name="Group 287">
              <a:extLst>
                <a:ext uri="{FF2B5EF4-FFF2-40B4-BE49-F238E27FC236}">
                  <a16:creationId xmlns:a16="http://schemas.microsoft.com/office/drawing/2014/main" id="{31C6E39C-0F89-344F-820D-D71E68DCBAD2}"/>
                </a:ext>
              </a:extLst>
            </p:cNvPr>
            <p:cNvGrpSpPr/>
            <p:nvPr/>
          </p:nvGrpSpPr>
          <p:grpSpPr>
            <a:xfrm>
              <a:off x="7713663" y="2848339"/>
              <a:ext cx="1042107" cy="425543"/>
              <a:chOff x="7786941" y="2884917"/>
              <a:chExt cx="897649" cy="353919"/>
            </a:xfrm>
          </p:grpSpPr>
          <p:sp>
            <p:nvSpPr>
              <p:cNvPr id="289" name="Freeform 288">
                <a:extLst>
                  <a:ext uri="{FF2B5EF4-FFF2-40B4-BE49-F238E27FC236}">
                    <a16:creationId xmlns:a16="http://schemas.microsoft.com/office/drawing/2014/main" id="{B6CED07E-98D7-694D-832D-3D9535C66A5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5E6F4760-9FD6-B149-95FE-47F730DA78B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1" name="Freeform 290">
                <a:extLst>
                  <a:ext uri="{FF2B5EF4-FFF2-40B4-BE49-F238E27FC236}">
                    <a16:creationId xmlns:a16="http://schemas.microsoft.com/office/drawing/2014/main" id="{04098128-9D46-994D-A11B-766BA3DCDD6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2" name="Freeform 291">
                <a:extLst>
                  <a:ext uri="{FF2B5EF4-FFF2-40B4-BE49-F238E27FC236}">
                    <a16:creationId xmlns:a16="http://schemas.microsoft.com/office/drawing/2014/main" id="{0519119D-A741-7245-9E62-0959CD1DB90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3" name="Group 44">
            <a:extLst>
              <a:ext uri="{FF2B5EF4-FFF2-40B4-BE49-F238E27FC236}">
                <a16:creationId xmlns:a16="http://schemas.microsoft.com/office/drawing/2014/main" id="{7784175B-3008-1947-BC32-53D444A93BC2}"/>
              </a:ext>
            </a:extLst>
          </p:cNvPr>
          <p:cNvGrpSpPr>
            <a:grpSpLocks/>
          </p:cNvGrpSpPr>
          <p:nvPr/>
        </p:nvGrpSpPr>
        <p:grpSpPr bwMode="auto">
          <a:xfrm>
            <a:off x="9438940" y="2593196"/>
            <a:ext cx="903288" cy="727075"/>
            <a:chOff x="-44" y="1473"/>
            <a:chExt cx="981" cy="1105"/>
          </a:xfrm>
        </p:grpSpPr>
        <p:pic>
          <p:nvPicPr>
            <p:cNvPr id="174" name="Picture 45" descr="desktop_computer_stylized_medium">
              <a:extLst>
                <a:ext uri="{FF2B5EF4-FFF2-40B4-BE49-F238E27FC236}">
                  <a16:creationId xmlns:a16="http://schemas.microsoft.com/office/drawing/2014/main" id="{4244FFAF-2F3E-B149-A967-52DC6A75D5D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75" name="Freeform 46">
              <a:extLst>
                <a:ext uri="{FF2B5EF4-FFF2-40B4-BE49-F238E27FC236}">
                  <a16:creationId xmlns:a16="http://schemas.microsoft.com/office/drawing/2014/main" id="{253467A2-6E4A-E345-9120-C1C292DE7915}"/>
                </a:ext>
              </a:extLst>
            </p:cNvPr>
            <p:cNvSpPr>
              <a:spLocks/>
            </p:cNvSpPr>
            <p:nvPr/>
          </p:nvSpPr>
          <p:spPr bwMode="auto">
            <a:xfrm flipH="1">
              <a:off x="374" y="1579"/>
              <a:ext cx="477" cy="506"/>
            </a:xfrm>
            <a:custGeom>
              <a:avLst/>
              <a:gdLst>
                <a:gd name="T0" fmla="*/ 0 w 356"/>
                <a:gd name="T1" fmla="*/ 0 h 368"/>
                <a:gd name="T2" fmla="*/ 1296 w 356"/>
                <a:gd name="T3" fmla="*/ 69 h 368"/>
                <a:gd name="T4" fmla="*/ 1537 w 356"/>
                <a:gd name="T5" fmla="*/ 1447 h 368"/>
                <a:gd name="T6" fmla="*/ 339 w 356"/>
                <a:gd name="T7" fmla="*/ 1810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374" name="Group 373">
            <a:extLst>
              <a:ext uri="{FF2B5EF4-FFF2-40B4-BE49-F238E27FC236}">
                <a16:creationId xmlns:a16="http://schemas.microsoft.com/office/drawing/2014/main" id="{013479D8-647E-ED40-9E3A-796896B7987C}"/>
              </a:ext>
            </a:extLst>
          </p:cNvPr>
          <p:cNvGrpSpPr/>
          <p:nvPr/>
        </p:nvGrpSpPr>
        <p:grpSpPr>
          <a:xfrm>
            <a:off x="7290439" y="2181342"/>
            <a:ext cx="3471211" cy="2974551"/>
            <a:chOff x="3831136" y="2159308"/>
            <a:chExt cx="3471211" cy="2974551"/>
          </a:xfrm>
        </p:grpSpPr>
        <p:cxnSp>
          <p:nvCxnSpPr>
            <p:cNvPr id="357" name="Straight Arrow Connector 356">
              <a:extLst>
                <a:ext uri="{FF2B5EF4-FFF2-40B4-BE49-F238E27FC236}">
                  <a16:creationId xmlns:a16="http://schemas.microsoft.com/office/drawing/2014/main" id="{C55AE397-27AA-BE4B-975E-8544311A4CE5}"/>
                </a:ext>
              </a:extLst>
            </p:cNvPr>
            <p:cNvCxnSpPr>
              <a:cxnSpLocks/>
            </p:cNvCxnSpPr>
            <p:nvPr/>
          </p:nvCxnSpPr>
          <p:spPr>
            <a:xfrm>
              <a:off x="3833870" y="3013112"/>
              <a:ext cx="0" cy="2120747"/>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359" name="Straight Arrow Connector 358">
              <a:extLst>
                <a:ext uri="{FF2B5EF4-FFF2-40B4-BE49-F238E27FC236}">
                  <a16:creationId xmlns:a16="http://schemas.microsoft.com/office/drawing/2014/main" id="{82DB823B-7FF4-1D4C-9AAC-0F7C4CB36642}"/>
                </a:ext>
              </a:extLst>
            </p:cNvPr>
            <p:cNvCxnSpPr>
              <a:cxnSpLocks/>
            </p:cNvCxnSpPr>
            <p:nvPr/>
          </p:nvCxnSpPr>
          <p:spPr>
            <a:xfrm>
              <a:off x="3831136" y="3020190"/>
              <a:ext cx="3471211" cy="185661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361" name="Straight Arrow Connector 360">
              <a:extLst>
                <a:ext uri="{FF2B5EF4-FFF2-40B4-BE49-F238E27FC236}">
                  <a16:creationId xmlns:a16="http://schemas.microsoft.com/office/drawing/2014/main" id="{C3E2E8C5-9CBE-7642-9F35-4C488B987B1F}"/>
                </a:ext>
              </a:extLst>
            </p:cNvPr>
            <p:cNvCxnSpPr>
              <a:cxnSpLocks/>
            </p:cNvCxnSpPr>
            <p:nvPr/>
          </p:nvCxnSpPr>
          <p:spPr>
            <a:xfrm>
              <a:off x="3831136" y="3026864"/>
              <a:ext cx="3294941" cy="599523"/>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365" name="Straight Arrow Connector 364">
              <a:extLst>
                <a:ext uri="{FF2B5EF4-FFF2-40B4-BE49-F238E27FC236}">
                  <a16:creationId xmlns:a16="http://schemas.microsoft.com/office/drawing/2014/main" id="{421FB380-DB5B-BC41-AFD4-3F7E2539715D}"/>
                </a:ext>
              </a:extLst>
            </p:cNvPr>
            <p:cNvCxnSpPr>
              <a:cxnSpLocks/>
            </p:cNvCxnSpPr>
            <p:nvPr/>
          </p:nvCxnSpPr>
          <p:spPr>
            <a:xfrm flipV="1">
              <a:off x="3841147" y="2159308"/>
              <a:ext cx="3084791" cy="860882"/>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367" name="Straight Arrow Connector 366">
              <a:extLst>
                <a:ext uri="{FF2B5EF4-FFF2-40B4-BE49-F238E27FC236}">
                  <a16:creationId xmlns:a16="http://schemas.microsoft.com/office/drawing/2014/main" id="{ACF9E385-09DB-C84D-AE7B-3C13EDBFC0DC}"/>
                </a:ext>
              </a:extLst>
            </p:cNvPr>
            <p:cNvCxnSpPr>
              <a:cxnSpLocks/>
            </p:cNvCxnSpPr>
            <p:nvPr/>
          </p:nvCxnSpPr>
          <p:spPr>
            <a:xfrm>
              <a:off x="3834473" y="3023527"/>
              <a:ext cx="458433" cy="837885"/>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grpSp>
      <p:sp>
        <p:nvSpPr>
          <p:cNvPr id="176" name="Rectangle 3">
            <a:extLst>
              <a:ext uri="{FF2B5EF4-FFF2-40B4-BE49-F238E27FC236}">
                <a16:creationId xmlns:a16="http://schemas.microsoft.com/office/drawing/2014/main" id="{B1F7E91D-9830-244A-9EAC-A7AA760D51B8}"/>
              </a:ext>
            </a:extLst>
          </p:cNvPr>
          <p:cNvSpPr txBox="1">
            <a:spLocks noChangeArrowheads="1"/>
          </p:cNvSpPr>
          <p:nvPr/>
        </p:nvSpPr>
        <p:spPr>
          <a:xfrm>
            <a:off x="564423" y="1441374"/>
            <a:ext cx="5560956" cy="122470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indent="0">
              <a:buNone/>
            </a:pPr>
            <a:r>
              <a:rPr lang="en-US" sz="3000" dirty="0">
                <a:solidFill>
                  <a:srgbClr val="C00000"/>
                </a:solidFill>
              </a:rPr>
              <a:t>CLI </a:t>
            </a:r>
            <a:r>
              <a:rPr lang="en-US" sz="2600" dirty="0"/>
              <a:t>(Command Line Interface) </a:t>
            </a:r>
            <a:endParaRPr lang="en-US" sz="3000" dirty="0"/>
          </a:p>
          <a:p>
            <a:pPr lvl="1"/>
            <a:r>
              <a:rPr lang="en-US" sz="2200" dirty="0"/>
              <a:t>operator issues (types, scripts) direct to individual devices (e.g., vis ssh)</a:t>
            </a:r>
          </a:p>
        </p:txBody>
      </p:sp>
      <p:sp>
        <p:nvSpPr>
          <p:cNvPr id="177" name="Rectangle 3">
            <a:extLst>
              <a:ext uri="{FF2B5EF4-FFF2-40B4-BE49-F238E27FC236}">
                <a16:creationId xmlns:a16="http://schemas.microsoft.com/office/drawing/2014/main" id="{D3894652-CA4D-D44B-BE08-C92193D797CF}"/>
              </a:ext>
            </a:extLst>
          </p:cNvPr>
          <p:cNvSpPr txBox="1">
            <a:spLocks noChangeArrowheads="1"/>
          </p:cNvSpPr>
          <p:nvPr/>
        </p:nvSpPr>
        <p:spPr>
          <a:xfrm>
            <a:off x="595637" y="2673427"/>
            <a:ext cx="5441606" cy="153501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indent="0">
              <a:buNone/>
            </a:pPr>
            <a:r>
              <a:rPr lang="en-US" sz="3000" dirty="0">
                <a:solidFill>
                  <a:srgbClr val="C00000"/>
                </a:solidFill>
              </a:rPr>
              <a:t>SNMP/MIB </a:t>
            </a:r>
          </a:p>
          <a:p>
            <a:pPr lvl="1"/>
            <a:r>
              <a:rPr lang="en-US" sz="2200" dirty="0"/>
              <a:t>operator queries/sets devices data (MIB) using Simple Network Management Protocol (SNMP)</a:t>
            </a:r>
          </a:p>
        </p:txBody>
      </p:sp>
      <p:sp>
        <p:nvSpPr>
          <p:cNvPr id="178" name="Rectangle 3">
            <a:extLst>
              <a:ext uri="{FF2B5EF4-FFF2-40B4-BE49-F238E27FC236}">
                <a16:creationId xmlns:a16="http://schemas.microsoft.com/office/drawing/2014/main" id="{55B528AC-68CA-274E-8AC0-BF0DA82DA8AE}"/>
              </a:ext>
            </a:extLst>
          </p:cNvPr>
          <p:cNvSpPr txBox="1">
            <a:spLocks noChangeArrowheads="1"/>
          </p:cNvSpPr>
          <p:nvPr/>
        </p:nvSpPr>
        <p:spPr>
          <a:xfrm>
            <a:off x="595637" y="4232314"/>
            <a:ext cx="6102618" cy="235577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indent="0">
              <a:spcBef>
                <a:spcPts val="0"/>
              </a:spcBef>
              <a:buNone/>
            </a:pPr>
            <a:r>
              <a:rPr lang="en-US" sz="3000" dirty="0">
                <a:solidFill>
                  <a:srgbClr val="C00000"/>
                </a:solidFill>
              </a:rPr>
              <a:t>NETCONF/YANG</a:t>
            </a:r>
          </a:p>
          <a:p>
            <a:pPr lvl="1">
              <a:spcBef>
                <a:spcPts val="0"/>
              </a:spcBef>
            </a:pPr>
            <a:r>
              <a:rPr lang="en-US" sz="2200" dirty="0"/>
              <a:t>more abstract, network-wide, holistic</a:t>
            </a:r>
          </a:p>
          <a:p>
            <a:pPr lvl="1">
              <a:spcBef>
                <a:spcPts val="0"/>
              </a:spcBef>
            </a:pPr>
            <a:r>
              <a:rPr lang="en-US" sz="2200" dirty="0"/>
              <a:t>emphasis on multi-device configuration management. </a:t>
            </a:r>
          </a:p>
          <a:p>
            <a:pPr lvl="1">
              <a:spcBef>
                <a:spcPts val="0"/>
              </a:spcBef>
            </a:pPr>
            <a:r>
              <a:rPr lang="en-US" sz="2200" dirty="0"/>
              <a:t>YANG: data modeling language </a:t>
            </a:r>
          </a:p>
          <a:p>
            <a:pPr lvl="1">
              <a:spcBef>
                <a:spcPts val="0"/>
              </a:spcBef>
            </a:pPr>
            <a:r>
              <a:rPr lang="en-US" sz="2200" dirty="0"/>
              <a:t>NETCONF: communicate YANG-compatible actions/data to/from/among remote devices </a:t>
            </a:r>
          </a:p>
        </p:txBody>
      </p:sp>
    </p:spTree>
    <p:extLst>
      <p:ext uri="{BB962C8B-B14F-4D97-AF65-F5344CB8AC3E}">
        <p14:creationId xmlns:p14="http://schemas.microsoft.com/office/powerpoint/2010/main" val="422524194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77"/>
                                        </p:tgtEl>
                                        <p:attrNameLst>
                                          <p:attrName>style.visibility</p:attrName>
                                        </p:attrNameLst>
                                      </p:cBhvr>
                                      <p:to>
                                        <p:strVal val="visible"/>
                                      </p:to>
                                    </p:set>
                                    <p:animEffect transition="in" filter="dissolve">
                                      <p:cBhvr>
                                        <p:cTn id="7" dur="500"/>
                                        <p:tgtEl>
                                          <p:spTgt spid="17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78"/>
                                        </p:tgtEl>
                                        <p:attrNameLst>
                                          <p:attrName>style.visibility</p:attrName>
                                        </p:attrNameLst>
                                      </p:cBhvr>
                                      <p:to>
                                        <p:strVal val="visible"/>
                                      </p:to>
                                    </p:set>
                                    <p:animEffect transition="in" filter="dissolve">
                                      <p:cBhvr>
                                        <p:cTn id="12" dur="500"/>
                                        <p:tgtEl>
                                          <p:spTgt spid="1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7" grpId="0"/>
      <p:bldP spid="178" grpId="0"/>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B295C129-DA5D-C741-83BA-65FCBE7656D8}"/>
              </a:ext>
            </a:extLst>
          </p:cNvPr>
          <p:cNvSpPr>
            <a:spLocks noGrp="1"/>
          </p:cNvSpPr>
          <p:nvPr>
            <p:ph type="title"/>
          </p:nvPr>
        </p:nvSpPr>
        <p:spPr/>
        <p:txBody>
          <a:bodyPr/>
          <a:lstStyle/>
          <a:p>
            <a:r>
              <a:rPr lang="en-US" dirty="0"/>
              <a:t>SNMP protocol</a:t>
            </a:r>
          </a:p>
        </p:txBody>
      </p:sp>
      <p:sp>
        <p:nvSpPr>
          <p:cNvPr id="4" name="Slide Number Placeholder 3">
            <a:extLst>
              <a:ext uri="{FF2B5EF4-FFF2-40B4-BE49-F238E27FC236}">
                <a16:creationId xmlns:a16="http://schemas.microsoft.com/office/drawing/2014/main" id="{822AC4DB-FAFD-C14C-8E13-B0E008993F6B}"/>
              </a:ext>
            </a:extLst>
          </p:cNvPr>
          <p:cNvSpPr>
            <a:spLocks noGrp="1"/>
          </p:cNvSpPr>
          <p:nvPr>
            <p:ph type="sldNum" sz="quarter" idx="4"/>
          </p:nvPr>
        </p:nvSpPr>
        <p:spPr/>
        <p:txBody>
          <a:bodyPr/>
          <a:lstStyle/>
          <a:p>
            <a:r>
              <a:rPr lang="en-US" dirty="0"/>
              <a:t>Network Layer: 5-</a:t>
            </a:r>
            <a:fld id="{C4204591-24BD-A542-B9D5-F8D8A88D2FEE}" type="slidenum">
              <a:rPr lang="en-US" smtClean="0"/>
              <a:pPr/>
              <a:t>86</a:t>
            </a:fld>
            <a:endParaRPr lang="en-US" dirty="0"/>
          </a:p>
        </p:txBody>
      </p:sp>
      <p:grpSp>
        <p:nvGrpSpPr>
          <p:cNvPr id="185" name="Group 184">
            <a:extLst>
              <a:ext uri="{FF2B5EF4-FFF2-40B4-BE49-F238E27FC236}">
                <a16:creationId xmlns:a16="http://schemas.microsoft.com/office/drawing/2014/main" id="{64833077-52B5-4841-9187-941DB1803220}"/>
              </a:ext>
            </a:extLst>
          </p:cNvPr>
          <p:cNvGrpSpPr/>
          <p:nvPr/>
        </p:nvGrpSpPr>
        <p:grpSpPr>
          <a:xfrm>
            <a:off x="1344054" y="1990663"/>
            <a:ext cx="4230478" cy="4057421"/>
            <a:chOff x="6588086" y="2144903"/>
            <a:chExt cx="4230478" cy="4057421"/>
          </a:xfrm>
        </p:grpSpPr>
        <p:sp>
          <p:nvSpPr>
            <p:cNvPr id="7" name="Freeform 2">
              <a:extLst>
                <a:ext uri="{FF2B5EF4-FFF2-40B4-BE49-F238E27FC236}">
                  <a16:creationId xmlns:a16="http://schemas.microsoft.com/office/drawing/2014/main" id="{5FA29117-CB2C-A74E-9E10-1044A77B1A26}"/>
                </a:ext>
              </a:extLst>
            </p:cNvPr>
            <p:cNvSpPr>
              <a:spLocks/>
            </p:cNvSpPr>
            <p:nvPr/>
          </p:nvSpPr>
          <p:spPr bwMode="auto">
            <a:xfrm rot="16383367">
              <a:off x="7427686" y="2947494"/>
              <a:ext cx="4057421" cy="2452239"/>
            </a:xfrm>
            <a:custGeom>
              <a:avLst/>
              <a:gdLst>
                <a:gd name="T0" fmla="*/ 6 w 1794"/>
                <a:gd name="T1" fmla="*/ 483 h 933"/>
                <a:gd name="T2" fmla="*/ 108 w 1794"/>
                <a:gd name="T3" fmla="*/ 125 h 933"/>
                <a:gd name="T4" fmla="*/ 559 w 1794"/>
                <a:gd name="T5" fmla="*/ 100 h 933"/>
                <a:gd name="T6" fmla="*/ 1128 w 1794"/>
                <a:gd name="T7" fmla="*/ 29 h 933"/>
                <a:gd name="T8" fmla="*/ 1716 w 1794"/>
                <a:gd name="T9" fmla="*/ 275 h 933"/>
                <a:gd name="T10" fmla="*/ 1596 w 1794"/>
                <a:gd name="T11" fmla="*/ 827 h 933"/>
                <a:gd name="T12" fmla="*/ 1380 w 1794"/>
                <a:gd name="T13" fmla="*/ 911 h 933"/>
                <a:gd name="T14" fmla="*/ 840 w 1794"/>
                <a:gd name="T15" fmla="*/ 929 h 933"/>
                <a:gd name="T16" fmla="*/ 414 w 1794"/>
                <a:gd name="T17" fmla="*/ 911 h 933"/>
                <a:gd name="T18" fmla="*/ 143 w 1794"/>
                <a:gd name="T19" fmla="*/ 832 h 933"/>
                <a:gd name="T20" fmla="*/ 6 w 1794"/>
                <a:gd name="T21" fmla="*/ 483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9CE0FA"/>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cs typeface="ＭＳ Ｐゴシック" charset="0"/>
              </a:endParaRPr>
            </a:p>
          </p:txBody>
        </p:sp>
        <p:sp>
          <p:nvSpPr>
            <p:cNvPr id="8" name="Line 252">
              <a:extLst>
                <a:ext uri="{FF2B5EF4-FFF2-40B4-BE49-F238E27FC236}">
                  <a16:creationId xmlns:a16="http://schemas.microsoft.com/office/drawing/2014/main" id="{A34271EB-0315-784C-80BC-73C898A29504}"/>
                </a:ext>
              </a:extLst>
            </p:cNvPr>
            <p:cNvSpPr>
              <a:spLocks noChangeShapeType="1"/>
            </p:cNvSpPr>
            <p:nvPr/>
          </p:nvSpPr>
          <p:spPr bwMode="auto">
            <a:xfrm flipV="1">
              <a:off x="9496090" y="3180571"/>
              <a:ext cx="338138" cy="1042987"/>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9" name="Line 254">
              <a:extLst>
                <a:ext uri="{FF2B5EF4-FFF2-40B4-BE49-F238E27FC236}">
                  <a16:creationId xmlns:a16="http://schemas.microsoft.com/office/drawing/2014/main" id="{9671EA36-3631-B34F-BBB6-EFCD42331C9D}"/>
                </a:ext>
              </a:extLst>
            </p:cNvPr>
            <p:cNvSpPr>
              <a:spLocks noChangeShapeType="1"/>
            </p:cNvSpPr>
            <p:nvPr/>
          </p:nvSpPr>
          <p:spPr bwMode="auto">
            <a:xfrm flipV="1">
              <a:off x="9726589" y="4134658"/>
              <a:ext cx="290202" cy="251486"/>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10" name="Line 272">
              <a:extLst>
                <a:ext uri="{FF2B5EF4-FFF2-40B4-BE49-F238E27FC236}">
                  <a16:creationId xmlns:a16="http://schemas.microsoft.com/office/drawing/2014/main" id="{856F4394-5D07-974B-8132-B7247126D2A6}"/>
                </a:ext>
              </a:extLst>
            </p:cNvPr>
            <p:cNvSpPr>
              <a:spLocks noChangeShapeType="1"/>
            </p:cNvSpPr>
            <p:nvPr/>
          </p:nvSpPr>
          <p:spPr bwMode="auto">
            <a:xfrm>
              <a:off x="9729453" y="4625196"/>
              <a:ext cx="373062" cy="554037"/>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11" name="Line 272">
              <a:extLst>
                <a:ext uri="{FF2B5EF4-FFF2-40B4-BE49-F238E27FC236}">
                  <a16:creationId xmlns:a16="http://schemas.microsoft.com/office/drawing/2014/main" id="{C664C0E0-393B-C145-8BAF-3629B00A31DE}"/>
                </a:ext>
              </a:extLst>
            </p:cNvPr>
            <p:cNvSpPr>
              <a:spLocks noChangeShapeType="1"/>
            </p:cNvSpPr>
            <p:nvPr/>
          </p:nvSpPr>
          <p:spPr bwMode="auto">
            <a:xfrm>
              <a:off x="8921415" y="3675871"/>
              <a:ext cx="371475" cy="554037"/>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12" name="Line 272">
              <a:extLst>
                <a:ext uri="{FF2B5EF4-FFF2-40B4-BE49-F238E27FC236}">
                  <a16:creationId xmlns:a16="http://schemas.microsoft.com/office/drawing/2014/main" id="{182FDAA5-6557-9844-A47B-222D95692DC6}"/>
                </a:ext>
              </a:extLst>
            </p:cNvPr>
            <p:cNvSpPr>
              <a:spLocks noChangeShapeType="1"/>
            </p:cNvSpPr>
            <p:nvPr/>
          </p:nvSpPr>
          <p:spPr bwMode="auto">
            <a:xfrm flipH="1">
              <a:off x="9135728" y="4614083"/>
              <a:ext cx="309562" cy="1023938"/>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14" name="Text Box 333">
              <a:extLst>
                <a:ext uri="{FF2B5EF4-FFF2-40B4-BE49-F238E27FC236}">
                  <a16:creationId xmlns:a16="http://schemas.microsoft.com/office/drawing/2014/main" id="{17674724-E440-5747-92B8-86C1110106EB}"/>
                </a:ext>
              </a:extLst>
            </p:cNvPr>
            <p:cNvSpPr txBox="1">
              <a:spLocks noChangeArrowheads="1"/>
            </p:cNvSpPr>
            <p:nvPr/>
          </p:nvSpPr>
          <p:spPr bwMode="auto">
            <a:xfrm>
              <a:off x="7442257" y="5831180"/>
              <a:ext cx="1497526" cy="307777"/>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eaLnBrk="0" fontAlgn="base" hangingPunct="0">
                <a:spcBef>
                  <a:spcPct val="0"/>
                </a:spcBef>
                <a:spcAft>
                  <a:spcPct val="0"/>
                </a:spcAft>
                <a:defRPr/>
              </a:pPr>
              <a:r>
                <a:rPr lang="en-US" sz="1400" dirty="0">
                  <a:solidFill>
                    <a:srgbClr val="000000"/>
                  </a:solidFill>
                  <a:latin typeface="Arial"/>
                  <a:ea typeface="ＭＳ Ｐゴシック" charset="0"/>
                  <a:cs typeface="Arial"/>
                </a:rPr>
                <a:t>managed device</a:t>
              </a:r>
            </a:p>
          </p:txBody>
        </p:sp>
        <p:grpSp>
          <p:nvGrpSpPr>
            <p:cNvPr id="52" name="Group 906">
              <a:extLst>
                <a:ext uri="{FF2B5EF4-FFF2-40B4-BE49-F238E27FC236}">
                  <a16:creationId xmlns:a16="http://schemas.microsoft.com/office/drawing/2014/main" id="{C38045D2-1581-8B43-8612-8AA6DF605638}"/>
                </a:ext>
              </a:extLst>
            </p:cNvPr>
            <p:cNvGrpSpPr>
              <a:grpSpLocks/>
            </p:cNvGrpSpPr>
            <p:nvPr/>
          </p:nvGrpSpPr>
          <p:grpSpPr bwMode="auto">
            <a:xfrm>
              <a:off x="9973928" y="5172883"/>
              <a:ext cx="366712" cy="579438"/>
              <a:chOff x="4140" y="429"/>
              <a:chExt cx="1425" cy="2396"/>
            </a:xfrm>
          </p:grpSpPr>
          <p:sp>
            <p:nvSpPr>
              <p:cNvPr id="53" name="Freeform 907">
                <a:extLst>
                  <a:ext uri="{FF2B5EF4-FFF2-40B4-BE49-F238E27FC236}">
                    <a16:creationId xmlns:a16="http://schemas.microsoft.com/office/drawing/2014/main" id="{9BC3A3A6-1366-274C-801E-AE1C8C4EE3A5}"/>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 name="Rectangle 908">
                <a:extLst>
                  <a:ext uri="{FF2B5EF4-FFF2-40B4-BE49-F238E27FC236}">
                    <a16:creationId xmlns:a16="http://schemas.microsoft.com/office/drawing/2014/main" id="{D8E1A8E3-D677-9448-8E04-7D9A2B385D56}"/>
                  </a:ext>
                </a:extLst>
              </p:cNvPr>
              <p:cNvSpPr>
                <a:spLocks noChangeArrowheads="1"/>
              </p:cNvSpPr>
              <p:nvPr/>
            </p:nvSpPr>
            <p:spPr bwMode="auto">
              <a:xfrm>
                <a:off x="4208" y="429"/>
                <a:ext cx="1043"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55" name="Freeform 909">
                <a:extLst>
                  <a:ext uri="{FF2B5EF4-FFF2-40B4-BE49-F238E27FC236}">
                    <a16:creationId xmlns:a16="http://schemas.microsoft.com/office/drawing/2014/main" id="{F9F3EC33-B650-A64A-871B-7EC626C4292B}"/>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 name="Freeform 910">
                <a:extLst>
                  <a:ext uri="{FF2B5EF4-FFF2-40B4-BE49-F238E27FC236}">
                    <a16:creationId xmlns:a16="http://schemas.microsoft.com/office/drawing/2014/main" id="{5833E139-248F-1447-88BC-C6C0C5AB7931}"/>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 name="Rectangle 911">
                <a:extLst>
                  <a:ext uri="{FF2B5EF4-FFF2-40B4-BE49-F238E27FC236}">
                    <a16:creationId xmlns:a16="http://schemas.microsoft.com/office/drawing/2014/main" id="{7D1BDDBC-3774-D647-8E10-3B1B58E01794}"/>
                  </a:ext>
                </a:extLst>
              </p:cNvPr>
              <p:cNvSpPr>
                <a:spLocks noChangeArrowheads="1"/>
              </p:cNvSpPr>
              <p:nvPr/>
            </p:nvSpPr>
            <p:spPr bwMode="auto">
              <a:xfrm>
                <a:off x="4214" y="692"/>
                <a:ext cx="592"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nvGrpSpPr>
              <p:cNvPr id="58" name="Group 912">
                <a:extLst>
                  <a:ext uri="{FF2B5EF4-FFF2-40B4-BE49-F238E27FC236}">
                    <a16:creationId xmlns:a16="http://schemas.microsoft.com/office/drawing/2014/main" id="{6554743B-A179-AE4D-BB1E-3D7DCB9F39CA}"/>
                  </a:ext>
                </a:extLst>
              </p:cNvPr>
              <p:cNvGrpSpPr>
                <a:grpSpLocks/>
              </p:cNvGrpSpPr>
              <p:nvPr/>
            </p:nvGrpSpPr>
            <p:grpSpPr bwMode="auto">
              <a:xfrm>
                <a:off x="4749" y="668"/>
                <a:ext cx="581" cy="145"/>
                <a:chOff x="614" y="2568"/>
                <a:chExt cx="725" cy="139"/>
              </a:xfrm>
            </p:grpSpPr>
            <p:sp>
              <p:nvSpPr>
                <p:cNvPr id="83" name="AutoShape 913">
                  <a:extLst>
                    <a:ext uri="{FF2B5EF4-FFF2-40B4-BE49-F238E27FC236}">
                      <a16:creationId xmlns:a16="http://schemas.microsoft.com/office/drawing/2014/main" id="{E2B05CB3-CFDA-9149-8BC2-65068E35444E}"/>
                    </a:ext>
                  </a:extLst>
                </p:cNvPr>
                <p:cNvSpPr>
                  <a:spLocks noChangeArrowheads="1"/>
                </p:cNvSpPr>
                <p:nvPr/>
              </p:nvSpPr>
              <p:spPr bwMode="auto">
                <a:xfrm>
                  <a:off x="616" y="2565"/>
                  <a:ext cx="724" cy="12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84" name="AutoShape 914">
                  <a:extLst>
                    <a:ext uri="{FF2B5EF4-FFF2-40B4-BE49-F238E27FC236}">
                      <a16:creationId xmlns:a16="http://schemas.microsoft.com/office/drawing/2014/main" id="{E6138685-DB13-2447-AF35-F3E42603A128}"/>
                    </a:ext>
                  </a:extLst>
                </p:cNvPr>
                <p:cNvSpPr>
                  <a:spLocks noChangeArrowheads="1"/>
                </p:cNvSpPr>
                <p:nvPr/>
              </p:nvSpPr>
              <p:spPr bwMode="auto">
                <a:xfrm>
                  <a:off x="632" y="2584"/>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sp>
            <p:nvSpPr>
              <p:cNvPr id="59" name="Rectangle 915">
                <a:extLst>
                  <a:ext uri="{FF2B5EF4-FFF2-40B4-BE49-F238E27FC236}">
                    <a16:creationId xmlns:a16="http://schemas.microsoft.com/office/drawing/2014/main" id="{CEEE2242-D7A6-5741-BF4F-ACF85CD71531}"/>
                  </a:ext>
                </a:extLst>
              </p:cNvPr>
              <p:cNvSpPr>
                <a:spLocks noChangeArrowheads="1"/>
              </p:cNvSpPr>
              <p:nvPr/>
            </p:nvSpPr>
            <p:spPr bwMode="auto">
              <a:xfrm>
                <a:off x="4226" y="1020"/>
                <a:ext cx="592"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nvGrpSpPr>
              <p:cNvPr id="60" name="Group 916">
                <a:extLst>
                  <a:ext uri="{FF2B5EF4-FFF2-40B4-BE49-F238E27FC236}">
                    <a16:creationId xmlns:a16="http://schemas.microsoft.com/office/drawing/2014/main" id="{8F7AA556-56D6-974F-AFA8-564489DD8A7C}"/>
                  </a:ext>
                </a:extLst>
              </p:cNvPr>
              <p:cNvGrpSpPr>
                <a:grpSpLocks/>
              </p:cNvGrpSpPr>
              <p:nvPr/>
            </p:nvGrpSpPr>
            <p:grpSpPr bwMode="auto">
              <a:xfrm>
                <a:off x="4747" y="994"/>
                <a:ext cx="581" cy="134"/>
                <a:chOff x="614" y="2568"/>
                <a:chExt cx="725" cy="139"/>
              </a:xfrm>
            </p:grpSpPr>
            <p:sp>
              <p:nvSpPr>
                <p:cNvPr id="81" name="AutoShape 917">
                  <a:extLst>
                    <a:ext uri="{FF2B5EF4-FFF2-40B4-BE49-F238E27FC236}">
                      <a16:creationId xmlns:a16="http://schemas.microsoft.com/office/drawing/2014/main" id="{39C7E5BD-83B1-4342-9DCB-79D9C7A805F4}"/>
                    </a:ext>
                  </a:extLst>
                </p:cNvPr>
                <p:cNvSpPr>
                  <a:spLocks noChangeArrowheads="1"/>
                </p:cNvSpPr>
                <p:nvPr/>
              </p:nvSpPr>
              <p:spPr bwMode="auto">
                <a:xfrm>
                  <a:off x="611" y="2568"/>
                  <a:ext cx="731" cy="13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82" name="AutoShape 918">
                  <a:extLst>
                    <a:ext uri="{FF2B5EF4-FFF2-40B4-BE49-F238E27FC236}">
                      <a16:creationId xmlns:a16="http://schemas.microsoft.com/office/drawing/2014/main" id="{CB25B728-1785-C844-A0B5-742CC688E369}"/>
                    </a:ext>
                  </a:extLst>
                </p:cNvPr>
                <p:cNvSpPr>
                  <a:spLocks noChangeArrowheads="1"/>
                </p:cNvSpPr>
                <p:nvPr/>
              </p:nvSpPr>
              <p:spPr bwMode="auto">
                <a:xfrm>
                  <a:off x="626" y="2581"/>
                  <a:ext cx="700"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sp>
            <p:nvSpPr>
              <p:cNvPr id="61" name="Rectangle 919">
                <a:extLst>
                  <a:ext uri="{FF2B5EF4-FFF2-40B4-BE49-F238E27FC236}">
                    <a16:creationId xmlns:a16="http://schemas.microsoft.com/office/drawing/2014/main" id="{B18520A9-9A05-2B43-B67C-8C2F47EC117D}"/>
                  </a:ext>
                </a:extLst>
              </p:cNvPr>
              <p:cNvSpPr>
                <a:spLocks noChangeArrowheads="1"/>
              </p:cNvSpPr>
              <p:nvPr/>
            </p:nvSpPr>
            <p:spPr bwMode="auto">
              <a:xfrm>
                <a:off x="4214" y="1361"/>
                <a:ext cx="598"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62" name="Rectangle 920">
                <a:extLst>
                  <a:ext uri="{FF2B5EF4-FFF2-40B4-BE49-F238E27FC236}">
                    <a16:creationId xmlns:a16="http://schemas.microsoft.com/office/drawing/2014/main" id="{9DA0024D-FC5B-5341-BF21-8708AD94F72B}"/>
                  </a:ext>
                </a:extLst>
              </p:cNvPr>
              <p:cNvSpPr>
                <a:spLocks noChangeArrowheads="1"/>
              </p:cNvSpPr>
              <p:nvPr/>
            </p:nvSpPr>
            <p:spPr bwMode="auto">
              <a:xfrm>
                <a:off x="4226" y="1657"/>
                <a:ext cx="598"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nvGrpSpPr>
              <p:cNvPr id="63" name="Group 921">
                <a:extLst>
                  <a:ext uri="{FF2B5EF4-FFF2-40B4-BE49-F238E27FC236}">
                    <a16:creationId xmlns:a16="http://schemas.microsoft.com/office/drawing/2014/main" id="{981301B4-9857-5647-800D-6C50474E40C4}"/>
                  </a:ext>
                </a:extLst>
              </p:cNvPr>
              <p:cNvGrpSpPr>
                <a:grpSpLocks/>
              </p:cNvGrpSpPr>
              <p:nvPr/>
            </p:nvGrpSpPr>
            <p:grpSpPr bwMode="auto">
              <a:xfrm>
                <a:off x="4735" y="1627"/>
                <a:ext cx="582" cy="151"/>
                <a:chOff x="614" y="2568"/>
                <a:chExt cx="725" cy="139"/>
              </a:xfrm>
            </p:grpSpPr>
            <p:sp>
              <p:nvSpPr>
                <p:cNvPr id="79" name="AutoShape 922">
                  <a:extLst>
                    <a:ext uri="{FF2B5EF4-FFF2-40B4-BE49-F238E27FC236}">
                      <a16:creationId xmlns:a16="http://schemas.microsoft.com/office/drawing/2014/main" id="{1B16B91A-C8DE-8645-8DE6-578C0406C836}"/>
                    </a:ext>
                  </a:extLst>
                </p:cNvPr>
                <p:cNvSpPr>
                  <a:spLocks noChangeArrowheads="1"/>
                </p:cNvSpPr>
                <p:nvPr/>
              </p:nvSpPr>
              <p:spPr bwMode="auto">
                <a:xfrm>
                  <a:off x="611" y="2571"/>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80" name="AutoShape 923">
                  <a:extLst>
                    <a:ext uri="{FF2B5EF4-FFF2-40B4-BE49-F238E27FC236}">
                      <a16:creationId xmlns:a16="http://schemas.microsoft.com/office/drawing/2014/main" id="{23488613-A840-664D-B47C-2D6071A2C01A}"/>
                    </a:ext>
                  </a:extLst>
                </p:cNvPr>
                <p:cNvSpPr>
                  <a:spLocks noChangeArrowheads="1"/>
                </p:cNvSpPr>
                <p:nvPr/>
              </p:nvSpPr>
              <p:spPr bwMode="auto">
                <a:xfrm>
                  <a:off x="626" y="2589"/>
                  <a:ext cx="699"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sp>
            <p:nvSpPr>
              <p:cNvPr id="64" name="Freeform 924">
                <a:extLst>
                  <a:ext uri="{FF2B5EF4-FFF2-40B4-BE49-F238E27FC236}">
                    <a16:creationId xmlns:a16="http://schemas.microsoft.com/office/drawing/2014/main" id="{E7E1FD00-D804-9948-B110-5C7E0960878C}"/>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65" name="Group 925">
                <a:extLst>
                  <a:ext uri="{FF2B5EF4-FFF2-40B4-BE49-F238E27FC236}">
                    <a16:creationId xmlns:a16="http://schemas.microsoft.com/office/drawing/2014/main" id="{655EE6D9-115C-9B47-8236-C75726F9E488}"/>
                  </a:ext>
                </a:extLst>
              </p:cNvPr>
              <p:cNvGrpSpPr>
                <a:grpSpLocks/>
              </p:cNvGrpSpPr>
              <p:nvPr/>
            </p:nvGrpSpPr>
            <p:grpSpPr bwMode="auto">
              <a:xfrm>
                <a:off x="4739" y="1327"/>
                <a:ext cx="582" cy="139"/>
                <a:chOff x="614" y="2568"/>
                <a:chExt cx="725" cy="139"/>
              </a:xfrm>
            </p:grpSpPr>
            <p:sp>
              <p:nvSpPr>
                <p:cNvPr id="77" name="AutoShape 926">
                  <a:extLst>
                    <a:ext uri="{FF2B5EF4-FFF2-40B4-BE49-F238E27FC236}">
                      <a16:creationId xmlns:a16="http://schemas.microsoft.com/office/drawing/2014/main" id="{F4110FC0-46C6-4840-8086-3FAFE8303504}"/>
                    </a:ext>
                  </a:extLst>
                </p:cNvPr>
                <p:cNvSpPr>
                  <a:spLocks noChangeArrowheads="1"/>
                </p:cNvSpPr>
                <p:nvPr/>
              </p:nvSpPr>
              <p:spPr bwMode="auto">
                <a:xfrm>
                  <a:off x="613" y="2569"/>
                  <a:ext cx="715"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78" name="AutoShape 927">
                  <a:extLst>
                    <a:ext uri="{FF2B5EF4-FFF2-40B4-BE49-F238E27FC236}">
                      <a16:creationId xmlns:a16="http://schemas.microsoft.com/office/drawing/2014/main" id="{5DDF1D67-B821-FA43-86AD-54B67B2AFBE5}"/>
                    </a:ext>
                  </a:extLst>
                </p:cNvPr>
                <p:cNvSpPr>
                  <a:spLocks noChangeArrowheads="1"/>
                </p:cNvSpPr>
                <p:nvPr/>
              </p:nvSpPr>
              <p:spPr bwMode="auto">
                <a:xfrm>
                  <a:off x="629" y="2582"/>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sp>
            <p:nvSpPr>
              <p:cNvPr id="66" name="Rectangle 928">
                <a:extLst>
                  <a:ext uri="{FF2B5EF4-FFF2-40B4-BE49-F238E27FC236}">
                    <a16:creationId xmlns:a16="http://schemas.microsoft.com/office/drawing/2014/main" id="{D935AE77-81CD-7940-B6F3-30DFB9BC8CD1}"/>
                  </a:ext>
                </a:extLst>
              </p:cNvPr>
              <p:cNvSpPr>
                <a:spLocks noChangeArrowheads="1"/>
              </p:cNvSpPr>
              <p:nvPr/>
            </p:nvSpPr>
            <p:spPr bwMode="auto">
              <a:xfrm>
                <a:off x="5250" y="429"/>
                <a:ext cx="68" cy="2291"/>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67" name="Freeform 929">
                <a:extLst>
                  <a:ext uri="{FF2B5EF4-FFF2-40B4-BE49-F238E27FC236}">
                    <a16:creationId xmlns:a16="http://schemas.microsoft.com/office/drawing/2014/main" id="{5EFDFE1C-B209-B94B-9839-96286AD827A5}"/>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8" name="Freeform 930">
                <a:extLst>
                  <a:ext uri="{FF2B5EF4-FFF2-40B4-BE49-F238E27FC236}">
                    <a16:creationId xmlns:a16="http://schemas.microsoft.com/office/drawing/2014/main" id="{05D8DBC6-B99D-3F4A-AD14-D170C3CC62D0}"/>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9" name="Oval 931">
                <a:extLst>
                  <a:ext uri="{FF2B5EF4-FFF2-40B4-BE49-F238E27FC236}">
                    <a16:creationId xmlns:a16="http://schemas.microsoft.com/office/drawing/2014/main" id="{A7F23770-E8E6-F945-86E9-C59A2D312DB0}"/>
                  </a:ext>
                </a:extLst>
              </p:cNvPr>
              <p:cNvSpPr>
                <a:spLocks noChangeArrowheads="1"/>
              </p:cNvSpPr>
              <p:nvPr/>
            </p:nvSpPr>
            <p:spPr bwMode="auto">
              <a:xfrm>
                <a:off x="5516" y="2608"/>
                <a:ext cx="49" cy="98"/>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70" name="Freeform 932">
                <a:extLst>
                  <a:ext uri="{FF2B5EF4-FFF2-40B4-BE49-F238E27FC236}">
                    <a16:creationId xmlns:a16="http://schemas.microsoft.com/office/drawing/2014/main" id="{08613B8E-E31F-BA49-AA37-11422C5AFAAD}"/>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1" name="AutoShape 933">
                <a:extLst>
                  <a:ext uri="{FF2B5EF4-FFF2-40B4-BE49-F238E27FC236}">
                    <a16:creationId xmlns:a16="http://schemas.microsoft.com/office/drawing/2014/main" id="{6431957F-95C3-694D-823D-9FCDE027304F}"/>
                  </a:ext>
                </a:extLst>
              </p:cNvPr>
              <p:cNvSpPr>
                <a:spLocks noChangeArrowheads="1"/>
              </p:cNvSpPr>
              <p:nvPr/>
            </p:nvSpPr>
            <p:spPr bwMode="auto">
              <a:xfrm>
                <a:off x="4140" y="2681"/>
                <a:ext cx="1197" cy="144"/>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72" name="AutoShape 934">
                <a:extLst>
                  <a:ext uri="{FF2B5EF4-FFF2-40B4-BE49-F238E27FC236}">
                    <a16:creationId xmlns:a16="http://schemas.microsoft.com/office/drawing/2014/main" id="{5A68ADC1-E322-4243-AB23-F0640EB749AA}"/>
                  </a:ext>
                </a:extLst>
              </p:cNvPr>
              <p:cNvSpPr>
                <a:spLocks noChangeArrowheads="1"/>
              </p:cNvSpPr>
              <p:nvPr/>
            </p:nvSpPr>
            <p:spPr bwMode="auto">
              <a:xfrm>
                <a:off x="4208" y="2713"/>
                <a:ext cx="1067"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73" name="Oval 935">
                <a:extLst>
                  <a:ext uri="{FF2B5EF4-FFF2-40B4-BE49-F238E27FC236}">
                    <a16:creationId xmlns:a16="http://schemas.microsoft.com/office/drawing/2014/main" id="{D92D3E13-EA2E-5D47-B798-6F427E5DAB30}"/>
                  </a:ext>
                </a:extLst>
              </p:cNvPr>
              <p:cNvSpPr>
                <a:spLocks noChangeArrowheads="1"/>
              </p:cNvSpPr>
              <p:nvPr/>
            </p:nvSpPr>
            <p:spPr bwMode="auto">
              <a:xfrm>
                <a:off x="4307" y="2385"/>
                <a:ext cx="160"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74" name="Oval 936">
                <a:extLst>
                  <a:ext uri="{FF2B5EF4-FFF2-40B4-BE49-F238E27FC236}">
                    <a16:creationId xmlns:a16="http://schemas.microsoft.com/office/drawing/2014/main" id="{C8DDDD04-57DD-1E48-A1B7-61BFA25A227A}"/>
                  </a:ext>
                </a:extLst>
              </p:cNvPr>
              <p:cNvSpPr>
                <a:spLocks noChangeArrowheads="1"/>
              </p:cNvSpPr>
              <p:nvPr/>
            </p:nvSpPr>
            <p:spPr bwMode="auto">
              <a:xfrm>
                <a:off x="4485" y="2385"/>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FF0000"/>
                  </a:solidFill>
                  <a:effectLst/>
                  <a:uLnTx/>
                  <a:uFillTx/>
                  <a:latin typeface="Arial"/>
                  <a:ea typeface="ＭＳ Ｐゴシック" charset="0"/>
                  <a:cs typeface="Arial"/>
                </a:endParaRPr>
              </a:p>
            </p:txBody>
          </p:sp>
          <p:sp>
            <p:nvSpPr>
              <p:cNvPr id="75" name="Oval 937">
                <a:extLst>
                  <a:ext uri="{FF2B5EF4-FFF2-40B4-BE49-F238E27FC236}">
                    <a16:creationId xmlns:a16="http://schemas.microsoft.com/office/drawing/2014/main" id="{669EEDDC-38E5-2342-925E-8AB1B931FB41}"/>
                  </a:ext>
                </a:extLst>
              </p:cNvPr>
              <p:cNvSpPr>
                <a:spLocks noChangeArrowheads="1"/>
              </p:cNvSpPr>
              <p:nvPr/>
            </p:nvSpPr>
            <p:spPr bwMode="auto">
              <a:xfrm>
                <a:off x="4664" y="2379"/>
                <a:ext cx="154"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76" name="Rectangle 938">
                <a:extLst>
                  <a:ext uri="{FF2B5EF4-FFF2-40B4-BE49-F238E27FC236}">
                    <a16:creationId xmlns:a16="http://schemas.microsoft.com/office/drawing/2014/main" id="{ADD771FA-489B-4D40-93D6-7D8BE908C8BF}"/>
                  </a:ext>
                </a:extLst>
              </p:cNvPr>
              <p:cNvSpPr>
                <a:spLocks noChangeArrowheads="1"/>
              </p:cNvSpPr>
              <p:nvPr/>
            </p:nvSpPr>
            <p:spPr bwMode="auto">
              <a:xfrm>
                <a:off x="5059" y="1834"/>
                <a:ext cx="86"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grpSp>
          <p:nvGrpSpPr>
            <p:cNvPr id="85" name="Group 84">
              <a:extLst>
                <a:ext uri="{FF2B5EF4-FFF2-40B4-BE49-F238E27FC236}">
                  <a16:creationId xmlns:a16="http://schemas.microsoft.com/office/drawing/2014/main" id="{E1DD9798-0C95-A549-87C8-9CBB822C0044}"/>
                </a:ext>
              </a:extLst>
            </p:cNvPr>
            <p:cNvGrpSpPr/>
            <p:nvPr/>
          </p:nvGrpSpPr>
          <p:grpSpPr>
            <a:xfrm>
              <a:off x="8732734" y="5561377"/>
              <a:ext cx="683116" cy="378456"/>
              <a:chOff x="7493876" y="2774731"/>
              <a:chExt cx="1481958" cy="894622"/>
            </a:xfrm>
          </p:grpSpPr>
          <p:sp>
            <p:nvSpPr>
              <p:cNvPr id="86" name="Freeform 85">
                <a:extLst>
                  <a:ext uri="{FF2B5EF4-FFF2-40B4-BE49-F238E27FC236}">
                    <a16:creationId xmlns:a16="http://schemas.microsoft.com/office/drawing/2014/main" id="{F5A0E6F2-8AD9-5847-90F6-12F5E95F1C9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7" name="Oval 86">
                <a:extLst>
                  <a:ext uri="{FF2B5EF4-FFF2-40B4-BE49-F238E27FC236}">
                    <a16:creationId xmlns:a16="http://schemas.microsoft.com/office/drawing/2014/main" id="{7800ADA0-36D7-E940-BB30-A44A45F54B3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8" name="Group 87">
                <a:extLst>
                  <a:ext uri="{FF2B5EF4-FFF2-40B4-BE49-F238E27FC236}">
                    <a16:creationId xmlns:a16="http://schemas.microsoft.com/office/drawing/2014/main" id="{A1CEA278-2A39-9746-A3B3-A0F10FB3D22D}"/>
                  </a:ext>
                </a:extLst>
              </p:cNvPr>
              <p:cNvGrpSpPr/>
              <p:nvPr/>
            </p:nvGrpSpPr>
            <p:grpSpPr>
              <a:xfrm>
                <a:off x="7713663" y="2848339"/>
                <a:ext cx="1042107" cy="425543"/>
                <a:chOff x="7786941" y="2884917"/>
                <a:chExt cx="897649" cy="353919"/>
              </a:xfrm>
            </p:grpSpPr>
            <p:sp>
              <p:nvSpPr>
                <p:cNvPr id="89" name="Freeform 88">
                  <a:extLst>
                    <a:ext uri="{FF2B5EF4-FFF2-40B4-BE49-F238E27FC236}">
                      <a16:creationId xmlns:a16="http://schemas.microsoft.com/office/drawing/2014/main" id="{A1E407CB-FDAF-3D41-BC08-E33C3A16D49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0" name="Freeform 89">
                  <a:extLst>
                    <a:ext uri="{FF2B5EF4-FFF2-40B4-BE49-F238E27FC236}">
                      <a16:creationId xmlns:a16="http://schemas.microsoft.com/office/drawing/2014/main" id="{CD667D61-BB41-4949-A194-D16F30EEA31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1" name="Freeform 90">
                  <a:extLst>
                    <a:ext uri="{FF2B5EF4-FFF2-40B4-BE49-F238E27FC236}">
                      <a16:creationId xmlns:a16="http://schemas.microsoft.com/office/drawing/2014/main" id="{E02AF8DD-68B8-714E-9F81-79617E45DC9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2" name="Freeform 91">
                  <a:extLst>
                    <a:ext uri="{FF2B5EF4-FFF2-40B4-BE49-F238E27FC236}">
                      <a16:creationId xmlns:a16="http://schemas.microsoft.com/office/drawing/2014/main" id="{D99965FE-6A62-E04D-9D49-C4CE4D1113D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93" name="Straight Connector 92">
              <a:extLst>
                <a:ext uri="{FF2B5EF4-FFF2-40B4-BE49-F238E27FC236}">
                  <a16:creationId xmlns:a16="http://schemas.microsoft.com/office/drawing/2014/main" id="{2E97C674-51AB-CE41-A9F6-245F539FC0FB}"/>
                </a:ext>
              </a:extLst>
            </p:cNvPr>
            <p:cNvCxnSpPr>
              <a:cxnSpLocks/>
            </p:cNvCxnSpPr>
            <p:nvPr/>
          </p:nvCxnSpPr>
          <p:spPr>
            <a:xfrm>
              <a:off x="10652863" y="4065510"/>
              <a:ext cx="16570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00EFD23D-98F3-2B43-B402-42B09587B592}"/>
                </a:ext>
              </a:extLst>
            </p:cNvPr>
            <p:cNvCxnSpPr/>
            <p:nvPr/>
          </p:nvCxnSpPr>
          <p:spPr>
            <a:xfrm>
              <a:off x="9251576" y="5941812"/>
              <a:ext cx="237507" cy="23750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8" name="Group 97">
              <a:extLst>
                <a:ext uri="{FF2B5EF4-FFF2-40B4-BE49-F238E27FC236}">
                  <a16:creationId xmlns:a16="http://schemas.microsoft.com/office/drawing/2014/main" id="{A7C977A1-299C-6C44-BDE8-3C09AD01A8B6}"/>
                </a:ext>
              </a:extLst>
            </p:cNvPr>
            <p:cNvGrpSpPr/>
            <p:nvPr/>
          </p:nvGrpSpPr>
          <p:grpSpPr>
            <a:xfrm>
              <a:off x="7082865" y="5130332"/>
              <a:ext cx="1784742" cy="783771"/>
              <a:chOff x="3623562" y="5108298"/>
              <a:chExt cx="1784742" cy="783771"/>
            </a:xfrm>
          </p:grpSpPr>
          <p:sp>
            <p:nvSpPr>
              <p:cNvPr id="113" name="Freeform 112">
                <a:extLst>
                  <a:ext uri="{FF2B5EF4-FFF2-40B4-BE49-F238E27FC236}">
                    <a16:creationId xmlns:a16="http://schemas.microsoft.com/office/drawing/2014/main" id="{E51A05DD-65D7-B34D-AD8D-CF776AFB1AEB}"/>
                  </a:ext>
                </a:extLst>
              </p:cNvPr>
              <p:cNvSpPr/>
              <p:nvPr/>
            </p:nvSpPr>
            <p:spPr>
              <a:xfrm flipH="1">
                <a:off x="4018890" y="5238925"/>
                <a:ext cx="1389414" cy="653144"/>
              </a:xfrm>
              <a:custGeom>
                <a:avLst/>
                <a:gdLst>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9414" h="653144">
                    <a:moveTo>
                      <a:pt x="59377" y="415637"/>
                    </a:moveTo>
                    <a:cubicBezTo>
                      <a:pt x="285008" y="332510"/>
                      <a:pt x="320635" y="320634"/>
                      <a:pt x="605641" y="0"/>
                    </a:cubicBezTo>
                    <a:lnTo>
                      <a:pt x="1389414" y="391887"/>
                    </a:lnTo>
                    <a:cubicBezTo>
                      <a:pt x="395845" y="482932"/>
                      <a:pt x="601683" y="407720"/>
                      <a:pt x="0" y="653144"/>
                    </a:cubicBezTo>
                    <a:lnTo>
                      <a:pt x="59377" y="415637"/>
                    </a:lnTo>
                    <a:close/>
                  </a:path>
                </a:pathLst>
              </a:custGeom>
              <a:gradFill>
                <a:gsLst>
                  <a:gs pos="0">
                    <a:schemeClr val="bg1">
                      <a:alpha val="56000"/>
                    </a:schemeClr>
                  </a:gs>
                  <a:gs pos="100000">
                    <a:schemeClr val="bg1">
                      <a:lumMod val="8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4" name="Oval 306">
                <a:extLst>
                  <a:ext uri="{FF2B5EF4-FFF2-40B4-BE49-F238E27FC236}">
                    <a16:creationId xmlns:a16="http://schemas.microsoft.com/office/drawing/2014/main" id="{2C11C1D0-E304-A744-9474-8F08FA8B9DD1}"/>
                  </a:ext>
                </a:extLst>
              </p:cNvPr>
              <p:cNvSpPr>
                <a:spLocks noChangeArrowheads="1"/>
              </p:cNvSpPr>
              <p:nvPr/>
            </p:nvSpPr>
            <p:spPr bwMode="auto">
              <a:xfrm>
                <a:off x="3623562" y="5108298"/>
                <a:ext cx="1293812" cy="545006"/>
              </a:xfrm>
              <a:prstGeom prst="ellipse">
                <a:avLst/>
              </a:prstGeom>
              <a:solidFill>
                <a:schemeClr val="bg1">
                  <a:lumMod val="95000"/>
                </a:schemeClr>
              </a:solidFill>
              <a:ln w="19050">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115" name="Text Box 302">
                <a:extLst>
                  <a:ext uri="{FF2B5EF4-FFF2-40B4-BE49-F238E27FC236}">
                    <a16:creationId xmlns:a16="http://schemas.microsoft.com/office/drawing/2014/main" id="{033CC2D1-C904-714D-AEB8-39E70A54DAA4}"/>
                  </a:ext>
                </a:extLst>
              </p:cNvPr>
              <p:cNvSpPr txBox="1">
                <a:spLocks noChangeArrowheads="1"/>
              </p:cNvSpPr>
              <p:nvPr/>
            </p:nvSpPr>
            <p:spPr bwMode="auto">
              <a:xfrm>
                <a:off x="3656136" y="5229255"/>
                <a:ext cx="633945" cy="307777"/>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a:ea typeface="ＭＳ Ｐゴシック" charset="0"/>
                    <a:cs typeface="Arial"/>
                  </a:rPr>
                  <a:t>agent</a:t>
                </a:r>
              </a:p>
            </p:txBody>
          </p:sp>
          <p:grpSp>
            <p:nvGrpSpPr>
              <p:cNvPr id="116" name="Group 115">
                <a:extLst>
                  <a:ext uri="{FF2B5EF4-FFF2-40B4-BE49-F238E27FC236}">
                    <a16:creationId xmlns:a16="http://schemas.microsoft.com/office/drawing/2014/main" id="{DEEA68B4-187F-5545-8F45-C59AF396F926}"/>
                  </a:ext>
                </a:extLst>
              </p:cNvPr>
              <p:cNvGrpSpPr/>
              <p:nvPr/>
            </p:nvGrpSpPr>
            <p:grpSpPr>
              <a:xfrm>
                <a:off x="4254952" y="5203301"/>
                <a:ext cx="533735" cy="344384"/>
                <a:chOff x="7290003" y="1864426"/>
                <a:chExt cx="533735" cy="344384"/>
              </a:xfrm>
            </p:grpSpPr>
            <p:sp>
              <p:nvSpPr>
                <p:cNvPr id="117" name="Can 116">
                  <a:extLst>
                    <a:ext uri="{FF2B5EF4-FFF2-40B4-BE49-F238E27FC236}">
                      <a16:creationId xmlns:a16="http://schemas.microsoft.com/office/drawing/2014/main" id="{16B1EAAC-4363-604F-8A20-51D1F8EE2269}"/>
                    </a:ext>
                  </a:extLst>
                </p:cNvPr>
                <p:cNvSpPr/>
                <p:nvPr/>
              </p:nvSpPr>
              <p:spPr>
                <a:xfrm>
                  <a:off x="7338951" y="1864426"/>
                  <a:ext cx="427511" cy="344384"/>
                </a:xfrm>
                <a:prstGeom prst="can">
                  <a:avLst/>
                </a:prstGeom>
                <a:solidFill>
                  <a:schemeClr val="accent1">
                    <a:lumMod val="20000"/>
                    <a:lumOff val="8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8" name="Text Box 305">
                  <a:extLst>
                    <a:ext uri="{FF2B5EF4-FFF2-40B4-BE49-F238E27FC236}">
                      <a16:creationId xmlns:a16="http://schemas.microsoft.com/office/drawing/2014/main" id="{4972F5B9-5A2C-5842-AAB9-4F1920AFC667}"/>
                    </a:ext>
                  </a:extLst>
                </p:cNvPr>
                <p:cNvSpPr txBox="1">
                  <a:spLocks noChangeArrowheads="1"/>
                </p:cNvSpPr>
                <p:nvPr/>
              </p:nvSpPr>
              <p:spPr bwMode="auto">
                <a:xfrm>
                  <a:off x="7290003" y="1889518"/>
                  <a:ext cx="533735" cy="307649"/>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A8"/>
                      </a:solidFill>
                      <a:effectLst/>
                      <a:uLnTx/>
                      <a:uFillTx/>
                      <a:latin typeface="Arial"/>
                      <a:ea typeface="ＭＳ Ｐゴシック" charset="0"/>
                      <a:cs typeface="Arial"/>
                    </a:rPr>
                    <a:t>data</a:t>
                  </a:r>
                </a:p>
              </p:txBody>
            </p:sp>
          </p:grpSp>
        </p:grpSp>
        <p:grpSp>
          <p:nvGrpSpPr>
            <p:cNvPr id="131" name="Group 130">
              <a:extLst>
                <a:ext uri="{FF2B5EF4-FFF2-40B4-BE49-F238E27FC236}">
                  <a16:creationId xmlns:a16="http://schemas.microsoft.com/office/drawing/2014/main" id="{A47275B4-99B3-614B-8CC9-BD9585428ABB}"/>
                </a:ext>
              </a:extLst>
            </p:cNvPr>
            <p:cNvGrpSpPr/>
            <p:nvPr/>
          </p:nvGrpSpPr>
          <p:grpSpPr>
            <a:xfrm>
              <a:off x="9109072" y="4201055"/>
              <a:ext cx="736270" cy="422596"/>
              <a:chOff x="3668110" y="2448910"/>
              <a:chExt cx="3794234" cy="2165130"/>
            </a:xfrm>
          </p:grpSpPr>
          <p:sp>
            <p:nvSpPr>
              <p:cNvPr id="132" name="Rectangle 131">
                <a:extLst>
                  <a:ext uri="{FF2B5EF4-FFF2-40B4-BE49-F238E27FC236}">
                    <a16:creationId xmlns:a16="http://schemas.microsoft.com/office/drawing/2014/main" id="{A6BDFBD9-E0E0-BD46-8D20-2F1694AD620D}"/>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3" name="Freeform 132">
                <a:extLst>
                  <a:ext uri="{FF2B5EF4-FFF2-40B4-BE49-F238E27FC236}">
                    <a16:creationId xmlns:a16="http://schemas.microsoft.com/office/drawing/2014/main" id="{1ED73D33-D6DD-AC48-AF11-D42CBAC27A34}"/>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4" name="Group 133">
                <a:extLst>
                  <a:ext uri="{FF2B5EF4-FFF2-40B4-BE49-F238E27FC236}">
                    <a16:creationId xmlns:a16="http://schemas.microsoft.com/office/drawing/2014/main" id="{614BCF10-D37E-C946-B9A1-12C9ADFB6684}"/>
                  </a:ext>
                </a:extLst>
              </p:cNvPr>
              <p:cNvGrpSpPr/>
              <p:nvPr/>
            </p:nvGrpSpPr>
            <p:grpSpPr>
              <a:xfrm>
                <a:off x="3941378" y="2603243"/>
                <a:ext cx="3202061" cy="1066110"/>
                <a:chOff x="7939341" y="3037317"/>
                <a:chExt cx="897649" cy="353919"/>
              </a:xfrm>
            </p:grpSpPr>
            <p:sp>
              <p:nvSpPr>
                <p:cNvPr id="135" name="Freeform 134">
                  <a:extLst>
                    <a:ext uri="{FF2B5EF4-FFF2-40B4-BE49-F238E27FC236}">
                      <a16:creationId xmlns:a16="http://schemas.microsoft.com/office/drawing/2014/main" id="{AD2102FD-9EB8-4C46-BFE8-37886A16630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8642742E-844C-4A4A-9191-5FB04A20FB55}"/>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7" name="Freeform 136">
                  <a:extLst>
                    <a:ext uri="{FF2B5EF4-FFF2-40B4-BE49-F238E27FC236}">
                      <a16:creationId xmlns:a16="http://schemas.microsoft.com/office/drawing/2014/main" id="{AEF299AB-9AA9-E447-82E4-3B866D36478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8" name="Freeform 137">
                  <a:extLst>
                    <a:ext uri="{FF2B5EF4-FFF2-40B4-BE49-F238E27FC236}">
                      <a16:creationId xmlns:a16="http://schemas.microsoft.com/office/drawing/2014/main" id="{3B9B17CF-7342-604C-ADED-F6698296837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40" name="Freeform 139">
              <a:extLst>
                <a:ext uri="{FF2B5EF4-FFF2-40B4-BE49-F238E27FC236}">
                  <a16:creationId xmlns:a16="http://schemas.microsoft.com/office/drawing/2014/main" id="{FC80E60E-8BE9-2246-B9F0-26A363070E80}"/>
                </a:ext>
              </a:extLst>
            </p:cNvPr>
            <p:cNvSpPr/>
            <p:nvPr/>
          </p:nvSpPr>
          <p:spPr>
            <a:xfrm flipH="1">
              <a:off x="6990267" y="2857446"/>
              <a:ext cx="1644149" cy="664161"/>
            </a:xfrm>
            <a:custGeom>
              <a:avLst/>
              <a:gdLst>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591907 h 829414"/>
                <a:gd name="connsiteX1" fmla="*/ 429371 w 1389414"/>
                <a:gd name="connsiteY1" fmla="*/ 0 h 829414"/>
                <a:gd name="connsiteX2" fmla="*/ 1389414 w 1389414"/>
                <a:gd name="connsiteY2" fmla="*/ 568157 h 829414"/>
                <a:gd name="connsiteX3" fmla="*/ 0 w 1389414"/>
                <a:gd name="connsiteY3" fmla="*/ 829414 h 829414"/>
                <a:gd name="connsiteX4" fmla="*/ 59377 w 1389414"/>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81411 w 1786022"/>
                <a:gd name="connsiteY0" fmla="*/ 393603 h 829414"/>
                <a:gd name="connsiteX1" fmla="*/ 429371 w 1786022"/>
                <a:gd name="connsiteY1" fmla="*/ 0 h 829414"/>
                <a:gd name="connsiteX2" fmla="*/ 1786022 w 1786022"/>
                <a:gd name="connsiteY2" fmla="*/ 369854 h 829414"/>
                <a:gd name="connsiteX3" fmla="*/ 0 w 1786022"/>
                <a:gd name="connsiteY3" fmla="*/ 829414 h 829414"/>
                <a:gd name="connsiteX4" fmla="*/ 81411 w 1786022"/>
                <a:gd name="connsiteY4" fmla="*/ 393603 h 829414"/>
                <a:gd name="connsiteX0" fmla="*/ 81411 w 1786022"/>
                <a:gd name="connsiteY0" fmla="*/ 393603 h 829414"/>
                <a:gd name="connsiteX1" fmla="*/ 429371 w 1786022"/>
                <a:gd name="connsiteY1" fmla="*/ 0 h 829414"/>
                <a:gd name="connsiteX2" fmla="*/ 1786022 w 1786022"/>
                <a:gd name="connsiteY2" fmla="*/ 369854 h 829414"/>
                <a:gd name="connsiteX3" fmla="*/ 0 w 1786022"/>
                <a:gd name="connsiteY3" fmla="*/ 829414 h 829414"/>
                <a:gd name="connsiteX4" fmla="*/ 81411 w 1786022"/>
                <a:gd name="connsiteY4" fmla="*/ 393603 h 829414"/>
                <a:gd name="connsiteX0" fmla="*/ 81411 w 1786022"/>
                <a:gd name="connsiteY0" fmla="*/ 393603 h 829414"/>
                <a:gd name="connsiteX1" fmla="*/ 429371 w 1786022"/>
                <a:gd name="connsiteY1" fmla="*/ 0 h 829414"/>
                <a:gd name="connsiteX2" fmla="*/ 1786022 w 1786022"/>
                <a:gd name="connsiteY2" fmla="*/ 325786 h 829414"/>
                <a:gd name="connsiteX3" fmla="*/ 0 w 1786022"/>
                <a:gd name="connsiteY3" fmla="*/ 829414 h 829414"/>
                <a:gd name="connsiteX4" fmla="*/ 81411 w 1786022"/>
                <a:gd name="connsiteY4" fmla="*/ 393603 h 829414"/>
                <a:gd name="connsiteX0" fmla="*/ 81411 w 1665100"/>
                <a:gd name="connsiteY0" fmla="*/ 393603 h 829414"/>
                <a:gd name="connsiteX1" fmla="*/ 429371 w 1665100"/>
                <a:gd name="connsiteY1" fmla="*/ 0 h 829414"/>
                <a:gd name="connsiteX2" fmla="*/ 1665100 w 1665100"/>
                <a:gd name="connsiteY2" fmla="*/ 303752 h 829414"/>
                <a:gd name="connsiteX3" fmla="*/ 0 w 1665100"/>
                <a:gd name="connsiteY3" fmla="*/ 829414 h 829414"/>
                <a:gd name="connsiteX4" fmla="*/ 81411 w 1665100"/>
                <a:gd name="connsiteY4" fmla="*/ 393603 h 829414"/>
                <a:gd name="connsiteX0" fmla="*/ 81411 w 1665100"/>
                <a:gd name="connsiteY0" fmla="*/ 228350 h 664161"/>
                <a:gd name="connsiteX1" fmla="*/ 419294 w 1665100"/>
                <a:gd name="connsiteY1" fmla="*/ 0 h 664161"/>
                <a:gd name="connsiteX2" fmla="*/ 1665100 w 1665100"/>
                <a:gd name="connsiteY2" fmla="*/ 138499 h 664161"/>
                <a:gd name="connsiteX3" fmla="*/ 0 w 1665100"/>
                <a:gd name="connsiteY3" fmla="*/ 664161 h 664161"/>
                <a:gd name="connsiteX4" fmla="*/ 81411 w 1665100"/>
                <a:gd name="connsiteY4" fmla="*/ 228350 h 664161"/>
                <a:gd name="connsiteX0" fmla="*/ 81411 w 1503869"/>
                <a:gd name="connsiteY0" fmla="*/ 228350 h 664161"/>
                <a:gd name="connsiteX1" fmla="*/ 419294 w 1503869"/>
                <a:gd name="connsiteY1" fmla="*/ 0 h 664161"/>
                <a:gd name="connsiteX2" fmla="*/ 1503869 w 1503869"/>
                <a:gd name="connsiteY2" fmla="*/ 105448 h 664161"/>
                <a:gd name="connsiteX3" fmla="*/ 0 w 1503869"/>
                <a:gd name="connsiteY3" fmla="*/ 664161 h 664161"/>
                <a:gd name="connsiteX4" fmla="*/ 81411 w 1503869"/>
                <a:gd name="connsiteY4" fmla="*/ 228350 h 664161"/>
                <a:gd name="connsiteX0" fmla="*/ 81411 w 1503869"/>
                <a:gd name="connsiteY0" fmla="*/ 228350 h 664161"/>
                <a:gd name="connsiteX1" fmla="*/ 419294 w 1503869"/>
                <a:gd name="connsiteY1" fmla="*/ 0 h 664161"/>
                <a:gd name="connsiteX2" fmla="*/ 1503869 w 1503869"/>
                <a:gd name="connsiteY2" fmla="*/ 105448 h 664161"/>
                <a:gd name="connsiteX3" fmla="*/ 0 w 1503869"/>
                <a:gd name="connsiteY3" fmla="*/ 664161 h 664161"/>
                <a:gd name="connsiteX4" fmla="*/ 81411 w 1503869"/>
                <a:gd name="connsiteY4" fmla="*/ 228350 h 664161"/>
                <a:gd name="connsiteX0" fmla="*/ 81411 w 1503869"/>
                <a:gd name="connsiteY0" fmla="*/ 228350 h 664161"/>
                <a:gd name="connsiteX1" fmla="*/ 419294 w 1503869"/>
                <a:gd name="connsiteY1" fmla="*/ 0 h 664161"/>
                <a:gd name="connsiteX2" fmla="*/ 1503869 w 1503869"/>
                <a:gd name="connsiteY2" fmla="*/ 105448 h 664161"/>
                <a:gd name="connsiteX3" fmla="*/ 0 w 1503869"/>
                <a:gd name="connsiteY3" fmla="*/ 664161 h 664161"/>
                <a:gd name="connsiteX4" fmla="*/ 81411 w 1503869"/>
                <a:gd name="connsiteY4" fmla="*/ 228350 h 664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3869" h="664161">
                  <a:moveTo>
                    <a:pt x="81411" y="228350"/>
                  </a:moveTo>
                  <a:cubicBezTo>
                    <a:pt x="307042" y="145223"/>
                    <a:pt x="255473" y="210465"/>
                    <a:pt x="419294" y="0"/>
                  </a:cubicBezTo>
                  <a:cubicBezTo>
                    <a:pt x="706258" y="244471"/>
                    <a:pt x="774088" y="202501"/>
                    <a:pt x="1503869" y="105448"/>
                  </a:cubicBezTo>
                  <a:cubicBezTo>
                    <a:pt x="712253" y="306662"/>
                    <a:pt x="601683" y="418737"/>
                    <a:pt x="0" y="664161"/>
                  </a:cubicBezTo>
                  <a:lnTo>
                    <a:pt x="81411" y="228350"/>
                  </a:lnTo>
                  <a:close/>
                </a:path>
              </a:pathLst>
            </a:custGeom>
            <a:gradFill>
              <a:gsLst>
                <a:gs pos="0">
                  <a:schemeClr val="bg1">
                    <a:alpha val="56000"/>
                  </a:schemeClr>
                </a:gs>
                <a:gs pos="100000">
                  <a:schemeClr val="bg1">
                    <a:lumMod val="8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1" name="Oval 280">
              <a:extLst>
                <a:ext uri="{FF2B5EF4-FFF2-40B4-BE49-F238E27FC236}">
                  <a16:creationId xmlns:a16="http://schemas.microsoft.com/office/drawing/2014/main" id="{B58377D7-0FB3-AB44-9585-DACE157EBC93}"/>
                </a:ext>
              </a:extLst>
            </p:cNvPr>
            <p:cNvSpPr>
              <a:spLocks noChangeArrowheads="1"/>
            </p:cNvSpPr>
            <p:nvPr/>
          </p:nvSpPr>
          <p:spPr bwMode="auto">
            <a:xfrm>
              <a:off x="6588086" y="2335576"/>
              <a:ext cx="1853311" cy="684610"/>
            </a:xfrm>
            <a:prstGeom prst="ellipse">
              <a:avLst/>
            </a:prstGeom>
            <a:solidFill>
              <a:schemeClr val="bg1">
                <a:lumMod val="95000"/>
              </a:schemeClr>
            </a:solidFill>
            <a:ln w="19050">
              <a:solidFill>
                <a:schemeClr val="tx1">
                  <a:lumMod val="65000"/>
                  <a:lumOff val="35000"/>
                </a:schemeClr>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142" name="Text Box 276">
              <a:extLst>
                <a:ext uri="{FF2B5EF4-FFF2-40B4-BE49-F238E27FC236}">
                  <a16:creationId xmlns:a16="http://schemas.microsoft.com/office/drawing/2014/main" id="{17AFC3D1-04B4-5A45-BCAA-B0426DBE5D54}"/>
                </a:ext>
              </a:extLst>
            </p:cNvPr>
            <p:cNvSpPr txBox="1">
              <a:spLocks noChangeArrowheads="1"/>
            </p:cNvSpPr>
            <p:nvPr/>
          </p:nvSpPr>
          <p:spPr bwMode="auto">
            <a:xfrm>
              <a:off x="6610120" y="2378207"/>
              <a:ext cx="1795750" cy="79868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p>
              <a:pPr marL="0" marR="0" lvl="0" indent="0" algn="ctr" defTabSz="914400" eaLnBrk="0" fontAlgn="base" latinLnBrk="0" hangingPunct="0">
                <a:lnSpc>
                  <a:spcPct val="85000"/>
                </a:lnSpc>
                <a:spcBef>
                  <a:spcPct val="0"/>
                </a:spcBef>
                <a:spcAft>
                  <a:spcPct val="0"/>
                </a:spcAft>
                <a:buClrTx/>
                <a:buSzTx/>
                <a:buFontTx/>
                <a:buNone/>
                <a:tabLst/>
                <a:defRPr/>
              </a:pPr>
              <a:r>
                <a:rPr kumimoji="0" lang="en-US" b="0" i="0" u="none" strike="noStrike" kern="0" cap="none" spc="0" normalizeH="0" baseline="0" noProof="0" dirty="0">
                  <a:ln>
                    <a:noFill/>
                  </a:ln>
                  <a:solidFill>
                    <a:srgbClr val="000000"/>
                  </a:solidFill>
                  <a:effectLst/>
                  <a:uLnTx/>
                  <a:uFillTx/>
                  <a:ea typeface="ＭＳ Ｐゴシック" charset="0"/>
                  <a:cs typeface="Arial"/>
                </a:rPr>
                <a:t>managing</a:t>
              </a:r>
            </a:p>
            <a:p>
              <a:pPr marL="0" marR="0" lvl="0" indent="0" algn="ctr" defTabSz="914400" eaLnBrk="0" fontAlgn="base" latinLnBrk="0" hangingPunct="0">
                <a:lnSpc>
                  <a:spcPct val="85000"/>
                </a:lnSpc>
                <a:spcBef>
                  <a:spcPct val="0"/>
                </a:spcBef>
                <a:spcAft>
                  <a:spcPct val="0"/>
                </a:spcAft>
                <a:buClrTx/>
                <a:buSzTx/>
                <a:buFontTx/>
                <a:buNone/>
                <a:tabLst/>
                <a:defRPr/>
              </a:pPr>
              <a:r>
                <a:rPr lang="en-US" kern="0" dirty="0">
                  <a:solidFill>
                    <a:srgbClr val="000000"/>
                  </a:solidFill>
                  <a:ea typeface="ＭＳ Ｐゴシック" charset="0"/>
                  <a:cs typeface="Arial"/>
                </a:rPr>
                <a:t>e</a:t>
              </a:r>
              <a:r>
                <a:rPr kumimoji="0" lang="en-US" b="0" i="0" u="none" strike="noStrike" kern="0" cap="none" spc="0" normalizeH="0" baseline="0" noProof="0" dirty="0" err="1">
                  <a:ln>
                    <a:noFill/>
                  </a:ln>
                  <a:solidFill>
                    <a:srgbClr val="000000"/>
                  </a:solidFill>
                  <a:effectLst/>
                  <a:uLnTx/>
                  <a:uFillTx/>
                  <a:ea typeface="ＭＳ Ｐゴシック" charset="0"/>
                  <a:cs typeface="Arial"/>
                </a:rPr>
                <a:t>ntity</a:t>
              </a:r>
              <a:r>
                <a:rPr kumimoji="0" lang="en-US" b="0" i="0" u="none" strike="noStrike" kern="0" cap="none" spc="0" normalizeH="0" baseline="0" noProof="0" dirty="0">
                  <a:ln>
                    <a:noFill/>
                  </a:ln>
                  <a:solidFill>
                    <a:srgbClr val="000000"/>
                  </a:solidFill>
                  <a:effectLst/>
                  <a:uLnTx/>
                  <a:uFillTx/>
                  <a:ea typeface="ＭＳ Ｐゴシック" charset="0"/>
                  <a:cs typeface="Arial"/>
                </a:rPr>
                <a:t>/server/controller</a:t>
              </a:r>
            </a:p>
          </p:txBody>
        </p:sp>
        <p:grpSp>
          <p:nvGrpSpPr>
            <p:cNvPr id="143" name="Group 142">
              <a:extLst>
                <a:ext uri="{FF2B5EF4-FFF2-40B4-BE49-F238E27FC236}">
                  <a16:creationId xmlns:a16="http://schemas.microsoft.com/office/drawing/2014/main" id="{F07EC245-2D2E-524A-9338-F2014B4A33AC}"/>
                </a:ext>
              </a:extLst>
            </p:cNvPr>
            <p:cNvGrpSpPr/>
            <p:nvPr/>
          </p:nvGrpSpPr>
          <p:grpSpPr>
            <a:xfrm>
              <a:off x="7972177" y="2226911"/>
              <a:ext cx="897159" cy="395103"/>
              <a:chOff x="7338951" y="1864426"/>
              <a:chExt cx="427511" cy="344384"/>
            </a:xfrm>
          </p:grpSpPr>
          <p:sp>
            <p:nvSpPr>
              <p:cNvPr id="144" name="Can 143">
                <a:extLst>
                  <a:ext uri="{FF2B5EF4-FFF2-40B4-BE49-F238E27FC236}">
                    <a16:creationId xmlns:a16="http://schemas.microsoft.com/office/drawing/2014/main" id="{07CA7064-144E-5D42-9D43-1ED456269C8E}"/>
                  </a:ext>
                </a:extLst>
              </p:cNvPr>
              <p:cNvSpPr/>
              <p:nvPr/>
            </p:nvSpPr>
            <p:spPr>
              <a:xfrm>
                <a:off x="7338951" y="1864426"/>
                <a:ext cx="427511" cy="344384"/>
              </a:xfrm>
              <a:prstGeom prst="can">
                <a:avLst/>
              </a:prstGeom>
              <a:solidFill>
                <a:schemeClr val="accent1">
                  <a:lumMod val="20000"/>
                  <a:lumOff val="8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5" name="Text Box 305">
                <a:extLst>
                  <a:ext uri="{FF2B5EF4-FFF2-40B4-BE49-F238E27FC236}">
                    <a16:creationId xmlns:a16="http://schemas.microsoft.com/office/drawing/2014/main" id="{981B5001-7D42-9B44-9184-C6BEB0072082}"/>
                  </a:ext>
                </a:extLst>
              </p:cNvPr>
              <p:cNvSpPr txBox="1">
                <a:spLocks noChangeArrowheads="1"/>
              </p:cNvSpPr>
              <p:nvPr/>
            </p:nvSpPr>
            <p:spPr bwMode="auto">
              <a:xfrm>
                <a:off x="7404793" y="1927928"/>
                <a:ext cx="281197" cy="268268"/>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A8"/>
                    </a:solidFill>
                    <a:effectLst/>
                    <a:uLnTx/>
                    <a:uFillTx/>
                    <a:latin typeface="Arial"/>
                    <a:ea typeface="ＭＳ Ｐゴシック" charset="0"/>
                    <a:cs typeface="Arial"/>
                  </a:rPr>
                  <a:t>data</a:t>
                </a:r>
              </a:p>
            </p:txBody>
          </p:sp>
        </p:grpSp>
        <p:grpSp>
          <p:nvGrpSpPr>
            <p:cNvPr id="146" name="Group 145">
              <a:extLst>
                <a:ext uri="{FF2B5EF4-FFF2-40B4-BE49-F238E27FC236}">
                  <a16:creationId xmlns:a16="http://schemas.microsoft.com/office/drawing/2014/main" id="{1CDC5FDE-1AE2-D342-9D4E-42E29839C2E3}"/>
                </a:ext>
              </a:extLst>
            </p:cNvPr>
            <p:cNvGrpSpPr/>
            <p:nvPr/>
          </p:nvGrpSpPr>
          <p:grpSpPr>
            <a:xfrm>
              <a:off x="9957872" y="3853309"/>
              <a:ext cx="683116" cy="378456"/>
              <a:chOff x="7493876" y="2774731"/>
              <a:chExt cx="1481958" cy="894622"/>
            </a:xfrm>
          </p:grpSpPr>
          <p:sp>
            <p:nvSpPr>
              <p:cNvPr id="147" name="Freeform 146">
                <a:extLst>
                  <a:ext uri="{FF2B5EF4-FFF2-40B4-BE49-F238E27FC236}">
                    <a16:creationId xmlns:a16="http://schemas.microsoft.com/office/drawing/2014/main" id="{9AABD5FD-2DEC-234A-9B0E-69F2A778EB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8" name="Oval 147">
                <a:extLst>
                  <a:ext uri="{FF2B5EF4-FFF2-40B4-BE49-F238E27FC236}">
                    <a16:creationId xmlns:a16="http://schemas.microsoft.com/office/drawing/2014/main" id="{AA4F8807-A5FE-8B4D-A49A-5411C381A7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9" name="Group 148">
                <a:extLst>
                  <a:ext uri="{FF2B5EF4-FFF2-40B4-BE49-F238E27FC236}">
                    <a16:creationId xmlns:a16="http://schemas.microsoft.com/office/drawing/2014/main" id="{838750EE-25BC-FD4E-B140-2B2701A1E599}"/>
                  </a:ext>
                </a:extLst>
              </p:cNvPr>
              <p:cNvGrpSpPr/>
              <p:nvPr/>
            </p:nvGrpSpPr>
            <p:grpSpPr>
              <a:xfrm>
                <a:off x="7713663" y="2848339"/>
                <a:ext cx="1042107" cy="425543"/>
                <a:chOff x="7786941" y="2884917"/>
                <a:chExt cx="897649" cy="353919"/>
              </a:xfrm>
            </p:grpSpPr>
            <p:sp>
              <p:nvSpPr>
                <p:cNvPr id="150" name="Freeform 149">
                  <a:extLst>
                    <a:ext uri="{FF2B5EF4-FFF2-40B4-BE49-F238E27FC236}">
                      <a16:creationId xmlns:a16="http://schemas.microsoft.com/office/drawing/2014/main" id="{941A678F-8CF8-3841-9F75-8297E8F9E4F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2AC9F9DD-DD98-C245-8971-E956DBC8AA6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1CB7DE4C-6976-9644-BF51-FD206A511E2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3" name="Freeform 152">
                  <a:extLst>
                    <a:ext uri="{FF2B5EF4-FFF2-40B4-BE49-F238E27FC236}">
                      <a16:creationId xmlns:a16="http://schemas.microsoft.com/office/drawing/2014/main" id="{F565AFC9-E5E0-854F-8DD9-D262364E36B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4" name="Group 44">
              <a:extLst>
                <a:ext uri="{FF2B5EF4-FFF2-40B4-BE49-F238E27FC236}">
                  <a16:creationId xmlns:a16="http://schemas.microsoft.com/office/drawing/2014/main" id="{26D6B096-8AA0-9248-8655-651856DDFEBD}"/>
                </a:ext>
              </a:extLst>
            </p:cNvPr>
            <p:cNvGrpSpPr>
              <a:grpSpLocks/>
            </p:cNvGrpSpPr>
            <p:nvPr/>
          </p:nvGrpSpPr>
          <p:grpSpPr bwMode="auto">
            <a:xfrm>
              <a:off x="9438940" y="2593196"/>
              <a:ext cx="903288" cy="727075"/>
              <a:chOff x="-44" y="1473"/>
              <a:chExt cx="981" cy="1105"/>
            </a:xfrm>
          </p:grpSpPr>
          <p:pic>
            <p:nvPicPr>
              <p:cNvPr id="155" name="Picture 45" descr="desktop_computer_stylized_medium">
                <a:extLst>
                  <a:ext uri="{FF2B5EF4-FFF2-40B4-BE49-F238E27FC236}">
                    <a16:creationId xmlns:a16="http://schemas.microsoft.com/office/drawing/2014/main" id="{E42917D3-51DE-CC44-B777-801DB82C3A0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6" name="Freeform 46">
                <a:extLst>
                  <a:ext uri="{FF2B5EF4-FFF2-40B4-BE49-F238E27FC236}">
                    <a16:creationId xmlns:a16="http://schemas.microsoft.com/office/drawing/2014/main" id="{B811A35D-B1E6-1D4E-96D6-512772E789E1}"/>
                  </a:ext>
                </a:extLst>
              </p:cNvPr>
              <p:cNvSpPr>
                <a:spLocks/>
              </p:cNvSpPr>
              <p:nvPr/>
            </p:nvSpPr>
            <p:spPr bwMode="auto">
              <a:xfrm flipH="1">
                <a:off x="374" y="1579"/>
                <a:ext cx="477" cy="506"/>
              </a:xfrm>
              <a:custGeom>
                <a:avLst/>
                <a:gdLst>
                  <a:gd name="T0" fmla="*/ 0 w 356"/>
                  <a:gd name="T1" fmla="*/ 0 h 368"/>
                  <a:gd name="T2" fmla="*/ 1296 w 356"/>
                  <a:gd name="T3" fmla="*/ 69 h 368"/>
                  <a:gd name="T4" fmla="*/ 1537 w 356"/>
                  <a:gd name="T5" fmla="*/ 1447 h 368"/>
                  <a:gd name="T6" fmla="*/ 339 w 356"/>
                  <a:gd name="T7" fmla="*/ 1810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9" name="Group 906">
              <a:extLst>
                <a:ext uri="{FF2B5EF4-FFF2-40B4-BE49-F238E27FC236}">
                  <a16:creationId xmlns:a16="http://schemas.microsoft.com/office/drawing/2014/main" id="{BCCC75C2-A082-3E4D-9311-1CF4F48A089C}"/>
                </a:ext>
              </a:extLst>
            </p:cNvPr>
            <p:cNvGrpSpPr>
              <a:grpSpLocks/>
            </p:cNvGrpSpPr>
            <p:nvPr/>
          </p:nvGrpSpPr>
          <p:grpSpPr bwMode="auto">
            <a:xfrm>
              <a:off x="8550931" y="2782976"/>
              <a:ext cx="469569" cy="865434"/>
              <a:chOff x="4140" y="429"/>
              <a:chExt cx="1425" cy="2396"/>
            </a:xfrm>
          </p:grpSpPr>
          <p:sp>
            <p:nvSpPr>
              <p:cNvPr id="20" name="Freeform 907">
                <a:extLst>
                  <a:ext uri="{FF2B5EF4-FFF2-40B4-BE49-F238E27FC236}">
                    <a16:creationId xmlns:a16="http://schemas.microsoft.com/office/drawing/2014/main" id="{04BB147E-840C-DE46-9146-79261E98E74B}"/>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 name="Rectangle 908">
                <a:extLst>
                  <a:ext uri="{FF2B5EF4-FFF2-40B4-BE49-F238E27FC236}">
                    <a16:creationId xmlns:a16="http://schemas.microsoft.com/office/drawing/2014/main" id="{74A6372E-9918-184E-8CF6-F4EC47329641}"/>
                  </a:ext>
                </a:extLst>
              </p:cNvPr>
              <p:cNvSpPr>
                <a:spLocks noChangeArrowheads="1"/>
              </p:cNvSpPr>
              <p:nvPr/>
            </p:nvSpPr>
            <p:spPr bwMode="auto">
              <a:xfrm>
                <a:off x="4208" y="429"/>
                <a:ext cx="1043"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22" name="Freeform 909">
                <a:extLst>
                  <a:ext uri="{FF2B5EF4-FFF2-40B4-BE49-F238E27FC236}">
                    <a16:creationId xmlns:a16="http://schemas.microsoft.com/office/drawing/2014/main" id="{9C9F01CD-3B40-3F49-8A91-CCC809C44F50}"/>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 name="Freeform 910">
                <a:extLst>
                  <a:ext uri="{FF2B5EF4-FFF2-40B4-BE49-F238E27FC236}">
                    <a16:creationId xmlns:a16="http://schemas.microsoft.com/office/drawing/2014/main" id="{9BD2822F-415E-8D4A-9607-FEB8BEEEDD77}"/>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 name="Rectangle 911">
                <a:extLst>
                  <a:ext uri="{FF2B5EF4-FFF2-40B4-BE49-F238E27FC236}">
                    <a16:creationId xmlns:a16="http://schemas.microsoft.com/office/drawing/2014/main" id="{C7399E77-78C7-C24F-95F8-F18F527437CB}"/>
                  </a:ext>
                </a:extLst>
              </p:cNvPr>
              <p:cNvSpPr>
                <a:spLocks noChangeArrowheads="1"/>
              </p:cNvSpPr>
              <p:nvPr/>
            </p:nvSpPr>
            <p:spPr bwMode="auto">
              <a:xfrm>
                <a:off x="4214" y="692"/>
                <a:ext cx="592"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nvGrpSpPr>
              <p:cNvPr id="25" name="Group 912">
                <a:extLst>
                  <a:ext uri="{FF2B5EF4-FFF2-40B4-BE49-F238E27FC236}">
                    <a16:creationId xmlns:a16="http://schemas.microsoft.com/office/drawing/2014/main" id="{D2DCD716-A28D-D640-9D1E-99DF14AA2CBE}"/>
                  </a:ext>
                </a:extLst>
              </p:cNvPr>
              <p:cNvGrpSpPr>
                <a:grpSpLocks/>
              </p:cNvGrpSpPr>
              <p:nvPr/>
            </p:nvGrpSpPr>
            <p:grpSpPr bwMode="auto">
              <a:xfrm>
                <a:off x="4749" y="668"/>
                <a:ext cx="581" cy="145"/>
                <a:chOff x="614" y="2568"/>
                <a:chExt cx="725" cy="139"/>
              </a:xfrm>
            </p:grpSpPr>
            <p:sp>
              <p:nvSpPr>
                <p:cNvPr id="50" name="AutoShape 913">
                  <a:extLst>
                    <a:ext uri="{FF2B5EF4-FFF2-40B4-BE49-F238E27FC236}">
                      <a16:creationId xmlns:a16="http://schemas.microsoft.com/office/drawing/2014/main" id="{EF207317-C1AD-2E40-B4E4-A1D6255B19B4}"/>
                    </a:ext>
                  </a:extLst>
                </p:cNvPr>
                <p:cNvSpPr>
                  <a:spLocks noChangeArrowheads="1"/>
                </p:cNvSpPr>
                <p:nvPr/>
              </p:nvSpPr>
              <p:spPr bwMode="auto">
                <a:xfrm>
                  <a:off x="616" y="2565"/>
                  <a:ext cx="724" cy="12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51" name="AutoShape 914">
                  <a:extLst>
                    <a:ext uri="{FF2B5EF4-FFF2-40B4-BE49-F238E27FC236}">
                      <a16:creationId xmlns:a16="http://schemas.microsoft.com/office/drawing/2014/main" id="{16CE442E-E20A-334C-A403-BC64BF99A8FB}"/>
                    </a:ext>
                  </a:extLst>
                </p:cNvPr>
                <p:cNvSpPr>
                  <a:spLocks noChangeArrowheads="1"/>
                </p:cNvSpPr>
                <p:nvPr/>
              </p:nvSpPr>
              <p:spPr bwMode="auto">
                <a:xfrm>
                  <a:off x="632" y="2584"/>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sp>
            <p:nvSpPr>
              <p:cNvPr id="26" name="Rectangle 915">
                <a:extLst>
                  <a:ext uri="{FF2B5EF4-FFF2-40B4-BE49-F238E27FC236}">
                    <a16:creationId xmlns:a16="http://schemas.microsoft.com/office/drawing/2014/main" id="{28FA3441-BC8E-2842-A407-0210A8F0B5CA}"/>
                  </a:ext>
                </a:extLst>
              </p:cNvPr>
              <p:cNvSpPr>
                <a:spLocks noChangeArrowheads="1"/>
              </p:cNvSpPr>
              <p:nvPr/>
            </p:nvSpPr>
            <p:spPr bwMode="auto">
              <a:xfrm>
                <a:off x="4226" y="1020"/>
                <a:ext cx="592"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nvGrpSpPr>
              <p:cNvPr id="27" name="Group 916">
                <a:extLst>
                  <a:ext uri="{FF2B5EF4-FFF2-40B4-BE49-F238E27FC236}">
                    <a16:creationId xmlns:a16="http://schemas.microsoft.com/office/drawing/2014/main" id="{110699F4-051B-1D4D-9149-18E647044BEC}"/>
                  </a:ext>
                </a:extLst>
              </p:cNvPr>
              <p:cNvGrpSpPr>
                <a:grpSpLocks/>
              </p:cNvGrpSpPr>
              <p:nvPr/>
            </p:nvGrpSpPr>
            <p:grpSpPr bwMode="auto">
              <a:xfrm>
                <a:off x="4747" y="994"/>
                <a:ext cx="581" cy="134"/>
                <a:chOff x="614" y="2568"/>
                <a:chExt cx="725" cy="139"/>
              </a:xfrm>
            </p:grpSpPr>
            <p:sp>
              <p:nvSpPr>
                <p:cNvPr id="48" name="AutoShape 917">
                  <a:extLst>
                    <a:ext uri="{FF2B5EF4-FFF2-40B4-BE49-F238E27FC236}">
                      <a16:creationId xmlns:a16="http://schemas.microsoft.com/office/drawing/2014/main" id="{1CC13F05-0DA9-5148-AF28-10B10243D7B6}"/>
                    </a:ext>
                  </a:extLst>
                </p:cNvPr>
                <p:cNvSpPr>
                  <a:spLocks noChangeArrowheads="1"/>
                </p:cNvSpPr>
                <p:nvPr/>
              </p:nvSpPr>
              <p:spPr bwMode="auto">
                <a:xfrm>
                  <a:off x="611" y="2568"/>
                  <a:ext cx="731" cy="13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49" name="AutoShape 918">
                  <a:extLst>
                    <a:ext uri="{FF2B5EF4-FFF2-40B4-BE49-F238E27FC236}">
                      <a16:creationId xmlns:a16="http://schemas.microsoft.com/office/drawing/2014/main" id="{1628A625-4279-E24A-BA70-86B665ABC4DB}"/>
                    </a:ext>
                  </a:extLst>
                </p:cNvPr>
                <p:cNvSpPr>
                  <a:spLocks noChangeArrowheads="1"/>
                </p:cNvSpPr>
                <p:nvPr/>
              </p:nvSpPr>
              <p:spPr bwMode="auto">
                <a:xfrm>
                  <a:off x="626" y="2581"/>
                  <a:ext cx="700"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sp>
            <p:nvSpPr>
              <p:cNvPr id="28" name="Rectangle 919">
                <a:extLst>
                  <a:ext uri="{FF2B5EF4-FFF2-40B4-BE49-F238E27FC236}">
                    <a16:creationId xmlns:a16="http://schemas.microsoft.com/office/drawing/2014/main" id="{6542E8F3-01BD-154D-9277-BC1C94320D19}"/>
                  </a:ext>
                </a:extLst>
              </p:cNvPr>
              <p:cNvSpPr>
                <a:spLocks noChangeArrowheads="1"/>
              </p:cNvSpPr>
              <p:nvPr/>
            </p:nvSpPr>
            <p:spPr bwMode="auto">
              <a:xfrm>
                <a:off x="4214" y="1361"/>
                <a:ext cx="598"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29" name="Rectangle 920">
                <a:extLst>
                  <a:ext uri="{FF2B5EF4-FFF2-40B4-BE49-F238E27FC236}">
                    <a16:creationId xmlns:a16="http://schemas.microsoft.com/office/drawing/2014/main" id="{CE8C5428-4D14-D043-8D86-0B0EDD6CDEA4}"/>
                  </a:ext>
                </a:extLst>
              </p:cNvPr>
              <p:cNvSpPr>
                <a:spLocks noChangeArrowheads="1"/>
              </p:cNvSpPr>
              <p:nvPr/>
            </p:nvSpPr>
            <p:spPr bwMode="auto">
              <a:xfrm>
                <a:off x="4226" y="1657"/>
                <a:ext cx="598"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nvGrpSpPr>
              <p:cNvPr id="30" name="Group 921">
                <a:extLst>
                  <a:ext uri="{FF2B5EF4-FFF2-40B4-BE49-F238E27FC236}">
                    <a16:creationId xmlns:a16="http://schemas.microsoft.com/office/drawing/2014/main" id="{BEC9288B-B387-F342-B135-640E94C6B8D8}"/>
                  </a:ext>
                </a:extLst>
              </p:cNvPr>
              <p:cNvGrpSpPr>
                <a:grpSpLocks/>
              </p:cNvGrpSpPr>
              <p:nvPr/>
            </p:nvGrpSpPr>
            <p:grpSpPr bwMode="auto">
              <a:xfrm>
                <a:off x="4735" y="1627"/>
                <a:ext cx="582" cy="151"/>
                <a:chOff x="614" y="2568"/>
                <a:chExt cx="725" cy="139"/>
              </a:xfrm>
            </p:grpSpPr>
            <p:sp>
              <p:nvSpPr>
                <p:cNvPr id="46" name="AutoShape 922">
                  <a:extLst>
                    <a:ext uri="{FF2B5EF4-FFF2-40B4-BE49-F238E27FC236}">
                      <a16:creationId xmlns:a16="http://schemas.microsoft.com/office/drawing/2014/main" id="{1CFF9524-938B-2C4C-A921-0A00DBF9AAEB}"/>
                    </a:ext>
                  </a:extLst>
                </p:cNvPr>
                <p:cNvSpPr>
                  <a:spLocks noChangeArrowheads="1"/>
                </p:cNvSpPr>
                <p:nvPr/>
              </p:nvSpPr>
              <p:spPr bwMode="auto">
                <a:xfrm>
                  <a:off x="611" y="2571"/>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47" name="AutoShape 923">
                  <a:extLst>
                    <a:ext uri="{FF2B5EF4-FFF2-40B4-BE49-F238E27FC236}">
                      <a16:creationId xmlns:a16="http://schemas.microsoft.com/office/drawing/2014/main" id="{FA2AACFC-5386-2F43-986B-CACE4CD60B3F}"/>
                    </a:ext>
                  </a:extLst>
                </p:cNvPr>
                <p:cNvSpPr>
                  <a:spLocks noChangeArrowheads="1"/>
                </p:cNvSpPr>
                <p:nvPr/>
              </p:nvSpPr>
              <p:spPr bwMode="auto">
                <a:xfrm>
                  <a:off x="626" y="2589"/>
                  <a:ext cx="699"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sp>
            <p:nvSpPr>
              <p:cNvPr id="31" name="Freeform 924">
                <a:extLst>
                  <a:ext uri="{FF2B5EF4-FFF2-40B4-BE49-F238E27FC236}">
                    <a16:creationId xmlns:a16="http://schemas.microsoft.com/office/drawing/2014/main" id="{B34F65FC-5DD9-1844-8679-1D90B0BB7FC4}"/>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2" name="Group 925">
                <a:extLst>
                  <a:ext uri="{FF2B5EF4-FFF2-40B4-BE49-F238E27FC236}">
                    <a16:creationId xmlns:a16="http://schemas.microsoft.com/office/drawing/2014/main" id="{BD9D600E-A9D1-5744-BDBA-379F39379B6E}"/>
                  </a:ext>
                </a:extLst>
              </p:cNvPr>
              <p:cNvGrpSpPr>
                <a:grpSpLocks/>
              </p:cNvGrpSpPr>
              <p:nvPr/>
            </p:nvGrpSpPr>
            <p:grpSpPr bwMode="auto">
              <a:xfrm>
                <a:off x="4739" y="1327"/>
                <a:ext cx="582" cy="139"/>
                <a:chOff x="614" y="2568"/>
                <a:chExt cx="725" cy="139"/>
              </a:xfrm>
            </p:grpSpPr>
            <p:sp>
              <p:nvSpPr>
                <p:cNvPr id="44" name="AutoShape 926">
                  <a:extLst>
                    <a:ext uri="{FF2B5EF4-FFF2-40B4-BE49-F238E27FC236}">
                      <a16:creationId xmlns:a16="http://schemas.microsoft.com/office/drawing/2014/main" id="{44F26692-4F64-1746-B6E1-067E00649708}"/>
                    </a:ext>
                  </a:extLst>
                </p:cNvPr>
                <p:cNvSpPr>
                  <a:spLocks noChangeArrowheads="1"/>
                </p:cNvSpPr>
                <p:nvPr/>
              </p:nvSpPr>
              <p:spPr bwMode="auto">
                <a:xfrm>
                  <a:off x="613" y="2569"/>
                  <a:ext cx="715"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45" name="AutoShape 927">
                  <a:extLst>
                    <a:ext uri="{FF2B5EF4-FFF2-40B4-BE49-F238E27FC236}">
                      <a16:creationId xmlns:a16="http://schemas.microsoft.com/office/drawing/2014/main" id="{FB1CA480-91FF-B945-A76E-7B5FCE31C976}"/>
                    </a:ext>
                  </a:extLst>
                </p:cNvPr>
                <p:cNvSpPr>
                  <a:spLocks noChangeArrowheads="1"/>
                </p:cNvSpPr>
                <p:nvPr/>
              </p:nvSpPr>
              <p:spPr bwMode="auto">
                <a:xfrm>
                  <a:off x="629" y="2582"/>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sp>
            <p:nvSpPr>
              <p:cNvPr id="33" name="Rectangle 928">
                <a:extLst>
                  <a:ext uri="{FF2B5EF4-FFF2-40B4-BE49-F238E27FC236}">
                    <a16:creationId xmlns:a16="http://schemas.microsoft.com/office/drawing/2014/main" id="{5A3A9276-C345-464B-8351-32242D3C3413}"/>
                  </a:ext>
                </a:extLst>
              </p:cNvPr>
              <p:cNvSpPr>
                <a:spLocks noChangeArrowheads="1"/>
              </p:cNvSpPr>
              <p:nvPr/>
            </p:nvSpPr>
            <p:spPr bwMode="auto">
              <a:xfrm>
                <a:off x="5250" y="429"/>
                <a:ext cx="68" cy="2291"/>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34" name="Freeform 929">
                <a:extLst>
                  <a:ext uri="{FF2B5EF4-FFF2-40B4-BE49-F238E27FC236}">
                    <a16:creationId xmlns:a16="http://schemas.microsoft.com/office/drawing/2014/main" id="{9BCB6E33-58EC-ED41-8D8D-BCA1695BD802}"/>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 name="Freeform 930">
                <a:extLst>
                  <a:ext uri="{FF2B5EF4-FFF2-40B4-BE49-F238E27FC236}">
                    <a16:creationId xmlns:a16="http://schemas.microsoft.com/office/drawing/2014/main" id="{0C100D49-AAF6-CA47-A90C-76E6325A7F08}"/>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 name="Oval 931">
                <a:extLst>
                  <a:ext uri="{FF2B5EF4-FFF2-40B4-BE49-F238E27FC236}">
                    <a16:creationId xmlns:a16="http://schemas.microsoft.com/office/drawing/2014/main" id="{B2BB61D8-C877-0249-BFD6-ED66C968A679}"/>
                  </a:ext>
                </a:extLst>
              </p:cNvPr>
              <p:cNvSpPr>
                <a:spLocks noChangeArrowheads="1"/>
              </p:cNvSpPr>
              <p:nvPr/>
            </p:nvSpPr>
            <p:spPr bwMode="auto">
              <a:xfrm>
                <a:off x="5516" y="2608"/>
                <a:ext cx="49" cy="98"/>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37" name="Freeform 932">
                <a:extLst>
                  <a:ext uri="{FF2B5EF4-FFF2-40B4-BE49-F238E27FC236}">
                    <a16:creationId xmlns:a16="http://schemas.microsoft.com/office/drawing/2014/main" id="{D176C451-0F25-964A-B592-6A7E06B0B798}"/>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8" name="AutoShape 933">
                <a:extLst>
                  <a:ext uri="{FF2B5EF4-FFF2-40B4-BE49-F238E27FC236}">
                    <a16:creationId xmlns:a16="http://schemas.microsoft.com/office/drawing/2014/main" id="{6735CA28-8EA2-8948-8D2A-3552A445151A}"/>
                  </a:ext>
                </a:extLst>
              </p:cNvPr>
              <p:cNvSpPr>
                <a:spLocks noChangeArrowheads="1"/>
              </p:cNvSpPr>
              <p:nvPr/>
            </p:nvSpPr>
            <p:spPr bwMode="auto">
              <a:xfrm>
                <a:off x="4140" y="2681"/>
                <a:ext cx="1197" cy="144"/>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39" name="AutoShape 934">
                <a:extLst>
                  <a:ext uri="{FF2B5EF4-FFF2-40B4-BE49-F238E27FC236}">
                    <a16:creationId xmlns:a16="http://schemas.microsoft.com/office/drawing/2014/main" id="{80FF7387-0440-6E4B-9CC7-4E494D958A3B}"/>
                  </a:ext>
                </a:extLst>
              </p:cNvPr>
              <p:cNvSpPr>
                <a:spLocks noChangeArrowheads="1"/>
              </p:cNvSpPr>
              <p:nvPr/>
            </p:nvSpPr>
            <p:spPr bwMode="auto">
              <a:xfrm>
                <a:off x="4208" y="2713"/>
                <a:ext cx="1067"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40" name="Oval 935">
                <a:extLst>
                  <a:ext uri="{FF2B5EF4-FFF2-40B4-BE49-F238E27FC236}">
                    <a16:creationId xmlns:a16="http://schemas.microsoft.com/office/drawing/2014/main" id="{3CDCC8EF-D2ED-5D4D-B0E8-48CDACC2B454}"/>
                  </a:ext>
                </a:extLst>
              </p:cNvPr>
              <p:cNvSpPr>
                <a:spLocks noChangeArrowheads="1"/>
              </p:cNvSpPr>
              <p:nvPr/>
            </p:nvSpPr>
            <p:spPr bwMode="auto">
              <a:xfrm>
                <a:off x="4307" y="2385"/>
                <a:ext cx="160"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41" name="Oval 936">
                <a:extLst>
                  <a:ext uri="{FF2B5EF4-FFF2-40B4-BE49-F238E27FC236}">
                    <a16:creationId xmlns:a16="http://schemas.microsoft.com/office/drawing/2014/main" id="{4AE67529-6877-CD43-9077-676EEEB68349}"/>
                  </a:ext>
                </a:extLst>
              </p:cNvPr>
              <p:cNvSpPr>
                <a:spLocks noChangeArrowheads="1"/>
              </p:cNvSpPr>
              <p:nvPr/>
            </p:nvSpPr>
            <p:spPr bwMode="auto">
              <a:xfrm>
                <a:off x="4485" y="2385"/>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FF0000"/>
                  </a:solidFill>
                  <a:effectLst/>
                  <a:uLnTx/>
                  <a:uFillTx/>
                  <a:latin typeface="Arial"/>
                  <a:ea typeface="ＭＳ Ｐゴシック" charset="0"/>
                  <a:cs typeface="Arial"/>
                </a:endParaRPr>
              </a:p>
            </p:txBody>
          </p:sp>
          <p:sp>
            <p:nvSpPr>
              <p:cNvPr id="42" name="Oval 937">
                <a:extLst>
                  <a:ext uri="{FF2B5EF4-FFF2-40B4-BE49-F238E27FC236}">
                    <a16:creationId xmlns:a16="http://schemas.microsoft.com/office/drawing/2014/main" id="{0171C3BC-99B4-9348-935E-D1B462D1A12B}"/>
                  </a:ext>
                </a:extLst>
              </p:cNvPr>
              <p:cNvSpPr>
                <a:spLocks noChangeArrowheads="1"/>
              </p:cNvSpPr>
              <p:nvPr/>
            </p:nvSpPr>
            <p:spPr bwMode="auto">
              <a:xfrm>
                <a:off x="4664" y="2379"/>
                <a:ext cx="154"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43" name="Rectangle 938">
                <a:extLst>
                  <a:ext uri="{FF2B5EF4-FFF2-40B4-BE49-F238E27FC236}">
                    <a16:creationId xmlns:a16="http://schemas.microsoft.com/office/drawing/2014/main" id="{23C8DD6D-73DE-AB44-8285-3B208D6579E1}"/>
                  </a:ext>
                </a:extLst>
              </p:cNvPr>
              <p:cNvSpPr>
                <a:spLocks noChangeArrowheads="1"/>
              </p:cNvSpPr>
              <p:nvPr/>
            </p:nvSpPr>
            <p:spPr bwMode="auto">
              <a:xfrm>
                <a:off x="5059" y="1834"/>
                <a:ext cx="86"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grpSp>
      <p:grpSp>
        <p:nvGrpSpPr>
          <p:cNvPr id="3" name="Group 2">
            <a:extLst>
              <a:ext uri="{FF2B5EF4-FFF2-40B4-BE49-F238E27FC236}">
                <a16:creationId xmlns:a16="http://schemas.microsoft.com/office/drawing/2014/main" id="{A792DD89-5BC8-8A4D-91E3-FA73E28C5182}"/>
              </a:ext>
            </a:extLst>
          </p:cNvPr>
          <p:cNvGrpSpPr/>
          <p:nvPr/>
        </p:nvGrpSpPr>
        <p:grpSpPr>
          <a:xfrm>
            <a:off x="1075288" y="2941500"/>
            <a:ext cx="1106491" cy="2052752"/>
            <a:chOff x="1075288" y="2941500"/>
            <a:chExt cx="1106491" cy="2052752"/>
          </a:xfrm>
        </p:grpSpPr>
        <p:sp>
          <p:nvSpPr>
            <p:cNvPr id="177" name="Freeform 75">
              <a:extLst>
                <a:ext uri="{FF2B5EF4-FFF2-40B4-BE49-F238E27FC236}">
                  <a16:creationId xmlns:a16="http://schemas.microsoft.com/office/drawing/2014/main" id="{4B5E0ED2-DE39-2847-9900-F97BBFD83B1A}"/>
                </a:ext>
              </a:extLst>
            </p:cNvPr>
            <p:cNvSpPr>
              <a:spLocks/>
            </p:cNvSpPr>
            <p:nvPr/>
          </p:nvSpPr>
          <p:spPr bwMode="auto">
            <a:xfrm flipH="1">
              <a:off x="1999310" y="2941500"/>
              <a:ext cx="45719" cy="2052752"/>
            </a:xfrm>
            <a:custGeom>
              <a:avLst/>
              <a:gdLst>
                <a:gd name="T0" fmla="*/ 0 w 1"/>
                <a:gd name="T1" fmla="*/ 0 h 1044"/>
                <a:gd name="T2" fmla="*/ 0 w 1"/>
                <a:gd name="T3" fmla="*/ 1044 h 1044"/>
              </a:gdLst>
              <a:ahLst/>
              <a:cxnLst>
                <a:cxn ang="0">
                  <a:pos x="T0" y="T1"/>
                </a:cxn>
                <a:cxn ang="0">
                  <a:pos x="T2" y="T3"/>
                </a:cxn>
              </a:cxnLst>
              <a:rect l="0" t="0" r="r" b="b"/>
              <a:pathLst>
                <a:path w="1" h="1044">
                  <a:moveTo>
                    <a:pt x="0" y="0"/>
                  </a:moveTo>
                  <a:lnTo>
                    <a:pt x="0" y="1044"/>
                  </a:lnTo>
                </a:path>
              </a:pathLst>
            </a:custGeom>
            <a:noFill/>
            <a:ln w="38100">
              <a:solidFill>
                <a:srgbClr val="C00000"/>
              </a:solidFill>
              <a:round/>
              <a:headEnd type="none" w="med" len="med"/>
              <a:tailEnd type="triangle" w="med" len="me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latin typeface="Arial"/>
                <a:cs typeface="Arial"/>
              </a:endParaRPr>
            </a:p>
          </p:txBody>
        </p:sp>
        <p:grpSp>
          <p:nvGrpSpPr>
            <p:cNvPr id="178" name="Group 148">
              <a:extLst>
                <a:ext uri="{FF2B5EF4-FFF2-40B4-BE49-F238E27FC236}">
                  <a16:creationId xmlns:a16="http://schemas.microsoft.com/office/drawing/2014/main" id="{628023D0-54E7-B645-B3F8-268FF4B255C6}"/>
                </a:ext>
              </a:extLst>
            </p:cNvPr>
            <p:cNvGrpSpPr>
              <a:grpSpLocks/>
            </p:cNvGrpSpPr>
            <p:nvPr/>
          </p:nvGrpSpPr>
          <p:grpSpPr bwMode="auto">
            <a:xfrm>
              <a:off x="1075288" y="3208525"/>
              <a:ext cx="1106491" cy="369888"/>
              <a:chOff x="3754" y="460"/>
              <a:chExt cx="697" cy="233"/>
            </a:xfrm>
          </p:grpSpPr>
          <p:sp>
            <p:nvSpPr>
              <p:cNvPr id="179" name="Rectangle 87">
                <a:extLst>
                  <a:ext uri="{FF2B5EF4-FFF2-40B4-BE49-F238E27FC236}">
                    <a16:creationId xmlns:a16="http://schemas.microsoft.com/office/drawing/2014/main" id="{74BC3EE0-0D11-6044-9DE1-512202A85F43}"/>
                  </a:ext>
                </a:extLst>
              </p:cNvPr>
              <p:cNvSpPr>
                <a:spLocks noChangeArrowheads="1"/>
              </p:cNvSpPr>
              <p:nvPr/>
            </p:nvSpPr>
            <p:spPr bwMode="auto">
              <a:xfrm>
                <a:off x="3754" y="472"/>
                <a:ext cx="675" cy="211"/>
              </a:xfrm>
              <a:prstGeom prst="rect">
                <a:avLst/>
              </a:prstGeom>
              <a:solidFill>
                <a:srgbClr val="FFFFFF"/>
              </a:solidFill>
              <a:ln w="19050">
                <a:solidFill>
                  <a:schemeClr val="tx1">
                    <a:lumMod val="65000"/>
                    <a:lumOff val="35000"/>
                  </a:schemeClr>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latin typeface="Arial"/>
                  <a:cs typeface="Arial"/>
                </a:endParaRPr>
              </a:p>
            </p:txBody>
          </p:sp>
          <p:sp>
            <p:nvSpPr>
              <p:cNvPr id="180" name="Text Box 86">
                <a:extLst>
                  <a:ext uri="{FF2B5EF4-FFF2-40B4-BE49-F238E27FC236}">
                    <a16:creationId xmlns:a16="http://schemas.microsoft.com/office/drawing/2014/main" id="{A2576985-4759-CD4C-AA65-7479E20FC15F}"/>
                  </a:ext>
                </a:extLst>
              </p:cNvPr>
              <p:cNvSpPr txBox="1">
                <a:spLocks noChangeArrowheads="1"/>
              </p:cNvSpPr>
              <p:nvPr/>
            </p:nvSpPr>
            <p:spPr bwMode="auto">
              <a:xfrm>
                <a:off x="3771" y="460"/>
                <a:ext cx="680" cy="23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p>
                <a:pPr>
                  <a:spcBef>
                    <a:spcPct val="50000"/>
                  </a:spcBef>
                  <a:defRPr/>
                </a:pPr>
                <a:r>
                  <a:rPr lang="en-US" dirty="0">
                    <a:solidFill>
                      <a:srgbClr val="C00000"/>
                    </a:solidFill>
                    <a:latin typeface="Arial"/>
                    <a:cs typeface="Arial"/>
                  </a:rPr>
                  <a:t>request</a:t>
                </a:r>
              </a:p>
            </p:txBody>
          </p:sp>
        </p:grpSp>
      </p:grpSp>
      <p:grpSp>
        <p:nvGrpSpPr>
          <p:cNvPr id="181" name="Group 180">
            <a:extLst>
              <a:ext uri="{FF2B5EF4-FFF2-40B4-BE49-F238E27FC236}">
                <a16:creationId xmlns:a16="http://schemas.microsoft.com/office/drawing/2014/main" id="{8F2AC33D-7F33-F24D-B943-82E641841473}"/>
              </a:ext>
            </a:extLst>
          </p:cNvPr>
          <p:cNvGrpSpPr>
            <a:grpSpLocks/>
          </p:cNvGrpSpPr>
          <p:nvPr/>
        </p:nvGrpSpPr>
        <p:grpSpPr bwMode="auto">
          <a:xfrm>
            <a:off x="2110287" y="2903775"/>
            <a:ext cx="1181009" cy="2046515"/>
            <a:chOff x="9419685" y="773929"/>
            <a:chExt cx="1181009" cy="2046515"/>
          </a:xfrm>
        </p:grpSpPr>
        <p:sp>
          <p:nvSpPr>
            <p:cNvPr id="182" name="Freeform 89">
              <a:extLst>
                <a:ext uri="{FF2B5EF4-FFF2-40B4-BE49-F238E27FC236}">
                  <a16:creationId xmlns:a16="http://schemas.microsoft.com/office/drawing/2014/main" id="{72D75643-3463-7A48-BA88-556BF36D9717}"/>
                </a:ext>
              </a:extLst>
            </p:cNvPr>
            <p:cNvSpPr>
              <a:spLocks/>
            </p:cNvSpPr>
            <p:nvPr/>
          </p:nvSpPr>
          <p:spPr bwMode="auto">
            <a:xfrm>
              <a:off x="9820387" y="773929"/>
              <a:ext cx="91993" cy="2046515"/>
            </a:xfrm>
            <a:custGeom>
              <a:avLst/>
              <a:gdLst>
                <a:gd name="T0" fmla="*/ 0 w 1"/>
                <a:gd name="T1" fmla="*/ 0 h 1044"/>
                <a:gd name="T2" fmla="*/ 0 w 1"/>
                <a:gd name="T3" fmla="*/ 1044 h 1044"/>
              </a:gdLst>
              <a:ahLst/>
              <a:cxnLst>
                <a:cxn ang="0">
                  <a:pos x="T0" y="T1"/>
                </a:cxn>
                <a:cxn ang="0">
                  <a:pos x="T2" y="T3"/>
                </a:cxn>
              </a:cxnLst>
              <a:rect l="0" t="0" r="r" b="b"/>
              <a:pathLst>
                <a:path w="1" h="1044">
                  <a:moveTo>
                    <a:pt x="0" y="0"/>
                  </a:moveTo>
                  <a:lnTo>
                    <a:pt x="0" y="1044"/>
                  </a:lnTo>
                </a:path>
              </a:pathLst>
            </a:custGeom>
            <a:noFill/>
            <a:ln w="38100">
              <a:solidFill>
                <a:srgbClr val="C00000"/>
              </a:solidFill>
              <a:round/>
              <a:headEnd type="triangle" w="med" len="med"/>
              <a:tailEnd type="none" w="med" len="me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latin typeface="Arial"/>
                <a:cs typeface="Arial"/>
              </a:endParaRPr>
            </a:p>
          </p:txBody>
        </p:sp>
        <p:sp>
          <p:nvSpPr>
            <p:cNvPr id="183" name="Rectangle 91">
              <a:extLst>
                <a:ext uri="{FF2B5EF4-FFF2-40B4-BE49-F238E27FC236}">
                  <a16:creationId xmlns:a16="http://schemas.microsoft.com/office/drawing/2014/main" id="{67511D9D-6B5F-104F-ADD8-9F0B5F8ABF69}"/>
                </a:ext>
              </a:extLst>
            </p:cNvPr>
            <p:cNvSpPr>
              <a:spLocks noChangeArrowheads="1"/>
            </p:cNvSpPr>
            <p:nvPr/>
          </p:nvSpPr>
          <p:spPr bwMode="auto">
            <a:xfrm>
              <a:off x="9460582" y="2111739"/>
              <a:ext cx="1041606" cy="387350"/>
            </a:xfrm>
            <a:prstGeom prst="rect">
              <a:avLst/>
            </a:prstGeom>
            <a:solidFill>
              <a:srgbClr val="FFFFFF"/>
            </a:solidFill>
            <a:ln w="19050">
              <a:solidFill>
                <a:schemeClr val="tx1">
                  <a:lumMod val="50000"/>
                  <a:lumOff val="50000"/>
                </a:schemeClr>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latin typeface="Arial"/>
                <a:cs typeface="Arial"/>
              </a:endParaRPr>
            </a:p>
          </p:txBody>
        </p:sp>
        <p:sp>
          <p:nvSpPr>
            <p:cNvPr id="184" name="Text Box 92">
              <a:extLst>
                <a:ext uri="{FF2B5EF4-FFF2-40B4-BE49-F238E27FC236}">
                  <a16:creationId xmlns:a16="http://schemas.microsoft.com/office/drawing/2014/main" id="{61B2E893-2A67-9343-AC5C-C0D5D199BF35}"/>
                </a:ext>
              </a:extLst>
            </p:cNvPr>
            <p:cNvSpPr txBox="1">
              <a:spLocks noChangeArrowheads="1"/>
            </p:cNvSpPr>
            <p:nvPr/>
          </p:nvSpPr>
          <p:spPr bwMode="auto">
            <a:xfrm>
              <a:off x="9419685" y="2108274"/>
              <a:ext cx="1181009" cy="3693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p>
              <a:pPr>
                <a:spcBef>
                  <a:spcPct val="50000"/>
                </a:spcBef>
                <a:defRPr/>
              </a:pPr>
              <a:r>
                <a:rPr lang="en-US" dirty="0">
                  <a:solidFill>
                    <a:srgbClr val="CC0000"/>
                  </a:solidFill>
                  <a:latin typeface="Arial"/>
                  <a:cs typeface="Arial"/>
                </a:rPr>
                <a:t>response</a:t>
              </a:r>
            </a:p>
          </p:txBody>
        </p:sp>
      </p:grpSp>
      <p:grpSp>
        <p:nvGrpSpPr>
          <p:cNvPr id="302" name="Group 301">
            <a:extLst>
              <a:ext uri="{FF2B5EF4-FFF2-40B4-BE49-F238E27FC236}">
                <a16:creationId xmlns:a16="http://schemas.microsoft.com/office/drawing/2014/main" id="{3A5563D1-2C1C-9A46-9091-F0BD9B86662C}"/>
              </a:ext>
            </a:extLst>
          </p:cNvPr>
          <p:cNvGrpSpPr>
            <a:grpSpLocks/>
          </p:cNvGrpSpPr>
          <p:nvPr/>
        </p:nvGrpSpPr>
        <p:grpSpPr bwMode="auto">
          <a:xfrm>
            <a:off x="6479874" y="2985066"/>
            <a:ext cx="1651834" cy="2046515"/>
            <a:chOff x="8948861" y="773929"/>
            <a:chExt cx="1651834" cy="2046515"/>
          </a:xfrm>
        </p:grpSpPr>
        <p:sp>
          <p:nvSpPr>
            <p:cNvPr id="303" name="Freeform 89">
              <a:extLst>
                <a:ext uri="{FF2B5EF4-FFF2-40B4-BE49-F238E27FC236}">
                  <a16:creationId xmlns:a16="http://schemas.microsoft.com/office/drawing/2014/main" id="{A5CEC1D9-E060-3347-85B9-D307E80292C9}"/>
                </a:ext>
              </a:extLst>
            </p:cNvPr>
            <p:cNvSpPr>
              <a:spLocks/>
            </p:cNvSpPr>
            <p:nvPr/>
          </p:nvSpPr>
          <p:spPr bwMode="auto">
            <a:xfrm>
              <a:off x="9820387" y="773929"/>
              <a:ext cx="91993" cy="2046515"/>
            </a:xfrm>
            <a:custGeom>
              <a:avLst/>
              <a:gdLst>
                <a:gd name="T0" fmla="*/ 0 w 1"/>
                <a:gd name="T1" fmla="*/ 0 h 1044"/>
                <a:gd name="T2" fmla="*/ 0 w 1"/>
                <a:gd name="T3" fmla="*/ 1044 h 1044"/>
              </a:gdLst>
              <a:ahLst/>
              <a:cxnLst>
                <a:cxn ang="0">
                  <a:pos x="T0" y="T1"/>
                </a:cxn>
                <a:cxn ang="0">
                  <a:pos x="T2" y="T3"/>
                </a:cxn>
              </a:cxnLst>
              <a:rect l="0" t="0" r="r" b="b"/>
              <a:pathLst>
                <a:path w="1" h="1044">
                  <a:moveTo>
                    <a:pt x="0" y="0"/>
                  </a:moveTo>
                  <a:lnTo>
                    <a:pt x="0" y="1044"/>
                  </a:lnTo>
                </a:path>
              </a:pathLst>
            </a:custGeom>
            <a:noFill/>
            <a:ln w="38100">
              <a:solidFill>
                <a:srgbClr val="C00000"/>
              </a:solidFill>
              <a:round/>
              <a:headEnd type="triangle" w="med" len="med"/>
              <a:tailEnd type="none" w="med" len="me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latin typeface="Arial"/>
                <a:cs typeface="Arial"/>
              </a:endParaRPr>
            </a:p>
          </p:txBody>
        </p:sp>
        <p:sp>
          <p:nvSpPr>
            <p:cNvPr id="304" name="Rectangle 91">
              <a:extLst>
                <a:ext uri="{FF2B5EF4-FFF2-40B4-BE49-F238E27FC236}">
                  <a16:creationId xmlns:a16="http://schemas.microsoft.com/office/drawing/2014/main" id="{6690CAF8-B3A5-DB4B-8558-8B056473A770}"/>
                </a:ext>
              </a:extLst>
            </p:cNvPr>
            <p:cNvSpPr>
              <a:spLocks noChangeArrowheads="1"/>
            </p:cNvSpPr>
            <p:nvPr/>
          </p:nvSpPr>
          <p:spPr bwMode="auto">
            <a:xfrm>
              <a:off x="8955511" y="2111739"/>
              <a:ext cx="1546677" cy="387350"/>
            </a:xfrm>
            <a:prstGeom prst="rect">
              <a:avLst/>
            </a:prstGeom>
            <a:solidFill>
              <a:srgbClr val="FFFFFF"/>
            </a:solidFill>
            <a:ln w="19050">
              <a:solidFill>
                <a:schemeClr val="tx1">
                  <a:lumMod val="50000"/>
                  <a:lumOff val="50000"/>
                </a:schemeClr>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latin typeface="Arial"/>
                <a:cs typeface="Arial"/>
              </a:endParaRPr>
            </a:p>
          </p:txBody>
        </p:sp>
        <p:sp>
          <p:nvSpPr>
            <p:cNvPr id="305" name="Text Box 92">
              <a:extLst>
                <a:ext uri="{FF2B5EF4-FFF2-40B4-BE49-F238E27FC236}">
                  <a16:creationId xmlns:a16="http://schemas.microsoft.com/office/drawing/2014/main" id="{BDC63414-3555-9E4F-8FC2-A56FBF1740E8}"/>
                </a:ext>
              </a:extLst>
            </p:cNvPr>
            <p:cNvSpPr txBox="1">
              <a:spLocks noChangeArrowheads="1"/>
            </p:cNvSpPr>
            <p:nvPr/>
          </p:nvSpPr>
          <p:spPr bwMode="auto">
            <a:xfrm>
              <a:off x="8948861" y="2108274"/>
              <a:ext cx="1651834" cy="3693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p>
              <a:pPr>
                <a:spcBef>
                  <a:spcPct val="50000"/>
                </a:spcBef>
                <a:defRPr/>
              </a:pPr>
              <a:r>
                <a:rPr lang="en-US" dirty="0">
                  <a:solidFill>
                    <a:srgbClr val="CC0000"/>
                  </a:solidFill>
                  <a:latin typeface="Arial"/>
                  <a:cs typeface="Arial"/>
                </a:rPr>
                <a:t>trap message</a:t>
              </a:r>
            </a:p>
          </p:txBody>
        </p:sp>
      </p:grpSp>
      <p:sp>
        <p:nvSpPr>
          <p:cNvPr id="306" name="Rectangle 3">
            <a:extLst>
              <a:ext uri="{FF2B5EF4-FFF2-40B4-BE49-F238E27FC236}">
                <a16:creationId xmlns:a16="http://schemas.microsoft.com/office/drawing/2014/main" id="{6FA4E408-445A-AB44-9743-B8A41C4DADC7}"/>
              </a:ext>
            </a:extLst>
          </p:cNvPr>
          <p:cNvSpPr txBox="1">
            <a:spLocks noChangeArrowheads="1"/>
          </p:cNvSpPr>
          <p:nvPr/>
        </p:nvSpPr>
        <p:spPr>
          <a:xfrm>
            <a:off x="798263" y="1390980"/>
            <a:ext cx="7772400" cy="6032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charset="0"/>
              <a:buNone/>
              <a:defRPr/>
            </a:pPr>
            <a:r>
              <a:rPr lang="en-US" dirty="0"/>
              <a:t>Two ways to convey MIB info, commands:</a:t>
            </a:r>
            <a:endParaRPr lang="en-US" sz="3200" dirty="0"/>
          </a:p>
        </p:txBody>
      </p:sp>
      <p:sp>
        <p:nvSpPr>
          <p:cNvPr id="307" name="Text Box 149">
            <a:extLst>
              <a:ext uri="{FF2B5EF4-FFF2-40B4-BE49-F238E27FC236}">
                <a16:creationId xmlns:a16="http://schemas.microsoft.com/office/drawing/2014/main" id="{93A1CC40-D384-1E41-81A1-A8B1BD5DBBCB}"/>
              </a:ext>
            </a:extLst>
          </p:cNvPr>
          <p:cNvSpPr txBox="1">
            <a:spLocks noChangeArrowheads="1"/>
          </p:cNvSpPr>
          <p:nvPr/>
        </p:nvSpPr>
        <p:spPr bwMode="auto">
          <a:xfrm>
            <a:off x="2926216" y="6150032"/>
            <a:ext cx="2609872" cy="3693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en-US" dirty="0">
                <a:solidFill>
                  <a:srgbClr val="000099"/>
                </a:solidFill>
                <a:latin typeface="Arial"/>
                <a:cs typeface="Arial"/>
              </a:rPr>
              <a:t>request/response mode</a:t>
            </a:r>
          </a:p>
        </p:txBody>
      </p:sp>
      <p:grpSp>
        <p:nvGrpSpPr>
          <p:cNvPr id="2" name="Group 1">
            <a:extLst>
              <a:ext uri="{FF2B5EF4-FFF2-40B4-BE49-F238E27FC236}">
                <a16:creationId xmlns:a16="http://schemas.microsoft.com/office/drawing/2014/main" id="{915C341D-941E-8D4D-86A6-FB85A854B6C4}"/>
              </a:ext>
            </a:extLst>
          </p:cNvPr>
          <p:cNvGrpSpPr/>
          <p:nvPr/>
        </p:nvGrpSpPr>
        <p:grpSpPr>
          <a:xfrm>
            <a:off x="6729466" y="2010860"/>
            <a:ext cx="4230478" cy="4504240"/>
            <a:chOff x="6729466" y="2010860"/>
            <a:chExt cx="4230478" cy="4504240"/>
          </a:xfrm>
        </p:grpSpPr>
        <p:grpSp>
          <p:nvGrpSpPr>
            <p:cNvPr id="186" name="Group 185">
              <a:extLst>
                <a:ext uri="{FF2B5EF4-FFF2-40B4-BE49-F238E27FC236}">
                  <a16:creationId xmlns:a16="http://schemas.microsoft.com/office/drawing/2014/main" id="{FFC10213-0DF8-0D43-A77A-890EC4EC2EF2}"/>
                </a:ext>
              </a:extLst>
            </p:cNvPr>
            <p:cNvGrpSpPr/>
            <p:nvPr/>
          </p:nvGrpSpPr>
          <p:grpSpPr>
            <a:xfrm>
              <a:off x="6729466" y="2010860"/>
              <a:ext cx="4230478" cy="4057421"/>
              <a:chOff x="6588086" y="2144903"/>
              <a:chExt cx="4230478" cy="4057421"/>
            </a:xfrm>
          </p:grpSpPr>
          <p:sp>
            <p:nvSpPr>
              <p:cNvPr id="187" name="Freeform 2">
                <a:extLst>
                  <a:ext uri="{FF2B5EF4-FFF2-40B4-BE49-F238E27FC236}">
                    <a16:creationId xmlns:a16="http://schemas.microsoft.com/office/drawing/2014/main" id="{6F7457B1-3BAC-FF45-AB07-ADCF4C600DF4}"/>
                  </a:ext>
                </a:extLst>
              </p:cNvPr>
              <p:cNvSpPr>
                <a:spLocks/>
              </p:cNvSpPr>
              <p:nvPr/>
            </p:nvSpPr>
            <p:spPr bwMode="auto">
              <a:xfrm rot="16383367">
                <a:off x="7427686" y="2947494"/>
                <a:ext cx="4057421" cy="2452239"/>
              </a:xfrm>
              <a:custGeom>
                <a:avLst/>
                <a:gdLst>
                  <a:gd name="T0" fmla="*/ 6 w 1794"/>
                  <a:gd name="T1" fmla="*/ 483 h 933"/>
                  <a:gd name="T2" fmla="*/ 108 w 1794"/>
                  <a:gd name="T3" fmla="*/ 125 h 933"/>
                  <a:gd name="T4" fmla="*/ 559 w 1794"/>
                  <a:gd name="T5" fmla="*/ 100 h 933"/>
                  <a:gd name="T6" fmla="*/ 1128 w 1794"/>
                  <a:gd name="T7" fmla="*/ 29 h 933"/>
                  <a:gd name="T8" fmla="*/ 1716 w 1794"/>
                  <a:gd name="T9" fmla="*/ 275 h 933"/>
                  <a:gd name="T10" fmla="*/ 1596 w 1794"/>
                  <a:gd name="T11" fmla="*/ 827 h 933"/>
                  <a:gd name="T12" fmla="*/ 1380 w 1794"/>
                  <a:gd name="T13" fmla="*/ 911 h 933"/>
                  <a:gd name="T14" fmla="*/ 840 w 1794"/>
                  <a:gd name="T15" fmla="*/ 929 h 933"/>
                  <a:gd name="T16" fmla="*/ 414 w 1794"/>
                  <a:gd name="T17" fmla="*/ 911 h 933"/>
                  <a:gd name="T18" fmla="*/ 143 w 1794"/>
                  <a:gd name="T19" fmla="*/ 832 h 933"/>
                  <a:gd name="T20" fmla="*/ 6 w 1794"/>
                  <a:gd name="T21" fmla="*/ 483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9CE0FA"/>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cs typeface="ＭＳ Ｐゴシック" charset="0"/>
                </a:endParaRPr>
              </a:p>
            </p:txBody>
          </p:sp>
          <p:sp>
            <p:nvSpPr>
              <p:cNvPr id="188" name="Line 252">
                <a:extLst>
                  <a:ext uri="{FF2B5EF4-FFF2-40B4-BE49-F238E27FC236}">
                    <a16:creationId xmlns:a16="http://schemas.microsoft.com/office/drawing/2014/main" id="{52A2AB24-CDDB-3340-9EBC-DA0438FB28CB}"/>
                  </a:ext>
                </a:extLst>
              </p:cNvPr>
              <p:cNvSpPr>
                <a:spLocks noChangeShapeType="1"/>
              </p:cNvSpPr>
              <p:nvPr/>
            </p:nvSpPr>
            <p:spPr bwMode="auto">
              <a:xfrm flipV="1">
                <a:off x="9496090" y="3180571"/>
                <a:ext cx="338138" cy="1042987"/>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189" name="Line 254">
                <a:extLst>
                  <a:ext uri="{FF2B5EF4-FFF2-40B4-BE49-F238E27FC236}">
                    <a16:creationId xmlns:a16="http://schemas.microsoft.com/office/drawing/2014/main" id="{94339F3D-C5EE-BE41-B39D-22ABE650354E}"/>
                  </a:ext>
                </a:extLst>
              </p:cNvPr>
              <p:cNvSpPr>
                <a:spLocks noChangeShapeType="1"/>
              </p:cNvSpPr>
              <p:nvPr/>
            </p:nvSpPr>
            <p:spPr bwMode="auto">
              <a:xfrm flipV="1">
                <a:off x="9726589" y="4134658"/>
                <a:ext cx="290202" cy="251486"/>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190" name="Line 272">
                <a:extLst>
                  <a:ext uri="{FF2B5EF4-FFF2-40B4-BE49-F238E27FC236}">
                    <a16:creationId xmlns:a16="http://schemas.microsoft.com/office/drawing/2014/main" id="{8E483EDB-27ED-F949-AC09-1E6E5BDA1279}"/>
                  </a:ext>
                </a:extLst>
              </p:cNvPr>
              <p:cNvSpPr>
                <a:spLocks noChangeShapeType="1"/>
              </p:cNvSpPr>
              <p:nvPr/>
            </p:nvSpPr>
            <p:spPr bwMode="auto">
              <a:xfrm>
                <a:off x="9729453" y="4625196"/>
                <a:ext cx="373062" cy="554037"/>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191" name="Line 272">
                <a:extLst>
                  <a:ext uri="{FF2B5EF4-FFF2-40B4-BE49-F238E27FC236}">
                    <a16:creationId xmlns:a16="http://schemas.microsoft.com/office/drawing/2014/main" id="{BD9C7230-4895-B240-9194-C17C3A19CDB4}"/>
                  </a:ext>
                </a:extLst>
              </p:cNvPr>
              <p:cNvSpPr>
                <a:spLocks noChangeShapeType="1"/>
              </p:cNvSpPr>
              <p:nvPr/>
            </p:nvSpPr>
            <p:spPr bwMode="auto">
              <a:xfrm>
                <a:off x="8921415" y="3675871"/>
                <a:ext cx="371475" cy="554037"/>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192" name="Line 272">
                <a:extLst>
                  <a:ext uri="{FF2B5EF4-FFF2-40B4-BE49-F238E27FC236}">
                    <a16:creationId xmlns:a16="http://schemas.microsoft.com/office/drawing/2014/main" id="{FD309143-CD76-F441-BFFE-5F45E5E20217}"/>
                  </a:ext>
                </a:extLst>
              </p:cNvPr>
              <p:cNvSpPr>
                <a:spLocks noChangeShapeType="1"/>
              </p:cNvSpPr>
              <p:nvPr/>
            </p:nvSpPr>
            <p:spPr bwMode="auto">
              <a:xfrm flipH="1">
                <a:off x="9135728" y="4614083"/>
                <a:ext cx="309562" cy="1023938"/>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193" name="Text Box 333">
                <a:extLst>
                  <a:ext uri="{FF2B5EF4-FFF2-40B4-BE49-F238E27FC236}">
                    <a16:creationId xmlns:a16="http://schemas.microsoft.com/office/drawing/2014/main" id="{730CAEC3-A9F6-4D44-9325-1BD8F3A1F059}"/>
                  </a:ext>
                </a:extLst>
              </p:cNvPr>
              <p:cNvSpPr txBox="1">
                <a:spLocks noChangeArrowheads="1"/>
              </p:cNvSpPr>
              <p:nvPr/>
            </p:nvSpPr>
            <p:spPr bwMode="auto">
              <a:xfrm>
                <a:off x="7442257" y="5831180"/>
                <a:ext cx="1497526" cy="307777"/>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eaLnBrk="0" fontAlgn="base" hangingPunct="0">
                  <a:spcBef>
                    <a:spcPct val="0"/>
                  </a:spcBef>
                  <a:spcAft>
                    <a:spcPct val="0"/>
                  </a:spcAft>
                  <a:defRPr/>
                </a:pPr>
                <a:r>
                  <a:rPr lang="en-US" sz="1400" dirty="0">
                    <a:solidFill>
                      <a:srgbClr val="000000"/>
                    </a:solidFill>
                    <a:latin typeface="Arial"/>
                    <a:ea typeface="ＭＳ Ｐゴシック" charset="0"/>
                    <a:cs typeface="Arial"/>
                  </a:rPr>
                  <a:t>managed device</a:t>
                </a:r>
              </a:p>
            </p:txBody>
          </p:sp>
          <p:grpSp>
            <p:nvGrpSpPr>
              <p:cNvPr id="194" name="Group 906">
                <a:extLst>
                  <a:ext uri="{FF2B5EF4-FFF2-40B4-BE49-F238E27FC236}">
                    <a16:creationId xmlns:a16="http://schemas.microsoft.com/office/drawing/2014/main" id="{2803CA8B-8DCC-8944-A220-98074F5EF9A5}"/>
                  </a:ext>
                </a:extLst>
              </p:cNvPr>
              <p:cNvGrpSpPr>
                <a:grpSpLocks/>
              </p:cNvGrpSpPr>
              <p:nvPr/>
            </p:nvGrpSpPr>
            <p:grpSpPr bwMode="auto">
              <a:xfrm>
                <a:off x="9973928" y="5172883"/>
                <a:ext cx="366712" cy="579438"/>
                <a:chOff x="4140" y="429"/>
                <a:chExt cx="1425" cy="2396"/>
              </a:xfrm>
            </p:grpSpPr>
            <p:sp>
              <p:nvSpPr>
                <p:cNvPr id="270" name="Freeform 907">
                  <a:extLst>
                    <a:ext uri="{FF2B5EF4-FFF2-40B4-BE49-F238E27FC236}">
                      <a16:creationId xmlns:a16="http://schemas.microsoft.com/office/drawing/2014/main" id="{BE9D940B-2A19-0C49-9DAA-D115CEA94D19}"/>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71" name="Rectangle 908">
                  <a:extLst>
                    <a:ext uri="{FF2B5EF4-FFF2-40B4-BE49-F238E27FC236}">
                      <a16:creationId xmlns:a16="http://schemas.microsoft.com/office/drawing/2014/main" id="{7AA723BB-C914-AA40-8061-5363E8AA1DF5}"/>
                    </a:ext>
                  </a:extLst>
                </p:cNvPr>
                <p:cNvSpPr>
                  <a:spLocks noChangeArrowheads="1"/>
                </p:cNvSpPr>
                <p:nvPr/>
              </p:nvSpPr>
              <p:spPr bwMode="auto">
                <a:xfrm>
                  <a:off x="4208" y="429"/>
                  <a:ext cx="1043"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272" name="Freeform 909">
                  <a:extLst>
                    <a:ext uri="{FF2B5EF4-FFF2-40B4-BE49-F238E27FC236}">
                      <a16:creationId xmlns:a16="http://schemas.microsoft.com/office/drawing/2014/main" id="{CB48ABC8-CCB3-0E41-AC38-B6FB9F0745C5}"/>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73" name="Freeform 910">
                  <a:extLst>
                    <a:ext uri="{FF2B5EF4-FFF2-40B4-BE49-F238E27FC236}">
                      <a16:creationId xmlns:a16="http://schemas.microsoft.com/office/drawing/2014/main" id="{FAA62BB8-15B4-7C42-A252-8A01383D1556}"/>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74" name="Rectangle 911">
                  <a:extLst>
                    <a:ext uri="{FF2B5EF4-FFF2-40B4-BE49-F238E27FC236}">
                      <a16:creationId xmlns:a16="http://schemas.microsoft.com/office/drawing/2014/main" id="{A961373B-EDFC-4E4B-8CFB-4E133B7B54A2}"/>
                    </a:ext>
                  </a:extLst>
                </p:cNvPr>
                <p:cNvSpPr>
                  <a:spLocks noChangeArrowheads="1"/>
                </p:cNvSpPr>
                <p:nvPr/>
              </p:nvSpPr>
              <p:spPr bwMode="auto">
                <a:xfrm>
                  <a:off x="4214" y="692"/>
                  <a:ext cx="592"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nvGrpSpPr>
                <p:cNvPr id="275" name="Group 912">
                  <a:extLst>
                    <a:ext uri="{FF2B5EF4-FFF2-40B4-BE49-F238E27FC236}">
                      <a16:creationId xmlns:a16="http://schemas.microsoft.com/office/drawing/2014/main" id="{066E1E93-C3B1-8D4C-BA43-DE898F50D7A3}"/>
                    </a:ext>
                  </a:extLst>
                </p:cNvPr>
                <p:cNvGrpSpPr>
                  <a:grpSpLocks/>
                </p:cNvGrpSpPr>
                <p:nvPr/>
              </p:nvGrpSpPr>
              <p:grpSpPr bwMode="auto">
                <a:xfrm>
                  <a:off x="4749" y="668"/>
                  <a:ext cx="581" cy="145"/>
                  <a:chOff x="614" y="2568"/>
                  <a:chExt cx="725" cy="139"/>
                </a:xfrm>
              </p:grpSpPr>
              <p:sp>
                <p:nvSpPr>
                  <p:cNvPr id="300" name="AutoShape 913">
                    <a:extLst>
                      <a:ext uri="{FF2B5EF4-FFF2-40B4-BE49-F238E27FC236}">
                        <a16:creationId xmlns:a16="http://schemas.microsoft.com/office/drawing/2014/main" id="{8A383D7D-E90A-FD45-99FB-C1602DF04FB3}"/>
                      </a:ext>
                    </a:extLst>
                  </p:cNvPr>
                  <p:cNvSpPr>
                    <a:spLocks noChangeArrowheads="1"/>
                  </p:cNvSpPr>
                  <p:nvPr/>
                </p:nvSpPr>
                <p:spPr bwMode="auto">
                  <a:xfrm>
                    <a:off x="616" y="2565"/>
                    <a:ext cx="724" cy="12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301" name="AutoShape 914">
                    <a:extLst>
                      <a:ext uri="{FF2B5EF4-FFF2-40B4-BE49-F238E27FC236}">
                        <a16:creationId xmlns:a16="http://schemas.microsoft.com/office/drawing/2014/main" id="{79A589D3-C9BE-EA4C-8E71-F0C4FB6DC597}"/>
                      </a:ext>
                    </a:extLst>
                  </p:cNvPr>
                  <p:cNvSpPr>
                    <a:spLocks noChangeArrowheads="1"/>
                  </p:cNvSpPr>
                  <p:nvPr/>
                </p:nvSpPr>
                <p:spPr bwMode="auto">
                  <a:xfrm>
                    <a:off x="632" y="2584"/>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sp>
              <p:nvSpPr>
                <p:cNvPr id="276" name="Rectangle 915">
                  <a:extLst>
                    <a:ext uri="{FF2B5EF4-FFF2-40B4-BE49-F238E27FC236}">
                      <a16:creationId xmlns:a16="http://schemas.microsoft.com/office/drawing/2014/main" id="{785F1FF7-26B5-734D-8778-DB6AA1C07EBC}"/>
                    </a:ext>
                  </a:extLst>
                </p:cNvPr>
                <p:cNvSpPr>
                  <a:spLocks noChangeArrowheads="1"/>
                </p:cNvSpPr>
                <p:nvPr/>
              </p:nvSpPr>
              <p:spPr bwMode="auto">
                <a:xfrm>
                  <a:off x="4226" y="1020"/>
                  <a:ext cx="592"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nvGrpSpPr>
                <p:cNvPr id="277" name="Group 916">
                  <a:extLst>
                    <a:ext uri="{FF2B5EF4-FFF2-40B4-BE49-F238E27FC236}">
                      <a16:creationId xmlns:a16="http://schemas.microsoft.com/office/drawing/2014/main" id="{03B11247-BEA0-3449-8CA8-E68F5230F78A}"/>
                    </a:ext>
                  </a:extLst>
                </p:cNvPr>
                <p:cNvGrpSpPr>
                  <a:grpSpLocks/>
                </p:cNvGrpSpPr>
                <p:nvPr/>
              </p:nvGrpSpPr>
              <p:grpSpPr bwMode="auto">
                <a:xfrm>
                  <a:off x="4747" y="994"/>
                  <a:ext cx="581" cy="134"/>
                  <a:chOff x="614" y="2568"/>
                  <a:chExt cx="725" cy="139"/>
                </a:xfrm>
              </p:grpSpPr>
              <p:sp>
                <p:nvSpPr>
                  <p:cNvPr id="298" name="AutoShape 917">
                    <a:extLst>
                      <a:ext uri="{FF2B5EF4-FFF2-40B4-BE49-F238E27FC236}">
                        <a16:creationId xmlns:a16="http://schemas.microsoft.com/office/drawing/2014/main" id="{20F082BF-3E20-C545-B17E-2B27260E3CC7}"/>
                      </a:ext>
                    </a:extLst>
                  </p:cNvPr>
                  <p:cNvSpPr>
                    <a:spLocks noChangeArrowheads="1"/>
                  </p:cNvSpPr>
                  <p:nvPr/>
                </p:nvSpPr>
                <p:spPr bwMode="auto">
                  <a:xfrm>
                    <a:off x="611" y="2568"/>
                    <a:ext cx="731" cy="13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299" name="AutoShape 918">
                    <a:extLst>
                      <a:ext uri="{FF2B5EF4-FFF2-40B4-BE49-F238E27FC236}">
                        <a16:creationId xmlns:a16="http://schemas.microsoft.com/office/drawing/2014/main" id="{E0945142-4795-CD4B-835E-00D0CA9AB809}"/>
                      </a:ext>
                    </a:extLst>
                  </p:cNvPr>
                  <p:cNvSpPr>
                    <a:spLocks noChangeArrowheads="1"/>
                  </p:cNvSpPr>
                  <p:nvPr/>
                </p:nvSpPr>
                <p:spPr bwMode="auto">
                  <a:xfrm>
                    <a:off x="626" y="2581"/>
                    <a:ext cx="700"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sp>
              <p:nvSpPr>
                <p:cNvPr id="278" name="Rectangle 919">
                  <a:extLst>
                    <a:ext uri="{FF2B5EF4-FFF2-40B4-BE49-F238E27FC236}">
                      <a16:creationId xmlns:a16="http://schemas.microsoft.com/office/drawing/2014/main" id="{1B441006-E494-8242-AA0A-DAC698F0F535}"/>
                    </a:ext>
                  </a:extLst>
                </p:cNvPr>
                <p:cNvSpPr>
                  <a:spLocks noChangeArrowheads="1"/>
                </p:cNvSpPr>
                <p:nvPr/>
              </p:nvSpPr>
              <p:spPr bwMode="auto">
                <a:xfrm>
                  <a:off x="4214" y="1361"/>
                  <a:ext cx="598"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279" name="Rectangle 920">
                  <a:extLst>
                    <a:ext uri="{FF2B5EF4-FFF2-40B4-BE49-F238E27FC236}">
                      <a16:creationId xmlns:a16="http://schemas.microsoft.com/office/drawing/2014/main" id="{4F7B94AC-0709-7E42-BBC8-F7B3B56C83E6}"/>
                    </a:ext>
                  </a:extLst>
                </p:cNvPr>
                <p:cNvSpPr>
                  <a:spLocks noChangeArrowheads="1"/>
                </p:cNvSpPr>
                <p:nvPr/>
              </p:nvSpPr>
              <p:spPr bwMode="auto">
                <a:xfrm>
                  <a:off x="4226" y="1657"/>
                  <a:ext cx="598"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nvGrpSpPr>
                <p:cNvPr id="280" name="Group 921">
                  <a:extLst>
                    <a:ext uri="{FF2B5EF4-FFF2-40B4-BE49-F238E27FC236}">
                      <a16:creationId xmlns:a16="http://schemas.microsoft.com/office/drawing/2014/main" id="{464F48D9-F9F4-E244-905E-7278A21B22AF}"/>
                    </a:ext>
                  </a:extLst>
                </p:cNvPr>
                <p:cNvGrpSpPr>
                  <a:grpSpLocks/>
                </p:cNvGrpSpPr>
                <p:nvPr/>
              </p:nvGrpSpPr>
              <p:grpSpPr bwMode="auto">
                <a:xfrm>
                  <a:off x="4735" y="1627"/>
                  <a:ext cx="582" cy="151"/>
                  <a:chOff x="614" y="2568"/>
                  <a:chExt cx="725" cy="139"/>
                </a:xfrm>
              </p:grpSpPr>
              <p:sp>
                <p:nvSpPr>
                  <p:cNvPr id="296" name="AutoShape 922">
                    <a:extLst>
                      <a:ext uri="{FF2B5EF4-FFF2-40B4-BE49-F238E27FC236}">
                        <a16:creationId xmlns:a16="http://schemas.microsoft.com/office/drawing/2014/main" id="{95D00213-8697-B24D-92BC-439D935BB7C5}"/>
                      </a:ext>
                    </a:extLst>
                  </p:cNvPr>
                  <p:cNvSpPr>
                    <a:spLocks noChangeArrowheads="1"/>
                  </p:cNvSpPr>
                  <p:nvPr/>
                </p:nvSpPr>
                <p:spPr bwMode="auto">
                  <a:xfrm>
                    <a:off x="611" y="2571"/>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297" name="AutoShape 923">
                    <a:extLst>
                      <a:ext uri="{FF2B5EF4-FFF2-40B4-BE49-F238E27FC236}">
                        <a16:creationId xmlns:a16="http://schemas.microsoft.com/office/drawing/2014/main" id="{5B1E10B7-BDC6-C445-A4E7-F5A8D1900A41}"/>
                      </a:ext>
                    </a:extLst>
                  </p:cNvPr>
                  <p:cNvSpPr>
                    <a:spLocks noChangeArrowheads="1"/>
                  </p:cNvSpPr>
                  <p:nvPr/>
                </p:nvSpPr>
                <p:spPr bwMode="auto">
                  <a:xfrm>
                    <a:off x="626" y="2589"/>
                    <a:ext cx="699"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sp>
              <p:nvSpPr>
                <p:cNvPr id="281" name="Freeform 924">
                  <a:extLst>
                    <a:ext uri="{FF2B5EF4-FFF2-40B4-BE49-F238E27FC236}">
                      <a16:creationId xmlns:a16="http://schemas.microsoft.com/office/drawing/2014/main" id="{68042F32-FDE6-FA4C-8B60-F4185AC61F7A}"/>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282" name="Group 925">
                  <a:extLst>
                    <a:ext uri="{FF2B5EF4-FFF2-40B4-BE49-F238E27FC236}">
                      <a16:creationId xmlns:a16="http://schemas.microsoft.com/office/drawing/2014/main" id="{058826ED-20BE-CB43-9BA2-40852EB74F5A}"/>
                    </a:ext>
                  </a:extLst>
                </p:cNvPr>
                <p:cNvGrpSpPr>
                  <a:grpSpLocks/>
                </p:cNvGrpSpPr>
                <p:nvPr/>
              </p:nvGrpSpPr>
              <p:grpSpPr bwMode="auto">
                <a:xfrm>
                  <a:off x="4739" y="1327"/>
                  <a:ext cx="582" cy="139"/>
                  <a:chOff x="614" y="2568"/>
                  <a:chExt cx="725" cy="139"/>
                </a:xfrm>
              </p:grpSpPr>
              <p:sp>
                <p:nvSpPr>
                  <p:cNvPr id="294" name="AutoShape 926">
                    <a:extLst>
                      <a:ext uri="{FF2B5EF4-FFF2-40B4-BE49-F238E27FC236}">
                        <a16:creationId xmlns:a16="http://schemas.microsoft.com/office/drawing/2014/main" id="{776F5CFF-FD48-4049-A6D1-7E6E8823A5BD}"/>
                      </a:ext>
                    </a:extLst>
                  </p:cNvPr>
                  <p:cNvSpPr>
                    <a:spLocks noChangeArrowheads="1"/>
                  </p:cNvSpPr>
                  <p:nvPr/>
                </p:nvSpPr>
                <p:spPr bwMode="auto">
                  <a:xfrm>
                    <a:off x="613" y="2569"/>
                    <a:ext cx="715"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295" name="AutoShape 927">
                    <a:extLst>
                      <a:ext uri="{FF2B5EF4-FFF2-40B4-BE49-F238E27FC236}">
                        <a16:creationId xmlns:a16="http://schemas.microsoft.com/office/drawing/2014/main" id="{D1998973-3D2E-2143-B9F3-C3266803D849}"/>
                      </a:ext>
                    </a:extLst>
                  </p:cNvPr>
                  <p:cNvSpPr>
                    <a:spLocks noChangeArrowheads="1"/>
                  </p:cNvSpPr>
                  <p:nvPr/>
                </p:nvSpPr>
                <p:spPr bwMode="auto">
                  <a:xfrm>
                    <a:off x="629" y="2582"/>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sp>
              <p:nvSpPr>
                <p:cNvPr id="283" name="Rectangle 928">
                  <a:extLst>
                    <a:ext uri="{FF2B5EF4-FFF2-40B4-BE49-F238E27FC236}">
                      <a16:creationId xmlns:a16="http://schemas.microsoft.com/office/drawing/2014/main" id="{FEB52868-0E1E-384A-B73D-470E994BF2E0}"/>
                    </a:ext>
                  </a:extLst>
                </p:cNvPr>
                <p:cNvSpPr>
                  <a:spLocks noChangeArrowheads="1"/>
                </p:cNvSpPr>
                <p:nvPr/>
              </p:nvSpPr>
              <p:spPr bwMode="auto">
                <a:xfrm>
                  <a:off x="5250" y="429"/>
                  <a:ext cx="68" cy="2291"/>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284" name="Freeform 929">
                  <a:extLst>
                    <a:ext uri="{FF2B5EF4-FFF2-40B4-BE49-F238E27FC236}">
                      <a16:creationId xmlns:a16="http://schemas.microsoft.com/office/drawing/2014/main" id="{FCD23244-85F5-144F-9AD1-E9E489410E58}"/>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85" name="Freeform 930">
                  <a:extLst>
                    <a:ext uri="{FF2B5EF4-FFF2-40B4-BE49-F238E27FC236}">
                      <a16:creationId xmlns:a16="http://schemas.microsoft.com/office/drawing/2014/main" id="{6F7F6FD3-6566-8D41-BEF7-22EDF7F587E2}"/>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86" name="Oval 931">
                  <a:extLst>
                    <a:ext uri="{FF2B5EF4-FFF2-40B4-BE49-F238E27FC236}">
                      <a16:creationId xmlns:a16="http://schemas.microsoft.com/office/drawing/2014/main" id="{1145E4D8-9564-B545-B1EA-77BE2B768538}"/>
                    </a:ext>
                  </a:extLst>
                </p:cNvPr>
                <p:cNvSpPr>
                  <a:spLocks noChangeArrowheads="1"/>
                </p:cNvSpPr>
                <p:nvPr/>
              </p:nvSpPr>
              <p:spPr bwMode="auto">
                <a:xfrm>
                  <a:off x="5516" y="2608"/>
                  <a:ext cx="49" cy="98"/>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287" name="Freeform 932">
                  <a:extLst>
                    <a:ext uri="{FF2B5EF4-FFF2-40B4-BE49-F238E27FC236}">
                      <a16:creationId xmlns:a16="http://schemas.microsoft.com/office/drawing/2014/main" id="{0029AA3C-6DA1-A64B-B4C2-0740AF189DF1}"/>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88" name="AutoShape 933">
                  <a:extLst>
                    <a:ext uri="{FF2B5EF4-FFF2-40B4-BE49-F238E27FC236}">
                      <a16:creationId xmlns:a16="http://schemas.microsoft.com/office/drawing/2014/main" id="{E5B45E40-856B-2647-A82E-19CACB8C7459}"/>
                    </a:ext>
                  </a:extLst>
                </p:cNvPr>
                <p:cNvSpPr>
                  <a:spLocks noChangeArrowheads="1"/>
                </p:cNvSpPr>
                <p:nvPr/>
              </p:nvSpPr>
              <p:spPr bwMode="auto">
                <a:xfrm>
                  <a:off x="4140" y="2681"/>
                  <a:ext cx="1197" cy="144"/>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289" name="AutoShape 934">
                  <a:extLst>
                    <a:ext uri="{FF2B5EF4-FFF2-40B4-BE49-F238E27FC236}">
                      <a16:creationId xmlns:a16="http://schemas.microsoft.com/office/drawing/2014/main" id="{51118500-7703-3042-BDEE-AB5C3F802DB5}"/>
                    </a:ext>
                  </a:extLst>
                </p:cNvPr>
                <p:cNvSpPr>
                  <a:spLocks noChangeArrowheads="1"/>
                </p:cNvSpPr>
                <p:nvPr/>
              </p:nvSpPr>
              <p:spPr bwMode="auto">
                <a:xfrm>
                  <a:off x="4208" y="2713"/>
                  <a:ext cx="1067"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290" name="Oval 935">
                  <a:extLst>
                    <a:ext uri="{FF2B5EF4-FFF2-40B4-BE49-F238E27FC236}">
                      <a16:creationId xmlns:a16="http://schemas.microsoft.com/office/drawing/2014/main" id="{6C6F57D0-A129-F14E-9470-C841B004A410}"/>
                    </a:ext>
                  </a:extLst>
                </p:cNvPr>
                <p:cNvSpPr>
                  <a:spLocks noChangeArrowheads="1"/>
                </p:cNvSpPr>
                <p:nvPr/>
              </p:nvSpPr>
              <p:spPr bwMode="auto">
                <a:xfrm>
                  <a:off x="4307" y="2385"/>
                  <a:ext cx="160"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291" name="Oval 936">
                  <a:extLst>
                    <a:ext uri="{FF2B5EF4-FFF2-40B4-BE49-F238E27FC236}">
                      <a16:creationId xmlns:a16="http://schemas.microsoft.com/office/drawing/2014/main" id="{A407DF75-FBEA-9043-A7BA-CF566023D154}"/>
                    </a:ext>
                  </a:extLst>
                </p:cNvPr>
                <p:cNvSpPr>
                  <a:spLocks noChangeArrowheads="1"/>
                </p:cNvSpPr>
                <p:nvPr/>
              </p:nvSpPr>
              <p:spPr bwMode="auto">
                <a:xfrm>
                  <a:off x="4485" y="2385"/>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FF0000"/>
                    </a:solidFill>
                    <a:effectLst/>
                    <a:uLnTx/>
                    <a:uFillTx/>
                    <a:latin typeface="Arial"/>
                    <a:ea typeface="ＭＳ Ｐゴシック" charset="0"/>
                    <a:cs typeface="Arial"/>
                  </a:endParaRPr>
                </a:p>
              </p:txBody>
            </p:sp>
            <p:sp>
              <p:nvSpPr>
                <p:cNvPr id="292" name="Oval 937">
                  <a:extLst>
                    <a:ext uri="{FF2B5EF4-FFF2-40B4-BE49-F238E27FC236}">
                      <a16:creationId xmlns:a16="http://schemas.microsoft.com/office/drawing/2014/main" id="{4229442D-F403-1345-86DB-932438F9805A}"/>
                    </a:ext>
                  </a:extLst>
                </p:cNvPr>
                <p:cNvSpPr>
                  <a:spLocks noChangeArrowheads="1"/>
                </p:cNvSpPr>
                <p:nvPr/>
              </p:nvSpPr>
              <p:spPr bwMode="auto">
                <a:xfrm>
                  <a:off x="4664" y="2379"/>
                  <a:ext cx="154"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293" name="Rectangle 938">
                  <a:extLst>
                    <a:ext uri="{FF2B5EF4-FFF2-40B4-BE49-F238E27FC236}">
                      <a16:creationId xmlns:a16="http://schemas.microsoft.com/office/drawing/2014/main" id="{9208DBBE-AA5D-DA45-AFF4-376449BC7CC3}"/>
                    </a:ext>
                  </a:extLst>
                </p:cNvPr>
                <p:cNvSpPr>
                  <a:spLocks noChangeArrowheads="1"/>
                </p:cNvSpPr>
                <p:nvPr/>
              </p:nvSpPr>
              <p:spPr bwMode="auto">
                <a:xfrm>
                  <a:off x="5059" y="1834"/>
                  <a:ext cx="86"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grpSp>
            <p:nvGrpSpPr>
              <p:cNvPr id="195" name="Group 194">
                <a:extLst>
                  <a:ext uri="{FF2B5EF4-FFF2-40B4-BE49-F238E27FC236}">
                    <a16:creationId xmlns:a16="http://schemas.microsoft.com/office/drawing/2014/main" id="{EE405A6B-E2C3-B944-BF7D-3DF19BEC09F8}"/>
                  </a:ext>
                </a:extLst>
              </p:cNvPr>
              <p:cNvGrpSpPr/>
              <p:nvPr/>
            </p:nvGrpSpPr>
            <p:grpSpPr>
              <a:xfrm>
                <a:off x="8732734" y="5561377"/>
                <a:ext cx="683116" cy="378456"/>
                <a:chOff x="7493876" y="2774731"/>
                <a:chExt cx="1481958" cy="894622"/>
              </a:xfrm>
            </p:grpSpPr>
            <p:sp>
              <p:nvSpPr>
                <p:cNvPr id="263" name="Freeform 262">
                  <a:extLst>
                    <a:ext uri="{FF2B5EF4-FFF2-40B4-BE49-F238E27FC236}">
                      <a16:creationId xmlns:a16="http://schemas.microsoft.com/office/drawing/2014/main" id="{F0F3DFB6-9061-2E4A-84E2-8115ECE7E63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4" name="Oval 263">
                  <a:extLst>
                    <a:ext uri="{FF2B5EF4-FFF2-40B4-BE49-F238E27FC236}">
                      <a16:creationId xmlns:a16="http://schemas.microsoft.com/office/drawing/2014/main" id="{6355EB5D-3F74-1349-8218-847881F1175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5" name="Group 264">
                  <a:extLst>
                    <a:ext uri="{FF2B5EF4-FFF2-40B4-BE49-F238E27FC236}">
                      <a16:creationId xmlns:a16="http://schemas.microsoft.com/office/drawing/2014/main" id="{62069D1F-32BC-2A47-88CE-6192B777FE3A}"/>
                    </a:ext>
                  </a:extLst>
                </p:cNvPr>
                <p:cNvGrpSpPr/>
                <p:nvPr/>
              </p:nvGrpSpPr>
              <p:grpSpPr>
                <a:xfrm>
                  <a:off x="7713663" y="2848339"/>
                  <a:ext cx="1042107" cy="425543"/>
                  <a:chOff x="7786941" y="2884917"/>
                  <a:chExt cx="897649" cy="353919"/>
                </a:xfrm>
              </p:grpSpPr>
              <p:sp>
                <p:nvSpPr>
                  <p:cNvPr id="266" name="Freeform 265">
                    <a:extLst>
                      <a:ext uri="{FF2B5EF4-FFF2-40B4-BE49-F238E27FC236}">
                        <a16:creationId xmlns:a16="http://schemas.microsoft.com/office/drawing/2014/main" id="{7D9BDC37-3685-9646-9BF5-5327A6ECFE0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7" name="Freeform 266">
                    <a:extLst>
                      <a:ext uri="{FF2B5EF4-FFF2-40B4-BE49-F238E27FC236}">
                        <a16:creationId xmlns:a16="http://schemas.microsoft.com/office/drawing/2014/main" id="{3B73906A-F7FB-DD42-A7E9-35E80B81E91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8" name="Freeform 267">
                    <a:extLst>
                      <a:ext uri="{FF2B5EF4-FFF2-40B4-BE49-F238E27FC236}">
                        <a16:creationId xmlns:a16="http://schemas.microsoft.com/office/drawing/2014/main" id="{125242C5-41C3-5740-88DA-C8F05C7A0FD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9" name="Freeform 268">
                    <a:extLst>
                      <a:ext uri="{FF2B5EF4-FFF2-40B4-BE49-F238E27FC236}">
                        <a16:creationId xmlns:a16="http://schemas.microsoft.com/office/drawing/2014/main" id="{40B65062-A82D-2D46-A09F-17B9C8F587B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96" name="Straight Connector 195">
                <a:extLst>
                  <a:ext uri="{FF2B5EF4-FFF2-40B4-BE49-F238E27FC236}">
                    <a16:creationId xmlns:a16="http://schemas.microsoft.com/office/drawing/2014/main" id="{0DFE4E30-DE23-D940-9CD5-6B8DADC0C3A8}"/>
                  </a:ext>
                </a:extLst>
              </p:cNvPr>
              <p:cNvCxnSpPr>
                <a:cxnSpLocks/>
              </p:cNvCxnSpPr>
              <p:nvPr/>
            </p:nvCxnSpPr>
            <p:spPr>
              <a:xfrm>
                <a:off x="10652863" y="4065510"/>
                <a:ext cx="16570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 name="Straight Connector 196">
                <a:extLst>
                  <a:ext uri="{FF2B5EF4-FFF2-40B4-BE49-F238E27FC236}">
                    <a16:creationId xmlns:a16="http://schemas.microsoft.com/office/drawing/2014/main" id="{8E911E6C-0005-E945-9D78-57E197866D76}"/>
                  </a:ext>
                </a:extLst>
              </p:cNvPr>
              <p:cNvCxnSpPr/>
              <p:nvPr/>
            </p:nvCxnSpPr>
            <p:spPr>
              <a:xfrm>
                <a:off x="9251576" y="5941812"/>
                <a:ext cx="237507" cy="23750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8" name="Group 197">
                <a:extLst>
                  <a:ext uri="{FF2B5EF4-FFF2-40B4-BE49-F238E27FC236}">
                    <a16:creationId xmlns:a16="http://schemas.microsoft.com/office/drawing/2014/main" id="{8091CDE5-9BC6-6840-8BA0-615CDC85705F}"/>
                  </a:ext>
                </a:extLst>
              </p:cNvPr>
              <p:cNvGrpSpPr/>
              <p:nvPr/>
            </p:nvGrpSpPr>
            <p:grpSpPr>
              <a:xfrm>
                <a:off x="7082865" y="5130332"/>
                <a:ext cx="1784742" cy="783771"/>
                <a:chOff x="3623562" y="5108298"/>
                <a:chExt cx="1784742" cy="783771"/>
              </a:xfrm>
            </p:grpSpPr>
            <p:sp>
              <p:nvSpPr>
                <p:cNvPr id="257" name="Freeform 256">
                  <a:extLst>
                    <a:ext uri="{FF2B5EF4-FFF2-40B4-BE49-F238E27FC236}">
                      <a16:creationId xmlns:a16="http://schemas.microsoft.com/office/drawing/2014/main" id="{93FF1CEF-81C8-2548-8A1A-7F25FE7C53C0}"/>
                    </a:ext>
                  </a:extLst>
                </p:cNvPr>
                <p:cNvSpPr/>
                <p:nvPr/>
              </p:nvSpPr>
              <p:spPr>
                <a:xfrm flipH="1">
                  <a:off x="4018890" y="5238925"/>
                  <a:ext cx="1389414" cy="653144"/>
                </a:xfrm>
                <a:custGeom>
                  <a:avLst/>
                  <a:gdLst>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9414" h="653144">
                      <a:moveTo>
                        <a:pt x="59377" y="415637"/>
                      </a:moveTo>
                      <a:cubicBezTo>
                        <a:pt x="285008" y="332510"/>
                        <a:pt x="320635" y="320634"/>
                        <a:pt x="605641" y="0"/>
                      </a:cubicBezTo>
                      <a:lnTo>
                        <a:pt x="1389414" y="391887"/>
                      </a:lnTo>
                      <a:cubicBezTo>
                        <a:pt x="395845" y="482932"/>
                        <a:pt x="601683" y="407720"/>
                        <a:pt x="0" y="653144"/>
                      </a:cubicBezTo>
                      <a:lnTo>
                        <a:pt x="59377" y="415637"/>
                      </a:lnTo>
                      <a:close/>
                    </a:path>
                  </a:pathLst>
                </a:custGeom>
                <a:gradFill>
                  <a:gsLst>
                    <a:gs pos="0">
                      <a:schemeClr val="bg1">
                        <a:alpha val="56000"/>
                      </a:schemeClr>
                    </a:gs>
                    <a:gs pos="100000">
                      <a:schemeClr val="bg1">
                        <a:lumMod val="8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8" name="Oval 306">
                  <a:extLst>
                    <a:ext uri="{FF2B5EF4-FFF2-40B4-BE49-F238E27FC236}">
                      <a16:creationId xmlns:a16="http://schemas.microsoft.com/office/drawing/2014/main" id="{14515583-1278-3C4C-922A-8765FBA14FE0}"/>
                    </a:ext>
                  </a:extLst>
                </p:cNvPr>
                <p:cNvSpPr>
                  <a:spLocks noChangeArrowheads="1"/>
                </p:cNvSpPr>
                <p:nvPr/>
              </p:nvSpPr>
              <p:spPr bwMode="auto">
                <a:xfrm>
                  <a:off x="3623562" y="5108298"/>
                  <a:ext cx="1293812" cy="545006"/>
                </a:xfrm>
                <a:prstGeom prst="ellipse">
                  <a:avLst/>
                </a:prstGeom>
                <a:solidFill>
                  <a:schemeClr val="bg1">
                    <a:lumMod val="95000"/>
                  </a:schemeClr>
                </a:solidFill>
                <a:ln w="19050">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259" name="Text Box 302">
                  <a:extLst>
                    <a:ext uri="{FF2B5EF4-FFF2-40B4-BE49-F238E27FC236}">
                      <a16:creationId xmlns:a16="http://schemas.microsoft.com/office/drawing/2014/main" id="{181D57B1-35E9-004F-8FFB-21ABF9208446}"/>
                    </a:ext>
                  </a:extLst>
                </p:cNvPr>
                <p:cNvSpPr txBox="1">
                  <a:spLocks noChangeArrowheads="1"/>
                </p:cNvSpPr>
                <p:nvPr/>
              </p:nvSpPr>
              <p:spPr bwMode="auto">
                <a:xfrm>
                  <a:off x="3656136" y="5229255"/>
                  <a:ext cx="633945" cy="307777"/>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a:ea typeface="ＭＳ Ｐゴシック" charset="0"/>
                      <a:cs typeface="Arial"/>
                    </a:rPr>
                    <a:t>agent</a:t>
                  </a:r>
                </a:p>
              </p:txBody>
            </p:sp>
            <p:grpSp>
              <p:nvGrpSpPr>
                <p:cNvPr id="260" name="Group 259">
                  <a:extLst>
                    <a:ext uri="{FF2B5EF4-FFF2-40B4-BE49-F238E27FC236}">
                      <a16:creationId xmlns:a16="http://schemas.microsoft.com/office/drawing/2014/main" id="{DFBD49FD-0BDA-F74C-AA54-EE3E2C1BA22F}"/>
                    </a:ext>
                  </a:extLst>
                </p:cNvPr>
                <p:cNvGrpSpPr/>
                <p:nvPr/>
              </p:nvGrpSpPr>
              <p:grpSpPr>
                <a:xfrm>
                  <a:off x="4254952" y="5203301"/>
                  <a:ext cx="533735" cy="344384"/>
                  <a:chOff x="7290003" y="1864426"/>
                  <a:chExt cx="533735" cy="344384"/>
                </a:xfrm>
              </p:grpSpPr>
              <p:sp>
                <p:nvSpPr>
                  <p:cNvPr id="261" name="Can 260">
                    <a:extLst>
                      <a:ext uri="{FF2B5EF4-FFF2-40B4-BE49-F238E27FC236}">
                        <a16:creationId xmlns:a16="http://schemas.microsoft.com/office/drawing/2014/main" id="{F0B1ADAE-4E76-224D-A024-AB3AF7336EAA}"/>
                      </a:ext>
                    </a:extLst>
                  </p:cNvPr>
                  <p:cNvSpPr/>
                  <p:nvPr/>
                </p:nvSpPr>
                <p:spPr>
                  <a:xfrm>
                    <a:off x="7338951" y="1864426"/>
                    <a:ext cx="427511" cy="344384"/>
                  </a:xfrm>
                  <a:prstGeom prst="can">
                    <a:avLst/>
                  </a:prstGeom>
                  <a:solidFill>
                    <a:schemeClr val="accent1">
                      <a:lumMod val="20000"/>
                      <a:lumOff val="8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2" name="Text Box 305">
                    <a:extLst>
                      <a:ext uri="{FF2B5EF4-FFF2-40B4-BE49-F238E27FC236}">
                        <a16:creationId xmlns:a16="http://schemas.microsoft.com/office/drawing/2014/main" id="{5B37FAF3-0E4E-BE47-B9D3-227387872078}"/>
                      </a:ext>
                    </a:extLst>
                  </p:cNvPr>
                  <p:cNvSpPr txBox="1">
                    <a:spLocks noChangeArrowheads="1"/>
                  </p:cNvSpPr>
                  <p:nvPr/>
                </p:nvSpPr>
                <p:spPr bwMode="auto">
                  <a:xfrm>
                    <a:off x="7290003" y="1889518"/>
                    <a:ext cx="533735" cy="307649"/>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A8"/>
                        </a:solidFill>
                        <a:effectLst/>
                        <a:uLnTx/>
                        <a:uFillTx/>
                        <a:latin typeface="Arial"/>
                        <a:ea typeface="ＭＳ Ｐゴシック" charset="0"/>
                        <a:cs typeface="Arial"/>
                      </a:rPr>
                      <a:t>data</a:t>
                    </a:r>
                  </a:p>
                </p:txBody>
              </p:sp>
            </p:grpSp>
          </p:grpSp>
          <p:grpSp>
            <p:nvGrpSpPr>
              <p:cNvPr id="199" name="Group 198">
                <a:extLst>
                  <a:ext uri="{FF2B5EF4-FFF2-40B4-BE49-F238E27FC236}">
                    <a16:creationId xmlns:a16="http://schemas.microsoft.com/office/drawing/2014/main" id="{E1AFFD5F-25B9-724B-AE65-C63BBCDAF564}"/>
                  </a:ext>
                </a:extLst>
              </p:cNvPr>
              <p:cNvGrpSpPr/>
              <p:nvPr/>
            </p:nvGrpSpPr>
            <p:grpSpPr>
              <a:xfrm>
                <a:off x="9109072" y="4201055"/>
                <a:ext cx="736270" cy="422596"/>
                <a:chOff x="3668110" y="2448910"/>
                <a:chExt cx="3794234" cy="2165130"/>
              </a:xfrm>
            </p:grpSpPr>
            <p:sp>
              <p:nvSpPr>
                <p:cNvPr id="250" name="Rectangle 249">
                  <a:extLst>
                    <a:ext uri="{FF2B5EF4-FFF2-40B4-BE49-F238E27FC236}">
                      <a16:creationId xmlns:a16="http://schemas.microsoft.com/office/drawing/2014/main" id="{26001E55-00F4-AC4E-A980-633165CE8F16}"/>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1" name="Freeform 250">
                  <a:extLst>
                    <a:ext uri="{FF2B5EF4-FFF2-40B4-BE49-F238E27FC236}">
                      <a16:creationId xmlns:a16="http://schemas.microsoft.com/office/drawing/2014/main" id="{748721FF-437B-E049-B7AE-3D81CFF9E978}"/>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52" name="Group 251">
                  <a:extLst>
                    <a:ext uri="{FF2B5EF4-FFF2-40B4-BE49-F238E27FC236}">
                      <a16:creationId xmlns:a16="http://schemas.microsoft.com/office/drawing/2014/main" id="{39FDFE4C-AE99-3749-8A62-8593097011DD}"/>
                    </a:ext>
                  </a:extLst>
                </p:cNvPr>
                <p:cNvGrpSpPr/>
                <p:nvPr/>
              </p:nvGrpSpPr>
              <p:grpSpPr>
                <a:xfrm>
                  <a:off x="3941378" y="2603243"/>
                  <a:ext cx="3202061" cy="1066110"/>
                  <a:chOff x="7939341" y="3037317"/>
                  <a:chExt cx="897649" cy="353919"/>
                </a:xfrm>
              </p:grpSpPr>
              <p:sp>
                <p:nvSpPr>
                  <p:cNvPr id="253" name="Freeform 252">
                    <a:extLst>
                      <a:ext uri="{FF2B5EF4-FFF2-40B4-BE49-F238E27FC236}">
                        <a16:creationId xmlns:a16="http://schemas.microsoft.com/office/drawing/2014/main" id="{BA66389A-89CE-544B-A780-C41426CFDEAB}"/>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4" name="Freeform 253">
                    <a:extLst>
                      <a:ext uri="{FF2B5EF4-FFF2-40B4-BE49-F238E27FC236}">
                        <a16:creationId xmlns:a16="http://schemas.microsoft.com/office/drawing/2014/main" id="{AD030009-14DC-E941-8E90-F0E0068E4F06}"/>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5" name="Freeform 254">
                    <a:extLst>
                      <a:ext uri="{FF2B5EF4-FFF2-40B4-BE49-F238E27FC236}">
                        <a16:creationId xmlns:a16="http://schemas.microsoft.com/office/drawing/2014/main" id="{CC580A85-A52A-9C43-9E4E-C6B3B962727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6" name="Freeform 255">
                    <a:extLst>
                      <a:ext uri="{FF2B5EF4-FFF2-40B4-BE49-F238E27FC236}">
                        <a16:creationId xmlns:a16="http://schemas.microsoft.com/office/drawing/2014/main" id="{2E60EB54-270A-9945-A021-2AC6F825DF3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00" name="Freeform 199">
                <a:extLst>
                  <a:ext uri="{FF2B5EF4-FFF2-40B4-BE49-F238E27FC236}">
                    <a16:creationId xmlns:a16="http://schemas.microsoft.com/office/drawing/2014/main" id="{EC75602E-0316-BD4E-A901-A098016A0377}"/>
                  </a:ext>
                </a:extLst>
              </p:cNvPr>
              <p:cNvSpPr/>
              <p:nvPr/>
            </p:nvSpPr>
            <p:spPr>
              <a:xfrm flipH="1">
                <a:off x="6990267" y="2857446"/>
                <a:ext cx="1644149" cy="664161"/>
              </a:xfrm>
              <a:custGeom>
                <a:avLst/>
                <a:gdLst>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591907 h 829414"/>
                  <a:gd name="connsiteX1" fmla="*/ 429371 w 1389414"/>
                  <a:gd name="connsiteY1" fmla="*/ 0 h 829414"/>
                  <a:gd name="connsiteX2" fmla="*/ 1389414 w 1389414"/>
                  <a:gd name="connsiteY2" fmla="*/ 568157 h 829414"/>
                  <a:gd name="connsiteX3" fmla="*/ 0 w 1389414"/>
                  <a:gd name="connsiteY3" fmla="*/ 829414 h 829414"/>
                  <a:gd name="connsiteX4" fmla="*/ 59377 w 1389414"/>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81411 w 1786022"/>
                  <a:gd name="connsiteY0" fmla="*/ 393603 h 829414"/>
                  <a:gd name="connsiteX1" fmla="*/ 429371 w 1786022"/>
                  <a:gd name="connsiteY1" fmla="*/ 0 h 829414"/>
                  <a:gd name="connsiteX2" fmla="*/ 1786022 w 1786022"/>
                  <a:gd name="connsiteY2" fmla="*/ 369854 h 829414"/>
                  <a:gd name="connsiteX3" fmla="*/ 0 w 1786022"/>
                  <a:gd name="connsiteY3" fmla="*/ 829414 h 829414"/>
                  <a:gd name="connsiteX4" fmla="*/ 81411 w 1786022"/>
                  <a:gd name="connsiteY4" fmla="*/ 393603 h 829414"/>
                  <a:gd name="connsiteX0" fmla="*/ 81411 w 1786022"/>
                  <a:gd name="connsiteY0" fmla="*/ 393603 h 829414"/>
                  <a:gd name="connsiteX1" fmla="*/ 429371 w 1786022"/>
                  <a:gd name="connsiteY1" fmla="*/ 0 h 829414"/>
                  <a:gd name="connsiteX2" fmla="*/ 1786022 w 1786022"/>
                  <a:gd name="connsiteY2" fmla="*/ 369854 h 829414"/>
                  <a:gd name="connsiteX3" fmla="*/ 0 w 1786022"/>
                  <a:gd name="connsiteY3" fmla="*/ 829414 h 829414"/>
                  <a:gd name="connsiteX4" fmla="*/ 81411 w 1786022"/>
                  <a:gd name="connsiteY4" fmla="*/ 393603 h 829414"/>
                  <a:gd name="connsiteX0" fmla="*/ 81411 w 1786022"/>
                  <a:gd name="connsiteY0" fmla="*/ 393603 h 829414"/>
                  <a:gd name="connsiteX1" fmla="*/ 429371 w 1786022"/>
                  <a:gd name="connsiteY1" fmla="*/ 0 h 829414"/>
                  <a:gd name="connsiteX2" fmla="*/ 1786022 w 1786022"/>
                  <a:gd name="connsiteY2" fmla="*/ 325786 h 829414"/>
                  <a:gd name="connsiteX3" fmla="*/ 0 w 1786022"/>
                  <a:gd name="connsiteY3" fmla="*/ 829414 h 829414"/>
                  <a:gd name="connsiteX4" fmla="*/ 81411 w 1786022"/>
                  <a:gd name="connsiteY4" fmla="*/ 393603 h 829414"/>
                  <a:gd name="connsiteX0" fmla="*/ 81411 w 1665100"/>
                  <a:gd name="connsiteY0" fmla="*/ 393603 h 829414"/>
                  <a:gd name="connsiteX1" fmla="*/ 429371 w 1665100"/>
                  <a:gd name="connsiteY1" fmla="*/ 0 h 829414"/>
                  <a:gd name="connsiteX2" fmla="*/ 1665100 w 1665100"/>
                  <a:gd name="connsiteY2" fmla="*/ 303752 h 829414"/>
                  <a:gd name="connsiteX3" fmla="*/ 0 w 1665100"/>
                  <a:gd name="connsiteY3" fmla="*/ 829414 h 829414"/>
                  <a:gd name="connsiteX4" fmla="*/ 81411 w 1665100"/>
                  <a:gd name="connsiteY4" fmla="*/ 393603 h 829414"/>
                  <a:gd name="connsiteX0" fmla="*/ 81411 w 1665100"/>
                  <a:gd name="connsiteY0" fmla="*/ 228350 h 664161"/>
                  <a:gd name="connsiteX1" fmla="*/ 419294 w 1665100"/>
                  <a:gd name="connsiteY1" fmla="*/ 0 h 664161"/>
                  <a:gd name="connsiteX2" fmla="*/ 1665100 w 1665100"/>
                  <a:gd name="connsiteY2" fmla="*/ 138499 h 664161"/>
                  <a:gd name="connsiteX3" fmla="*/ 0 w 1665100"/>
                  <a:gd name="connsiteY3" fmla="*/ 664161 h 664161"/>
                  <a:gd name="connsiteX4" fmla="*/ 81411 w 1665100"/>
                  <a:gd name="connsiteY4" fmla="*/ 228350 h 664161"/>
                  <a:gd name="connsiteX0" fmla="*/ 81411 w 1503869"/>
                  <a:gd name="connsiteY0" fmla="*/ 228350 h 664161"/>
                  <a:gd name="connsiteX1" fmla="*/ 419294 w 1503869"/>
                  <a:gd name="connsiteY1" fmla="*/ 0 h 664161"/>
                  <a:gd name="connsiteX2" fmla="*/ 1503869 w 1503869"/>
                  <a:gd name="connsiteY2" fmla="*/ 105448 h 664161"/>
                  <a:gd name="connsiteX3" fmla="*/ 0 w 1503869"/>
                  <a:gd name="connsiteY3" fmla="*/ 664161 h 664161"/>
                  <a:gd name="connsiteX4" fmla="*/ 81411 w 1503869"/>
                  <a:gd name="connsiteY4" fmla="*/ 228350 h 664161"/>
                  <a:gd name="connsiteX0" fmla="*/ 81411 w 1503869"/>
                  <a:gd name="connsiteY0" fmla="*/ 228350 h 664161"/>
                  <a:gd name="connsiteX1" fmla="*/ 419294 w 1503869"/>
                  <a:gd name="connsiteY1" fmla="*/ 0 h 664161"/>
                  <a:gd name="connsiteX2" fmla="*/ 1503869 w 1503869"/>
                  <a:gd name="connsiteY2" fmla="*/ 105448 h 664161"/>
                  <a:gd name="connsiteX3" fmla="*/ 0 w 1503869"/>
                  <a:gd name="connsiteY3" fmla="*/ 664161 h 664161"/>
                  <a:gd name="connsiteX4" fmla="*/ 81411 w 1503869"/>
                  <a:gd name="connsiteY4" fmla="*/ 228350 h 664161"/>
                  <a:gd name="connsiteX0" fmla="*/ 81411 w 1503869"/>
                  <a:gd name="connsiteY0" fmla="*/ 228350 h 664161"/>
                  <a:gd name="connsiteX1" fmla="*/ 419294 w 1503869"/>
                  <a:gd name="connsiteY1" fmla="*/ 0 h 664161"/>
                  <a:gd name="connsiteX2" fmla="*/ 1503869 w 1503869"/>
                  <a:gd name="connsiteY2" fmla="*/ 105448 h 664161"/>
                  <a:gd name="connsiteX3" fmla="*/ 0 w 1503869"/>
                  <a:gd name="connsiteY3" fmla="*/ 664161 h 664161"/>
                  <a:gd name="connsiteX4" fmla="*/ 81411 w 1503869"/>
                  <a:gd name="connsiteY4" fmla="*/ 228350 h 664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3869" h="664161">
                    <a:moveTo>
                      <a:pt x="81411" y="228350"/>
                    </a:moveTo>
                    <a:cubicBezTo>
                      <a:pt x="307042" y="145223"/>
                      <a:pt x="255473" y="210465"/>
                      <a:pt x="419294" y="0"/>
                    </a:cubicBezTo>
                    <a:cubicBezTo>
                      <a:pt x="706258" y="244471"/>
                      <a:pt x="774088" y="202501"/>
                      <a:pt x="1503869" y="105448"/>
                    </a:cubicBezTo>
                    <a:cubicBezTo>
                      <a:pt x="712253" y="306662"/>
                      <a:pt x="601683" y="418737"/>
                      <a:pt x="0" y="664161"/>
                    </a:cubicBezTo>
                    <a:lnTo>
                      <a:pt x="81411" y="228350"/>
                    </a:lnTo>
                    <a:close/>
                  </a:path>
                </a:pathLst>
              </a:custGeom>
              <a:gradFill>
                <a:gsLst>
                  <a:gs pos="0">
                    <a:schemeClr val="bg1">
                      <a:alpha val="56000"/>
                    </a:schemeClr>
                  </a:gs>
                  <a:gs pos="100000">
                    <a:schemeClr val="bg1">
                      <a:lumMod val="8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1" name="Oval 280">
                <a:extLst>
                  <a:ext uri="{FF2B5EF4-FFF2-40B4-BE49-F238E27FC236}">
                    <a16:creationId xmlns:a16="http://schemas.microsoft.com/office/drawing/2014/main" id="{92E5D0E9-2FFF-2341-90EF-5EAFBE68FD3E}"/>
                  </a:ext>
                </a:extLst>
              </p:cNvPr>
              <p:cNvSpPr>
                <a:spLocks noChangeArrowheads="1"/>
              </p:cNvSpPr>
              <p:nvPr/>
            </p:nvSpPr>
            <p:spPr bwMode="auto">
              <a:xfrm>
                <a:off x="6588086" y="2335576"/>
                <a:ext cx="1853311" cy="684610"/>
              </a:xfrm>
              <a:prstGeom prst="ellipse">
                <a:avLst/>
              </a:prstGeom>
              <a:solidFill>
                <a:schemeClr val="bg1">
                  <a:lumMod val="95000"/>
                </a:schemeClr>
              </a:solidFill>
              <a:ln w="19050">
                <a:solidFill>
                  <a:schemeClr val="tx1">
                    <a:lumMod val="65000"/>
                    <a:lumOff val="35000"/>
                  </a:schemeClr>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202" name="Text Box 276">
                <a:extLst>
                  <a:ext uri="{FF2B5EF4-FFF2-40B4-BE49-F238E27FC236}">
                    <a16:creationId xmlns:a16="http://schemas.microsoft.com/office/drawing/2014/main" id="{88D3C14F-CEB0-8644-A107-9956C8A58245}"/>
                  </a:ext>
                </a:extLst>
              </p:cNvPr>
              <p:cNvSpPr txBox="1">
                <a:spLocks noChangeArrowheads="1"/>
              </p:cNvSpPr>
              <p:nvPr/>
            </p:nvSpPr>
            <p:spPr bwMode="auto">
              <a:xfrm>
                <a:off x="6610120" y="2378207"/>
                <a:ext cx="1795750" cy="79868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p>
                <a:pPr marL="0" marR="0" lvl="0" indent="0" algn="ctr" defTabSz="914400" eaLnBrk="0" fontAlgn="base" latinLnBrk="0" hangingPunct="0">
                  <a:lnSpc>
                    <a:spcPct val="85000"/>
                  </a:lnSpc>
                  <a:spcBef>
                    <a:spcPct val="0"/>
                  </a:spcBef>
                  <a:spcAft>
                    <a:spcPct val="0"/>
                  </a:spcAft>
                  <a:buClrTx/>
                  <a:buSzTx/>
                  <a:buFontTx/>
                  <a:buNone/>
                  <a:tabLst/>
                  <a:defRPr/>
                </a:pPr>
                <a:r>
                  <a:rPr kumimoji="0" lang="en-US" b="0" i="0" u="none" strike="noStrike" kern="0" cap="none" spc="0" normalizeH="0" baseline="0" noProof="0" dirty="0">
                    <a:ln>
                      <a:noFill/>
                    </a:ln>
                    <a:solidFill>
                      <a:srgbClr val="000000"/>
                    </a:solidFill>
                    <a:effectLst/>
                    <a:uLnTx/>
                    <a:uFillTx/>
                    <a:ea typeface="ＭＳ Ｐゴシック" charset="0"/>
                    <a:cs typeface="Arial"/>
                  </a:rPr>
                  <a:t>managing</a:t>
                </a:r>
              </a:p>
              <a:p>
                <a:pPr marL="0" marR="0" lvl="0" indent="0" algn="ctr" defTabSz="914400" eaLnBrk="0" fontAlgn="base" latinLnBrk="0" hangingPunct="0">
                  <a:lnSpc>
                    <a:spcPct val="85000"/>
                  </a:lnSpc>
                  <a:spcBef>
                    <a:spcPct val="0"/>
                  </a:spcBef>
                  <a:spcAft>
                    <a:spcPct val="0"/>
                  </a:spcAft>
                  <a:buClrTx/>
                  <a:buSzTx/>
                  <a:buFontTx/>
                  <a:buNone/>
                  <a:tabLst/>
                  <a:defRPr/>
                </a:pPr>
                <a:r>
                  <a:rPr lang="en-US" kern="0" dirty="0">
                    <a:solidFill>
                      <a:srgbClr val="000000"/>
                    </a:solidFill>
                    <a:ea typeface="ＭＳ Ｐゴシック" charset="0"/>
                    <a:cs typeface="Arial"/>
                  </a:rPr>
                  <a:t>e</a:t>
                </a:r>
                <a:r>
                  <a:rPr kumimoji="0" lang="en-US" b="0" i="0" u="none" strike="noStrike" kern="0" cap="none" spc="0" normalizeH="0" baseline="0" noProof="0" dirty="0" err="1">
                    <a:ln>
                      <a:noFill/>
                    </a:ln>
                    <a:solidFill>
                      <a:srgbClr val="000000"/>
                    </a:solidFill>
                    <a:effectLst/>
                    <a:uLnTx/>
                    <a:uFillTx/>
                    <a:ea typeface="ＭＳ Ｐゴシック" charset="0"/>
                    <a:cs typeface="Arial"/>
                  </a:rPr>
                  <a:t>ntity</a:t>
                </a:r>
                <a:r>
                  <a:rPr kumimoji="0" lang="en-US" b="0" i="0" u="none" strike="noStrike" kern="0" cap="none" spc="0" normalizeH="0" baseline="0" noProof="0" dirty="0">
                    <a:ln>
                      <a:noFill/>
                    </a:ln>
                    <a:solidFill>
                      <a:srgbClr val="000000"/>
                    </a:solidFill>
                    <a:effectLst/>
                    <a:uLnTx/>
                    <a:uFillTx/>
                    <a:ea typeface="ＭＳ Ｐゴシック" charset="0"/>
                    <a:cs typeface="Arial"/>
                  </a:rPr>
                  <a:t>/server/controller</a:t>
                </a:r>
              </a:p>
            </p:txBody>
          </p:sp>
          <p:grpSp>
            <p:nvGrpSpPr>
              <p:cNvPr id="203" name="Group 202">
                <a:extLst>
                  <a:ext uri="{FF2B5EF4-FFF2-40B4-BE49-F238E27FC236}">
                    <a16:creationId xmlns:a16="http://schemas.microsoft.com/office/drawing/2014/main" id="{91B58D9E-B31E-4041-9C3C-97FF9C7F0FBA}"/>
                  </a:ext>
                </a:extLst>
              </p:cNvPr>
              <p:cNvGrpSpPr/>
              <p:nvPr/>
            </p:nvGrpSpPr>
            <p:grpSpPr>
              <a:xfrm>
                <a:off x="7972177" y="2226911"/>
                <a:ext cx="897159" cy="395103"/>
                <a:chOff x="7338951" y="1864426"/>
                <a:chExt cx="427511" cy="344384"/>
              </a:xfrm>
            </p:grpSpPr>
            <p:sp>
              <p:nvSpPr>
                <p:cNvPr id="248" name="Can 247">
                  <a:extLst>
                    <a:ext uri="{FF2B5EF4-FFF2-40B4-BE49-F238E27FC236}">
                      <a16:creationId xmlns:a16="http://schemas.microsoft.com/office/drawing/2014/main" id="{AE928AB2-C2A9-3E4B-8FF1-19D3B48B28AB}"/>
                    </a:ext>
                  </a:extLst>
                </p:cNvPr>
                <p:cNvSpPr/>
                <p:nvPr/>
              </p:nvSpPr>
              <p:spPr>
                <a:xfrm>
                  <a:off x="7338951" y="1864426"/>
                  <a:ext cx="427511" cy="344384"/>
                </a:xfrm>
                <a:prstGeom prst="can">
                  <a:avLst/>
                </a:prstGeom>
                <a:solidFill>
                  <a:schemeClr val="accent1">
                    <a:lumMod val="20000"/>
                    <a:lumOff val="8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9" name="Text Box 305">
                  <a:extLst>
                    <a:ext uri="{FF2B5EF4-FFF2-40B4-BE49-F238E27FC236}">
                      <a16:creationId xmlns:a16="http://schemas.microsoft.com/office/drawing/2014/main" id="{9BE8886F-017D-DC49-9A47-D51843AED59A}"/>
                    </a:ext>
                  </a:extLst>
                </p:cNvPr>
                <p:cNvSpPr txBox="1">
                  <a:spLocks noChangeArrowheads="1"/>
                </p:cNvSpPr>
                <p:nvPr/>
              </p:nvSpPr>
              <p:spPr bwMode="auto">
                <a:xfrm>
                  <a:off x="7404793" y="1927928"/>
                  <a:ext cx="281197" cy="268268"/>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A8"/>
                      </a:solidFill>
                      <a:effectLst/>
                      <a:uLnTx/>
                      <a:uFillTx/>
                      <a:latin typeface="Arial"/>
                      <a:ea typeface="ＭＳ Ｐゴシック" charset="0"/>
                      <a:cs typeface="Arial"/>
                    </a:rPr>
                    <a:t>data</a:t>
                  </a:r>
                </a:p>
              </p:txBody>
            </p:sp>
          </p:grpSp>
          <p:grpSp>
            <p:nvGrpSpPr>
              <p:cNvPr id="204" name="Group 203">
                <a:extLst>
                  <a:ext uri="{FF2B5EF4-FFF2-40B4-BE49-F238E27FC236}">
                    <a16:creationId xmlns:a16="http://schemas.microsoft.com/office/drawing/2014/main" id="{2BDAF6E8-D2D1-9240-B930-9C3091E9DBFE}"/>
                  </a:ext>
                </a:extLst>
              </p:cNvPr>
              <p:cNvGrpSpPr/>
              <p:nvPr/>
            </p:nvGrpSpPr>
            <p:grpSpPr>
              <a:xfrm>
                <a:off x="9957872" y="3853309"/>
                <a:ext cx="683116" cy="378456"/>
                <a:chOff x="7493876" y="2774731"/>
                <a:chExt cx="1481958" cy="894622"/>
              </a:xfrm>
            </p:grpSpPr>
            <p:sp>
              <p:nvSpPr>
                <p:cNvPr id="241" name="Freeform 240">
                  <a:extLst>
                    <a:ext uri="{FF2B5EF4-FFF2-40B4-BE49-F238E27FC236}">
                      <a16:creationId xmlns:a16="http://schemas.microsoft.com/office/drawing/2014/main" id="{E3DA0D65-F352-684A-81E9-AF90A9012AE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2" name="Oval 241">
                  <a:extLst>
                    <a:ext uri="{FF2B5EF4-FFF2-40B4-BE49-F238E27FC236}">
                      <a16:creationId xmlns:a16="http://schemas.microsoft.com/office/drawing/2014/main" id="{012260B1-6604-E74E-9135-FD9EEAE6E57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3" name="Group 242">
                  <a:extLst>
                    <a:ext uri="{FF2B5EF4-FFF2-40B4-BE49-F238E27FC236}">
                      <a16:creationId xmlns:a16="http://schemas.microsoft.com/office/drawing/2014/main" id="{0FC1AD3D-9627-5A47-82D1-8E1613F24F3C}"/>
                    </a:ext>
                  </a:extLst>
                </p:cNvPr>
                <p:cNvGrpSpPr/>
                <p:nvPr/>
              </p:nvGrpSpPr>
              <p:grpSpPr>
                <a:xfrm>
                  <a:off x="7713663" y="2848339"/>
                  <a:ext cx="1042107" cy="425543"/>
                  <a:chOff x="7786941" y="2884917"/>
                  <a:chExt cx="897649" cy="353919"/>
                </a:xfrm>
              </p:grpSpPr>
              <p:sp>
                <p:nvSpPr>
                  <p:cNvPr id="244" name="Freeform 243">
                    <a:extLst>
                      <a:ext uri="{FF2B5EF4-FFF2-40B4-BE49-F238E27FC236}">
                        <a16:creationId xmlns:a16="http://schemas.microsoft.com/office/drawing/2014/main" id="{2AC40C3B-A1B7-384A-883A-EA7FB8D1478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5" name="Freeform 244">
                    <a:extLst>
                      <a:ext uri="{FF2B5EF4-FFF2-40B4-BE49-F238E27FC236}">
                        <a16:creationId xmlns:a16="http://schemas.microsoft.com/office/drawing/2014/main" id="{2A9E7A38-CE8C-C844-8C03-E1A82BE55E6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6" name="Freeform 245">
                    <a:extLst>
                      <a:ext uri="{FF2B5EF4-FFF2-40B4-BE49-F238E27FC236}">
                        <a16:creationId xmlns:a16="http://schemas.microsoft.com/office/drawing/2014/main" id="{2F7A2B59-E205-2644-86E7-DF75D4C175F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7" name="Freeform 246">
                    <a:extLst>
                      <a:ext uri="{FF2B5EF4-FFF2-40B4-BE49-F238E27FC236}">
                        <a16:creationId xmlns:a16="http://schemas.microsoft.com/office/drawing/2014/main" id="{44F5365A-28EB-1042-872C-32C19D8BD4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5" name="Group 44">
                <a:extLst>
                  <a:ext uri="{FF2B5EF4-FFF2-40B4-BE49-F238E27FC236}">
                    <a16:creationId xmlns:a16="http://schemas.microsoft.com/office/drawing/2014/main" id="{D087D198-E562-3A4F-BCB1-6D3121CB81B0}"/>
                  </a:ext>
                </a:extLst>
              </p:cNvPr>
              <p:cNvGrpSpPr>
                <a:grpSpLocks/>
              </p:cNvGrpSpPr>
              <p:nvPr/>
            </p:nvGrpSpPr>
            <p:grpSpPr bwMode="auto">
              <a:xfrm>
                <a:off x="9438940" y="2593196"/>
                <a:ext cx="903288" cy="727075"/>
                <a:chOff x="-44" y="1473"/>
                <a:chExt cx="981" cy="1105"/>
              </a:xfrm>
            </p:grpSpPr>
            <p:pic>
              <p:nvPicPr>
                <p:cNvPr id="239" name="Picture 45" descr="desktop_computer_stylized_medium">
                  <a:extLst>
                    <a:ext uri="{FF2B5EF4-FFF2-40B4-BE49-F238E27FC236}">
                      <a16:creationId xmlns:a16="http://schemas.microsoft.com/office/drawing/2014/main" id="{941609BC-5B9A-C64D-BF89-7746F994A18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40" name="Freeform 46">
                  <a:extLst>
                    <a:ext uri="{FF2B5EF4-FFF2-40B4-BE49-F238E27FC236}">
                      <a16:creationId xmlns:a16="http://schemas.microsoft.com/office/drawing/2014/main" id="{66DCFBFD-5543-5746-9D77-AA5851076EA7}"/>
                    </a:ext>
                  </a:extLst>
                </p:cNvPr>
                <p:cNvSpPr>
                  <a:spLocks/>
                </p:cNvSpPr>
                <p:nvPr/>
              </p:nvSpPr>
              <p:spPr bwMode="auto">
                <a:xfrm flipH="1">
                  <a:off x="374" y="1579"/>
                  <a:ext cx="477" cy="506"/>
                </a:xfrm>
                <a:custGeom>
                  <a:avLst/>
                  <a:gdLst>
                    <a:gd name="T0" fmla="*/ 0 w 356"/>
                    <a:gd name="T1" fmla="*/ 0 h 368"/>
                    <a:gd name="T2" fmla="*/ 1296 w 356"/>
                    <a:gd name="T3" fmla="*/ 69 h 368"/>
                    <a:gd name="T4" fmla="*/ 1537 w 356"/>
                    <a:gd name="T5" fmla="*/ 1447 h 368"/>
                    <a:gd name="T6" fmla="*/ 339 w 356"/>
                    <a:gd name="T7" fmla="*/ 1810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206" name="Group 906">
                <a:extLst>
                  <a:ext uri="{FF2B5EF4-FFF2-40B4-BE49-F238E27FC236}">
                    <a16:creationId xmlns:a16="http://schemas.microsoft.com/office/drawing/2014/main" id="{E707DA5C-E91A-EE4E-B3C9-E62E12062C06}"/>
                  </a:ext>
                </a:extLst>
              </p:cNvPr>
              <p:cNvGrpSpPr>
                <a:grpSpLocks/>
              </p:cNvGrpSpPr>
              <p:nvPr/>
            </p:nvGrpSpPr>
            <p:grpSpPr bwMode="auto">
              <a:xfrm>
                <a:off x="8550931" y="2782976"/>
                <a:ext cx="469569" cy="865434"/>
                <a:chOff x="4140" y="429"/>
                <a:chExt cx="1425" cy="2396"/>
              </a:xfrm>
            </p:grpSpPr>
            <p:sp>
              <p:nvSpPr>
                <p:cNvPr id="207" name="Freeform 907">
                  <a:extLst>
                    <a:ext uri="{FF2B5EF4-FFF2-40B4-BE49-F238E27FC236}">
                      <a16:creationId xmlns:a16="http://schemas.microsoft.com/office/drawing/2014/main" id="{BA358A67-043B-BA41-917A-B80E3C40406D}"/>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8" name="Rectangle 908">
                  <a:extLst>
                    <a:ext uri="{FF2B5EF4-FFF2-40B4-BE49-F238E27FC236}">
                      <a16:creationId xmlns:a16="http://schemas.microsoft.com/office/drawing/2014/main" id="{18A82B9C-A883-624F-A487-AD6A776F7D26}"/>
                    </a:ext>
                  </a:extLst>
                </p:cNvPr>
                <p:cNvSpPr>
                  <a:spLocks noChangeArrowheads="1"/>
                </p:cNvSpPr>
                <p:nvPr/>
              </p:nvSpPr>
              <p:spPr bwMode="auto">
                <a:xfrm>
                  <a:off x="4208" y="429"/>
                  <a:ext cx="1043"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209" name="Freeform 909">
                  <a:extLst>
                    <a:ext uri="{FF2B5EF4-FFF2-40B4-BE49-F238E27FC236}">
                      <a16:creationId xmlns:a16="http://schemas.microsoft.com/office/drawing/2014/main" id="{DD8BA12E-357C-E841-848B-8DE85245B06E}"/>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0" name="Freeform 910">
                  <a:extLst>
                    <a:ext uri="{FF2B5EF4-FFF2-40B4-BE49-F238E27FC236}">
                      <a16:creationId xmlns:a16="http://schemas.microsoft.com/office/drawing/2014/main" id="{A18DEA0B-A738-5949-83FD-0988B96335A9}"/>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1" name="Rectangle 911">
                  <a:extLst>
                    <a:ext uri="{FF2B5EF4-FFF2-40B4-BE49-F238E27FC236}">
                      <a16:creationId xmlns:a16="http://schemas.microsoft.com/office/drawing/2014/main" id="{DC9D03B8-F393-8D41-9C55-E2A2CE7259CF}"/>
                    </a:ext>
                  </a:extLst>
                </p:cNvPr>
                <p:cNvSpPr>
                  <a:spLocks noChangeArrowheads="1"/>
                </p:cNvSpPr>
                <p:nvPr/>
              </p:nvSpPr>
              <p:spPr bwMode="auto">
                <a:xfrm>
                  <a:off x="4214" y="692"/>
                  <a:ext cx="592"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nvGrpSpPr>
                <p:cNvPr id="212" name="Group 912">
                  <a:extLst>
                    <a:ext uri="{FF2B5EF4-FFF2-40B4-BE49-F238E27FC236}">
                      <a16:creationId xmlns:a16="http://schemas.microsoft.com/office/drawing/2014/main" id="{29201AA5-B78A-794A-8A5B-1D18873B4A4A}"/>
                    </a:ext>
                  </a:extLst>
                </p:cNvPr>
                <p:cNvGrpSpPr>
                  <a:grpSpLocks/>
                </p:cNvGrpSpPr>
                <p:nvPr/>
              </p:nvGrpSpPr>
              <p:grpSpPr bwMode="auto">
                <a:xfrm>
                  <a:off x="4749" y="668"/>
                  <a:ext cx="581" cy="145"/>
                  <a:chOff x="614" y="2568"/>
                  <a:chExt cx="725" cy="139"/>
                </a:xfrm>
              </p:grpSpPr>
              <p:sp>
                <p:nvSpPr>
                  <p:cNvPr id="237" name="AutoShape 913">
                    <a:extLst>
                      <a:ext uri="{FF2B5EF4-FFF2-40B4-BE49-F238E27FC236}">
                        <a16:creationId xmlns:a16="http://schemas.microsoft.com/office/drawing/2014/main" id="{03D99842-A084-4E49-A5D1-82F4A5382227}"/>
                      </a:ext>
                    </a:extLst>
                  </p:cNvPr>
                  <p:cNvSpPr>
                    <a:spLocks noChangeArrowheads="1"/>
                  </p:cNvSpPr>
                  <p:nvPr/>
                </p:nvSpPr>
                <p:spPr bwMode="auto">
                  <a:xfrm>
                    <a:off x="616" y="2565"/>
                    <a:ext cx="724" cy="12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238" name="AutoShape 914">
                    <a:extLst>
                      <a:ext uri="{FF2B5EF4-FFF2-40B4-BE49-F238E27FC236}">
                        <a16:creationId xmlns:a16="http://schemas.microsoft.com/office/drawing/2014/main" id="{8E158DC9-61E9-A14C-8690-D2D8BC0DB807}"/>
                      </a:ext>
                    </a:extLst>
                  </p:cNvPr>
                  <p:cNvSpPr>
                    <a:spLocks noChangeArrowheads="1"/>
                  </p:cNvSpPr>
                  <p:nvPr/>
                </p:nvSpPr>
                <p:spPr bwMode="auto">
                  <a:xfrm>
                    <a:off x="632" y="2584"/>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sp>
              <p:nvSpPr>
                <p:cNvPr id="213" name="Rectangle 915">
                  <a:extLst>
                    <a:ext uri="{FF2B5EF4-FFF2-40B4-BE49-F238E27FC236}">
                      <a16:creationId xmlns:a16="http://schemas.microsoft.com/office/drawing/2014/main" id="{C527E74C-879F-D843-87B5-BEC2F5A00FBD}"/>
                    </a:ext>
                  </a:extLst>
                </p:cNvPr>
                <p:cNvSpPr>
                  <a:spLocks noChangeArrowheads="1"/>
                </p:cNvSpPr>
                <p:nvPr/>
              </p:nvSpPr>
              <p:spPr bwMode="auto">
                <a:xfrm>
                  <a:off x="4226" y="1020"/>
                  <a:ext cx="592"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nvGrpSpPr>
                <p:cNvPr id="214" name="Group 916">
                  <a:extLst>
                    <a:ext uri="{FF2B5EF4-FFF2-40B4-BE49-F238E27FC236}">
                      <a16:creationId xmlns:a16="http://schemas.microsoft.com/office/drawing/2014/main" id="{E78BC0D4-5DDD-2F48-B295-778460085AA4}"/>
                    </a:ext>
                  </a:extLst>
                </p:cNvPr>
                <p:cNvGrpSpPr>
                  <a:grpSpLocks/>
                </p:cNvGrpSpPr>
                <p:nvPr/>
              </p:nvGrpSpPr>
              <p:grpSpPr bwMode="auto">
                <a:xfrm>
                  <a:off x="4747" y="994"/>
                  <a:ext cx="581" cy="134"/>
                  <a:chOff x="614" y="2568"/>
                  <a:chExt cx="725" cy="139"/>
                </a:xfrm>
              </p:grpSpPr>
              <p:sp>
                <p:nvSpPr>
                  <p:cNvPr id="235" name="AutoShape 917">
                    <a:extLst>
                      <a:ext uri="{FF2B5EF4-FFF2-40B4-BE49-F238E27FC236}">
                        <a16:creationId xmlns:a16="http://schemas.microsoft.com/office/drawing/2014/main" id="{F68DFE33-0879-3646-B2AD-FE59C224A2EF}"/>
                      </a:ext>
                    </a:extLst>
                  </p:cNvPr>
                  <p:cNvSpPr>
                    <a:spLocks noChangeArrowheads="1"/>
                  </p:cNvSpPr>
                  <p:nvPr/>
                </p:nvSpPr>
                <p:spPr bwMode="auto">
                  <a:xfrm>
                    <a:off x="611" y="2568"/>
                    <a:ext cx="731" cy="13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236" name="AutoShape 918">
                    <a:extLst>
                      <a:ext uri="{FF2B5EF4-FFF2-40B4-BE49-F238E27FC236}">
                        <a16:creationId xmlns:a16="http://schemas.microsoft.com/office/drawing/2014/main" id="{CD58E6D0-9D84-654C-80A0-992D19EC6B72}"/>
                      </a:ext>
                    </a:extLst>
                  </p:cNvPr>
                  <p:cNvSpPr>
                    <a:spLocks noChangeArrowheads="1"/>
                  </p:cNvSpPr>
                  <p:nvPr/>
                </p:nvSpPr>
                <p:spPr bwMode="auto">
                  <a:xfrm>
                    <a:off x="626" y="2581"/>
                    <a:ext cx="700"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sp>
              <p:nvSpPr>
                <p:cNvPr id="215" name="Rectangle 919">
                  <a:extLst>
                    <a:ext uri="{FF2B5EF4-FFF2-40B4-BE49-F238E27FC236}">
                      <a16:creationId xmlns:a16="http://schemas.microsoft.com/office/drawing/2014/main" id="{862FF655-EC93-3C49-A93A-FDC913BED634}"/>
                    </a:ext>
                  </a:extLst>
                </p:cNvPr>
                <p:cNvSpPr>
                  <a:spLocks noChangeArrowheads="1"/>
                </p:cNvSpPr>
                <p:nvPr/>
              </p:nvSpPr>
              <p:spPr bwMode="auto">
                <a:xfrm>
                  <a:off x="4214" y="1361"/>
                  <a:ext cx="598"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216" name="Rectangle 920">
                  <a:extLst>
                    <a:ext uri="{FF2B5EF4-FFF2-40B4-BE49-F238E27FC236}">
                      <a16:creationId xmlns:a16="http://schemas.microsoft.com/office/drawing/2014/main" id="{1349F4FB-7F40-064B-B060-43E8FD168853}"/>
                    </a:ext>
                  </a:extLst>
                </p:cNvPr>
                <p:cNvSpPr>
                  <a:spLocks noChangeArrowheads="1"/>
                </p:cNvSpPr>
                <p:nvPr/>
              </p:nvSpPr>
              <p:spPr bwMode="auto">
                <a:xfrm>
                  <a:off x="4226" y="1657"/>
                  <a:ext cx="598"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nvGrpSpPr>
                <p:cNvPr id="217" name="Group 921">
                  <a:extLst>
                    <a:ext uri="{FF2B5EF4-FFF2-40B4-BE49-F238E27FC236}">
                      <a16:creationId xmlns:a16="http://schemas.microsoft.com/office/drawing/2014/main" id="{C1900626-1CFB-E341-8D1D-D79030F18844}"/>
                    </a:ext>
                  </a:extLst>
                </p:cNvPr>
                <p:cNvGrpSpPr>
                  <a:grpSpLocks/>
                </p:cNvGrpSpPr>
                <p:nvPr/>
              </p:nvGrpSpPr>
              <p:grpSpPr bwMode="auto">
                <a:xfrm>
                  <a:off x="4735" y="1627"/>
                  <a:ext cx="582" cy="151"/>
                  <a:chOff x="614" y="2568"/>
                  <a:chExt cx="725" cy="139"/>
                </a:xfrm>
              </p:grpSpPr>
              <p:sp>
                <p:nvSpPr>
                  <p:cNvPr id="233" name="AutoShape 922">
                    <a:extLst>
                      <a:ext uri="{FF2B5EF4-FFF2-40B4-BE49-F238E27FC236}">
                        <a16:creationId xmlns:a16="http://schemas.microsoft.com/office/drawing/2014/main" id="{DD81D93E-93B6-C945-A36B-32CDADDAF84C}"/>
                      </a:ext>
                    </a:extLst>
                  </p:cNvPr>
                  <p:cNvSpPr>
                    <a:spLocks noChangeArrowheads="1"/>
                  </p:cNvSpPr>
                  <p:nvPr/>
                </p:nvSpPr>
                <p:spPr bwMode="auto">
                  <a:xfrm>
                    <a:off x="611" y="2571"/>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234" name="AutoShape 923">
                    <a:extLst>
                      <a:ext uri="{FF2B5EF4-FFF2-40B4-BE49-F238E27FC236}">
                        <a16:creationId xmlns:a16="http://schemas.microsoft.com/office/drawing/2014/main" id="{EC02B7E4-DC4D-F64D-8717-C5CA1E05F102}"/>
                      </a:ext>
                    </a:extLst>
                  </p:cNvPr>
                  <p:cNvSpPr>
                    <a:spLocks noChangeArrowheads="1"/>
                  </p:cNvSpPr>
                  <p:nvPr/>
                </p:nvSpPr>
                <p:spPr bwMode="auto">
                  <a:xfrm>
                    <a:off x="626" y="2589"/>
                    <a:ext cx="699"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sp>
              <p:nvSpPr>
                <p:cNvPr id="218" name="Freeform 924">
                  <a:extLst>
                    <a:ext uri="{FF2B5EF4-FFF2-40B4-BE49-F238E27FC236}">
                      <a16:creationId xmlns:a16="http://schemas.microsoft.com/office/drawing/2014/main" id="{3A8697BD-FFAE-FD40-8C25-E65EF77527C6}"/>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219" name="Group 925">
                  <a:extLst>
                    <a:ext uri="{FF2B5EF4-FFF2-40B4-BE49-F238E27FC236}">
                      <a16:creationId xmlns:a16="http://schemas.microsoft.com/office/drawing/2014/main" id="{48EACF24-942C-BD4E-A361-15CF04CDF845}"/>
                    </a:ext>
                  </a:extLst>
                </p:cNvPr>
                <p:cNvGrpSpPr>
                  <a:grpSpLocks/>
                </p:cNvGrpSpPr>
                <p:nvPr/>
              </p:nvGrpSpPr>
              <p:grpSpPr bwMode="auto">
                <a:xfrm>
                  <a:off x="4739" y="1327"/>
                  <a:ext cx="582" cy="139"/>
                  <a:chOff x="614" y="2568"/>
                  <a:chExt cx="725" cy="139"/>
                </a:xfrm>
              </p:grpSpPr>
              <p:sp>
                <p:nvSpPr>
                  <p:cNvPr id="231" name="AutoShape 926">
                    <a:extLst>
                      <a:ext uri="{FF2B5EF4-FFF2-40B4-BE49-F238E27FC236}">
                        <a16:creationId xmlns:a16="http://schemas.microsoft.com/office/drawing/2014/main" id="{A68BCDFF-33E9-984C-BEC3-94CEDEC562C0}"/>
                      </a:ext>
                    </a:extLst>
                  </p:cNvPr>
                  <p:cNvSpPr>
                    <a:spLocks noChangeArrowheads="1"/>
                  </p:cNvSpPr>
                  <p:nvPr/>
                </p:nvSpPr>
                <p:spPr bwMode="auto">
                  <a:xfrm>
                    <a:off x="613" y="2569"/>
                    <a:ext cx="715"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232" name="AutoShape 927">
                    <a:extLst>
                      <a:ext uri="{FF2B5EF4-FFF2-40B4-BE49-F238E27FC236}">
                        <a16:creationId xmlns:a16="http://schemas.microsoft.com/office/drawing/2014/main" id="{987B3F11-5503-554E-882F-73411D7CC466}"/>
                      </a:ext>
                    </a:extLst>
                  </p:cNvPr>
                  <p:cNvSpPr>
                    <a:spLocks noChangeArrowheads="1"/>
                  </p:cNvSpPr>
                  <p:nvPr/>
                </p:nvSpPr>
                <p:spPr bwMode="auto">
                  <a:xfrm>
                    <a:off x="629" y="2582"/>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sp>
              <p:nvSpPr>
                <p:cNvPr id="220" name="Rectangle 928">
                  <a:extLst>
                    <a:ext uri="{FF2B5EF4-FFF2-40B4-BE49-F238E27FC236}">
                      <a16:creationId xmlns:a16="http://schemas.microsoft.com/office/drawing/2014/main" id="{21D645C2-F2CB-2F48-884A-92A0828DFC0C}"/>
                    </a:ext>
                  </a:extLst>
                </p:cNvPr>
                <p:cNvSpPr>
                  <a:spLocks noChangeArrowheads="1"/>
                </p:cNvSpPr>
                <p:nvPr/>
              </p:nvSpPr>
              <p:spPr bwMode="auto">
                <a:xfrm>
                  <a:off x="5250" y="429"/>
                  <a:ext cx="68" cy="2291"/>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221" name="Freeform 929">
                  <a:extLst>
                    <a:ext uri="{FF2B5EF4-FFF2-40B4-BE49-F238E27FC236}">
                      <a16:creationId xmlns:a16="http://schemas.microsoft.com/office/drawing/2014/main" id="{F338BB3E-46E3-124D-9036-79BA60D4996B}"/>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2" name="Freeform 930">
                  <a:extLst>
                    <a:ext uri="{FF2B5EF4-FFF2-40B4-BE49-F238E27FC236}">
                      <a16:creationId xmlns:a16="http://schemas.microsoft.com/office/drawing/2014/main" id="{CBFB7FD4-907C-CB46-8B00-538A5B0EE29B}"/>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3" name="Oval 931">
                  <a:extLst>
                    <a:ext uri="{FF2B5EF4-FFF2-40B4-BE49-F238E27FC236}">
                      <a16:creationId xmlns:a16="http://schemas.microsoft.com/office/drawing/2014/main" id="{5A34F34C-BDAB-FB49-893E-24D04DB10EAB}"/>
                    </a:ext>
                  </a:extLst>
                </p:cNvPr>
                <p:cNvSpPr>
                  <a:spLocks noChangeArrowheads="1"/>
                </p:cNvSpPr>
                <p:nvPr/>
              </p:nvSpPr>
              <p:spPr bwMode="auto">
                <a:xfrm>
                  <a:off x="5516" y="2608"/>
                  <a:ext cx="49" cy="98"/>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224" name="Freeform 932">
                  <a:extLst>
                    <a:ext uri="{FF2B5EF4-FFF2-40B4-BE49-F238E27FC236}">
                      <a16:creationId xmlns:a16="http://schemas.microsoft.com/office/drawing/2014/main" id="{83C3DF40-9FBA-5641-BA1C-24C36BD2B8A6}"/>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5" name="AutoShape 933">
                  <a:extLst>
                    <a:ext uri="{FF2B5EF4-FFF2-40B4-BE49-F238E27FC236}">
                      <a16:creationId xmlns:a16="http://schemas.microsoft.com/office/drawing/2014/main" id="{1B6E41FF-F2F5-AF44-8B91-5192A249728B}"/>
                    </a:ext>
                  </a:extLst>
                </p:cNvPr>
                <p:cNvSpPr>
                  <a:spLocks noChangeArrowheads="1"/>
                </p:cNvSpPr>
                <p:nvPr/>
              </p:nvSpPr>
              <p:spPr bwMode="auto">
                <a:xfrm>
                  <a:off x="4140" y="2681"/>
                  <a:ext cx="1197" cy="144"/>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226" name="AutoShape 934">
                  <a:extLst>
                    <a:ext uri="{FF2B5EF4-FFF2-40B4-BE49-F238E27FC236}">
                      <a16:creationId xmlns:a16="http://schemas.microsoft.com/office/drawing/2014/main" id="{2FB8873E-9EEA-D843-9F5D-E06B4FACE9B8}"/>
                    </a:ext>
                  </a:extLst>
                </p:cNvPr>
                <p:cNvSpPr>
                  <a:spLocks noChangeArrowheads="1"/>
                </p:cNvSpPr>
                <p:nvPr/>
              </p:nvSpPr>
              <p:spPr bwMode="auto">
                <a:xfrm>
                  <a:off x="4208" y="2713"/>
                  <a:ext cx="1067"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227" name="Oval 935">
                  <a:extLst>
                    <a:ext uri="{FF2B5EF4-FFF2-40B4-BE49-F238E27FC236}">
                      <a16:creationId xmlns:a16="http://schemas.microsoft.com/office/drawing/2014/main" id="{FB7CF900-522C-E44A-BC68-FE26DCD496D4}"/>
                    </a:ext>
                  </a:extLst>
                </p:cNvPr>
                <p:cNvSpPr>
                  <a:spLocks noChangeArrowheads="1"/>
                </p:cNvSpPr>
                <p:nvPr/>
              </p:nvSpPr>
              <p:spPr bwMode="auto">
                <a:xfrm>
                  <a:off x="4307" y="2385"/>
                  <a:ext cx="160"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228" name="Oval 936">
                  <a:extLst>
                    <a:ext uri="{FF2B5EF4-FFF2-40B4-BE49-F238E27FC236}">
                      <a16:creationId xmlns:a16="http://schemas.microsoft.com/office/drawing/2014/main" id="{3461873C-FD02-4742-A8E2-CE29D45F81A5}"/>
                    </a:ext>
                  </a:extLst>
                </p:cNvPr>
                <p:cNvSpPr>
                  <a:spLocks noChangeArrowheads="1"/>
                </p:cNvSpPr>
                <p:nvPr/>
              </p:nvSpPr>
              <p:spPr bwMode="auto">
                <a:xfrm>
                  <a:off x="4485" y="2385"/>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FF0000"/>
                    </a:solidFill>
                    <a:effectLst/>
                    <a:uLnTx/>
                    <a:uFillTx/>
                    <a:latin typeface="Arial"/>
                    <a:ea typeface="ＭＳ Ｐゴシック" charset="0"/>
                    <a:cs typeface="Arial"/>
                  </a:endParaRPr>
                </a:p>
              </p:txBody>
            </p:sp>
            <p:sp>
              <p:nvSpPr>
                <p:cNvPr id="229" name="Oval 937">
                  <a:extLst>
                    <a:ext uri="{FF2B5EF4-FFF2-40B4-BE49-F238E27FC236}">
                      <a16:creationId xmlns:a16="http://schemas.microsoft.com/office/drawing/2014/main" id="{E6D214D0-C8C3-6B43-8821-D31DFE9EFD68}"/>
                    </a:ext>
                  </a:extLst>
                </p:cNvPr>
                <p:cNvSpPr>
                  <a:spLocks noChangeArrowheads="1"/>
                </p:cNvSpPr>
                <p:nvPr/>
              </p:nvSpPr>
              <p:spPr bwMode="auto">
                <a:xfrm>
                  <a:off x="4664" y="2379"/>
                  <a:ext cx="154"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230" name="Rectangle 938">
                  <a:extLst>
                    <a:ext uri="{FF2B5EF4-FFF2-40B4-BE49-F238E27FC236}">
                      <a16:creationId xmlns:a16="http://schemas.microsoft.com/office/drawing/2014/main" id="{FCF36B35-E6A8-414B-A504-AA7270E4063C}"/>
                    </a:ext>
                  </a:extLst>
                </p:cNvPr>
                <p:cNvSpPr>
                  <a:spLocks noChangeArrowheads="1"/>
                </p:cNvSpPr>
                <p:nvPr/>
              </p:nvSpPr>
              <p:spPr bwMode="auto">
                <a:xfrm>
                  <a:off x="5059" y="1834"/>
                  <a:ext cx="86"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grpSp>
        </p:grpSp>
        <p:sp>
          <p:nvSpPr>
            <p:cNvPr id="308" name="Text Box 150">
              <a:extLst>
                <a:ext uri="{FF2B5EF4-FFF2-40B4-BE49-F238E27FC236}">
                  <a16:creationId xmlns:a16="http://schemas.microsoft.com/office/drawing/2014/main" id="{B2FD4263-CD8E-CE4C-A142-AECF4129A8BB}"/>
                </a:ext>
              </a:extLst>
            </p:cNvPr>
            <p:cNvSpPr txBox="1">
              <a:spLocks noChangeArrowheads="1"/>
            </p:cNvSpPr>
            <p:nvPr/>
          </p:nvSpPr>
          <p:spPr bwMode="auto">
            <a:xfrm>
              <a:off x="8965649" y="6145768"/>
              <a:ext cx="1223975" cy="3693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en-US" dirty="0">
                  <a:solidFill>
                    <a:srgbClr val="000099"/>
                  </a:solidFill>
                  <a:latin typeface="Arial"/>
                  <a:cs typeface="Arial"/>
                </a:rPr>
                <a:t>trap mode</a:t>
              </a:r>
            </a:p>
          </p:txBody>
        </p:sp>
      </p:grpSp>
    </p:spTree>
    <p:extLst>
      <p:ext uri="{BB962C8B-B14F-4D97-AF65-F5344CB8AC3E}">
        <p14:creationId xmlns:p14="http://schemas.microsoft.com/office/powerpoint/2010/main" val="22192271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500"/>
                                        <p:tgtEl>
                                          <p:spTgt spid="3"/>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181"/>
                                        </p:tgtEl>
                                        <p:attrNameLst>
                                          <p:attrName>style.visibility</p:attrName>
                                        </p:attrNameLst>
                                      </p:cBhvr>
                                      <p:to>
                                        <p:strVal val="visible"/>
                                      </p:to>
                                    </p:set>
                                    <p:animEffect transition="in" filter="wipe(down)">
                                      <p:cBhvr>
                                        <p:cTn id="11" dur="500"/>
                                        <p:tgtEl>
                                          <p:spTgt spid="181"/>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dissolve">
                                      <p:cBhvr>
                                        <p:cTn id="16" dur="500"/>
                                        <p:tgtEl>
                                          <p:spTgt spid="2"/>
                                        </p:tgtEl>
                                      </p:cBhvr>
                                    </p:animEffect>
                                  </p:childTnLst>
                                </p:cTn>
                              </p:par>
                            </p:childTnLst>
                          </p:cTn>
                        </p:par>
                        <p:par>
                          <p:cTn id="17" fill="hold">
                            <p:stCondLst>
                              <p:cond delay="500"/>
                            </p:stCondLst>
                            <p:childTnLst>
                              <p:par>
                                <p:cTn id="18" presetID="22" presetClass="entr" presetSubtype="4" fill="hold" nodeType="afterEffect">
                                  <p:stCondLst>
                                    <p:cond delay="0"/>
                                  </p:stCondLst>
                                  <p:childTnLst>
                                    <p:set>
                                      <p:cBhvr>
                                        <p:cTn id="19" dur="1" fill="hold">
                                          <p:stCondLst>
                                            <p:cond delay="0"/>
                                          </p:stCondLst>
                                        </p:cTn>
                                        <p:tgtEl>
                                          <p:spTgt spid="302"/>
                                        </p:tgtEl>
                                        <p:attrNameLst>
                                          <p:attrName>style.visibility</p:attrName>
                                        </p:attrNameLst>
                                      </p:cBhvr>
                                      <p:to>
                                        <p:strVal val="visible"/>
                                      </p:to>
                                    </p:set>
                                    <p:animEffect transition="in" filter="wipe(down)">
                                      <p:cBhvr>
                                        <p:cTn id="20" dur="500"/>
                                        <p:tgtEl>
                                          <p:spTgt spid="30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995" name="Slide Number Placeholder 5"/>
          <p:cNvSpPr>
            <a:spLocks noGrp="1"/>
          </p:cNvSpPr>
          <p:nvPr>
            <p:ph type="sldNum" sz="quarter" idx="12"/>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a:solidFill>
                  <a:schemeClr val="tx1"/>
                </a:solidFill>
                <a:latin typeface="Arial" charset="0"/>
                <a:ea typeface="ＭＳ Ｐゴシック" pitchFamily="34" charset="-128"/>
              </a:defRPr>
            </a:lvl1pPr>
            <a:lvl2pPr marL="742950" indent="-285750">
              <a:defRPr>
                <a:solidFill>
                  <a:schemeClr val="tx1"/>
                </a:solidFill>
                <a:latin typeface="Arial" charset="0"/>
                <a:ea typeface="ＭＳ Ｐゴシック" pitchFamily="34" charset="-128"/>
              </a:defRPr>
            </a:lvl2pPr>
            <a:lvl3pPr marL="1143000" indent="-228600">
              <a:defRPr>
                <a:solidFill>
                  <a:schemeClr val="tx1"/>
                </a:solidFill>
                <a:latin typeface="Arial" charset="0"/>
                <a:ea typeface="ＭＳ Ｐゴシック" pitchFamily="34" charset="-128"/>
              </a:defRPr>
            </a:lvl3pPr>
            <a:lvl4pPr marL="1600200" indent="-228600">
              <a:defRPr>
                <a:solidFill>
                  <a:schemeClr val="tx1"/>
                </a:solidFill>
                <a:latin typeface="Arial" charset="0"/>
                <a:ea typeface="ＭＳ Ｐゴシック" pitchFamily="34" charset="-128"/>
              </a:defRPr>
            </a:lvl4pPr>
            <a:lvl5pPr marL="2057400" indent="-22860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endParaRPr lang="en-US" altLang="en-US" dirty="0">
              <a:latin typeface="Tahoma" pitchFamily="34" charset="0"/>
            </a:endParaRPr>
          </a:p>
        </p:txBody>
      </p:sp>
      <p:sp>
        <p:nvSpPr>
          <p:cNvPr id="14" name="TextBox 13">
            <a:extLst>
              <a:ext uri="{FF2B5EF4-FFF2-40B4-BE49-F238E27FC236}">
                <a16:creationId xmlns:a16="http://schemas.microsoft.com/office/drawing/2014/main" id="{AB8F7B6F-1A90-4E4B-A143-5CC66E099AC1}"/>
              </a:ext>
            </a:extLst>
          </p:cNvPr>
          <p:cNvSpPr txBox="1"/>
          <p:nvPr/>
        </p:nvSpPr>
        <p:spPr>
          <a:xfrm>
            <a:off x="1524001" y="6649357"/>
            <a:ext cx="7984273" cy="215444"/>
          </a:xfrm>
          <a:prstGeom prst="rect">
            <a:avLst/>
          </a:prstGeom>
          <a:noFill/>
        </p:spPr>
        <p:txBody>
          <a:bodyPr wrap="square" rtlCol="0">
            <a:spAutoFit/>
          </a:bodyPr>
          <a:lstStyle/>
          <a:p>
            <a:pPr algn="l"/>
            <a:r>
              <a:rPr lang="en-US" sz="800" dirty="0">
                <a:latin typeface="Times New Roman" panose="02020603050405020304" pitchFamily="18" charset="0"/>
                <a:cs typeface="Times New Roman" panose="02020603050405020304" pitchFamily="18" charset="0"/>
              </a:rPr>
              <a:t>Kurose, J.F. and Ross, K.W. (2021). Computer Networking: A Top-Down Approach (8</a:t>
            </a:r>
            <a:r>
              <a:rPr lang="en-US" sz="800" baseline="30000" dirty="0">
                <a:latin typeface="Times New Roman" panose="02020603050405020304" pitchFamily="18" charset="0"/>
                <a:cs typeface="Times New Roman" panose="02020603050405020304" pitchFamily="18" charset="0"/>
              </a:rPr>
              <a:t>th</a:t>
            </a:r>
            <a:r>
              <a:rPr lang="en-US" sz="800" dirty="0">
                <a:latin typeface="Times New Roman" panose="02020603050405020304" pitchFamily="18" charset="0"/>
                <a:cs typeface="Times New Roman" panose="02020603050405020304" pitchFamily="18" charset="0"/>
              </a:rPr>
              <a:t> Edition). </a:t>
            </a:r>
            <a:r>
              <a:rPr lang="en-MY" sz="800" dirty="0">
                <a:latin typeface="Times New Roman" panose="02020603050405020304" pitchFamily="18" charset="0"/>
                <a:cs typeface="Times New Roman" panose="02020603050405020304" pitchFamily="18" charset="0"/>
              </a:rPr>
              <a:t>Pearson Education Limited, England. (pp. 429)</a:t>
            </a:r>
          </a:p>
        </p:txBody>
      </p:sp>
      <p:cxnSp>
        <p:nvCxnSpPr>
          <p:cNvPr id="15" name="Straight Connector 14">
            <a:extLst>
              <a:ext uri="{FF2B5EF4-FFF2-40B4-BE49-F238E27FC236}">
                <a16:creationId xmlns:a16="http://schemas.microsoft.com/office/drawing/2014/main" id="{7307298C-9C6F-2546-A9BA-401E63DE239C}"/>
              </a:ext>
            </a:extLst>
          </p:cNvPr>
          <p:cNvCxnSpPr/>
          <p:nvPr/>
        </p:nvCxnSpPr>
        <p:spPr bwMode="auto">
          <a:xfrm>
            <a:off x="1524000" y="6644601"/>
            <a:ext cx="8324850" cy="0"/>
          </a:xfrm>
          <a:prstGeom prst="line">
            <a:avLst/>
          </a:prstGeom>
          <a:noFill/>
          <a:ln w="12700" cap="flat" cmpd="sng" algn="ctr">
            <a:solidFill>
              <a:srgbClr val="00B0F0"/>
            </a:solidFill>
            <a:prstDash val="solid"/>
            <a:round/>
            <a:headEnd type="none" w="med" len="med"/>
            <a:tailEnd type="none"/>
          </a:ln>
          <a:effectLst/>
        </p:spPr>
      </p:cxnSp>
      <p:sp>
        <p:nvSpPr>
          <p:cNvPr id="16" name="Title 41">
            <a:extLst>
              <a:ext uri="{FF2B5EF4-FFF2-40B4-BE49-F238E27FC236}">
                <a16:creationId xmlns:a16="http://schemas.microsoft.com/office/drawing/2014/main" id="{8E3157DB-9F12-4D4A-B4F3-60172385D96E}"/>
              </a:ext>
            </a:extLst>
          </p:cNvPr>
          <p:cNvSpPr txBox="1">
            <a:spLocks/>
          </p:cNvSpPr>
          <p:nvPr/>
        </p:nvSpPr>
        <p:spPr bwMode="auto">
          <a:xfrm>
            <a:off x="2895600" y="933766"/>
            <a:ext cx="7772400" cy="4707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l" rtl="0" eaLnBrk="0" fontAlgn="base" hangingPunct="0">
              <a:spcBef>
                <a:spcPct val="0"/>
              </a:spcBef>
              <a:spcAft>
                <a:spcPct val="0"/>
              </a:spcAft>
              <a:defRPr sz="4400">
                <a:solidFill>
                  <a:srgbClr val="000099"/>
                </a:solidFill>
                <a:latin typeface="+mj-lt"/>
                <a:ea typeface="ＭＳ Ｐゴシック" charset="0"/>
                <a:cs typeface="+mj-cs"/>
              </a:defRPr>
            </a:lvl1pPr>
            <a:lvl2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2pPr>
            <a:lvl3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3pPr>
            <a:lvl4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4pPr>
            <a:lvl5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5pPr>
            <a:lvl6pPr marL="457200" algn="l" rtl="0" fontAlgn="base">
              <a:spcBef>
                <a:spcPct val="0"/>
              </a:spcBef>
              <a:spcAft>
                <a:spcPct val="0"/>
              </a:spcAft>
              <a:defRPr sz="4400">
                <a:solidFill>
                  <a:srgbClr val="000099"/>
                </a:solidFill>
                <a:latin typeface="Gill Sans MT" pitchFamily="34" charset="0"/>
                <a:cs typeface="Arial" charset="0"/>
              </a:defRPr>
            </a:lvl6pPr>
            <a:lvl7pPr marL="914400" algn="l" rtl="0" fontAlgn="base">
              <a:spcBef>
                <a:spcPct val="0"/>
              </a:spcBef>
              <a:spcAft>
                <a:spcPct val="0"/>
              </a:spcAft>
              <a:defRPr sz="4400">
                <a:solidFill>
                  <a:srgbClr val="000099"/>
                </a:solidFill>
                <a:latin typeface="Gill Sans MT" pitchFamily="34" charset="0"/>
                <a:cs typeface="Arial" charset="0"/>
              </a:defRPr>
            </a:lvl7pPr>
            <a:lvl8pPr marL="1371600" algn="l" rtl="0" fontAlgn="base">
              <a:spcBef>
                <a:spcPct val="0"/>
              </a:spcBef>
              <a:spcAft>
                <a:spcPct val="0"/>
              </a:spcAft>
              <a:defRPr sz="4400">
                <a:solidFill>
                  <a:srgbClr val="000099"/>
                </a:solidFill>
                <a:latin typeface="Gill Sans MT" pitchFamily="34" charset="0"/>
                <a:cs typeface="Arial" charset="0"/>
              </a:defRPr>
            </a:lvl8pPr>
            <a:lvl9pPr marL="1828800" algn="l" rtl="0" fontAlgn="base">
              <a:spcBef>
                <a:spcPct val="0"/>
              </a:spcBef>
              <a:spcAft>
                <a:spcPct val="0"/>
              </a:spcAft>
              <a:defRPr sz="4400">
                <a:solidFill>
                  <a:srgbClr val="000099"/>
                </a:solidFill>
                <a:latin typeface="Gill Sans MT" pitchFamily="34" charset="0"/>
                <a:cs typeface="Arial" charset="0"/>
              </a:defRPr>
            </a:lvl9pPr>
          </a:lstStyle>
          <a:p>
            <a:pPr algn="r" eaLnBrk="1" hangingPunct="1"/>
            <a:r>
              <a:rPr lang="en-US" sz="2400" dirty="0">
                <a:solidFill>
                  <a:srgbClr val="00B9FA"/>
                </a:solidFill>
                <a:latin typeface="Arial"/>
                <a:ea typeface="ＭＳ Ｐゴシック" pitchFamily="34" charset="-128"/>
                <a:cs typeface="Arial"/>
              </a:rPr>
              <a:t>SNMP Protocol</a:t>
            </a:r>
          </a:p>
        </p:txBody>
      </p:sp>
      <p:sp>
        <p:nvSpPr>
          <p:cNvPr id="202" name="Title 41">
            <a:extLst>
              <a:ext uri="{FF2B5EF4-FFF2-40B4-BE49-F238E27FC236}">
                <a16:creationId xmlns:a16="http://schemas.microsoft.com/office/drawing/2014/main" id="{5167E702-4495-5346-A338-6B57F9E9296B}"/>
              </a:ext>
            </a:extLst>
          </p:cNvPr>
          <p:cNvSpPr txBox="1">
            <a:spLocks/>
          </p:cNvSpPr>
          <p:nvPr/>
        </p:nvSpPr>
        <p:spPr bwMode="auto">
          <a:xfrm>
            <a:off x="7510021" y="1329100"/>
            <a:ext cx="3157979" cy="4707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l" rtl="0" eaLnBrk="0" fontAlgn="base" hangingPunct="0">
              <a:spcBef>
                <a:spcPct val="0"/>
              </a:spcBef>
              <a:spcAft>
                <a:spcPct val="0"/>
              </a:spcAft>
              <a:defRPr sz="4400">
                <a:solidFill>
                  <a:srgbClr val="000099"/>
                </a:solidFill>
                <a:latin typeface="+mj-lt"/>
                <a:ea typeface="ＭＳ Ｐゴシック" charset="0"/>
                <a:cs typeface="+mj-cs"/>
              </a:defRPr>
            </a:lvl1pPr>
            <a:lvl2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2pPr>
            <a:lvl3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3pPr>
            <a:lvl4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4pPr>
            <a:lvl5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5pPr>
            <a:lvl6pPr marL="457200" algn="l" rtl="0" fontAlgn="base">
              <a:spcBef>
                <a:spcPct val="0"/>
              </a:spcBef>
              <a:spcAft>
                <a:spcPct val="0"/>
              </a:spcAft>
              <a:defRPr sz="4400">
                <a:solidFill>
                  <a:srgbClr val="000099"/>
                </a:solidFill>
                <a:latin typeface="Gill Sans MT" pitchFamily="34" charset="0"/>
                <a:cs typeface="Arial" charset="0"/>
              </a:defRPr>
            </a:lvl6pPr>
            <a:lvl7pPr marL="914400" algn="l" rtl="0" fontAlgn="base">
              <a:spcBef>
                <a:spcPct val="0"/>
              </a:spcBef>
              <a:spcAft>
                <a:spcPct val="0"/>
              </a:spcAft>
              <a:defRPr sz="4400">
                <a:solidFill>
                  <a:srgbClr val="000099"/>
                </a:solidFill>
                <a:latin typeface="Gill Sans MT" pitchFamily="34" charset="0"/>
                <a:cs typeface="Arial" charset="0"/>
              </a:defRPr>
            </a:lvl7pPr>
            <a:lvl8pPr marL="1371600" algn="l" rtl="0" fontAlgn="base">
              <a:spcBef>
                <a:spcPct val="0"/>
              </a:spcBef>
              <a:spcAft>
                <a:spcPct val="0"/>
              </a:spcAft>
              <a:defRPr sz="4400">
                <a:solidFill>
                  <a:srgbClr val="000099"/>
                </a:solidFill>
                <a:latin typeface="Gill Sans MT" pitchFamily="34" charset="0"/>
                <a:cs typeface="Arial" charset="0"/>
              </a:defRPr>
            </a:lvl8pPr>
            <a:lvl9pPr marL="1828800" algn="l" rtl="0" fontAlgn="base">
              <a:spcBef>
                <a:spcPct val="0"/>
              </a:spcBef>
              <a:spcAft>
                <a:spcPct val="0"/>
              </a:spcAft>
              <a:defRPr sz="4400">
                <a:solidFill>
                  <a:srgbClr val="000099"/>
                </a:solidFill>
                <a:latin typeface="Gill Sans MT" pitchFamily="34" charset="0"/>
                <a:cs typeface="Arial" charset="0"/>
              </a:defRPr>
            </a:lvl9pPr>
          </a:lstStyle>
          <a:p>
            <a:pPr algn="r" eaLnBrk="1" hangingPunct="1"/>
            <a:r>
              <a:rPr lang="en-US" sz="2400" dirty="0">
                <a:solidFill>
                  <a:srgbClr val="00B9FA"/>
                </a:solidFill>
                <a:latin typeface="Arial"/>
                <a:ea typeface="ＭＳ Ｐゴシック" pitchFamily="34" charset="-128"/>
                <a:cs typeface="Arial"/>
              </a:rPr>
              <a:t>(Message Types)</a:t>
            </a:r>
          </a:p>
        </p:txBody>
      </p:sp>
      <p:graphicFrame>
        <p:nvGraphicFramePr>
          <p:cNvPr id="2" name="Table 1">
            <a:extLst>
              <a:ext uri="{FF2B5EF4-FFF2-40B4-BE49-F238E27FC236}">
                <a16:creationId xmlns:a16="http://schemas.microsoft.com/office/drawing/2014/main" id="{4FCE7976-873B-734D-9F27-24B304F5C59D}"/>
              </a:ext>
            </a:extLst>
          </p:cNvPr>
          <p:cNvGraphicFramePr>
            <a:graphicFrameLocks noGrp="1"/>
          </p:cNvGraphicFramePr>
          <p:nvPr/>
        </p:nvGraphicFramePr>
        <p:xfrm>
          <a:off x="1860220" y="2440202"/>
          <a:ext cx="8524976" cy="3688080"/>
        </p:xfrm>
        <a:graphic>
          <a:graphicData uri="http://schemas.openxmlformats.org/drawingml/2006/table">
            <a:tbl>
              <a:tblPr firstRow="1" bandRow="1">
                <a:tableStyleId>{5C22544A-7EE6-4342-B048-85BDC9FD1C3A}</a:tableStyleId>
              </a:tblPr>
              <a:tblGrid>
                <a:gridCol w="436776">
                  <a:extLst>
                    <a:ext uri="{9D8B030D-6E8A-4147-A177-3AD203B41FA5}">
                      <a16:colId xmlns:a16="http://schemas.microsoft.com/office/drawing/2014/main" val="3034652074"/>
                    </a:ext>
                  </a:extLst>
                </a:gridCol>
                <a:gridCol w="2432117">
                  <a:extLst>
                    <a:ext uri="{9D8B030D-6E8A-4147-A177-3AD203B41FA5}">
                      <a16:colId xmlns:a16="http://schemas.microsoft.com/office/drawing/2014/main" val="3292558913"/>
                    </a:ext>
                  </a:extLst>
                </a:gridCol>
                <a:gridCol w="2611225">
                  <a:extLst>
                    <a:ext uri="{9D8B030D-6E8A-4147-A177-3AD203B41FA5}">
                      <a16:colId xmlns:a16="http://schemas.microsoft.com/office/drawing/2014/main" val="1252581253"/>
                    </a:ext>
                  </a:extLst>
                </a:gridCol>
                <a:gridCol w="3044858">
                  <a:extLst>
                    <a:ext uri="{9D8B030D-6E8A-4147-A177-3AD203B41FA5}">
                      <a16:colId xmlns:a16="http://schemas.microsoft.com/office/drawing/2014/main" val="2239869211"/>
                    </a:ext>
                  </a:extLst>
                </a:gridCol>
              </a:tblGrid>
              <a:tr h="370840">
                <a:tc>
                  <a:txBody>
                    <a:bodyPr/>
                    <a:lstStyle/>
                    <a:p>
                      <a:pPr algn="ctr"/>
                      <a:endParaRPr lang="en-US" sz="2000" dirty="0">
                        <a:solidFill>
                          <a:schemeClr val="tx1"/>
                        </a:solidFill>
                        <a:latin typeface="Arial" panose="020B0604020202020204" pitchFamily="34" charset="0"/>
                        <a:cs typeface="Arial" panose="020B0604020202020204" pitchFamily="34" charset="0"/>
                      </a:endParaRPr>
                    </a:p>
                  </a:txBody>
                  <a:tcP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2000" dirty="0">
                          <a:solidFill>
                            <a:schemeClr val="tx1"/>
                          </a:solidFill>
                          <a:latin typeface="Arial" panose="020B0604020202020204" pitchFamily="34" charset="0"/>
                          <a:cs typeface="Arial" panose="020B0604020202020204" pitchFamily="34" charset="0"/>
                        </a:rPr>
                        <a:t>Message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2000" dirty="0">
                          <a:solidFill>
                            <a:schemeClr val="tx1"/>
                          </a:solidFill>
                          <a:latin typeface="Arial" panose="020B0604020202020204" pitchFamily="34" charset="0"/>
                          <a:cs typeface="Arial" panose="020B0604020202020204" pitchFamily="34" charset="0"/>
                        </a:rPr>
                        <a:t>Sender-Receiver</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2000" dirty="0">
                          <a:solidFill>
                            <a:schemeClr val="tx1"/>
                          </a:solidFill>
                          <a:latin typeface="Arial" panose="020B0604020202020204" pitchFamily="34" charset="0"/>
                          <a:cs typeface="Arial" panose="020B0604020202020204" pitchFamily="34" charset="0"/>
                        </a:rPr>
                        <a:t>Function</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99467276"/>
                  </a:ext>
                </a:extLst>
              </a:tr>
              <a:tr h="370840">
                <a:tc>
                  <a:txBody>
                    <a:bodyPr/>
                    <a:lstStyle/>
                    <a:p>
                      <a:pPr algn="ctr">
                        <a:defRPr/>
                      </a:pPr>
                      <a:r>
                        <a:rPr lang="en-US" sz="2000" dirty="0">
                          <a:solidFill>
                            <a:schemeClr val="tx1"/>
                          </a:solidFill>
                          <a:latin typeface="Arial" panose="020B0604020202020204" pitchFamily="34" charset="0"/>
                          <a:cs typeface="Arial" panose="020B0604020202020204" pitchFamily="34" charset="0"/>
                        </a:rPr>
                        <a:t>1</a:t>
                      </a:r>
                    </a:p>
                    <a:p>
                      <a:pPr algn="ctr">
                        <a:defRPr/>
                      </a:pPr>
                      <a:r>
                        <a:rPr lang="en-US" sz="2000" dirty="0">
                          <a:solidFill>
                            <a:schemeClr val="tx1"/>
                          </a:solidFill>
                          <a:latin typeface="Arial" panose="020B0604020202020204" pitchFamily="34" charset="0"/>
                          <a:cs typeface="Arial" panose="020B0604020202020204" pitchFamily="34" charset="0"/>
                        </a:rPr>
                        <a:t>2</a:t>
                      </a:r>
                    </a:p>
                    <a:p>
                      <a:pPr algn="ctr">
                        <a:defRPr/>
                      </a:pPr>
                      <a:r>
                        <a:rPr lang="en-US" sz="2000" dirty="0">
                          <a:solidFill>
                            <a:schemeClr val="tx1"/>
                          </a:solidFill>
                          <a:latin typeface="Arial" panose="020B0604020202020204" pitchFamily="34" charset="0"/>
                          <a:cs typeface="Arial" panose="020B0604020202020204" pitchFamily="34" charset="0"/>
                        </a:rPr>
                        <a:t>3</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defRPr/>
                      </a:pPr>
                      <a:r>
                        <a:rPr lang="en-US" sz="2000" dirty="0" err="1">
                          <a:latin typeface="Courier New" panose="02070309020205020404" pitchFamily="49" charset="0"/>
                          <a:cs typeface="Courier New" panose="02070309020205020404" pitchFamily="49" charset="0"/>
                        </a:rPr>
                        <a:t>GetRequest</a:t>
                      </a:r>
                      <a:endParaRPr lang="en-US" sz="2000" dirty="0">
                        <a:latin typeface="Courier New" panose="02070309020205020404" pitchFamily="49" charset="0"/>
                        <a:cs typeface="Courier New" panose="02070309020205020404" pitchFamily="49" charset="0"/>
                      </a:endParaRPr>
                    </a:p>
                    <a:p>
                      <a:pPr algn="ctr">
                        <a:defRPr/>
                      </a:pPr>
                      <a:r>
                        <a:rPr lang="en-US" sz="2000" dirty="0" err="1">
                          <a:latin typeface="Courier New" panose="02070309020205020404" pitchFamily="49" charset="0"/>
                          <a:cs typeface="Courier New" panose="02070309020205020404" pitchFamily="49" charset="0"/>
                        </a:rPr>
                        <a:t>GetNextRequest</a:t>
                      </a:r>
                      <a:endParaRPr lang="en-US" sz="2000" dirty="0">
                        <a:latin typeface="Courier New" panose="02070309020205020404" pitchFamily="49" charset="0"/>
                        <a:cs typeface="Courier New" panose="02070309020205020404" pitchFamily="49" charset="0"/>
                      </a:endParaRPr>
                    </a:p>
                    <a:p>
                      <a:pPr algn="ctr">
                        <a:defRPr/>
                      </a:pPr>
                      <a:r>
                        <a:rPr lang="en-US" sz="2000" dirty="0" err="1">
                          <a:latin typeface="Courier New" panose="02070309020205020404" pitchFamily="49" charset="0"/>
                          <a:cs typeface="Courier New" panose="02070309020205020404" pitchFamily="49" charset="0"/>
                        </a:rPr>
                        <a:t>GetBulkRequest</a:t>
                      </a:r>
                      <a:endParaRPr lang="en-US" sz="2000" dirty="0">
                        <a:solidFill>
                          <a:schemeClr val="tx1"/>
                        </a:solidFill>
                        <a:latin typeface="Courier New" panose="02070309020205020404" pitchFamily="49" charset="0"/>
                        <a:cs typeface="Courier New" panose="02070309020205020404" pitchFamily="49"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spcBef>
                          <a:spcPts val="1200"/>
                        </a:spcBef>
                      </a:pPr>
                      <a:endParaRPr lang="en-US" sz="800" dirty="0">
                        <a:solidFill>
                          <a:srgbClr val="00B0F0"/>
                        </a:solidFill>
                        <a:latin typeface="Arial"/>
                        <a:cs typeface="Arial"/>
                      </a:endParaRPr>
                    </a:p>
                    <a:p>
                      <a:pPr algn="ctr">
                        <a:spcBef>
                          <a:spcPts val="1200"/>
                        </a:spcBef>
                      </a:pPr>
                      <a:r>
                        <a:rPr lang="en-US" sz="2000" dirty="0">
                          <a:solidFill>
                            <a:srgbClr val="00B0F0"/>
                          </a:solidFill>
                          <a:latin typeface="Arial"/>
                          <a:cs typeface="Arial"/>
                        </a:rPr>
                        <a:t>Manager-to-Agent</a:t>
                      </a:r>
                      <a:endParaRPr lang="en-US" sz="2000" dirty="0">
                        <a:solidFill>
                          <a:srgbClr val="00B0F0"/>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defRPr/>
                      </a:pPr>
                      <a:r>
                        <a:rPr lang="ja-JP" altLang="en-US" sz="2000">
                          <a:latin typeface="Arial"/>
                          <a:cs typeface="Arial"/>
                        </a:rPr>
                        <a:t>“</a:t>
                      </a:r>
                      <a:r>
                        <a:rPr lang="en-US" altLang="ja-JP" sz="2000" b="0" i="1" dirty="0">
                          <a:latin typeface="Times New Roman" panose="02020603050405020304" pitchFamily="18" charset="0"/>
                          <a:cs typeface="Times New Roman" panose="02020603050405020304" pitchFamily="18" charset="0"/>
                        </a:rPr>
                        <a:t>G</a:t>
                      </a:r>
                      <a:r>
                        <a:rPr lang="en-US" sz="2000" b="0" i="1" dirty="0">
                          <a:latin typeface="Times New Roman" panose="02020603050405020304" pitchFamily="18" charset="0"/>
                          <a:cs typeface="Times New Roman" panose="02020603050405020304" pitchFamily="18" charset="0"/>
                        </a:rPr>
                        <a:t>et me data</a:t>
                      </a:r>
                      <a:r>
                        <a:rPr lang="ja-JP" altLang="en-US" sz="2000">
                          <a:latin typeface="Arial"/>
                          <a:cs typeface="Arial"/>
                        </a:rPr>
                        <a:t>”</a:t>
                      </a:r>
                      <a:endParaRPr lang="en-US" sz="2000" dirty="0">
                        <a:latin typeface="Arial"/>
                        <a:cs typeface="Arial"/>
                      </a:endParaRPr>
                    </a:p>
                    <a:p>
                      <a:pPr algn="l">
                        <a:defRPr/>
                      </a:pPr>
                      <a:r>
                        <a:rPr lang="en-US" sz="2000" dirty="0">
                          <a:latin typeface="Arial"/>
                          <a:cs typeface="Arial"/>
                        </a:rPr>
                        <a:t>(data instance, next data in list, block of data)</a:t>
                      </a:r>
                      <a:endParaRPr lang="en-US" sz="200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680129967"/>
                  </a:ext>
                </a:extLst>
              </a:tr>
              <a:tr h="370840">
                <a:tc>
                  <a:txBody>
                    <a:bodyPr/>
                    <a:lstStyle/>
                    <a:p>
                      <a:pPr algn="ctr"/>
                      <a:r>
                        <a:rPr lang="en-US" sz="2000" dirty="0">
                          <a:solidFill>
                            <a:schemeClr val="tx1"/>
                          </a:solidFill>
                          <a:latin typeface="Arial" panose="020B0604020202020204" pitchFamily="34" charset="0"/>
                          <a:cs typeface="Arial" panose="020B0604020202020204" pitchFamily="34" charset="0"/>
                        </a:rPr>
                        <a:t>4</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2000" dirty="0" err="1">
                          <a:latin typeface="Courier New" panose="02070309020205020404" pitchFamily="49" charset="0"/>
                          <a:cs typeface="Courier New" panose="02070309020205020404" pitchFamily="49" charset="0"/>
                        </a:rPr>
                        <a:t>InformRequest</a:t>
                      </a:r>
                      <a:endParaRPr lang="en-US" sz="2000" dirty="0">
                        <a:solidFill>
                          <a:schemeClr val="tx1"/>
                        </a:solidFill>
                        <a:latin typeface="Courier New" panose="02070309020205020404" pitchFamily="49" charset="0"/>
                        <a:cs typeface="Courier New" panose="02070309020205020404" pitchFamily="49"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spcBef>
                          <a:spcPts val="1200"/>
                        </a:spcBef>
                      </a:pPr>
                      <a:r>
                        <a:rPr lang="en-US" sz="2000" dirty="0">
                          <a:solidFill>
                            <a:srgbClr val="00B0F0"/>
                          </a:solidFill>
                          <a:latin typeface="Arial"/>
                          <a:cs typeface="Arial"/>
                        </a:rPr>
                        <a:t>Manager-to-Manager</a:t>
                      </a:r>
                      <a:endParaRPr lang="en-US" sz="2000" dirty="0">
                        <a:solidFill>
                          <a:srgbClr val="00B0F0"/>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2000" dirty="0">
                          <a:latin typeface="Arial"/>
                          <a:cs typeface="Arial"/>
                        </a:rPr>
                        <a:t>Here</a:t>
                      </a:r>
                      <a:r>
                        <a:rPr lang="ja-JP" altLang="en-US" sz="2000">
                          <a:latin typeface="Arial"/>
                          <a:cs typeface="Arial"/>
                        </a:rPr>
                        <a:t>’</a:t>
                      </a:r>
                      <a:r>
                        <a:rPr lang="en-US" sz="2000" dirty="0">
                          <a:latin typeface="Arial"/>
                          <a:cs typeface="Arial"/>
                        </a:rPr>
                        <a:t>s MIB value</a:t>
                      </a:r>
                      <a:endParaRPr lang="en-US" sz="200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7463690"/>
                  </a:ext>
                </a:extLst>
              </a:tr>
              <a:tr h="370840">
                <a:tc>
                  <a:txBody>
                    <a:bodyPr/>
                    <a:lstStyle/>
                    <a:p>
                      <a:pPr marL="0" marR="0" lvl="0" indent="0" algn="ctr" defTabSz="914400" rtl="0" eaLnBrk="1" fontAlgn="auto" latinLnBrk="0" hangingPunct="1">
                        <a:lnSpc>
                          <a:spcPct val="100000"/>
                        </a:lnSpc>
                        <a:spcBef>
                          <a:spcPts val="600"/>
                        </a:spcBef>
                        <a:spcAft>
                          <a:spcPts val="0"/>
                        </a:spcAft>
                        <a:buClrTx/>
                        <a:buSzTx/>
                        <a:buFontTx/>
                        <a:buNone/>
                        <a:tabLst/>
                        <a:defRPr/>
                      </a:pPr>
                      <a:r>
                        <a:rPr lang="en-US" sz="2000" dirty="0">
                          <a:solidFill>
                            <a:schemeClr val="tx1"/>
                          </a:solidFill>
                          <a:latin typeface="Arial" panose="020B0604020202020204" pitchFamily="34" charset="0"/>
                          <a:cs typeface="Arial" panose="020B0604020202020204" pitchFamily="34" charset="0"/>
                        </a:rPr>
                        <a:t>5</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600"/>
                        </a:spcBef>
                        <a:spcAft>
                          <a:spcPts val="0"/>
                        </a:spcAft>
                        <a:buClrTx/>
                        <a:buSzTx/>
                        <a:buFontTx/>
                        <a:buNone/>
                        <a:tabLst/>
                        <a:defRPr/>
                      </a:pPr>
                      <a:r>
                        <a:rPr lang="en-US" sz="2000" dirty="0" err="1">
                          <a:latin typeface="Courier New" panose="02070309020205020404" pitchFamily="49" charset="0"/>
                          <a:cs typeface="Courier New" panose="02070309020205020404" pitchFamily="49" charset="0"/>
                        </a:rPr>
                        <a:t>SetRequest</a:t>
                      </a:r>
                      <a:endParaRPr lang="en-US" sz="2000" dirty="0">
                        <a:solidFill>
                          <a:schemeClr val="tx1"/>
                        </a:solidFill>
                        <a:latin typeface="Courier New" panose="02070309020205020404" pitchFamily="49" charset="0"/>
                        <a:cs typeface="Courier New" panose="02070309020205020404" pitchFamily="49"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600"/>
                        </a:spcBef>
                        <a:spcAft>
                          <a:spcPts val="0"/>
                        </a:spcAft>
                        <a:buClrTx/>
                        <a:buSzTx/>
                        <a:buFontTx/>
                        <a:buNone/>
                        <a:tabLst/>
                        <a:defRPr/>
                      </a:pPr>
                      <a:r>
                        <a:rPr lang="en-US" sz="2000" dirty="0">
                          <a:solidFill>
                            <a:srgbClr val="00B0F0"/>
                          </a:solidFill>
                          <a:latin typeface="Arial"/>
                          <a:cs typeface="Arial"/>
                        </a:rPr>
                        <a:t>Manager-to-Agent</a:t>
                      </a:r>
                      <a:endParaRPr lang="en-US" sz="2000" dirty="0">
                        <a:solidFill>
                          <a:srgbClr val="00B0F0"/>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2000" dirty="0">
                          <a:latin typeface="Arial"/>
                          <a:cs typeface="Arial"/>
                        </a:rPr>
                        <a:t>Set MIB value</a:t>
                      </a:r>
                      <a:endParaRPr lang="en-US" sz="200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561561530"/>
                  </a:ext>
                </a:extLst>
              </a:tr>
              <a:tr h="370840">
                <a:tc rowSpan="2">
                  <a:txBody>
                    <a:bodyPr/>
                    <a:lstStyle/>
                    <a:p>
                      <a:pPr marL="0" marR="0" lvl="0" indent="0" algn="ctr" defTabSz="914400" rtl="0" eaLnBrk="1" fontAlgn="auto" latinLnBrk="0" hangingPunct="1">
                        <a:lnSpc>
                          <a:spcPct val="150000"/>
                        </a:lnSpc>
                        <a:spcBef>
                          <a:spcPts val="600"/>
                        </a:spcBef>
                        <a:spcAft>
                          <a:spcPts val="0"/>
                        </a:spcAft>
                        <a:buClrTx/>
                        <a:buSzTx/>
                        <a:buFontTx/>
                        <a:buNone/>
                        <a:tabLst/>
                        <a:defRPr/>
                      </a:pPr>
                      <a:endParaRPr lang="en-US" sz="800" dirty="0">
                        <a:solidFill>
                          <a:schemeClr val="tx1"/>
                        </a:solidFill>
                        <a:latin typeface="Arial" panose="020B0604020202020204" pitchFamily="34" charset="0"/>
                        <a:cs typeface="Arial" panose="020B0604020202020204" pitchFamily="34" charset="0"/>
                      </a:endParaRPr>
                    </a:p>
                    <a:p>
                      <a:pPr marL="0" marR="0" lvl="0" indent="0" algn="ctr" defTabSz="914400" rtl="0" eaLnBrk="1" fontAlgn="auto" latinLnBrk="0" hangingPunct="1">
                        <a:lnSpc>
                          <a:spcPct val="100000"/>
                        </a:lnSpc>
                        <a:spcBef>
                          <a:spcPts val="600"/>
                        </a:spcBef>
                        <a:spcAft>
                          <a:spcPts val="0"/>
                        </a:spcAft>
                        <a:buClrTx/>
                        <a:buSzTx/>
                        <a:buFontTx/>
                        <a:buNone/>
                        <a:tabLst/>
                        <a:defRPr/>
                      </a:pPr>
                      <a:r>
                        <a:rPr lang="en-US" sz="2000" dirty="0">
                          <a:solidFill>
                            <a:schemeClr val="tx1"/>
                          </a:solidFill>
                          <a:latin typeface="Arial" panose="020B0604020202020204" pitchFamily="34" charset="0"/>
                          <a:cs typeface="Arial" panose="020B0604020202020204" pitchFamily="34" charset="0"/>
                        </a:rPr>
                        <a:t>6</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rowSpan="2">
                  <a:txBody>
                    <a:bodyPr/>
                    <a:lstStyle/>
                    <a:p>
                      <a:pPr marL="0" marR="0" lvl="0" indent="0" algn="ctr" defTabSz="914400" rtl="0" eaLnBrk="1" fontAlgn="auto" latinLnBrk="0" hangingPunct="1">
                        <a:lnSpc>
                          <a:spcPct val="150000"/>
                        </a:lnSpc>
                        <a:spcBef>
                          <a:spcPts val="600"/>
                        </a:spcBef>
                        <a:spcAft>
                          <a:spcPts val="0"/>
                        </a:spcAft>
                        <a:buClrTx/>
                        <a:buSzTx/>
                        <a:buFontTx/>
                        <a:buNone/>
                        <a:tabLst/>
                        <a:defRPr/>
                      </a:pPr>
                      <a:endParaRPr lang="en-US" sz="800" dirty="0">
                        <a:latin typeface="Courier New" panose="02070309020205020404" pitchFamily="49" charset="0"/>
                        <a:cs typeface="Courier New" panose="02070309020205020404" pitchFamily="49" charset="0"/>
                      </a:endParaRPr>
                    </a:p>
                    <a:p>
                      <a:pPr marL="0" marR="0" lvl="0" indent="0" algn="ctr" defTabSz="914400" rtl="0" eaLnBrk="1" fontAlgn="auto" latinLnBrk="0" hangingPunct="1">
                        <a:lnSpc>
                          <a:spcPct val="100000"/>
                        </a:lnSpc>
                        <a:spcBef>
                          <a:spcPts val="600"/>
                        </a:spcBef>
                        <a:spcAft>
                          <a:spcPts val="0"/>
                        </a:spcAft>
                        <a:buClrTx/>
                        <a:buSzTx/>
                        <a:buFontTx/>
                        <a:buNone/>
                        <a:tabLst/>
                        <a:defRPr/>
                      </a:pPr>
                      <a:r>
                        <a:rPr lang="en-US" sz="2000" dirty="0">
                          <a:latin typeface="Courier New" panose="02070309020205020404" pitchFamily="49" charset="0"/>
                          <a:cs typeface="Courier New" panose="02070309020205020404" pitchFamily="49" charset="0"/>
                        </a:rPr>
                        <a:t>Response</a:t>
                      </a:r>
                      <a:endParaRPr lang="en-US" sz="2000" dirty="0">
                        <a:solidFill>
                          <a:schemeClr val="tx1"/>
                        </a:solidFill>
                        <a:latin typeface="Courier New" panose="02070309020205020404" pitchFamily="49" charset="0"/>
                        <a:cs typeface="Courier New" panose="02070309020205020404" pitchFamily="49"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600"/>
                        </a:spcBef>
                        <a:spcAft>
                          <a:spcPts val="0"/>
                        </a:spcAft>
                        <a:buClrTx/>
                        <a:buSzTx/>
                        <a:buFontTx/>
                        <a:buNone/>
                        <a:tabLst/>
                        <a:defRPr/>
                      </a:pPr>
                      <a:r>
                        <a:rPr lang="en-US" sz="2000" dirty="0">
                          <a:solidFill>
                            <a:srgbClr val="00B0F0"/>
                          </a:solidFill>
                          <a:latin typeface="Arial"/>
                          <a:cs typeface="Arial"/>
                        </a:rPr>
                        <a:t>Agent-to-Manager</a:t>
                      </a:r>
                      <a:endParaRPr lang="en-US" sz="2000" dirty="0">
                        <a:solidFill>
                          <a:srgbClr val="00B0F0"/>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rowSpan="2">
                  <a:txBody>
                    <a:bodyPr/>
                    <a:lstStyle/>
                    <a:p>
                      <a:pPr algn="l">
                        <a:defRPr/>
                      </a:pPr>
                      <a:r>
                        <a:rPr lang="en-US" sz="2000" dirty="0">
                          <a:latin typeface="Arial"/>
                          <a:cs typeface="Arial"/>
                        </a:rPr>
                        <a:t>Value, response to </a:t>
                      </a:r>
                    </a:p>
                    <a:p>
                      <a:pPr algn="l">
                        <a:defRPr/>
                      </a:pPr>
                      <a:r>
                        <a:rPr lang="en-US" sz="2000" kern="1200" dirty="0">
                          <a:solidFill>
                            <a:schemeClr val="dk1"/>
                          </a:solidFill>
                          <a:latin typeface="Courier New" panose="02070309020205020404" pitchFamily="49" charset="0"/>
                          <a:ea typeface="+mn-ea"/>
                          <a:cs typeface="Courier New" panose="02070309020205020404" pitchFamily="49" charset="0"/>
                        </a:rPr>
                        <a:t>Request</a:t>
                      </a:r>
                      <a:r>
                        <a:rPr lang="en-US" sz="2000" dirty="0">
                          <a:latin typeface="Arial"/>
                          <a:cs typeface="Arial"/>
                        </a:rPr>
                        <a:t>.</a:t>
                      </a:r>
                      <a:endParaRPr lang="en-US" sz="200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945683745"/>
                  </a:ext>
                </a:extLst>
              </a:tr>
              <a:tr h="370840">
                <a:tc vMerge="1">
                  <a:txBody>
                    <a:bodyPr/>
                    <a:lstStyle/>
                    <a:p>
                      <a:pPr marL="0" marR="0" lvl="0" indent="0" algn="ctr" defTabSz="914400" rtl="0" eaLnBrk="1" fontAlgn="auto" latinLnBrk="0" hangingPunct="1">
                        <a:lnSpc>
                          <a:spcPct val="150000"/>
                        </a:lnSpc>
                        <a:spcBef>
                          <a:spcPts val="600"/>
                        </a:spcBef>
                        <a:spcAft>
                          <a:spcPts val="0"/>
                        </a:spcAft>
                        <a:buClrTx/>
                        <a:buSzTx/>
                        <a:buFontTx/>
                        <a:buNone/>
                        <a:tabLst/>
                        <a:defRPr/>
                      </a:pPr>
                      <a:endParaRPr lang="en-US" sz="200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vMerge="1">
                  <a:txBody>
                    <a:bodyPr/>
                    <a:lstStyle/>
                    <a:p>
                      <a:pPr marL="0" marR="0" lvl="0" indent="0" algn="ctr" defTabSz="914400" rtl="0" eaLnBrk="1" fontAlgn="auto" latinLnBrk="0" hangingPunct="1">
                        <a:lnSpc>
                          <a:spcPct val="150000"/>
                        </a:lnSpc>
                        <a:spcBef>
                          <a:spcPts val="600"/>
                        </a:spcBef>
                        <a:spcAft>
                          <a:spcPts val="0"/>
                        </a:spcAft>
                        <a:buClrTx/>
                        <a:buSzTx/>
                        <a:buFontTx/>
                        <a:buNone/>
                        <a:tabLst/>
                        <a:defRPr/>
                      </a:pPr>
                      <a:endParaRPr lang="en-US" sz="2000" dirty="0">
                        <a:solidFill>
                          <a:schemeClr val="tx1"/>
                        </a:solidFill>
                        <a:latin typeface="Courier New" panose="02070309020205020404" pitchFamily="49" charset="0"/>
                        <a:cs typeface="Courier New" panose="02070309020205020404" pitchFamily="49"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600"/>
                        </a:spcBef>
                        <a:spcAft>
                          <a:spcPts val="0"/>
                        </a:spcAft>
                        <a:buClrTx/>
                        <a:buSzTx/>
                        <a:buFontTx/>
                        <a:buNone/>
                        <a:tabLst/>
                        <a:defRPr/>
                      </a:pPr>
                      <a:r>
                        <a:rPr lang="en-US" sz="2000" dirty="0">
                          <a:solidFill>
                            <a:srgbClr val="00B0F0"/>
                          </a:solidFill>
                          <a:latin typeface="Arial"/>
                          <a:cs typeface="Arial"/>
                        </a:rPr>
                        <a:t>Manager-to-Manager</a:t>
                      </a:r>
                      <a:endParaRPr lang="en-US" sz="2000" dirty="0">
                        <a:solidFill>
                          <a:srgbClr val="00B0F0"/>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vMerge="1">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sz="200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745168817"/>
                  </a:ext>
                </a:extLst>
              </a:tr>
              <a:tr h="370840">
                <a:tc>
                  <a:txBody>
                    <a:bodyPr/>
                    <a:lstStyle/>
                    <a:p>
                      <a:pPr algn="ctr">
                        <a:lnSpc>
                          <a:spcPct val="150000"/>
                        </a:lnSpc>
                        <a:spcBef>
                          <a:spcPts val="600"/>
                        </a:spcBef>
                      </a:pPr>
                      <a:r>
                        <a:rPr lang="en-US" sz="2000" dirty="0">
                          <a:solidFill>
                            <a:schemeClr val="tx1"/>
                          </a:solidFill>
                          <a:latin typeface="Arial" panose="020B0604020202020204" pitchFamily="34" charset="0"/>
                          <a:cs typeface="Arial" panose="020B0604020202020204" pitchFamily="34" charset="0"/>
                        </a:rPr>
                        <a:t>7</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914400" rtl="0" eaLnBrk="1" fontAlgn="auto" latinLnBrk="0" hangingPunct="1">
                        <a:lnSpc>
                          <a:spcPct val="150000"/>
                        </a:lnSpc>
                        <a:spcBef>
                          <a:spcPts val="600"/>
                        </a:spcBef>
                        <a:spcAft>
                          <a:spcPts val="0"/>
                        </a:spcAft>
                        <a:buClrTx/>
                        <a:buSzTx/>
                        <a:buFontTx/>
                        <a:buNone/>
                        <a:tabLst/>
                        <a:defRPr/>
                      </a:pPr>
                      <a:r>
                        <a:rPr lang="en-US" sz="2000" dirty="0">
                          <a:solidFill>
                            <a:schemeClr val="tx1"/>
                          </a:solidFill>
                          <a:latin typeface="Courier New" panose="02070309020205020404" pitchFamily="49" charset="0"/>
                          <a:cs typeface="Courier New" panose="02070309020205020404" pitchFamily="49" charset="0"/>
                        </a:rPr>
                        <a:t>SNMPv2-Trap</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spcBef>
                          <a:spcPts val="600"/>
                        </a:spcBef>
                      </a:pPr>
                      <a:r>
                        <a:rPr lang="en-US" sz="2000" dirty="0">
                          <a:solidFill>
                            <a:srgbClr val="00B0F0"/>
                          </a:solidFill>
                          <a:latin typeface="Arial"/>
                          <a:cs typeface="Arial"/>
                        </a:rPr>
                        <a:t>Agent-to-Manager</a:t>
                      </a:r>
                      <a:endParaRPr lang="en-US" sz="2000" dirty="0">
                        <a:solidFill>
                          <a:srgbClr val="00B0F0"/>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defRPr/>
                      </a:pPr>
                      <a:r>
                        <a:rPr lang="en-US" sz="2000" dirty="0">
                          <a:latin typeface="Arial"/>
                          <a:cs typeface="Arial"/>
                        </a:rPr>
                        <a:t>Inform manager</a:t>
                      </a:r>
                    </a:p>
                    <a:p>
                      <a:pPr algn="l">
                        <a:defRPr/>
                      </a:pPr>
                      <a:r>
                        <a:rPr lang="en-US" sz="2000" dirty="0">
                          <a:latin typeface="Arial"/>
                          <a:cs typeface="Arial"/>
                        </a:rPr>
                        <a:t>of exceptional event</a:t>
                      </a:r>
                      <a:endParaRPr lang="en-US" sz="2000" dirty="0">
                        <a:solidFill>
                          <a:schemeClr val="tx1"/>
                        </a:solidFill>
                        <a:latin typeface="Arial" panose="020B0604020202020204" pitchFamily="34" charset="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094674646"/>
                  </a:ext>
                </a:extLst>
              </a:tr>
            </a:tbl>
          </a:graphicData>
        </a:graphic>
      </p:graphicFrame>
      <p:sp>
        <p:nvSpPr>
          <p:cNvPr id="203" name="Rectangle 3">
            <a:extLst>
              <a:ext uri="{FF2B5EF4-FFF2-40B4-BE49-F238E27FC236}">
                <a16:creationId xmlns:a16="http://schemas.microsoft.com/office/drawing/2014/main" id="{DDA10D25-1A27-0F41-9AF9-53FB5E54B1DF}"/>
              </a:ext>
            </a:extLst>
          </p:cNvPr>
          <p:cNvSpPr txBox="1">
            <a:spLocks noChangeArrowheads="1"/>
          </p:cNvSpPr>
          <p:nvPr/>
        </p:nvSpPr>
        <p:spPr bwMode="auto">
          <a:xfrm>
            <a:off x="1524001" y="1978367"/>
            <a:ext cx="9143998" cy="3211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65000"/>
              <a:buFont typeface="Wingdings" pitchFamily="2" charset="2"/>
              <a:buChar char="v"/>
              <a:defRPr sz="2800">
                <a:solidFill>
                  <a:schemeClr val="tx1"/>
                </a:solidFill>
                <a:latin typeface="+mn-lt"/>
                <a:ea typeface="ＭＳ Ｐゴシック" charset="0"/>
                <a:cs typeface="+mn-cs"/>
              </a:defRPr>
            </a:lvl1pPr>
            <a:lvl2pPr marL="742950" indent="-285750" algn="l" rtl="0" eaLnBrk="0" fontAlgn="base" hangingPunct="0">
              <a:lnSpc>
                <a:spcPct val="85000"/>
              </a:lnSpc>
              <a:spcBef>
                <a:spcPct val="20000"/>
              </a:spcBef>
              <a:spcAft>
                <a:spcPct val="0"/>
              </a:spcAft>
              <a:buClr>
                <a:srgbClr val="000099"/>
              </a:buClr>
              <a:buFont typeface="Wingdings" pitchFamily="2" charset="2"/>
              <a:buChar char="§"/>
              <a:defRPr sz="2400">
                <a:solidFill>
                  <a:schemeClr val="tx1"/>
                </a:solidFill>
                <a:latin typeface="+mn-lt"/>
                <a:ea typeface="Arial" charset="0"/>
                <a:cs typeface="+mn-cs"/>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Arial" charset="0"/>
                <a:cs typeface="+mn-cs"/>
              </a:defRPr>
            </a:lvl3pPr>
            <a:lvl4pPr marL="1600200" indent="-228600" algn="l" rtl="0" eaLnBrk="0" fontAlgn="base" hangingPunct="0">
              <a:spcBef>
                <a:spcPct val="20000"/>
              </a:spcBef>
              <a:spcAft>
                <a:spcPct val="0"/>
              </a:spcAft>
              <a:buChar char="–"/>
              <a:defRPr sz="2000">
                <a:solidFill>
                  <a:schemeClr val="tx1"/>
                </a:solidFill>
                <a:latin typeface="Times New Roman" pitchFamily="18" charset="0"/>
                <a:ea typeface="Arial" charset="0"/>
                <a:cs typeface="+mn-cs"/>
              </a:defRPr>
            </a:lvl4pPr>
            <a:lvl5pPr marL="2057400" indent="-228600" algn="l" rtl="0" eaLnBrk="0" fontAlgn="base" hangingPunct="0">
              <a:spcBef>
                <a:spcPct val="20000"/>
              </a:spcBef>
              <a:spcAft>
                <a:spcPct val="0"/>
              </a:spcAft>
              <a:buChar char="»"/>
              <a:defRPr sz="2000">
                <a:solidFill>
                  <a:schemeClr val="tx1"/>
                </a:solidFill>
                <a:latin typeface="Times New Roman" pitchFamily="18" charset="0"/>
                <a:ea typeface="Arial" charset="0"/>
                <a:cs typeface="+mn-cs"/>
              </a:defRPr>
            </a:lvl5pPr>
            <a:lvl6pPr marL="2514600" indent="-228600" algn="l" rtl="0" fontAlgn="base">
              <a:spcBef>
                <a:spcPct val="20000"/>
              </a:spcBef>
              <a:spcAft>
                <a:spcPct val="0"/>
              </a:spcAft>
              <a:buChar char="»"/>
              <a:defRPr sz="2000">
                <a:solidFill>
                  <a:schemeClr val="tx1"/>
                </a:solidFill>
                <a:latin typeface="Times New Roman" pitchFamily="18" charset="0"/>
                <a:cs typeface="+mn-cs"/>
              </a:defRPr>
            </a:lvl6pPr>
            <a:lvl7pPr marL="2971800" indent="-228600" algn="l" rtl="0" fontAlgn="base">
              <a:spcBef>
                <a:spcPct val="20000"/>
              </a:spcBef>
              <a:spcAft>
                <a:spcPct val="0"/>
              </a:spcAft>
              <a:buChar char="»"/>
              <a:defRPr sz="2000">
                <a:solidFill>
                  <a:schemeClr val="tx1"/>
                </a:solidFill>
                <a:latin typeface="Times New Roman" pitchFamily="18" charset="0"/>
                <a:cs typeface="+mn-cs"/>
              </a:defRPr>
            </a:lvl7pPr>
            <a:lvl8pPr marL="3429000" indent="-228600" algn="l" rtl="0" fontAlgn="base">
              <a:spcBef>
                <a:spcPct val="20000"/>
              </a:spcBef>
              <a:spcAft>
                <a:spcPct val="0"/>
              </a:spcAft>
              <a:buChar char="»"/>
              <a:defRPr sz="2000">
                <a:solidFill>
                  <a:schemeClr val="tx1"/>
                </a:solidFill>
                <a:latin typeface="Times New Roman" pitchFamily="18" charset="0"/>
                <a:cs typeface="+mn-cs"/>
              </a:defRPr>
            </a:lvl8pPr>
            <a:lvl9pPr marL="3886200" indent="-228600" algn="l" rtl="0" fontAlgn="base">
              <a:spcBef>
                <a:spcPct val="20000"/>
              </a:spcBef>
              <a:spcAft>
                <a:spcPct val="0"/>
              </a:spcAft>
              <a:buChar char="»"/>
              <a:defRPr sz="2000">
                <a:solidFill>
                  <a:schemeClr val="tx1"/>
                </a:solidFill>
                <a:latin typeface="Times New Roman" pitchFamily="18" charset="0"/>
                <a:cs typeface="+mn-cs"/>
              </a:defRPr>
            </a:lvl9pPr>
          </a:lstStyle>
          <a:p>
            <a:pPr marL="0" indent="0" algn="ctr">
              <a:buNone/>
            </a:pPr>
            <a:r>
              <a:rPr lang="en-US" sz="1800" b="1" dirty="0">
                <a:solidFill>
                  <a:srgbClr val="00B9FA"/>
                </a:solidFill>
                <a:latin typeface="Arial"/>
                <a:ea typeface="ＭＳ Ｐゴシック" pitchFamily="34" charset="-128"/>
                <a:cs typeface="Arial"/>
              </a:rPr>
              <a:t>Table</a:t>
            </a:r>
            <a:r>
              <a:rPr lang="en-US" sz="1800" dirty="0">
                <a:latin typeface="Arial"/>
                <a:ea typeface="ＭＳ Ｐゴシック" pitchFamily="34" charset="-128"/>
                <a:cs typeface="Arial"/>
              </a:rPr>
              <a:t>: </a:t>
            </a:r>
            <a:r>
              <a:rPr lang="en-MY" sz="1800" dirty="0">
                <a:latin typeface="Arial"/>
                <a:ea typeface="ＭＳ Ｐゴシック" pitchFamily="34" charset="-128"/>
                <a:cs typeface="Arial"/>
              </a:rPr>
              <a:t>SNMPv3 PDU types</a:t>
            </a:r>
          </a:p>
        </p:txBody>
      </p:sp>
      <p:sp>
        <p:nvSpPr>
          <p:cNvPr id="4" name="Rectangle 3">
            <a:extLst>
              <a:ext uri="{FF2B5EF4-FFF2-40B4-BE49-F238E27FC236}">
                <a16:creationId xmlns:a16="http://schemas.microsoft.com/office/drawing/2014/main" id="{5039F60C-4DBA-144C-BDDD-A65E1029AF4F}"/>
              </a:ext>
            </a:extLst>
          </p:cNvPr>
          <p:cNvSpPr/>
          <p:nvPr/>
        </p:nvSpPr>
        <p:spPr>
          <a:xfrm>
            <a:off x="1565749" y="6388285"/>
            <a:ext cx="1564852" cy="246221"/>
          </a:xfrm>
          <a:prstGeom prst="rect">
            <a:avLst/>
          </a:prstGeom>
        </p:spPr>
        <p:txBody>
          <a:bodyPr wrap="none">
            <a:spAutoFit/>
          </a:bodyPr>
          <a:lstStyle/>
          <a:p>
            <a:r>
              <a:rPr lang="en-MY" sz="1000" i="1" dirty="0">
                <a:solidFill>
                  <a:srgbClr val="4D5156"/>
                </a:solidFill>
                <a:latin typeface="Times New Roman" panose="02020603050405020304" pitchFamily="18" charset="0"/>
                <a:cs typeface="Times New Roman" panose="02020603050405020304" pitchFamily="18" charset="0"/>
              </a:rPr>
              <a:t>Protocol Data Unit (</a:t>
            </a:r>
            <a:r>
              <a:rPr lang="en-MY" sz="1000" i="1" dirty="0">
                <a:solidFill>
                  <a:srgbClr val="5F6368"/>
                </a:solidFill>
                <a:latin typeface="Times New Roman" panose="02020603050405020304" pitchFamily="18" charset="0"/>
                <a:cs typeface="Times New Roman" panose="02020603050405020304" pitchFamily="18" charset="0"/>
              </a:rPr>
              <a:t>PDU</a:t>
            </a:r>
            <a:r>
              <a:rPr lang="en-MY" sz="1000" i="1" dirty="0">
                <a:solidFill>
                  <a:srgbClr val="4D5156"/>
                </a:solidFill>
                <a:latin typeface="Times New Roman" panose="02020603050405020304" pitchFamily="18" charset="0"/>
                <a:cs typeface="Times New Roman" panose="02020603050405020304" pitchFamily="18" charset="0"/>
              </a:rPr>
              <a:t>)</a:t>
            </a:r>
            <a:endParaRPr lang="en-US" sz="1000" i="1" dirty="0">
              <a:latin typeface="Times New Roman" panose="02020603050405020304" pitchFamily="18" charset="0"/>
              <a:cs typeface="Times New Roman" panose="02020603050405020304" pitchFamily="18" charset="0"/>
            </a:endParaRPr>
          </a:p>
        </p:txBody>
      </p:sp>
      <p:sp>
        <p:nvSpPr>
          <p:cNvPr id="11" name="Slide Number Placeholder 4">
            <a:extLst>
              <a:ext uri="{FF2B5EF4-FFF2-40B4-BE49-F238E27FC236}">
                <a16:creationId xmlns:a16="http://schemas.microsoft.com/office/drawing/2014/main" id="{20951948-B008-E644-A413-AF8F2E6FBCAF}"/>
              </a:ext>
            </a:extLst>
          </p:cNvPr>
          <p:cNvSpPr>
            <a:spLocks noGrp="1"/>
          </p:cNvSpPr>
          <p:nvPr>
            <p:ph type="sldNum" sz="quarter" idx="4"/>
          </p:nvPr>
        </p:nvSpPr>
        <p:spPr>
          <a:xfrm>
            <a:off x="9219616" y="6443089"/>
            <a:ext cx="2743200" cy="365125"/>
          </a:xfrm>
        </p:spPr>
        <p:txBody>
          <a:bodyPr/>
          <a:lstStyle/>
          <a:p>
            <a:r>
              <a:rPr lang="en-US" smtClean="0"/>
              <a:t>Network Layer: 5-</a:t>
            </a:r>
            <a:fld id="{C4204591-24BD-A542-B9D5-F8D8A88D2FEE}" type="slidenum">
              <a:rPr lang="en-US" smtClean="0"/>
              <a:pPr/>
              <a:t>87</a:t>
            </a:fld>
            <a:endParaRPr lang="en-US" dirty="0"/>
          </a:p>
        </p:txBody>
      </p:sp>
    </p:spTree>
    <p:extLst>
      <p:ext uri="{BB962C8B-B14F-4D97-AF65-F5344CB8AC3E}">
        <p14:creationId xmlns:p14="http://schemas.microsoft.com/office/powerpoint/2010/main" val="3311257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995" name="Slide Number Placeholder 5"/>
          <p:cNvSpPr>
            <a:spLocks noGrp="1"/>
          </p:cNvSpPr>
          <p:nvPr>
            <p:ph type="sldNum" sz="quarter" idx="12"/>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a:solidFill>
                  <a:schemeClr val="tx1"/>
                </a:solidFill>
                <a:latin typeface="Arial" charset="0"/>
                <a:ea typeface="ＭＳ Ｐゴシック" pitchFamily="34" charset="-128"/>
              </a:defRPr>
            </a:lvl1pPr>
            <a:lvl2pPr marL="742950" indent="-285750">
              <a:defRPr>
                <a:solidFill>
                  <a:schemeClr val="tx1"/>
                </a:solidFill>
                <a:latin typeface="Arial" charset="0"/>
                <a:ea typeface="ＭＳ Ｐゴシック" pitchFamily="34" charset="-128"/>
              </a:defRPr>
            </a:lvl2pPr>
            <a:lvl3pPr marL="1143000" indent="-228600">
              <a:defRPr>
                <a:solidFill>
                  <a:schemeClr val="tx1"/>
                </a:solidFill>
                <a:latin typeface="Arial" charset="0"/>
                <a:ea typeface="ＭＳ Ｐゴシック" pitchFamily="34" charset="-128"/>
              </a:defRPr>
            </a:lvl3pPr>
            <a:lvl4pPr marL="1600200" indent="-228600">
              <a:defRPr>
                <a:solidFill>
                  <a:schemeClr val="tx1"/>
                </a:solidFill>
                <a:latin typeface="Arial" charset="0"/>
                <a:ea typeface="ＭＳ Ｐゴシック" pitchFamily="34" charset="-128"/>
              </a:defRPr>
            </a:lvl4pPr>
            <a:lvl5pPr marL="2057400" indent="-22860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endParaRPr lang="en-US" altLang="en-US" dirty="0">
              <a:latin typeface="Tahoma" pitchFamily="34" charset="0"/>
            </a:endParaRPr>
          </a:p>
        </p:txBody>
      </p:sp>
      <p:sp>
        <p:nvSpPr>
          <p:cNvPr id="14" name="TextBox 13">
            <a:extLst>
              <a:ext uri="{FF2B5EF4-FFF2-40B4-BE49-F238E27FC236}">
                <a16:creationId xmlns:a16="http://schemas.microsoft.com/office/drawing/2014/main" id="{AB8F7B6F-1A90-4E4B-A143-5CC66E099AC1}"/>
              </a:ext>
            </a:extLst>
          </p:cNvPr>
          <p:cNvSpPr txBox="1"/>
          <p:nvPr/>
        </p:nvSpPr>
        <p:spPr>
          <a:xfrm>
            <a:off x="1524001" y="6649357"/>
            <a:ext cx="7984273" cy="215444"/>
          </a:xfrm>
          <a:prstGeom prst="rect">
            <a:avLst/>
          </a:prstGeom>
          <a:noFill/>
        </p:spPr>
        <p:txBody>
          <a:bodyPr wrap="square" rtlCol="0">
            <a:spAutoFit/>
          </a:bodyPr>
          <a:lstStyle/>
          <a:p>
            <a:pPr algn="l"/>
            <a:r>
              <a:rPr lang="en-US" sz="800" dirty="0">
                <a:latin typeface="Times New Roman" panose="02020603050405020304" pitchFamily="18" charset="0"/>
                <a:cs typeface="Times New Roman" panose="02020603050405020304" pitchFamily="18" charset="0"/>
              </a:rPr>
              <a:t>Kurose, J.F. and Ross, K.W. (2021). Computer Networking: A Top-Down Approach (8</a:t>
            </a:r>
            <a:r>
              <a:rPr lang="en-US" sz="800" baseline="30000" dirty="0">
                <a:latin typeface="Times New Roman" panose="02020603050405020304" pitchFamily="18" charset="0"/>
                <a:cs typeface="Times New Roman" panose="02020603050405020304" pitchFamily="18" charset="0"/>
              </a:rPr>
              <a:t>th</a:t>
            </a:r>
            <a:r>
              <a:rPr lang="en-US" sz="800" dirty="0">
                <a:latin typeface="Times New Roman" panose="02020603050405020304" pitchFamily="18" charset="0"/>
                <a:cs typeface="Times New Roman" panose="02020603050405020304" pitchFamily="18" charset="0"/>
              </a:rPr>
              <a:t> Edition). </a:t>
            </a:r>
            <a:r>
              <a:rPr lang="en-MY" sz="800" dirty="0">
                <a:latin typeface="Times New Roman" panose="02020603050405020304" pitchFamily="18" charset="0"/>
                <a:cs typeface="Times New Roman" panose="02020603050405020304" pitchFamily="18" charset="0"/>
              </a:rPr>
              <a:t>Pearson Education Limited, England. (pp. 430)</a:t>
            </a:r>
          </a:p>
        </p:txBody>
      </p:sp>
      <p:cxnSp>
        <p:nvCxnSpPr>
          <p:cNvPr id="15" name="Straight Connector 14">
            <a:extLst>
              <a:ext uri="{FF2B5EF4-FFF2-40B4-BE49-F238E27FC236}">
                <a16:creationId xmlns:a16="http://schemas.microsoft.com/office/drawing/2014/main" id="{7307298C-9C6F-2546-A9BA-401E63DE239C}"/>
              </a:ext>
            </a:extLst>
          </p:cNvPr>
          <p:cNvCxnSpPr/>
          <p:nvPr/>
        </p:nvCxnSpPr>
        <p:spPr bwMode="auto">
          <a:xfrm>
            <a:off x="1524000" y="6644601"/>
            <a:ext cx="8324850" cy="0"/>
          </a:xfrm>
          <a:prstGeom prst="line">
            <a:avLst/>
          </a:prstGeom>
          <a:noFill/>
          <a:ln w="12700" cap="flat" cmpd="sng" algn="ctr">
            <a:solidFill>
              <a:srgbClr val="00B0F0"/>
            </a:solidFill>
            <a:prstDash val="solid"/>
            <a:round/>
            <a:headEnd type="none" w="med" len="med"/>
            <a:tailEnd type="none"/>
          </a:ln>
          <a:effectLst/>
        </p:spPr>
      </p:cxnSp>
      <p:sp>
        <p:nvSpPr>
          <p:cNvPr id="16" name="Title 41">
            <a:extLst>
              <a:ext uri="{FF2B5EF4-FFF2-40B4-BE49-F238E27FC236}">
                <a16:creationId xmlns:a16="http://schemas.microsoft.com/office/drawing/2014/main" id="{8E3157DB-9F12-4D4A-B4F3-60172385D96E}"/>
              </a:ext>
            </a:extLst>
          </p:cNvPr>
          <p:cNvSpPr txBox="1">
            <a:spLocks/>
          </p:cNvSpPr>
          <p:nvPr/>
        </p:nvSpPr>
        <p:spPr bwMode="auto">
          <a:xfrm>
            <a:off x="2895600" y="933766"/>
            <a:ext cx="7772400" cy="4707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l" rtl="0" eaLnBrk="0" fontAlgn="base" hangingPunct="0">
              <a:spcBef>
                <a:spcPct val="0"/>
              </a:spcBef>
              <a:spcAft>
                <a:spcPct val="0"/>
              </a:spcAft>
              <a:defRPr sz="4400">
                <a:solidFill>
                  <a:srgbClr val="000099"/>
                </a:solidFill>
                <a:latin typeface="+mj-lt"/>
                <a:ea typeface="ＭＳ Ｐゴシック" charset="0"/>
                <a:cs typeface="+mj-cs"/>
              </a:defRPr>
            </a:lvl1pPr>
            <a:lvl2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2pPr>
            <a:lvl3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3pPr>
            <a:lvl4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4pPr>
            <a:lvl5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5pPr>
            <a:lvl6pPr marL="457200" algn="l" rtl="0" fontAlgn="base">
              <a:spcBef>
                <a:spcPct val="0"/>
              </a:spcBef>
              <a:spcAft>
                <a:spcPct val="0"/>
              </a:spcAft>
              <a:defRPr sz="4400">
                <a:solidFill>
                  <a:srgbClr val="000099"/>
                </a:solidFill>
                <a:latin typeface="Gill Sans MT" pitchFamily="34" charset="0"/>
                <a:cs typeface="Arial" charset="0"/>
              </a:defRPr>
            </a:lvl6pPr>
            <a:lvl7pPr marL="914400" algn="l" rtl="0" fontAlgn="base">
              <a:spcBef>
                <a:spcPct val="0"/>
              </a:spcBef>
              <a:spcAft>
                <a:spcPct val="0"/>
              </a:spcAft>
              <a:defRPr sz="4400">
                <a:solidFill>
                  <a:srgbClr val="000099"/>
                </a:solidFill>
                <a:latin typeface="Gill Sans MT" pitchFamily="34" charset="0"/>
                <a:cs typeface="Arial" charset="0"/>
              </a:defRPr>
            </a:lvl7pPr>
            <a:lvl8pPr marL="1371600" algn="l" rtl="0" fontAlgn="base">
              <a:spcBef>
                <a:spcPct val="0"/>
              </a:spcBef>
              <a:spcAft>
                <a:spcPct val="0"/>
              </a:spcAft>
              <a:defRPr sz="4400">
                <a:solidFill>
                  <a:srgbClr val="000099"/>
                </a:solidFill>
                <a:latin typeface="Gill Sans MT" pitchFamily="34" charset="0"/>
                <a:cs typeface="Arial" charset="0"/>
              </a:defRPr>
            </a:lvl8pPr>
            <a:lvl9pPr marL="1828800" algn="l" rtl="0" fontAlgn="base">
              <a:spcBef>
                <a:spcPct val="0"/>
              </a:spcBef>
              <a:spcAft>
                <a:spcPct val="0"/>
              </a:spcAft>
              <a:defRPr sz="4400">
                <a:solidFill>
                  <a:srgbClr val="000099"/>
                </a:solidFill>
                <a:latin typeface="Gill Sans MT" pitchFamily="34" charset="0"/>
                <a:cs typeface="Arial" charset="0"/>
              </a:defRPr>
            </a:lvl9pPr>
          </a:lstStyle>
          <a:p>
            <a:pPr algn="r" eaLnBrk="1" hangingPunct="1"/>
            <a:r>
              <a:rPr lang="en-US" sz="2400" dirty="0">
                <a:solidFill>
                  <a:srgbClr val="00B9FA"/>
                </a:solidFill>
                <a:latin typeface="Arial"/>
                <a:ea typeface="ＭＳ Ｐゴシック" pitchFamily="34" charset="-128"/>
                <a:cs typeface="Arial"/>
              </a:rPr>
              <a:t>SNMP Protocol</a:t>
            </a:r>
          </a:p>
        </p:txBody>
      </p:sp>
      <p:sp>
        <p:nvSpPr>
          <p:cNvPr id="202" name="Title 41">
            <a:extLst>
              <a:ext uri="{FF2B5EF4-FFF2-40B4-BE49-F238E27FC236}">
                <a16:creationId xmlns:a16="http://schemas.microsoft.com/office/drawing/2014/main" id="{5167E702-4495-5346-A338-6B57F9E9296B}"/>
              </a:ext>
            </a:extLst>
          </p:cNvPr>
          <p:cNvSpPr txBox="1">
            <a:spLocks/>
          </p:cNvSpPr>
          <p:nvPr/>
        </p:nvSpPr>
        <p:spPr bwMode="auto">
          <a:xfrm>
            <a:off x="7510021" y="1329100"/>
            <a:ext cx="3157979" cy="4707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l" rtl="0" eaLnBrk="0" fontAlgn="base" hangingPunct="0">
              <a:spcBef>
                <a:spcPct val="0"/>
              </a:spcBef>
              <a:spcAft>
                <a:spcPct val="0"/>
              </a:spcAft>
              <a:defRPr sz="4400">
                <a:solidFill>
                  <a:srgbClr val="000099"/>
                </a:solidFill>
                <a:latin typeface="+mj-lt"/>
                <a:ea typeface="ＭＳ Ｐゴシック" charset="0"/>
                <a:cs typeface="+mj-cs"/>
              </a:defRPr>
            </a:lvl1pPr>
            <a:lvl2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2pPr>
            <a:lvl3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3pPr>
            <a:lvl4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4pPr>
            <a:lvl5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5pPr>
            <a:lvl6pPr marL="457200" algn="l" rtl="0" fontAlgn="base">
              <a:spcBef>
                <a:spcPct val="0"/>
              </a:spcBef>
              <a:spcAft>
                <a:spcPct val="0"/>
              </a:spcAft>
              <a:defRPr sz="4400">
                <a:solidFill>
                  <a:srgbClr val="000099"/>
                </a:solidFill>
                <a:latin typeface="Gill Sans MT" pitchFamily="34" charset="0"/>
                <a:cs typeface="Arial" charset="0"/>
              </a:defRPr>
            </a:lvl6pPr>
            <a:lvl7pPr marL="914400" algn="l" rtl="0" fontAlgn="base">
              <a:spcBef>
                <a:spcPct val="0"/>
              </a:spcBef>
              <a:spcAft>
                <a:spcPct val="0"/>
              </a:spcAft>
              <a:defRPr sz="4400">
                <a:solidFill>
                  <a:srgbClr val="000099"/>
                </a:solidFill>
                <a:latin typeface="Gill Sans MT" pitchFamily="34" charset="0"/>
                <a:cs typeface="Arial" charset="0"/>
              </a:defRPr>
            </a:lvl7pPr>
            <a:lvl8pPr marL="1371600" algn="l" rtl="0" fontAlgn="base">
              <a:spcBef>
                <a:spcPct val="0"/>
              </a:spcBef>
              <a:spcAft>
                <a:spcPct val="0"/>
              </a:spcAft>
              <a:defRPr sz="4400">
                <a:solidFill>
                  <a:srgbClr val="000099"/>
                </a:solidFill>
                <a:latin typeface="Gill Sans MT" pitchFamily="34" charset="0"/>
                <a:cs typeface="Arial" charset="0"/>
              </a:defRPr>
            </a:lvl8pPr>
            <a:lvl9pPr marL="1828800" algn="l" rtl="0" fontAlgn="base">
              <a:spcBef>
                <a:spcPct val="0"/>
              </a:spcBef>
              <a:spcAft>
                <a:spcPct val="0"/>
              </a:spcAft>
              <a:defRPr sz="4400">
                <a:solidFill>
                  <a:srgbClr val="000099"/>
                </a:solidFill>
                <a:latin typeface="Gill Sans MT" pitchFamily="34" charset="0"/>
                <a:cs typeface="Arial" charset="0"/>
              </a:defRPr>
            </a:lvl9pPr>
          </a:lstStyle>
          <a:p>
            <a:pPr algn="r" eaLnBrk="1" hangingPunct="1"/>
            <a:r>
              <a:rPr lang="en-US" sz="2400" dirty="0">
                <a:solidFill>
                  <a:srgbClr val="00B9FA"/>
                </a:solidFill>
                <a:latin typeface="Arial"/>
                <a:ea typeface="ＭＳ Ｐゴシック" pitchFamily="34" charset="-128"/>
                <a:cs typeface="Arial"/>
              </a:rPr>
              <a:t>(Message </a:t>
            </a:r>
            <a:r>
              <a:rPr lang="en-US" sz="2400" dirty="0" smtClean="0">
                <a:solidFill>
                  <a:srgbClr val="00B9FA"/>
                </a:solidFill>
                <a:latin typeface="Arial"/>
                <a:ea typeface="ＭＳ Ｐゴシック" pitchFamily="34" charset="-128"/>
                <a:cs typeface="Arial"/>
              </a:rPr>
              <a:t>Formats)</a:t>
            </a:r>
            <a:endParaRPr lang="en-US" sz="2400" dirty="0">
              <a:solidFill>
                <a:srgbClr val="00B9FA"/>
              </a:solidFill>
              <a:latin typeface="Arial"/>
              <a:ea typeface="ＭＳ Ｐゴシック" pitchFamily="34" charset="-128"/>
              <a:cs typeface="Arial"/>
            </a:endParaRPr>
          </a:p>
        </p:txBody>
      </p:sp>
      <p:sp>
        <p:nvSpPr>
          <p:cNvPr id="203" name="Rectangle 3">
            <a:extLst>
              <a:ext uri="{FF2B5EF4-FFF2-40B4-BE49-F238E27FC236}">
                <a16:creationId xmlns:a16="http://schemas.microsoft.com/office/drawing/2014/main" id="{DDA10D25-1A27-0F41-9AF9-53FB5E54B1DF}"/>
              </a:ext>
            </a:extLst>
          </p:cNvPr>
          <p:cNvSpPr txBox="1">
            <a:spLocks noChangeArrowheads="1"/>
          </p:cNvSpPr>
          <p:nvPr/>
        </p:nvSpPr>
        <p:spPr bwMode="auto">
          <a:xfrm>
            <a:off x="1524000" y="6041899"/>
            <a:ext cx="9143998" cy="3211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65000"/>
              <a:buFont typeface="Wingdings" pitchFamily="2" charset="2"/>
              <a:buChar char="v"/>
              <a:defRPr sz="2800">
                <a:solidFill>
                  <a:schemeClr val="tx1"/>
                </a:solidFill>
                <a:latin typeface="+mn-lt"/>
                <a:ea typeface="ＭＳ Ｐゴシック" charset="0"/>
                <a:cs typeface="+mn-cs"/>
              </a:defRPr>
            </a:lvl1pPr>
            <a:lvl2pPr marL="742950" indent="-285750" algn="l" rtl="0" eaLnBrk="0" fontAlgn="base" hangingPunct="0">
              <a:lnSpc>
                <a:spcPct val="85000"/>
              </a:lnSpc>
              <a:spcBef>
                <a:spcPct val="20000"/>
              </a:spcBef>
              <a:spcAft>
                <a:spcPct val="0"/>
              </a:spcAft>
              <a:buClr>
                <a:srgbClr val="000099"/>
              </a:buClr>
              <a:buFont typeface="Wingdings" pitchFamily="2" charset="2"/>
              <a:buChar char="§"/>
              <a:defRPr sz="2400">
                <a:solidFill>
                  <a:schemeClr val="tx1"/>
                </a:solidFill>
                <a:latin typeface="+mn-lt"/>
                <a:ea typeface="Arial" charset="0"/>
                <a:cs typeface="+mn-cs"/>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Arial" charset="0"/>
                <a:cs typeface="+mn-cs"/>
              </a:defRPr>
            </a:lvl3pPr>
            <a:lvl4pPr marL="1600200" indent="-228600" algn="l" rtl="0" eaLnBrk="0" fontAlgn="base" hangingPunct="0">
              <a:spcBef>
                <a:spcPct val="20000"/>
              </a:spcBef>
              <a:spcAft>
                <a:spcPct val="0"/>
              </a:spcAft>
              <a:buChar char="–"/>
              <a:defRPr sz="2000">
                <a:solidFill>
                  <a:schemeClr val="tx1"/>
                </a:solidFill>
                <a:latin typeface="Times New Roman" pitchFamily="18" charset="0"/>
                <a:ea typeface="Arial" charset="0"/>
                <a:cs typeface="+mn-cs"/>
              </a:defRPr>
            </a:lvl4pPr>
            <a:lvl5pPr marL="2057400" indent="-228600" algn="l" rtl="0" eaLnBrk="0" fontAlgn="base" hangingPunct="0">
              <a:spcBef>
                <a:spcPct val="20000"/>
              </a:spcBef>
              <a:spcAft>
                <a:spcPct val="0"/>
              </a:spcAft>
              <a:buChar char="»"/>
              <a:defRPr sz="2000">
                <a:solidFill>
                  <a:schemeClr val="tx1"/>
                </a:solidFill>
                <a:latin typeface="Times New Roman" pitchFamily="18" charset="0"/>
                <a:ea typeface="Arial" charset="0"/>
                <a:cs typeface="+mn-cs"/>
              </a:defRPr>
            </a:lvl5pPr>
            <a:lvl6pPr marL="2514600" indent="-228600" algn="l" rtl="0" fontAlgn="base">
              <a:spcBef>
                <a:spcPct val="20000"/>
              </a:spcBef>
              <a:spcAft>
                <a:spcPct val="0"/>
              </a:spcAft>
              <a:buChar char="»"/>
              <a:defRPr sz="2000">
                <a:solidFill>
                  <a:schemeClr val="tx1"/>
                </a:solidFill>
                <a:latin typeface="Times New Roman" pitchFamily="18" charset="0"/>
                <a:cs typeface="+mn-cs"/>
              </a:defRPr>
            </a:lvl6pPr>
            <a:lvl7pPr marL="2971800" indent="-228600" algn="l" rtl="0" fontAlgn="base">
              <a:spcBef>
                <a:spcPct val="20000"/>
              </a:spcBef>
              <a:spcAft>
                <a:spcPct val="0"/>
              </a:spcAft>
              <a:buChar char="»"/>
              <a:defRPr sz="2000">
                <a:solidFill>
                  <a:schemeClr val="tx1"/>
                </a:solidFill>
                <a:latin typeface="Times New Roman" pitchFamily="18" charset="0"/>
                <a:cs typeface="+mn-cs"/>
              </a:defRPr>
            </a:lvl7pPr>
            <a:lvl8pPr marL="3429000" indent="-228600" algn="l" rtl="0" fontAlgn="base">
              <a:spcBef>
                <a:spcPct val="20000"/>
              </a:spcBef>
              <a:spcAft>
                <a:spcPct val="0"/>
              </a:spcAft>
              <a:buChar char="»"/>
              <a:defRPr sz="2000">
                <a:solidFill>
                  <a:schemeClr val="tx1"/>
                </a:solidFill>
                <a:latin typeface="Times New Roman" pitchFamily="18" charset="0"/>
                <a:cs typeface="+mn-cs"/>
              </a:defRPr>
            </a:lvl8pPr>
            <a:lvl9pPr marL="3886200" indent="-228600" algn="l" rtl="0" fontAlgn="base">
              <a:spcBef>
                <a:spcPct val="20000"/>
              </a:spcBef>
              <a:spcAft>
                <a:spcPct val="0"/>
              </a:spcAft>
              <a:buChar char="»"/>
              <a:defRPr sz="2000">
                <a:solidFill>
                  <a:schemeClr val="tx1"/>
                </a:solidFill>
                <a:latin typeface="Times New Roman" pitchFamily="18" charset="0"/>
                <a:cs typeface="+mn-cs"/>
              </a:defRPr>
            </a:lvl9pPr>
          </a:lstStyle>
          <a:p>
            <a:pPr marL="0" indent="0" algn="ctr">
              <a:buNone/>
            </a:pPr>
            <a:r>
              <a:rPr lang="en-US" sz="1800" b="1" dirty="0">
                <a:solidFill>
                  <a:srgbClr val="00B9FA"/>
                </a:solidFill>
                <a:latin typeface="Arial"/>
                <a:ea typeface="ＭＳ Ｐゴシック" pitchFamily="34" charset="-128"/>
                <a:cs typeface="Arial"/>
              </a:rPr>
              <a:t>Figure</a:t>
            </a:r>
            <a:r>
              <a:rPr lang="en-US" sz="1800" dirty="0">
                <a:latin typeface="Arial"/>
                <a:ea typeface="ＭＳ Ｐゴシック" pitchFamily="34" charset="-128"/>
                <a:cs typeface="Arial"/>
              </a:rPr>
              <a:t>: </a:t>
            </a:r>
            <a:r>
              <a:rPr lang="en-MY" sz="1800" dirty="0">
                <a:latin typeface="Arial"/>
                <a:ea typeface="ＭＳ Ｐゴシック" pitchFamily="34" charset="-128"/>
                <a:cs typeface="Arial"/>
              </a:rPr>
              <a:t>SNMP PDU format</a:t>
            </a:r>
          </a:p>
        </p:txBody>
      </p:sp>
      <p:sp>
        <p:nvSpPr>
          <p:cNvPr id="4" name="Rectangle 3">
            <a:extLst>
              <a:ext uri="{FF2B5EF4-FFF2-40B4-BE49-F238E27FC236}">
                <a16:creationId xmlns:a16="http://schemas.microsoft.com/office/drawing/2014/main" id="{5039F60C-4DBA-144C-BDDD-A65E1029AF4F}"/>
              </a:ext>
            </a:extLst>
          </p:cNvPr>
          <p:cNvSpPr/>
          <p:nvPr/>
        </p:nvSpPr>
        <p:spPr>
          <a:xfrm>
            <a:off x="1565749" y="6388285"/>
            <a:ext cx="1564852" cy="246221"/>
          </a:xfrm>
          <a:prstGeom prst="rect">
            <a:avLst/>
          </a:prstGeom>
        </p:spPr>
        <p:txBody>
          <a:bodyPr wrap="none">
            <a:spAutoFit/>
          </a:bodyPr>
          <a:lstStyle/>
          <a:p>
            <a:r>
              <a:rPr lang="en-MY" sz="1000" i="1" dirty="0">
                <a:solidFill>
                  <a:srgbClr val="4D5156"/>
                </a:solidFill>
                <a:latin typeface="Times New Roman" panose="02020603050405020304" pitchFamily="18" charset="0"/>
                <a:cs typeface="Times New Roman" panose="02020603050405020304" pitchFamily="18" charset="0"/>
              </a:rPr>
              <a:t>Protocol Data Unit (</a:t>
            </a:r>
            <a:r>
              <a:rPr lang="en-MY" sz="1000" i="1" dirty="0">
                <a:solidFill>
                  <a:srgbClr val="5F6368"/>
                </a:solidFill>
                <a:latin typeface="Times New Roman" panose="02020603050405020304" pitchFamily="18" charset="0"/>
                <a:cs typeface="Times New Roman" panose="02020603050405020304" pitchFamily="18" charset="0"/>
              </a:rPr>
              <a:t>PDU</a:t>
            </a:r>
            <a:r>
              <a:rPr lang="en-MY" sz="1000" i="1" dirty="0">
                <a:solidFill>
                  <a:srgbClr val="4D5156"/>
                </a:solidFill>
                <a:latin typeface="Times New Roman" panose="02020603050405020304" pitchFamily="18" charset="0"/>
                <a:cs typeface="Times New Roman" panose="02020603050405020304" pitchFamily="18" charset="0"/>
              </a:rPr>
              <a:t>)</a:t>
            </a:r>
            <a:endParaRPr lang="en-US" sz="1000" i="1" dirty="0">
              <a:latin typeface="Times New Roman" panose="02020603050405020304" pitchFamily="18" charset="0"/>
              <a:cs typeface="Times New Roman" panose="02020603050405020304" pitchFamily="18" charset="0"/>
            </a:endParaRPr>
          </a:p>
        </p:txBody>
      </p:sp>
      <p:pic>
        <p:nvPicPr>
          <p:cNvPr id="5" name="Picture 4">
            <a:extLst>
              <a:ext uri="{FF2B5EF4-FFF2-40B4-BE49-F238E27FC236}">
                <a16:creationId xmlns:a16="http://schemas.microsoft.com/office/drawing/2014/main" id="{E961B641-260B-6849-B27C-75E793A0E37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169735" y="2051357"/>
            <a:ext cx="7852528" cy="3843945"/>
          </a:xfrm>
          <a:prstGeom prst="rect">
            <a:avLst/>
          </a:prstGeom>
        </p:spPr>
      </p:pic>
      <p:sp>
        <p:nvSpPr>
          <p:cNvPr id="11" name="TextBox 10">
            <a:extLst>
              <a:ext uri="{FF2B5EF4-FFF2-40B4-BE49-F238E27FC236}">
                <a16:creationId xmlns:a16="http://schemas.microsoft.com/office/drawing/2014/main" id="{5538324C-28FA-B94D-8B8D-BD880B68BE37}"/>
              </a:ext>
            </a:extLst>
          </p:cNvPr>
          <p:cNvSpPr txBox="1"/>
          <p:nvPr/>
        </p:nvSpPr>
        <p:spPr>
          <a:xfrm>
            <a:off x="0" y="2867407"/>
            <a:ext cx="2488823" cy="461665"/>
          </a:xfrm>
          <a:prstGeom prst="rect">
            <a:avLst/>
          </a:prstGeom>
          <a:noFill/>
        </p:spPr>
        <p:txBody>
          <a:bodyPr wrap="none" rtlCol="0">
            <a:spAutoFit/>
          </a:bodyPr>
          <a:lstStyle/>
          <a:p>
            <a:r>
              <a:rPr lang="en-US" sz="2400" dirty="0"/>
              <a:t>message types 0-3</a:t>
            </a:r>
          </a:p>
        </p:txBody>
      </p:sp>
      <p:sp>
        <p:nvSpPr>
          <p:cNvPr id="12" name="TextBox 11">
            <a:extLst>
              <a:ext uri="{FF2B5EF4-FFF2-40B4-BE49-F238E27FC236}">
                <a16:creationId xmlns:a16="http://schemas.microsoft.com/office/drawing/2014/main" id="{A35585CF-EA27-984A-BF78-F58F90AF0025}"/>
              </a:ext>
            </a:extLst>
          </p:cNvPr>
          <p:cNvSpPr txBox="1"/>
          <p:nvPr/>
        </p:nvSpPr>
        <p:spPr>
          <a:xfrm>
            <a:off x="51206" y="4145122"/>
            <a:ext cx="2118529" cy="461665"/>
          </a:xfrm>
          <a:prstGeom prst="rect">
            <a:avLst/>
          </a:prstGeom>
          <a:noFill/>
        </p:spPr>
        <p:txBody>
          <a:bodyPr wrap="none" rtlCol="0">
            <a:spAutoFit/>
          </a:bodyPr>
          <a:lstStyle/>
          <a:p>
            <a:r>
              <a:rPr lang="en-US" sz="2400" dirty="0"/>
              <a:t>message type 4</a:t>
            </a:r>
          </a:p>
        </p:txBody>
      </p:sp>
      <p:sp>
        <p:nvSpPr>
          <p:cNvPr id="13" name="Slide Number Placeholder 4">
            <a:extLst>
              <a:ext uri="{FF2B5EF4-FFF2-40B4-BE49-F238E27FC236}">
                <a16:creationId xmlns:a16="http://schemas.microsoft.com/office/drawing/2014/main" id="{20951948-B008-E644-A413-AF8F2E6FBCAF}"/>
              </a:ext>
            </a:extLst>
          </p:cNvPr>
          <p:cNvSpPr>
            <a:spLocks noGrp="1"/>
          </p:cNvSpPr>
          <p:nvPr>
            <p:ph type="sldNum" sz="quarter" idx="4"/>
          </p:nvPr>
        </p:nvSpPr>
        <p:spPr>
          <a:xfrm>
            <a:off x="9219616" y="6443089"/>
            <a:ext cx="2743200" cy="365125"/>
          </a:xfrm>
        </p:spPr>
        <p:txBody>
          <a:bodyPr/>
          <a:lstStyle/>
          <a:p>
            <a:r>
              <a:rPr lang="en-US" smtClean="0"/>
              <a:t>Network Layer: 5-</a:t>
            </a:r>
            <a:fld id="{C4204591-24BD-A542-B9D5-F8D8A88D2FEE}" type="slidenum">
              <a:rPr lang="en-US" smtClean="0"/>
              <a:pPr/>
              <a:t>88</a:t>
            </a:fld>
            <a:endParaRPr lang="en-US" dirty="0"/>
          </a:p>
        </p:txBody>
      </p:sp>
    </p:spTree>
    <p:extLst>
      <p:ext uri="{BB962C8B-B14F-4D97-AF65-F5344CB8AC3E}">
        <p14:creationId xmlns:p14="http://schemas.microsoft.com/office/powerpoint/2010/main" val="328535912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BA54E48F-DE87-0F4A-BDE4-98824F58921B}"/>
              </a:ext>
            </a:extLst>
          </p:cNvPr>
          <p:cNvSpPr>
            <a:spLocks noGrp="1"/>
          </p:cNvSpPr>
          <p:nvPr>
            <p:ph idx="1"/>
          </p:nvPr>
        </p:nvSpPr>
        <p:spPr>
          <a:xfrm>
            <a:off x="841663" y="1474646"/>
            <a:ext cx="10768445" cy="1642627"/>
          </a:xfrm>
        </p:spPr>
        <p:txBody>
          <a:bodyPr>
            <a:normAutofit/>
          </a:bodyPr>
          <a:lstStyle/>
          <a:p>
            <a:pPr>
              <a:lnSpc>
                <a:spcPct val="100000"/>
              </a:lnSpc>
            </a:pPr>
            <a:r>
              <a:rPr lang="en-US" dirty="0"/>
              <a:t>managed device’s operational (and some configuration) data</a:t>
            </a:r>
          </a:p>
          <a:p>
            <a:pPr>
              <a:lnSpc>
                <a:spcPct val="100000"/>
              </a:lnSpc>
            </a:pPr>
            <a:r>
              <a:rPr lang="en-US" dirty="0"/>
              <a:t>gathered into device </a:t>
            </a:r>
            <a:r>
              <a:rPr lang="en-US" dirty="0">
                <a:solidFill>
                  <a:srgbClr val="C00000"/>
                </a:solidFill>
              </a:rPr>
              <a:t>MIB module</a:t>
            </a:r>
          </a:p>
          <a:p>
            <a:pPr lvl="1">
              <a:lnSpc>
                <a:spcPct val="100000"/>
              </a:lnSpc>
            </a:pPr>
            <a:r>
              <a:rPr lang="en-US" dirty="0"/>
              <a:t>400 MIB modules defined in RFC’s; many more vendor-specific MIBs</a:t>
            </a:r>
          </a:p>
          <a:p>
            <a:pPr lvl="1">
              <a:lnSpc>
                <a:spcPct val="100000"/>
              </a:lnSpc>
            </a:pPr>
            <a:endParaRPr lang="en-US" dirty="0"/>
          </a:p>
          <a:p>
            <a:pPr lvl="1">
              <a:lnSpc>
                <a:spcPct val="100000"/>
              </a:lnSpc>
            </a:pPr>
            <a:endParaRPr lang="en-US" dirty="0">
              <a:solidFill>
                <a:srgbClr val="C00000"/>
              </a:solidFill>
            </a:endParaRPr>
          </a:p>
          <a:p>
            <a:endParaRPr lang="en-US" dirty="0"/>
          </a:p>
        </p:txBody>
      </p:sp>
      <p:sp>
        <p:nvSpPr>
          <p:cNvPr id="5" name="Title 4">
            <a:extLst>
              <a:ext uri="{FF2B5EF4-FFF2-40B4-BE49-F238E27FC236}">
                <a16:creationId xmlns:a16="http://schemas.microsoft.com/office/drawing/2014/main" id="{B295C129-DA5D-C741-83BA-65FCBE7656D8}"/>
              </a:ext>
            </a:extLst>
          </p:cNvPr>
          <p:cNvSpPr>
            <a:spLocks noGrp="1"/>
          </p:cNvSpPr>
          <p:nvPr>
            <p:ph type="title"/>
          </p:nvPr>
        </p:nvSpPr>
        <p:spPr/>
        <p:txBody>
          <a:bodyPr/>
          <a:lstStyle/>
          <a:p>
            <a:r>
              <a:rPr lang="en-US" dirty="0"/>
              <a:t>SNMP: Management Information Base (MIB)</a:t>
            </a:r>
          </a:p>
        </p:txBody>
      </p:sp>
      <p:sp>
        <p:nvSpPr>
          <p:cNvPr id="4" name="Slide Number Placeholder 3">
            <a:extLst>
              <a:ext uri="{FF2B5EF4-FFF2-40B4-BE49-F238E27FC236}">
                <a16:creationId xmlns:a16="http://schemas.microsoft.com/office/drawing/2014/main" id="{822AC4DB-FAFD-C14C-8E13-B0E008993F6B}"/>
              </a:ext>
            </a:extLst>
          </p:cNvPr>
          <p:cNvSpPr>
            <a:spLocks noGrp="1"/>
          </p:cNvSpPr>
          <p:nvPr>
            <p:ph type="sldNum" sz="quarter" idx="4"/>
          </p:nvPr>
        </p:nvSpPr>
        <p:spPr/>
        <p:txBody>
          <a:bodyPr/>
          <a:lstStyle/>
          <a:p>
            <a:r>
              <a:rPr lang="en-US" dirty="0"/>
              <a:t>Network Layer: 5-</a:t>
            </a:r>
            <a:fld id="{C4204591-24BD-A542-B9D5-F8D8A88D2FEE}" type="slidenum">
              <a:rPr lang="en-US" smtClean="0"/>
              <a:pPr/>
              <a:t>89</a:t>
            </a:fld>
            <a:endParaRPr lang="en-US" dirty="0"/>
          </a:p>
        </p:txBody>
      </p:sp>
      <p:grpSp>
        <p:nvGrpSpPr>
          <p:cNvPr id="69" name="Group 68">
            <a:extLst>
              <a:ext uri="{FF2B5EF4-FFF2-40B4-BE49-F238E27FC236}">
                <a16:creationId xmlns:a16="http://schemas.microsoft.com/office/drawing/2014/main" id="{7AA1B179-14E0-374A-ACD2-BB4060E18A85}"/>
              </a:ext>
            </a:extLst>
          </p:cNvPr>
          <p:cNvGrpSpPr/>
          <p:nvPr/>
        </p:nvGrpSpPr>
        <p:grpSpPr>
          <a:xfrm>
            <a:off x="1565565" y="4167342"/>
            <a:ext cx="10030690" cy="2178050"/>
            <a:chOff x="1440874" y="1521114"/>
            <a:chExt cx="10030690" cy="2178050"/>
          </a:xfrm>
        </p:grpSpPr>
        <p:sp>
          <p:nvSpPr>
            <p:cNvPr id="72" name="Rectangle 71">
              <a:extLst>
                <a:ext uri="{FF2B5EF4-FFF2-40B4-BE49-F238E27FC236}">
                  <a16:creationId xmlns:a16="http://schemas.microsoft.com/office/drawing/2014/main" id="{44725ED7-1102-E346-A26C-0B08FBFFF4FF}"/>
                </a:ext>
              </a:extLst>
            </p:cNvPr>
            <p:cNvSpPr/>
            <p:nvPr/>
          </p:nvSpPr>
          <p:spPr>
            <a:xfrm>
              <a:off x="1440874" y="1523996"/>
              <a:ext cx="9919854" cy="2175168"/>
            </a:xfrm>
            <a:prstGeom prst="rect">
              <a:avLst/>
            </a:prstGeom>
            <a:solidFill>
              <a:schemeClr val="bg1">
                <a:lumMod val="9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Text Box 3">
              <a:extLst>
                <a:ext uri="{FF2B5EF4-FFF2-40B4-BE49-F238E27FC236}">
                  <a16:creationId xmlns:a16="http://schemas.microsoft.com/office/drawing/2014/main" id="{48526830-5841-D54E-80BC-8186D9254340}"/>
                </a:ext>
              </a:extLst>
            </p:cNvPr>
            <p:cNvSpPr txBox="1">
              <a:spLocks noChangeArrowheads="1"/>
            </p:cNvSpPr>
            <p:nvPr/>
          </p:nvSpPr>
          <p:spPr bwMode="auto">
            <a:xfrm>
              <a:off x="1471180" y="1521114"/>
              <a:ext cx="10000384" cy="21698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50000"/>
                </a:spcBef>
              </a:pPr>
              <a:r>
                <a:rPr lang="en-US" altLang="en-US" sz="2000" b="1" dirty="0">
                  <a:solidFill>
                    <a:srgbClr val="0000A8"/>
                  </a:solidFill>
                </a:rPr>
                <a:t>Object ID           Name                      Type                  Comments</a:t>
              </a:r>
            </a:p>
            <a:p>
              <a:pPr algn="l">
                <a:spcBef>
                  <a:spcPts val="600"/>
                </a:spcBef>
              </a:pPr>
              <a:r>
                <a:rPr lang="en-US" altLang="en-US" dirty="0"/>
                <a:t>1.3.6.1.2.1.7.1    </a:t>
              </a:r>
              <a:r>
                <a:rPr lang="en-US" altLang="en-US" dirty="0" err="1"/>
                <a:t>UDPInDatagrams</a:t>
              </a:r>
              <a:r>
                <a:rPr lang="en-US" altLang="en-US" dirty="0"/>
                <a:t>     32-bit counter     total # datagrams delivered </a:t>
              </a:r>
            </a:p>
            <a:p>
              <a:pPr algn="l">
                <a:spcBef>
                  <a:spcPts val="600"/>
                </a:spcBef>
              </a:pPr>
              <a:r>
                <a:rPr lang="en-US" altLang="en-US" dirty="0"/>
                <a:t>1.3.6.1.2.1.7.2    </a:t>
              </a:r>
              <a:r>
                <a:rPr lang="en-US" altLang="en-US" dirty="0" err="1"/>
                <a:t>UDPNoPorts</a:t>
              </a:r>
              <a:r>
                <a:rPr lang="en-US" altLang="en-US" dirty="0"/>
                <a:t>              32-bit counter     # undeliverable datagrams (no application at port)</a:t>
              </a:r>
            </a:p>
            <a:p>
              <a:pPr>
                <a:spcBef>
                  <a:spcPts val="600"/>
                </a:spcBef>
              </a:pPr>
              <a:r>
                <a:rPr lang="en-US" altLang="en-US" dirty="0"/>
                <a:t>1.3.6.1.2.1.7.3    </a:t>
              </a:r>
              <a:r>
                <a:rPr lang="en-US" altLang="en-US" dirty="0" err="1"/>
                <a:t>UDInErrors</a:t>
              </a:r>
              <a:r>
                <a:rPr lang="en-US" altLang="en-US" dirty="0"/>
                <a:t>                 32-bit counter     # undeliverable datagrams (all other reasons)</a:t>
              </a:r>
            </a:p>
            <a:p>
              <a:pPr>
                <a:spcBef>
                  <a:spcPts val="600"/>
                </a:spcBef>
              </a:pPr>
              <a:r>
                <a:rPr lang="en-US" altLang="en-US" dirty="0"/>
                <a:t>1.3.6.1.2.1.7.4    </a:t>
              </a:r>
              <a:r>
                <a:rPr lang="en-US" altLang="en-US" dirty="0" err="1"/>
                <a:t>UDPOutDatagrams</a:t>
              </a:r>
              <a:r>
                <a:rPr lang="en-US" altLang="en-US" dirty="0"/>
                <a:t>   32-bit counter    total  # datagrams sent</a:t>
              </a:r>
            </a:p>
            <a:p>
              <a:pPr algn="l">
                <a:spcBef>
                  <a:spcPts val="600"/>
                </a:spcBef>
              </a:pPr>
              <a:r>
                <a:rPr lang="en-US" altLang="en-US" dirty="0"/>
                <a:t>1.3.6.1.2.1.7.5    </a:t>
              </a:r>
              <a:r>
                <a:rPr lang="en-US" altLang="en-US" dirty="0" err="1"/>
                <a:t>udpTable</a:t>
              </a:r>
              <a:r>
                <a:rPr lang="en-US" altLang="en-US" dirty="0"/>
                <a:t>	              SEQUENCE         one entry for each port currently in use</a:t>
              </a:r>
            </a:p>
          </p:txBody>
        </p:sp>
      </p:grpSp>
      <p:grpSp>
        <p:nvGrpSpPr>
          <p:cNvPr id="75" name="Group 74">
            <a:extLst>
              <a:ext uri="{FF2B5EF4-FFF2-40B4-BE49-F238E27FC236}">
                <a16:creationId xmlns:a16="http://schemas.microsoft.com/office/drawing/2014/main" id="{FBE8699F-ABF0-744D-87D6-C59D08367D1D}"/>
              </a:ext>
            </a:extLst>
          </p:cNvPr>
          <p:cNvGrpSpPr/>
          <p:nvPr/>
        </p:nvGrpSpPr>
        <p:grpSpPr>
          <a:xfrm>
            <a:off x="10188122" y="1460594"/>
            <a:ext cx="1615044" cy="1104405"/>
            <a:chOff x="6599795" y="1917794"/>
            <a:chExt cx="1615044" cy="1104405"/>
          </a:xfrm>
        </p:grpSpPr>
        <p:sp>
          <p:nvSpPr>
            <p:cNvPr id="104" name="Freeform 103">
              <a:extLst>
                <a:ext uri="{FF2B5EF4-FFF2-40B4-BE49-F238E27FC236}">
                  <a16:creationId xmlns:a16="http://schemas.microsoft.com/office/drawing/2014/main" id="{C2C6C741-DCF6-5349-90E0-4911036757C0}"/>
                </a:ext>
              </a:extLst>
            </p:cNvPr>
            <p:cNvSpPr/>
            <p:nvPr/>
          </p:nvSpPr>
          <p:spPr>
            <a:xfrm>
              <a:off x="6599795" y="2131549"/>
              <a:ext cx="1615044" cy="890650"/>
            </a:xfrm>
            <a:custGeom>
              <a:avLst/>
              <a:gdLst>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5044" h="890650">
                  <a:moveTo>
                    <a:pt x="0" y="641268"/>
                  </a:moveTo>
                  <a:cubicBezTo>
                    <a:pt x="320633" y="380011"/>
                    <a:pt x="308759" y="285008"/>
                    <a:pt x="285007" y="0"/>
                  </a:cubicBezTo>
                  <a:lnTo>
                    <a:pt x="1615044" y="83128"/>
                  </a:lnTo>
                  <a:cubicBezTo>
                    <a:pt x="823355" y="399803"/>
                    <a:pt x="625433" y="502723"/>
                    <a:pt x="166254" y="890650"/>
                  </a:cubicBezTo>
                  <a:lnTo>
                    <a:pt x="0" y="641268"/>
                  </a:lnTo>
                  <a:close/>
                </a:path>
              </a:pathLst>
            </a:custGeom>
            <a:gradFill>
              <a:gsLst>
                <a:gs pos="0">
                  <a:schemeClr val="bg1">
                    <a:alpha val="72000"/>
                  </a:schemeClr>
                </a:gs>
                <a:gs pos="99000">
                  <a:schemeClr val="bg1">
                    <a:lumMod val="95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5" name="Oval 306">
              <a:extLst>
                <a:ext uri="{FF2B5EF4-FFF2-40B4-BE49-F238E27FC236}">
                  <a16:creationId xmlns:a16="http://schemas.microsoft.com/office/drawing/2014/main" id="{CE3D904F-FE59-2042-9283-FA37FC09CC28}"/>
                </a:ext>
              </a:extLst>
            </p:cNvPr>
            <p:cNvSpPr>
              <a:spLocks noChangeArrowheads="1"/>
            </p:cNvSpPr>
            <p:nvPr/>
          </p:nvSpPr>
          <p:spPr bwMode="auto">
            <a:xfrm>
              <a:off x="6893234" y="1917794"/>
              <a:ext cx="1293812" cy="545006"/>
            </a:xfrm>
            <a:prstGeom prst="ellipse">
              <a:avLst/>
            </a:prstGeom>
            <a:solidFill>
              <a:schemeClr val="bg1">
                <a:lumMod val="95000"/>
              </a:schemeClr>
            </a:solidFill>
            <a:ln w="19050">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a:ea typeface="ＭＳ Ｐゴシック" charset="0"/>
                <a:cs typeface="Arial"/>
              </a:endParaRPr>
            </a:p>
          </p:txBody>
        </p:sp>
        <p:sp>
          <p:nvSpPr>
            <p:cNvPr id="106" name="Text Box 302">
              <a:extLst>
                <a:ext uri="{FF2B5EF4-FFF2-40B4-BE49-F238E27FC236}">
                  <a16:creationId xmlns:a16="http://schemas.microsoft.com/office/drawing/2014/main" id="{644E3868-B5FA-7D40-961A-A066062C0516}"/>
                </a:ext>
              </a:extLst>
            </p:cNvPr>
            <p:cNvSpPr txBox="1">
              <a:spLocks noChangeArrowheads="1"/>
            </p:cNvSpPr>
            <p:nvPr/>
          </p:nvSpPr>
          <p:spPr bwMode="auto">
            <a:xfrm>
              <a:off x="6925808" y="2038751"/>
              <a:ext cx="633945" cy="307777"/>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a:ea typeface="ＭＳ Ｐゴシック" charset="0"/>
                  <a:cs typeface="Arial"/>
                </a:rPr>
                <a:t>agent</a:t>
              </a:r>
            </a:p>
          </p:txBody>
        </p:sp>
        <p:grpSp>
          <p:nvGrpSpPr>
            <p:cNvPr id="107" name="Group 106">
              <a:extLst>
                <a:ext uri="{FF2B5EF4-FFF2-40B4-BE49-F238E27FC236}">
                  <a16:creationId xmlns:a16="http://schemas.microsoft.com/office/drawing/2014/main" id="{1EE4EF14-9A71-C943-B8B2-FCC2BCB4DC14}"/>
                </a:ext>
              </a:extLst>
            </p:cNvPr>
            <p:cNvGrpSpPr/>
            <p:nvPr/>
          </p:nvGrpSpPr>
          <p:grpSpPr>
            <a:xfrm>
              <a:off x="7524624" y="2012797"/>
              <a:ext cx="533735" cy="344384"/>
              <a:chOff x="7290003" y="1864426"/>
              <a:chExt cx="533735" cy="344384"/>
            </a:xfrm>
          </p:grpSpPr>
          <p:sp>
            <p:nvSpPr>
              <p:cNvPr id="108" name="Can 107">
                <a:extLst>
                  <a:ext uri="{FF2B5EF4-FFF2-40B4-BE49-F238E27FC236}">
                    <a16:creationId xmlns:a16="http://schemas.microsoft.com/office/drawing/2014/main" id="{1E92482E-CE48-2946-9184-FA3382324BAB}"/>
                  </a:ext>
                </a:extLst>
              </p:cNvPr>
              <p:cNvSpPr/>
              <p:nvPr/>
            </p:nvSpPr>
            <p:spPr>
              <a:xfrm>
                <a:off x="7338951" y="1864426"/>
                <a:ext cx="427511" cy="344384"/>
              </a:xfrm>
              <a:prstGeom prst="can">
                <a:avLst/>
              </a:prstGeom>
              <a:solidFill>
                <a:schemeClr val="accent1">
                  <a:lumMod val="20000"/>
                  <a:lumOff val="8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9" name="Text Box 305">
                <a:extLst>
                  <a:ext uri="{FF2B5EF4-FFF2-40B4-BE49-F238E27FC236}">
                    <a16:creationId xmlns:a16="http://schemas.microsoft.com/office/drawing/2014/main" id="{55D3178F-225E-2D45-9C46-16D27746CD3E}"/>
                  </a:ext>
                </a:extLst>
              </p:cNvPr>
              <p:cNvSpPr txBox="1">
                <a:spLocks noChangeArrowheads="1"/>
              </p:cNvSpPr>
              <p:nvPr/>
            </p:nvSpPr>
            <p:spPr bwMode="auto">
              <a:xfrm>
                <a:off x="7290003" y="1889518"/>
                <a:ext cx="533735" cy="307649"/>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A8"/>
                    </a:solidFill>
                    <a:effectLst/>
                    <a:uLnTx/>
                    <a:uFillTx/>
                    <a:latin typeface="Arial"/>
                    <a:ea typeface="ＭＳ Ｐゴシック" charset="0"/>
                    <a:cs typeface="Arial"/>
                  </a:rPr>
                  <a:t>data</a:t>
                </a:r>
              </a:p>
            </p:txBody>
          </p:sp>
        </p:grpSp>
      </p:grpSp>
      <p:sp>
        <p:nvSpPr>
          <p:cNvPr id="110" name="Content Placeholder 2">
            <a:extLst>
              <a:ext uri="{FF2B5EF4-FFF2-40B4-BE49-F238E27FC236}">
                <a16:creationId xmlns:a16="http://schemas.microsoft.com/office/drawing/2014/main" id="{F0466B0F-2E2E-AC46-94F9-6C3DC12082F5}"/>
              </a:ext>
            </a:extLst>
          </p:cNvPr>
          <p:cNvSpPr txBox="1">
            <a:spLocks/>
          </p:cNvSpPr>
          <p:nvPr/>
        </p:nvSpPr>
        <p:spPr>
          <a:xfrm>
            <a:off x="831273" y="2998651"/>
            <a:ext cx="10768445" cy="10053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ltLang="en-US" dirty="0">
                <a:solidFill>
                  <a:srgbClr val="C00000"/>
                </a:solidFill>
              </a:rPr>
              <a:t>Structure of Management Information (SMI): </a:t>
            </a:r>
            <a:r>
              <a:rPr lang="en-US" altLang="en-US" dirty="0"/>
              <a:t>data definition language</a:t>
            </a:r>
          </a:p>
          <a:p>
            <a:r>
              <a:rPr lang="en-US" altLang="en-US" dirty="0"/>
              <a:t>example MIB variables for UDP protocol:</a:t>
            </a:r>
          </a:p>
        </p:txBody>
      </p:sp>
    </p:spTree>
    <p:extLst>
      <p:ext uri="{BB962C8B-B14F-4D97-AF65-F5344CB8AC3E}">
        <p14:creationId xmlns:p14="http://schemas.microsoft.com/office/powerpoint/2010/main" val="42458536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10">
                                            <p:txEl>
                                              <p:pRg st="0" end="0"/>
                                            </p:txEl>
                                          </p:spTgt>
                                        </p:tgtEl>
                                        <p:attrNameLst>
                                          <p:attrName>style.visibility</p:attrName>
                                        </p:attrNameLst>
                                      </p:cBhvr>
                                      <p:to>
                                        <p:strVal val="visible"/>
                                      </p:to>
                                    </p:set>
                                    <p:animEffect transition="in" filter="dissolve">
                                      <p:cBhvr>
                                        <p:cTn id="7" dur="500"/>
                                        <p:tgtEl>
                                          <p:spTgt spid="110">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10">
                                            <p:txEl>
                                              <p:pRg st="1" end="1"/>
                                            </p:txEl>
                                          </p:spTgt>
                                        </p:tgtEl>
                                        <p:attrNameLst>
                                          <p:attrName>style.visibility</p:attrName>
                                        </p:attrNameLst>
                                      </p:cBhvr>
                                      <p:to>
                                        <p:strVal val="visible"/>
                                      </p:to>
                                    </p:set>
                                    <p:animEffect transition="in" filter="dissolve">
                                      <p:cBhvr>
                                        <p:cTn id="12" dur="500"/>
                                        <p:tgtEl>
                                          <p:spTgt spid="110">
                                            <p:txEl>
                                              <p:pRg st="1" end="1"/>
                                            </p:txEl>
                                          </p:spTgt>
                                        </p:tgtEl>
                                      </p:cBhvr>
                                    </p:animEffect>
                                  </p:childTnLst>
                                </p:cTn>
                              </p:par>
                            </p:childTnLst>
                          </p:cTn>
                        </p:par>
                        <p:par>
                          <p:cTn id="13" fill="hold">
                            <p:stCondLst>
                              <p:cond delay="500"/>
                            </p:stCondLst>
                            <p:childTnLst>
                              <p:par>
                                <p:cTn id="14" presetID="9" presetClass="entr" presetSubtype="0" fill="hold" nodeType="afterEffect">
                                  <p:stCondLst>
                                    <p:cond delay="0"/>
                                  </p:stCondLst>
                                  <p:childTnLst>
                                    <p:set>
                                      <p:cBhvr>
                                        <p:cTn id="15" dur="1" fill="hold">
                                          <p:stCondLst>
                                            <p:cond delay="0"/>
                                          </p:stCondLst>
                                        </p:cTn>
                                        <p:tgtEl>
                                          <p:spTgt spid="69"/>
                                        </p:tgtEl>
                                        <p:attrNameLst>
                                          <p:attrName>style.visibility</p:attrName>
                                        </p:attrNameLst>
                                      </p:cBhvr>
                                      <p:to>
                                        <p:strVal val="visible"/>
                                      </p:to>
                                    </p:set>
                                    <p:animEffect transition="in" filter="dissolve">
                                      <p:cBhvr>
                                        <p:cTn id="16" dur="50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0" grpId="0" build="p"/>
    </p:bldLst>
  </p:timing>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20472</TotalTime>
  <Words>7469</Words>
  <Application>Microsoft Office PowerPoint</Application>
  <PresentationFormat>Widescreen</PresentationFormat>
  <Paragraphs>1877</Paragraphs>
  <Slides>89</Slides>
  <Notes>33</Notes>
  <HiddenSlides>9</HiddenSlides>
  <MMClips>0</MMClips>
  <ScaleCrop>false</ScaleCrop>
  <HeadingPairs>
    <vt:vector size="8" baseType="variant">
      <vt:variant>
        <vt:lpstr>Fonts Used</vt:lpstr>
      </vt:variant>
      <vt:variant>
        <vt:i4>15</vt:i4>
      </vt:variant>
      <vt:variant>
        <vt:lpstr>Theme</vt:lpstr>
      </vt:variant>
      <vt:variant>
        <vt:i4>2</vt:i4>
      </vt:variant>
      <vt:variant>
        <vt:lpstr>Embedded OLE Servers</vt:lpstr>
      </vt:variant>
      <vt:variant>
        <vt:i4>2</vt:i4>
      </vt:variant>
      <vt:variant>
        <vt:lpstr>Slide Titles</vt:lpstr>
      </vt:variant>
      <vt:variant>
        <vt:i4>89</vt:i4>
      </vt:variant>
    </vt:vector>
  </HeadingPairs>
  <TitlesOfParts>
    <vt:vector size="108" baseType="lpstr">
      <vt:lpstr>ＭＳ Ｐゴシック</vt:lpstr>
      <vt:lpstr>ＭＳ Ｐゴシック</vt:lpstr>
      <vt:lpstr>游ゴシック</vt:lpstr>
      <vt:lpstr>Arial</vt:lpstr>
      <vt:lpstr>Calibri</vt:lpstr>
      <vt:lpstr>Calibri Light</vt:lpstr>
      <vt:lpstr>Comic Sans MS</vt:lpstr>
      <vt:lpstr>Courier New</vt:lpstr>
      <vt:lpstr>Gill Sans MT</vt:lpstr>
      <vt:lpstr>MS Mincho</vt:lpstr>
      <vt:lpstr>Tahoma</vt:lpstr>
      <vt:lpstr>Times New Roman</vt:lpstr>
      <vt:lpstr>TimesLTPro</vt:lpstr>
      <vt:lpstr>Wingdings</vt:lpstr>
      <vt:lpstr>ZapfDingbats</vt:lpstr>
      <vt:lpstr>Office Theme</vt:lpstr>
      <vt:lpstr>1_Office Theme</vt:lpstr>
      <vt:lpstr>Equation</vt:lpstr>
      <vt:lpstr>Clip</vt:lpstr>
      <vt:lpstr>PowerPoint Presentation</vt:lpstr>
      <vt:lpstr>Network layer control plane: our goals</vt:lpstr>
      <vt:lpstr>Network layer: “control plane” roadmap</vt:lpstr>
      <vt:lpstr>Network-layer functions</vt:lpstr>
      <vt:lpstr>PowerPoint Presentation</vt:lpstr>
      <vt:lpstr>PowerPoint Presentation</vt:lpstr>
      <vt:lpstr>PowerPoint Presentation</vt:lpstr>
      <vt:lpstr>PowerPoint Presentation</vt:lpstr>
      <vt:lpstr>Network layer: “control plane” roadmap</vt:lpstr>
      <vt:lpstr>Routing protocols</vt:lpstr>
      <vt:lpstr>Graph abstraction: link costs</vt:lpstr>
      <vt:lpstr>Routing algorithm classification</vt:lpstr>
      <vt:lpstr>Network layer: “control plane” roadmap</vt:lpstr>
      <vt:lpstr>Dijkstra’s link-state routing algorithm</vt:lpstr>
      <vt:lpstr>Dijkstra’s link-state routing algorithm</vt:lpstr>
      <vt:lpstr>Dijkstra’s algorithm: an example</vt:lpstr>
      <vt:lpstr>Dijkstra’s algorithm: an example</vt:lpstr>
      <vt:lpstr>Dijkstra’s algorithm: another example</vt:lpstr>
      <vt:lpstr>Dijkstra’s algorithm: discussion</vt:lpstr>
      <vt:lpstr>Dijkstra’s algorithm: oscillations possible</vt:lpstr>
      <vt:lpstr>PowerPoint Presentation</vt:lpstr>
      <vt:lpstr>PowerPoint Presentation</vt:lpstr>
      <vt:lpstr>PowerPoint Presentation</vt:lpstr>
      <vt:lpstr>PowerPoint Presentation</vt:lpstr>
      <vt:lpstr>Network layer: “control plane” roadmap</vt:lpstr>
      <vt:lpstr>Distance vector algorithm </vt:lpstr>
      <vt:lpstr>Distance vector algorithm </vt:lpstr>
      <vt:lpstr>PowerPoint Presentation</vt:lpstr>
      <vt:lpstr>PowerPoint Presentation</vt:lpstr>
      <vt:lpstr>PowerPoint Presentation</vt:lpstr>
      <vt:lpstr>Bellman-Ford Example</vt:lpstr>
      <vt:lpstr>PowerPoint Presentation</vt:lpstr>
      <vt:lpstr>PowerPoint Presentation</vt:lpstr>
      <vt:lpstr>PowerPoint Presentation</vt:lpstr>
      <vt:lpstr>PowerPoint Presentation</vt:lpstr>
      <vt:lpstr>Distance vector algorithm:  </vt:lpstr>
      <vt:lpstr>PowerPoint Presentation</vt:lpstr>
      <vt:lpstr>Distance vector: another example</vt:lpstr>
      <vt:lpstr>Distance vector: another example</vt:lpstr>
      <vt:lpstr>PowerPoint Presentation</vt:lpstr>
      <vt:lpstr>Distance vector: link cost changes</vt:lpstr>
      <vt:lpstr>Distance vector: link cost changes</vt:lpstr>
      <vt:lpstr>Comparison of LS and DV algorithms</vt:lpstr>
      <vt:lpstr>PowerPoint Presentation</vt:lpstr>
      <vt:lpstr>Network layer: “control plane” roadmap</vt:lpstr>
      <vt:lpstr>Making routing scalable</vt:lpstr>
      <vt:lpstr>Internet approach to scalable routing</vt:lpstr>
      <vt:lpstr>Interconnected ASes</vt:lpstr>
      <vt:lpstr>Inter-AS routing:  a role in intradomain forwarding</vt:lpstr>
      <vt:lpstr>Intra-AS routing:  routing within an AS</vt:lpstr>
      <vt:lpstr>OSPF (Open Shortest Path First) routing</vt:lpstr>
      <vt:lpstr>Hierarchical OSPF</vt:lpstr>
      <vt:lpstr>Network layer: “control plane” roadmap</vt:lpstr>
      <vt:lpstr>Internet inter-AS routing: BGP</vt:lpstr>
      <vt:lpstr>eBGP, iBGP connections</vt:lpstr>
      <vt:lpstr>Why different Intra-, Inter-AS routing ? </vt:lpstr>
      <vt:lpstr>Network layer: “control plane” roadmap</vt:lpstr>
      <vt:lpstr>Software defined networking (SDN)</vt:lpstr>
      <vt:lpstr>Per-router control plane</vt:lpstr>
      <vt:lpstr>Software-Defined Networking (SDN) control plane</vt:lpstr>
      <vt:lpstr>Software defined networking (SDN)</vt:lpstr>
      <vt:lpstr>SDN analogy: mainframe to PC revolution</vt:lpstr>
      <vt:lpstr>Traffic engineering: difficult with traditional routing</vt:lpstr>
      <vt:lpstr>Traffic engineering: difficult with traditional routing</vt:lpstr>
      <vt:lpstr>Traffic engineering: difficult with traditional routing</vt:lpstr>
      <vt:lpstr>Software defined networking (SDN)</vt:lpstr>
      <vt:lpstr>Software defined networking (SDN)</vt:lpstr>
      <vt:lpstr>Software defined networking (SDN)</vt:lpstr>
      <vt:lpstr>Software defined networking (SDN)</vt:lpstr>
      <vt:lpstr>Components of SDN controller</vt:lpstr>
      <vt:lpstr>OpenFlow protocol</vt:lpstr>
      <vt:lpstr>OpenFlow: controller-to-switch messages</vt:lpstr>
      <vt:lpstr>OpenFlow: switch-to-controller messages</vt:lpstr>
      <vt:lpstr>SDN: control/data plane interaction example</vt:lpstr>
      <vt:lpstr>SDN: control/data plane interaction example</vt:lpstr>
      <vt:lpstr>SDN:  selected challenges</vt:lpstr>
      <vt:lpstr>SDN and the future of traditional network protocols</vt:lpstr>
      <vt:lpstr>Network layer: “control plane” roadmap</vt:lpstr>
      <vt:lpstr>ICMP: internet control message protocol</vt:lpstr>
      <vt:lpstr>Traceroute and ICMP</vt:lpstr>
      <vt:lpstr>Network layer: “control plane” roadmap</vt:lpstr>
      <vt:lpstr>What is network management?</vt:lpstr>
      <vt:lpstr>Components of network management</vt:lpstr>
      <vt:lpstr>PowerPoint Presentation</vt:lpstr>
      <vt:lpstr>Network operator approaches to management</vt:lpstr>
      <vt:lpstr>SNMP protocol</vt:lpstr>
      <vt:lpstr>PowerPoint Presentation</vt:lpstr>
      <vt:lpstr>PowerPoint Presentation</vt:lpstr>
      <vt:lpstr>SNMP: Management Information Base (MIB)</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James Kurose</dc:creator>
  <cp:lastModifiedBy>Windows User</cp:lastModifiedBy>
  <cp:revision>744</cp:revision>
  <cp:lastPrinted>2022-12-07T02:40:24Z</cp:lastPrinted>
  <dcterms:created xsi:type="dcterms:W3CDTF">2020-01-18T07:24:59Z</dcterms:created>
  <dcterms:modified xsi:type="dcterms:W3CDTF">2023-01-07T22:25:45Z</dcterms:modified>
</cp:coreProperties>
</file>