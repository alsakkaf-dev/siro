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sldIdLst>
    <p:sldId id="256" r:id="rId2"/>
    <p:sldId id="257" r:id="rId3"/>
    <p:sldId id="259" r:id="rId4"/>
    <p:sldId id="260" r:id="rId5"/>
    <p:sldId id="261" r:id="rId6"/>
    <p:sldId id="258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555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298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221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928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6/16/2025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87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6/16/2025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12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6/16/2025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826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720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691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584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058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A38F49-B3E2-4BF0-BEC7-C30D34ABBB8D}" type="datetime1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504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62F4922-8AC1-1B4B-F311-A4ECB6E89F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4778" y="988939"/>
            <a:ext cx="10058400" cy="1143000"/>
          </a:xfrm>
        </p:spPr>
        <p:txBody>
          <a:bodyPr>
            <a:normAutofit/>
          </a:bodyPr>
          <a:lstStyle/>
          <a:p>
            <a:pPr algn="ctr"/>
            <a:r>
              <a:rPr lang="en-US" sz="6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Exercises </a:t>
            </a:r>
          </a:p>
          <a:p>
            <a:endParaRPr lang="en-MY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0A34FBE-2622-FB70-822C-27E8A27B751A}"/>
              </a:ext>
            </a:extLst>
          </p:cNvPr>
          <p:cNvSpPr txBox="1">
            <a:spLocks/>
          </p:cNvSpPr>
          <p:nvPr/>
        </p:nvSpPr>
        <p:spPr>
          <a:xfrm>
            <a:off x="1413153" y="2131939"/>
            <a:ext cx="10058400" cy="1143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altLang="en-US" sz="6000" dirty="0">
                <a:solidFill>
                  <a:srgbClr val="0D0D0D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Britannic Bold"/>
                <a:cs typeface="Britannic Bold"/>
              </a:rPr>
              <a:t>Chi-Square Test &amp; Contingency Analysis</a:t>
            </a:r>
          </a:p>
        </p:txBody>
      </p:sp>
    </p:spTree>
    <p:extLst>
      <p:ext uri="{BB962C8B-B14F-4D97-AF65-F5344CB8AC3E}">
        <p14:creationId xmlns:p14="http://schemas.microsoft.com/office/powerpoint/2010/main" val="3779187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8AE931-222A-2C66-3AA3-A7A868151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Question 1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30CDE0-E4CB-773F-9442-BA758F1B99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8854" y="1675227"/>
            <a:ext cx="9374291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358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9B9CCC-F590-4AE8-1021-E2A274E38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D1A240-1233-68AA-6B13-55EB17C27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Question 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40D8A4-4D45-DEF1-E489-83ABF6AC7D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5898" y="1675227"/>
            <a:ext cx="9060204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869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CE6974-ABCF-EF03-5FE9-A493DA250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F8E96F-ED63-B601-A1DD-BC759BC35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Question 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496D68-138F-9961-750F-5FFA73FA7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5059" y="1624985"/>
            <a:ext cx="8344706" cy="4735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409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B48248-973C-4965-D260-54ED29B13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31BEF6-A980-355E-303D-6D3FE6618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Question 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0ECA26F-E7D6-3E78-2AF3-74ED81467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587" y="1675227"/>
            <a:ext cx="10278826" cy="439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092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btitle 2">
            <a:extLst>
              <a:ext uri="{FF2B5EF4-FFF2-40B4-BE49-F238E27FC236}">
                <a16:creationId xmlns:a16="http://schemas.microsoft.com/office/drawing/2014/main" id="{4B65F7B3-3C0C-E9A1-B272-467F3D467BF1}"/>
              </a:ext>
            </a:extLst>
          </p:cNvPr>
          <p:cNvSpPr txBox="1">
            <a:spLocks/>
          </p:cNvSpPr>
          <p:nvPr/>
        </p:nvSpPr>
        <p:spPr>
          <a:xfrm>
            <a:off x="1413153" y="2131939"/>
            <a:ext cx="10058400" cy="1143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tx2"/>
                </a:solidFill>
                <a:latin typeface="+mj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20000"/>
              </a:lnSpc>
            </a:pPr>
            <a:r>
              <a:rPr lang="en-US" altLang="en-US" sz="6000" dirty="0">
                <a:solidFill>
                  <a:srgbClr val="0D0D0D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Britannic Bold"/>
                <a:cs typeface="Britannic Bold"/>
              </a:rPr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1783982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162</TotalTime>
  <Words>17</Words>
  <Application>Microsoft Office PowerPoint</Application>
  <PresentationFormat>Widescreen</PresentationFormat>
  <Paragraphs>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Britannic Bold</vt:lpstr>
      <vt:lpstr>Calibri</vt:lpstr>
      <vt:lpstr>Calibri Light</vt:lpstr>
      <vt:lpstr>Office 2013 - 2022 Theme</vt:lpstr>
      <vt:lpstr>PowerPoint Presentation</vt:lpstr>
      <vt:lpstr>Question 1 </vt:lpstr>
      <vt:lpstr>Question 2</vt:lpstr>
      <vt:lpstr>Question 3</vt:lpstr>
      <vt:lpstr>Question 4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office2582</dc:creator>
  <cp:lastModifiedBy>office2582</cp:lastModifiedBy>
  <cp:revision>1</cp:revision>
  <dcterms:created xsi:type="dcterms:W3CDTF">2025-06-16T03:49:41Z</dcterms:created>
  <dcterms:modified xsi:type="dcterms:W3CDTF">2025-06-16T06:32:02Z</dcterms:modified>
</cp:coreProperties>
</file>