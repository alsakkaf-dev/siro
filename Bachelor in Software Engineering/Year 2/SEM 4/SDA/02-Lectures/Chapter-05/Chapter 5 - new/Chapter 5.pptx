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5"/>
  </p:notesMasterIdLst>
  <p:sldIdLst>
    <p:sldId id="256" r:id="rId2"/>
    <p:sldId id="257" r:id="rId3"/>
    <p:sldId id="328" r:id="rId4"/>
    <p:sldId id="321" r:id="rId5"/>
    <p:sldId id="322" r:id="rId6"/>
    <p:sldId id="298" r:id="rId7"/>
    <p:sldId id="299" r:id="rId8"/>
    <p:sldId id="323" r:id="rId9"/>
    <p:sldId id="324" r:id="rId10"/>
    <p:sldId id="325" r:id="rId11"/>
    <p:sldId id="326" r:id="rId12"/>
    <p:sldId id="286" r:id="rId13"/>
    <p:sldId id="287" r:id="rId14"/>
  </p:sldIdLst>
  <p:sldSz cx="12192000" cy="6858000"/>
  <p:notesSz cx="6858000" cy="9144000"/>
  <p:embeddedFontLst>
    <p:embeddedFont>
      <p:font typeface="Bradley Hand ITC" panose="03070402050302030203" pitchFamily="66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pen Sans SemiBold" panose="020B0706030804020204" pitchFamily="34" charset="0"/>
      <p:bold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Medium" panose="00000600000000000000" pitchFamily="2" charset="0"/>
      <p:regular r:id="rId27"/>
      <p:bold r:id="rId28"/>
      <p:italic r:id="rId29"/>
      <p:boldItalic r:id="rId30"/>
    </p:embeddedFont>
    <p:embeddedFont>
      <p:font typeface="Source Sans Pro Light" panose="020B0403030403020204" pitchFamily="34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4121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6039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586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449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7020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6363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0416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1292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55ca97c17c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g255ca97c17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55ca97c17c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g255ca97c17c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9" y="0"/>
            <a:ext cx="873652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346" y="943365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>
            <a:spLocks noGrp="1"/>
          </p:cNvSpPr>
          <p:nvPr>
            <p:ph type="pic" idx="2"/>
          </p:nvPr>
        </p:nvSpPr>
        <p:spPr>
          <a:xfrm>
            <a:off x="7093358" y="-16187"/>
            <a:ext cx="5097012" cy="68809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tro">
  <p:cSld name="1_intro">
    <p:bg>
      <p:bgPr>
        <a:solidFill>
          <a:srgbClr val="2C2C2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52000">
                <a:schemeClr val="lt1"/>
              </a:gs>
              <a:gs pos="82000">
                <a:srgbClr val="F2F2F2"/>
              </a:gs>
              <a:gs pos="100000">
                <a:schemeClr val="lt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4527052" y="-39938"/>
            <a:ext cx="7679193" cy="7005082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3"/>
          <p:cNvSpPr/>
          <p:nvPr/>
        </p:nvSpPr>
        <p:spPr>
          <a:xfrm>
            <a:off x="876629" y="-15775"/>
            <a:ext cx="7686809" cy="6857999"/>
          </a:xfrm>
          <a:custGeom>
            <a:avLst/>
            <a:gdLst/>
            <a:ahLst/>
            <a:cxnLst/>
            <a:rect l="l" t="t" r="r" b="b"/>
            <a:pathLst>
              <a:path w="10000" h="10000" extrusionOk="0">
                <a:moveTo>
                  <a:pt x="0" y="6404"/>
                </a:moveTo>
                <a:lnTo>
                  <a:pt x="0" y="10000"/>
                </a:lnTo>
                <a:lnTo>
                  <a:pt x="4844" y="10000"/>
                </a:lnTo>
                <a:lnTo>
                  <a:pt x="10000" y="0"/>
                </a:lnTo>
                <a:lnTo>
                  <a:pt x="3033" y="0"/>
                </a:lnTo>
                <a:lnTo>
                  <a:pt x="0" y="6404"/>
                </a:lnTo>
                <a:close/>
              </a:path>
            </a:pathLst>
          </a:custGeom>
          <a:gradFill>
            <a:gsLst>
              <a:gs pos="0">
                <a:srgbClr val="2C2C2C"/>
              </a:gs>
              <a:gs pos="5000">
                <a:srgbClr val="2C2C2C"/>
              </a:gs>
              <a:gs pos="62000">
                <a:srgbClr val="989898"/>
              </a:gs>
              <a:gs pos="100000">
                <a:srgbClr val="7F7F7F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-32223" y="-14401"/>
            <a:ext cx="8108976" cy="6902576"/>
          </a:xfrm>
          <a:custGeom>
            <a:avLst/>
            <a:gdLst/>
            <a:ahLst/>
            <a:cxnLst/>
            <a:rect l="l" t="t" r="r" b="b"/>
            <a:pathLst>
              <a:path w="13036" h="10065" extrusionOk="0">
                <a:moveTo>
                  <a:pt x="8" y="0"/>
                </a:moveTo>
                <a:lnTo>
                  <a:pt x="13036" y="26"/>
                </a:lnTo>
                <a:lnTo>
                  <a:pt x="6689" y="10065"/>
                </a:lnTo>
                <a:lnTo>
                  <a:pt x="0" y="10044"/>
                </a:lnTo>
                <a:cubicBezTo>
                  <a:pt x="17" y="6703"/>
                  <a:pt x="-9" y="3341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3F3F3F"/>
              </a:gs>
              <a:gs pos="52000">
                <a:srgbClr val="3F3F3F"/>
              </a:gs>
              <a:gs pos="82000">
                <a:srgbClr val="5A5A5A"/>
              </a:gs>
              <a:gs pos="100000">
                <a:srgbClr val="5F5F5F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209176" y="3456710"/>
            <a:ext cx="4299176" cy="3429000"/>
          </a:xfrm>
          <a:custGeom>
            <a:avLst/>
            <a:gdLst/>
            <a:ahLst/>
            <a:cxnLst/>
            <a:rect l="l" t="t" r="r" b="b"/>
            <a:pathLst>
              <a:path w="499" h="398" extrusionOk="0">
                <a:moveTo>
                  <a:pt x="499" y="0"/>
                </a:moveTo>
                <a:lnTo>
                  <a:pt x="226" y="0"/>
                </a:lnTo>
                <a:lnTo>
                  <a:pt x="0" y="398"/>
                </a:lnTo>
                <a:lnTo>
                  <a:pt x="273" y="398"/>
                </a:lnTo>
                <a:lnTo>
                  <a:pt x="499" y="0"/>
                </a:lnTo>
                <a:close/>
              </a:path>
            </a:pathLst>
          </a:custGeom>
          <a:gradFill>
            <a:gsLst>
              <a:gs pos="0">
                <a:srgbClr val="595959"/>
              </a:gs>
              <a:gs pos="68000">
                <a:srgbClr val="989898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960220" y="3450562"/>
            <a:ext cx="2619136" cy="3429000"/>
          </a:xfrm>
          <a:custGeom>
            <a:avLst/>
            <a:gdLst/>
            <a:ahLst/>
            <a:cxnLst/>
            <a:rect l="l" t="t" r="r" b="b"/>
            <a:pathLst>
              <a:path w="304" h="398" extrusionOk="0">
                <a:moveTo>
                  <a:pt x="0" y="398"/>
                </a:moveTo>
                <a:lnTo>
                  <a:pt x="74" y="398"/>
                </a:lnTo>
                <a:lnTo>
                  <a:pt x="304" y="0"/>
                </a:lnTo>
                <a:lnTo>
                  <a:pt x="223" y="0"/>
                </a:lnTo>
                <a:lnTo>
                  <a:pt x="0" y="398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367888" y="3713311"/>
            <a:ext cx="1835121" cy="3144689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" name="Google Shape;28;p3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97" y="970721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 rot="175485">
            <a:off x="1821520" y="4675411"/>
            <a:ext cx="2314796" cy="2272379"/>
          </a:xfrm>
          <a:custGeom>
            <a:avLst/>
            <a:gdLst/>
            <a:ahLst/>
            <a:cxnLst/>
            <a:rect l="l" t="t" r="r" b="b"/>
            <a:pathLst>
              <a:path w="2314796" h="2272379" extrusionOk="0">
                <a:moveTo>
                  <a:pt x="0" y="2272379"/>
                </a:moveTo>
                <a:lnTo>
                  <a:pt x="1183658" y="0"/>
                </a:lnTo>
                <a:lnTo>
                  <a:pt x="2314796" y="0"/>
                </a:lnTo>
                <a:lnTo>
                  <a:pt x="1226913" y="2162664"/>
                </a:lnTo>
                <a:lnTo>
                  <a:pt x="0" y="2272379"/>
                </a:lnTo>
                <a:close/>
              </a:path>
            </a:pathLst>
          </a:custGeom>
          <a:solidFill>
            <a:srgbClr val="BFBFBF">
              <a:alpha val="1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3"/>
          <p:cNvSpPr/>
          <p:nvPr/>
        </p:nvSpPr>
        <p:spPr>
          <a:xfrm rot="10800000">
            <a:off x="0" y="5616"/>
            <a:ext cx="1317018" cy="2121303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469449" y="3095152"/>
            <a:ext cx="1758053" cy="3140035"/>
          </a:xfrm>
          <a:custGeom>
            <a:avLst/>
            <a:gdLst/>
            <a:ahLst/>
            <a:cxnLst/>
            <a:rect l="l" t="t" r="r" b="b"/>
            <a:pathLst>
              <a:path w="6254" h="8532" extrusionOk="0">
                <a:moveTo>
                  <a:pt x="0" y="8532"/>
                </a:moveTo>
                <a:lnTo>
                  <a:pt x="2434" y="8532"/>
                </a:lnTo>
                <a:lnTo>
                  <a:pt x="6254" y="3388"/>
                </a:lnTo>
                <a:cubicBezTo>
                  <a:pt x="6237" y="2259"/>
                  <a:pt x="6219" y="1129"/>
                  <a:pt x="6202" y="0"/>
                </a:cubicBezTo>
                <a:lnTo>
                  <a:pt x="0" y="8532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1">
  <p:cSld name="Layout_0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4612640" y="921703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/>
          <p:nvPr/>
        </p:nvSpPr>
        <p:spPr>
          <a:xfrm rot="10800000">
            <a:off x="-1" y="1719943"/>
            <a:ext cx="622301" cy="309558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4612641" y="2573973"/>
            <a:ext cx="7081520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>
            <a:spLocks noGrp="1"/>
          </p:cNvSpPr>
          <p:nvPr>
            <p:ph type="pic" idx="2"/>
          </p:nvPr>
        </p:nvSpPr>
        <p:spPr>
          <a:xfrm>
            <a:off x="1228724" y="921703"/>
            <a:ext cx="2905785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id="40" name="Google Shape;40;p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2">
  <p:cSld name="blank_layout_02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5"/>
          <p:cNvSpPr/>
          <p:nvPr/>
        </p:nvSpPr>
        <p:spPr>
          <a:xfrm rot="10800000">
            <a:off x="2093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5"/>
          <p:cNvSpPr/>
          <p:nvPr/>
        </p:nvSpPr>
        <p:spPr>
          <a:xfrm rot="10800000">
            <a:off x="2095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Google Shape;47;p5"/>
          <p:cNvSpPr/>
          <p:nvPr/>
        </p:nvSpPr>
        <p:spPr>
          <a:xfrm rot="10800000">
            <a:off x="2093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" name="Google Shape;48;p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_layout_02">
  <p:cSld name="2_blank_layout_0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 flipH="1">
            <a:off x="11899557" y="0"/>
            <a:ext cx="61784" cy="627723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" name="Google Shape;59;p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4">
  <p:cSld name="Layout_04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/>
          <p:nvPr/>
        </p:nvSpPr>
        <p:spPr>
          <a:xfrm>
            <a:off x="729342" y="0"/>
            <a:ext cx="4285887" cy="62375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1" name="Google Shape;71;p9"/>
          <p:cNvGrpSpPr/>
          <p:nvPr/>
        </p:nvGrpSpPr>
        <p:grpSpPr>
          <a:xfrm>
            <a:off x="2561933" y="419857"/>
            <a:ext cx="613993" cy="75107"/>
            <a:chOff x="-1587" y="4763"/>
            <a:chExt cx="300037" cy="42862"/>
          </a:xfrm>
        </p:grpSpPr>
        <p:sp>
          <p:nvSpPr>
            <p:cNvPr id="72" name="Google Shape;72;p9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3" name="Google Shape;73;p9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1008176" y="2103437"/>
            <a:ext cx="38157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8">
  <p:cSld name="Layout_08">
    <p:bg>
      <p:bgPr>
        <a:solidFill>
          <a:srgbClr val="C04C4C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0" y="0"/>
            <a:ext cx="12192000" cy="4737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215900" dir="5400000" sx="98000" sy="98000" algn="t" rotWithShape="0">
              <a:srgbClr val="000000">
                <a:alpha val="1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1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3">
  <p:cSld name="Layout_03">
    <p:bg>
      <p:bgPr>
        <a:solidFill>
          <a:srgbClr val="C04C4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 rot="-8100000">
            <a:off x="2009576" y="364092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7293428" y="0"/>
            <a:ext cx="4365171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431800" dist="508000" dir="7860000" algn="r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8" name="Google Shape;88;p11"/>
          <p:cNvGrpSpPr/>
          <p:nvPr/>
        </p:nvGrpSpPr>
        <p:grpSpPr>
          <a:xfrm rot="10800000">
            <a:off x="9169016" y="6004017"/>
            <a:ext cx="613993" cy="75107"/>
            <a:chOff x="-1587" y="4763"/>
            <a:chExt cx="300037" cy="42862"/>
          </a:xfrm>
        </p:grpSpPr>
        <p:sp>
          <p:nvSpPr>
            <p:cNvPr id="89" name="Google Shape;89;p11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326572" y="1388382"/>
            <a:ext cx="66729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/>
          <p:nvPr/>
        </p:nvSpPr>
        <p:spPr>
          <a:xfrm rot="-5400000">
            <a:off x="5061976" y="2610139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5">
  <p:cSld name="Layout_05">
    <p:bg>
      <p:bgPr>
        <a:solidFill>
          <a:srgbClr val="C04C4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/>
          <p:nvPr/>
        </p:nvSpPr>
        <p:spPr>
          <a:xfrm rot="10800000">
            <a:off x="11064240" y="0"/>
            <a:ext cx="1127760" cy="1447800"/>
          </a:xfrm>
          <a:custGeom>
            <a:avLst/>
            <a:gdLst/>
            <a:ahLst/>
            <a:cxnLst/>
            <a:rect l="l" t="t" r="r" b="b"/>
            <a:pathLst>
              <a:path w="10001" h="10000" extrusionOk="0">
                <a:moveTo>
                  <a:pt x="30" y="0"/>
                </a:moveTo>
                <a:lnTo>
                  <a:pt x="10001" y="9971"/>
                </a:lnTo>
                <a:lnTo>
                  <a:pt x="1255" y="10000"/>
                </a:lnTo>
                <a:cubicBezTo>
                  <a:pt x="-92" y="10000"/>
                  <a:pt x="1" y="9419"/>
                  <a:pt x="1" y="8750"/>
                </a:cubicBezTo>
                <a:cubicBezTo>
                  <a:pt x="11" y="5833"/>
                  <a:pt x="20" y="2917"/>
                  <a:pt x="30" y="0"/>
                </a:cubicBezTo>
                <a:close/>
              </a:path>
            </a:pathLst>
          </a:cu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0" y="0"/>
            <a:ext cx="5148943" cy="6858000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rgbClr val="CBCBC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57200" dist="215900" sx="96000" sy="96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2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title"/>
          </p:nvPr>
        </p:nvSpPr>
        <p:spPr>
          <a:xfrm>
            <a:off x="500742" y="1286581"/>
            <a:ext cx="416922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>
            <a:spLocks noGrp="1"/>
          </p:cNvSpPr>
          <p:nvPr>
            <p:ph type="pic" idx="2"/>
          </p:nvPr>
        </p:nvSpPr>
        <p:spPr>
          <a:xfrm>
            <a:off x="8752114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2"/>
          <p:cNvSpPr>
            <a:spLocks noGrp="1"/>
          </p:cNvSpPr>
          <p:nvPr>
            <p:ph type="pic" idx="3"/>
          </p:nvPr>
        </p:nvSpPr>
        <p:spPr>
          <a:xfrm>
            <a:off x="5595258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8752114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5"/>
          </p:nvPr>
        </p:nvSpPr>
        <p:spPr>
          <a:xfrm>
            <a:off x="5595258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pic>
        <p:nvPicPr>
          <p:cNvPr id="105" name="Google Shape;105;p12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6">
  <p:cSld name="Layout_06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/>
          <p:nvPr/>
        </p:nvSpPr>
        <p:spPr>
          <a:xfrm>
            <a:off x="0" y="0"/>
            <a:ext cx="4539343" cy="6126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6151338" y="2766217"/>
            <a:ext cx="58229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580088" y="1982368"/>
            <a:ext cx="5265908" cy="2893260"/>
            <a:chOff x="-548507" y="477868"/>
            <a:chExt cx="11570449" cy="6357177"/>
          </a:xfrm>
        </p:grpSpPr>
        <p:sp>
          <p:nvSpPr>
            <p:cNvPr id="113" name="Google Shape;113;p13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/>
              <a:ahLst/>
              <a:cxnLst/>
              <a:rect l="l" t="t" r="r" b="b"/>
              <a:pathLst>
                <a:path w="1657350" h="57150" extrusionOk="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/>
              <a:ahLst/>
              <a:cxnLst/>
              <a:rect l="l" t="t" r="r" b="b"/>
              <a:pathLst>
                <a:path w="1314450" h="857250" extrusionOk="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/>
              <a:ahLst/>
              <a:cxnLst/>
              <a:rect l="l" t="t" r="r" b="b"/>
              <a:pathLst>
                <a:path w="1200150" h="733425" extrusionOk="0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/>
              <a:ahLst/>
              <a:cxnLst/>
              <a:rect l="l" t="t" r="r" b="b"/>
              <a:pathLst>
                <a:path w="1676400" h="66675" extrusionOk="0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/>
              <a:ahLst/>
              <a:cxnLst/>
              <a:rect l="l" t="t" r="r" b="b"/>
              <a:pathLst>
                <a:path w="1618413" h="184076" extrusionOk="0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18" name="Google Shape;118;p13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19" name="Google Shape;119;p13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1" name="Google Shape;121;p1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2" name="Google Shape;122;p13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24" name="Google Shape;124;p13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/>
              <a:ahLst/>
              <a:cxnLst/>
              <a:rect l="l" t="t" r="r" b="b"/>
              <a:pathLst>
                <a:path w="3976489" h="4035268" extrusionOk="0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25" name="Google Shape;125;p13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_layout_02">
  <p:cSld name="3_blank_layout_02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0" y="0"/>
            <a:ext cx="12192000" cy="193765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5939" y="1901929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9">
  <p:cSld name="Layout_09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8382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5"/>
          <p:cNvSpPr>
            <a:spLocks noGrp="1"/>
          </p:cNvSpPr>
          <p:nvPr>
            <p:ph type="pic" idx="3"/>
          </p:nvPr>
        </p:nvSpPr>
        <p:spPr>
          <a:xfrm>
            <a:off x="44958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5"/>
          <p:cNvSpPr>
            <a:spLocks noGrp="1"/>
          </p:cNvSpPr>
          <p:nvPr>
            <p:ph type="pic" idx="4"/>
          </p:nvPr>
        </p:nvSpPr>
        <p:spPr>
          <a:xfrm>
            <a:off x="8158725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pic>
        <p:nvPicPr>
          <p:cNvPr id="137" name="Google Shape;137;p15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0">
  <p:cSld name="Layout_10">
    <p:bg>
      <p:bgPr>
        <a:solidFill>
          <a:schemeClr val="lt1">
            <a:alpha val="36862"/>
          </a:schemeClr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17"/>
          <p:cNvSpPr>
            <a:spLocks noGrp="1"/>
          </p:cNvSpPr>
          <p:nvPr>
            <p:ph type="pic" idx="2"/>
          </p:nvPr>
        </p:nvSpPr>
        <p:spPr>
          <a:xfrm>
            <a:off x="0" y="0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7"/>
          <p:cNvSpPr>
            <a:spLocks noGrp="1"/>
          </p:cNvSpPr>
          <p:nvPr>
            <p:ph type="pic" idx="3"/>
          </p:nvPr>
        </p:nvSpPr>
        <p:spPr>
          <a:xfrm>
            <a:off x="2222200" y="2048338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7"/>
          <p:cNvSpPr>
            <a:spLocks noGrp="1"/>
          </p:cNvSpPr>
          <p:nvPr>
            <p:ph type="pic" idx="4"/>
          </p:nvPr>
        </p:nvSpPr>
        <p:spPr>
          <a:xfrm>
            <a:off x="0" y="4096676"/>
            <a:ext cx="2222500" cy="2036762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xfrm>
            <a:off x="5370653" y="355599"/>
            <a:ext cx="66429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7"/>
          <p:cNvSpPr/>
          <p:nvPr/>
        </p:nvSpPr>
        <p:spPr>
          <a:xfrm rot="10800000">
            <a:off x="2234075" y="7088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17"/>
          <p:cNvSpPr/>
          <p:nvPr/>
        </p:nvSpPr>
        <p:spPr>
          <a:xfrm rot="10800000">
            <a:off x="0" y="2048637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7"/>
          <p:cNvSpPr/>
          <p:nvPr/>
        </p:nvSpPr>
        <p:spPr>
          <a:xfrm rot="10800000">
            <a:off x="2238562" y="4096676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1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1">
  <p:cSld name="Layout_11">
    <p:bg>
      <p:bgPr>
        <a:solidFill>
          <a:schemeClr val="lt1">
            <a:alpha val="33725"/>
          </a:schemeClr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 rot="10800000">
            <a:off x="-26938" y="-20387"/>
            <a:ext cx="5402774" cy="6014786"/>
          </a:xfrm>
          <a:custGeom>
            <a:avLst/>
            <a:gdLst/>
            <a:ahLst/>
            <a:cxnLst/>
            <a:rect l="l" t="t" r="r" b="b"/>
            <a:pathLst>
              <a:path w="5402774" h="6002085" extrusionOk="0">
                <a:moveTo>
                  <a:pt x="2910621" y="7074"/>
                </a:moveTo>
                <a:lnTo>
                  <a:pt x="5402774" y="0"/>
                </a:lnTo>
                <a:cubicBezTo>
                  <a:pt x="5397067" y="2000695"/>
                  <a:pt x="5391361" y="4001390"/>
                  <a:pt x="5385654" y="6002085"/>
                </a:cubicBezTo>
                <a:lnTo>
                  <a:pt x="0" y="5983539"/>
                </a:lnTo>
                <a:lnTo>
                  <a:pt x="2910621" y="7074"/>
                </a:lnTo>
                <a:close/>
              </a:path>
            </a:pathLst>
          </a:custGeom>
          <a:gradFill>
            <a:gsLst>
              <a:gs pos="0">
                <a:srgbClr val="464646"/>
              </a:gs>
              <a:gs pos="92697">
                <a:srgbClr val="464646"/>
              </a:gs>
              <a:gs pos="100000">
                <a:srgbClr val="464646"/>
              </a:gs>
            </a:gsLst>
            <a:lin ang="5400000" scaled="0"/>
          </a:gra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5177642" y="863600"/>
            <a:ext cx="660240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/>
          <p:nvPr/>
        </p:nvSpPr>
        <p:spPr>
          <a:xfrm rot="10800000">
            <a:off x="589750" y="-12702"/>
            <a:ext cx="4953000" cy="6007101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C04C4C"/>
          </a:soli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3" name="Google Shape;163;p18"/>
          <p:cNvGrpSpPr/>
          <p:nvPr/>
        </p:nvGrpSpPr>
        <p:grpSpPr>
          <a:xfrm>
            <a:off x="1433777" y="5528221"/>
            <a:ext cx="613993" cy="75107"/>
            <a:chOff x="-1587" y="4763"/>
            <a:chExt cx="300037" cy="42862"/>
          </a:xfrm>
        </p:grpSpPr>
        <p:sp>
          <p:nvSpPr>
            <p:cNvPr id="164" name="Google Shape;164;p18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8" name="Google Shape;168;p18"/>
          <p:cNvSpPr/>
          <p:nvPr/>
        </p:nvSpPr>
        <p:spPr>
          <a:xfrm rot="10800000">
            <a:off x="2231874" y="4927332"/>
            <a:ext cx="1150304" cy="1395112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18"/>
          <p:cNvSpPr>
            <a:spLocks noGrp="1"/>
          </p:cNvSpPr>
          <p:nvPr>
            <p:ph type="pic" idx="2"/>
          </p:nvPr>
        </p:nvSpPr>
        <p:spPr>
          <a:xfrm>
            <a:off x="68665" y="921703"/>
            <a:ext cx="4459468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id="170" name="Google Shape;170;p18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1">
  <p:cSld name="blank_layout_01">
    <p:bg>
      <p:bgPr>
        <a:solidFill>
          <a:srgbClr val="C04C4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 rot="-8100000">
            <a:off x="8565369" y="-3309433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19"/>
          <p:cNvSpPr/>
          <p:nvPr/>
        </p:nvSpPr>
        <p:spPr>
          <a:xfrm rot="1408779">
            <a:off x="6843673" y="-624848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19"/>
          <p:cNvSpPr>
            <a:spLocks noGrp="1"/>
          </p:cNvSpPr>
          <p:nvPr>
            <p:ph type="pic" idx="2"/>
          </p:nvPr>
        </p:nvSpPr>
        <p:spPr>
          <a:xfrm>
            <a:off x="-109538" y="-83942"/>
            <a:ext cx="7441671" cy="70937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_layout_02">
  <p:cSld name="1_blank_layout_0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 rot="10800000">
            <a:off x="120965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0"/>
          <p:cNvSpPr/>
          <p:nvPr/>
        </p:nvSpPr>
        <p:spPr>
          <a:xfrm rot="10800000">
            <a:off x="120967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20"/>
          <p:cNvSpPr/>
          <p:nvPr/>
        </p:nvSpPr>
        <p:spPr>
          <a:xfrm rot="10800000">
            <a:off x="120965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36862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 sz="3200" b="1" i="0" u="none" strike="noStrike" cap="none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5553075" y="6413500"/>
            <a:ext cx="1085850" cy="444500"/>
          </a:xfrm>
          <a:custGeom>
            <a:avLst/>
            <a:gdLst/>
            <a:ahLst/>
            <a:cxnLst/>
            <a:rect l="l" t="t" r="r" b="b"/>
            <a:pathLst>
              <a:path w="2344943" h="407428" extrusionOk="0">
                <a:moveTo>
                  <a:pt x="550981" y="0"/>
                </a:moveTo>
                <a:lnTo>
                  <a:pt x="940996" y="0"/>
                </a:lnTo>
                <a:lnTo>
                  <a:pt x="1403945" y="0"/>
                </a:lnTo>
                <a:lnTo>
                  <a:pt x="1793961" y="0"/>
                </a:lnTo>
                <a:cubicBezTo>
                  <a:pt x="2111814" y="387"/>
                  <a:pt x="2144200" y="198956"/>
                  <a:pt x="2288061" y="355358"/>
                </a:cubicBezTo>
                <a:lnTo>
                  <a:pt x="2344943" y="407428"/>
                </a:lnTo>
                <a:lnTo>
                  <a:pt x="0" y="407428"/>
                </a:lnTo>
                <a:lnTo>
                  <a:pt x="56882" y="355358"/>
                </a:lnTo>
                <a:cubicBezTo>
                  <a:pt x="200743" y="198956"/>
                  <a:pt x="233129" y="387"/>
                  <a:pt x="550981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  <p:sldLayoutId id="214748366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780342" y="1674694"/>
            <a:ext cx="6041082" cy="350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</a:t>
            </a: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OFTWARE DESIGN </a:t>
            </a: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 ARCHITECTURE</a:t>
            </a: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(SDA)</a:t>
            </a: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5: Principles of Detail Design</a:t>
            </a:r>
            <a:endParaRPr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8090212" y="6595095"/>
            <a:ext cx="16818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 KUALA LUMPUR</a:t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98" y="6499364"/>
            <a:ext cx="2033624" cy="15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UTMSPACE">
            <a:extLst>
              <a:ext uri="{FF2B5EF4-FFF2-40B4-BE49-F238E27FC236}">
                <a16:creationId xmlns:a16="http://schemas.microsoft.com/office/drawing/2014/main" id="{06D66BE5-D0D0-3336-7372-310A4EC3B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837" y="5792231"/>
            <a:ext cx="2798763" cy="78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67691489-E6FF-BF2B-526D-D8F0B6951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DC8705-5F2F-01DB-3AD3-59FAC65FBD52}"/>
              </a:ext>
            </a:extLst>
          </p:cNvPr>
          <p:cNvGrpSpPr/>
          <p:nvPr/>
        </p:nvGrpSpPr>
        <p:grpSpPr>
          <a:xfrm>
            <a:off x="1427955" y="1675302"/>
            <a:ext cx="9451089" cy="3507396"/>
            <a:chOff x="2086323" y="2184140"/>
            <a:chExt cx="9451089" cy="3507396"/>
          </a:xfrm>
        </p:grpSpPr>
        <p:sp>
          <p:nvSpPr>
            <p:cNvPr id="198" name="Google Shape;198;p22"/>
            <p:cNvSpPr txBox="1"/>
            <p:nvPr/>
          </p:nvSpPr>
          <p:spPr>
            <a:xfrm>
              <a:off x="2086324" y="2184140"/>
              <a:ext cx="82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931926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01</a:t>
              </a:r>
              <a:endParaRPr/>
            </a:p>
          </p:txBody>
        </p:sp>
        <p:sp>
          <p:nvSpPr>
            <p:cNvPr id="199" name="Google Shape;199;p22"/>
            <p:cNvSpPr txBox="1"/>
            <p:nvPr/>
          </p:nvSpPr>
          <p:spPr>
            <a:xfrm>
              <a:off x="3027182" y="2184140"/>
              <a:ext cx="2553000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DETAIL DESIGN</a:t>
              </a:r>
              <a:endParaRPr dirty="0"/>
            </a:p>
          </p:txBody>
        </p:sp>
        <p:sp>
          <p:nvSpPr>
            <p:cNvPr id="200" name="Google Shape;200;p22"/>
            <p:cNvSpPr txBox="1"/>
            <p:nvPr/>
          </p:nvSpPr>
          <p:spPr>
            <a:xfrm>
              <a:off x="2086324" y="3483695"/>
              <a:ext cx="82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931926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02</a:t>
              </a:r>
              <a:endParaRPr/>
            </a:p>
          </p:txBody>
        </p:sp>
        <p:sp>
          <p:nvSpPr>
            <p:cNvPr id="201" name="Google Shape;201;p22"/>
            <p:cNvSpPr txBox="1"/>
            <p:nvPr/>
          </p:nvSpPr>
          <p:spPr>
            <a:xfrm>
              <a:off x="3027183" y="3483331"/>
              <a:ext cx="2553000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KEY TASKS DETAIL DESIGN</a:t>
              </a:r>
              <a:endParaRPr lang="en-US" dirty="0"/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6611817" y="2200040"/>
              <a:ext cx="82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dirty="0">
                  <a:solidFill>
                    <a:srgbClr val="931926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04</a:t>
              </a:r>
              <a:endParaRPr dirty="0"/>
            </a:p>
          </p:txBody>
        </p:sp>
        <p:sp>
          <p:nvSpPr>
            <p:cNvPr id="203" name="Google Shape;203;p22"/>
            <p:cNvSpPr txBox="1"/>
            <p:nvPr/>
          </p:nvSpPr>
          <p:spPr>
            <a:xfrm>
              <a:off x="7552676" y="2184140"/>
              <a:ext cx="3139410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b="1" dirty="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DETAIL DESIGN PRINCIPLE</a:t>
              </a:r>
              <a:endParaRPr dirty="0"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3005656" y="2567643"/>
              <a:ext cx="3984737" cy="579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7F7F7F"/>
                  </a:solidFill>
                  <a:latin typeface="Poppins"/>
                  <a:cs typeface="Poppins"/>
                  <a:sym typeface="Poppins"/>
                </a:rPr>
                <a:t>Overview and Principle of Detail Design</a:t>
              </a:r>
              <a:endParaRPr dirty="0"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3005656" y="3824979"/>
              <a:ext cx="3606161" cy="579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7F7F7F"/>
                  </a:solidFill>
                  <a:latin typeface="Poppins"/>
                  <a:cs typeface="Poppins"/>
                  <a:sym typeface="Poppins"/>
                </a:rPr>
                <a:t>Understanding, Creating, Evaluating, Documenting and Monitoring </a:t>
              </a:r>
              <a:endParaRPr dirty="0"/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7552675" y="2534978"/>
              <a:ext cx="3984737" cy="579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7F7F7F"/>
                  </a:solidFill>
                  <a:latin typeface="Poppins"/>
                  <a:ea typeface="Poppins"/>
                  <a:cs typeface="Poppins"/>
                  <a:sym typeface="Poppins"/>
                </a:rPr>
                <a:t>OCP, LSP and ISP. </a:t>
              </a:r>
              <a:endParaRPr dirty="0"/>
            </a:p>
          </p:txBody>
        </p:sp>
        <p:sp>
          <p:nvSpPr>
            <p:cNvPr id="6" name="Google Shape;202;p22">
              <a:extLst>
                <a:ext uri="{FF2B5EF4-FFF2-40B4-BE49-F238E27FC236}">
                  <a16:creationId xmlns:a16="http://schemas.microsoft.com/office/drawing/2014/main" id="{50F4D3FD-C90B-846F-5183-BD0AD3125355}"/>
                </a:ext>
              </a:extLst>
            </p:cNvPr>
            <p:cNvSpPr txBox="1"/>
            <p:nvPr/>
          </p:nvSpPr>
          <p:spPr>
            <a:xfrm>
              <a:off x="2086323" y="4777593"/>
              <a:ext cx="82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931926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03</a:t>
              </a:r>
              <a:endParaRPr/>
            </a:p>
          </p:txBody>
        </p:sp>
        <p:sp>
          <p:nvSpPr>
            <p:cNvPr id="7" name="Google Shape;203;p22">
              <a:extLst>
                <a:ext uri="{FF2B5EF4-FFF2-40B4-BE49-F238E27FC236}">
                  <a16:creationId xmlns:a16="http://schemas.microsoft.com/office/drawing/2014/main" id="{13AD60EE-BDF8-85DD-8656-21DBCAFA7005}"/>
                </a:ext>
              </a:extLst>
            </p:cNvPr>
            <p:cNvSpPr txBox="1"/>
            <p:nvPr/>
          </p:nvSpPr>
          <p:spPr>
            <a:xfrm>
              <a:off x="3027182" y="4761693"/>
              <a:ext cx="3160936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INTERNAL &amp; COMPONENT DESIGN</a:t>
              </a:r>
              <a:endParaRPr lang="en-US" dirty="0"/>
            </a:p>
          </p:txBody>
        </p:sp>
        <p:sp>
          <p:nvSpPr>
            <p:cNvPr id="8" name="Google Shape;212;p22">
              <a:extLst>
                <a:ext uri="{FF2B5EF4-FFF2-40B4-BE49-F238E27FC236}">
                  <a16:creationId xmlns:a16="http://schemas.microsoft.com/office/drawing/2014/main" id="{1598CC2D-5000-054A-0ABE-43A78B36F159}"/>
                </a:ext>
              </a:extLst>
            </p:cNvPr>
            <p:cNvSpPr/>
            <p:nvPr/>
          </p:nvSpPr>
          <p:spPr>
            <a:xfrm>
              <a:off x="3027181" y="5112531"/>
              <a:ext cx="3984737" cy="579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7F7F7F"/>
                  </a:solidFill>
                  <a:latin typeface="Poppins"/>
                  <a:cs typeface="Poppins"/>
                  <a:sym typeface="Poppins"/>
                </a:rPr>
                <a:t>OO Approach</a:t>
              </a: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3;p24">
            <a:extLst>
              <a:ext uri="{FF2B5EF4-FFF2-40B4-BE49-F238E27FC236}">
                <a16:creationId xmlns:a16="http://schemas.microsoft.com/office/drawing/2014/main" id="{0F6ACC4C-DF2F-1F09-31E3-650663ACBC88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THE DETAIL DESIGN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C7F828-19E1-0DBF-9A3B-E4E3DFB3F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966" y="1028163"/>
            <a:ext cx="9666067" cy="554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4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8DFCA6-2B66-6127-6464-3503C744B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4715" y="1028163"/>
            <a:ext cx="2087589" cy="208758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22EDB9-A6F8-C175-0045-338A465F8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76500"/>
              </p:ext>
            </p:extLst>
          </p:nvPr>
        </p:nvGraphicFramePr>
        <p:xfrm>
          <a:off x="709696" y="1828800"/>
          <a:ext cx="8093127" cy="3200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97709">
                  <a:extLst>
                    <a:ext uri="{9D8B030D-6E8A-4147-A177-3AD203B41FA5}">
                      <a16:colId xmlns:a16="http://schemas.microsoft.com/office/drawing/2014/main" val="598221729"/>
                    </a:ext>
                  </a:extLst>
                </a:gridCol>
                <a:gridCol w="2697709">
                  <a:extLst>
                    <a:ext uri="{9D8B030D-6E8A-4147-A177-3AD203B41FA5}">
                      <a16:colId xmlns:a16="http://schemas.microsoft.com/office/drawing/2014/main" val="3328094245"/>
                    </a:ext>
                  </a:extLst>
                </a:gridCol>
                <a:gridCol w="2697709">
                  <a:extLst>
                    <a:ext uri="{9D8B030D-6E8A-4147-A177-3AD203B41FA5}">
                      <a16:colId xmlns:a16="http://schemas.microsoft.com/office/drawing/2014/main" val="579852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en-MY" b="1">
                          <a:effectLst/>
                        </a:rPr>
                        <a:t>Aspect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MY" b="1" dirty="0">
                          <a:effectLst/>
                        </a:rPr>
                        <a:t>Architectural Design (Style)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MY" b="1" dirty="0">
                          <a:effectLst/>
                        </a:rPr>
                        <a:t>Detailed Design (Pattern)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967262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Focuses on high-level system structures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Deals with specifics of individual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863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Abstraction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Conceptual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Concrete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746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Granularity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Large-scale components and interactions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Finer-grained details like algorithms, data structures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523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Decision 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Strategic decisions about system organization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Tactical decisions about implementation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630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Performance, scalability, 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>
                          <a:effectLst/>
                        </a:rPr>
                        <a:t>Functionality and efficiency of modules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009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MY">
                          <a:effectLst/>
                        </a:rPr>
                        <a:t>System architecture, interfaces, interactions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</a:rPr>
                        <a:t>Detailed design decisions, data structures, 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769447"/>
                  </a:ext>
                </a:extLst>
              </a:tr>
            </a:tbl>
          </a:graphicData>
        </a:graphic>
      </p:graphicFrame>
      <p:sp>
        <p:nvSpPr>
          <p:cNvPr id="6" name="Google Shape;343;p24">
            <a:extLst>
              <a:ext uri="{FF2B5EF4-FFF2-40B4-BE49-F238E27FC236}">
                <a16:creationId xmlns:a16="http://schemas.microsoft.com/office/drawing/2014/main" id="{E17CB48E-7E5F-27C3-C6CD-CAE0D66CFFF2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ARCHITECTURAL VS DETAIL DESIGN</a:t>
            </a:r>
          </a:p>
        </p:txBody>
      </p:sp>
    </p:spTree>
    <p:extLst>
      <p:ext uri="{BB962C8B-B14F-4D97-AF65-F5344CB8AC3E}">
        <p14:creationId xmlns:p14="http://schemas.microsoft.com/office/powerpoint/2010/main" val="340602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343;p24">
            <a:extLst>
              <a:ext uri="{FF2B5EF4-FFF2-40B4-BE49-F238E27FC236}">
                <a16:creationId xmlns:a16="http://schemas.microsoft.com/office/drawing/2014/main" id="{DC2F39EB-709F-EF21-76B9-FC2AE256E39C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WHAT IT LOOK LIKES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B14834-632A-F1B7-08F7-BD7E07A65AA1}"/>
              </a:ext>
            </a:extLst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52530" y="923232"/>
            <a:ext cx="3133725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DB8C26-5393-B537-D5EF-B421753AD770}"/>
              </a:ext>
            </a:extLst>
          </p:cNvPr>
          <p:cNvSpPr txBox="1"/>
          <p:nvPr/>
        </p:nvSpPr>
        <p:spPr>
          <a:xfrm>
            <a:off x="2990330" y="153283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  <a:latin typeface="Bradley Hand ITC" pitchFamily="66" charset="0"/>
              </a:rPr>
              <a:t>Designer’s Mental Model During Detailed Design!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231173-57C3-A2C2-EC1F-ED4C0944EBDA}"/>
              </a:ext>
            </a:extLst>
          </p:cNvPr>
          <p:cNvSpPr txBox="1"/>
          <p:nvPr/>
        </p:nvSpPr>
        <p:spPr>
          <a:xfrm>
            <a:off x="3066530" y="3285432"/>
            <a:ext cx="228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If given requirements and architecture, detailed designers must move the project forward all the way to code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0E3598-20E4-B65F-77DB-048E2BEA2BD0}"/>
              </a:ext>
            </a:extLst>
          </p:cNvPr>
          <p:cNvSpPr txBox="1"/>
          <p:nvPr/>
        </p:nvSpPr>
        <p:spPr>
          <a:xfrm>
            <a:off x="8629130" y="3437832"/>
            <a:ext cx="2362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If given code, detailed designers must be able to reverse engineer the code to produce detailed and architectural designs.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BF9F3A-A710-07D9-6929-C08E8E268A9D}"/>
              </a:ext>
            </a:extLst>
          </p:cNvPr>
          <p:cNvSpPr txBox="1"/>
          <p:nvPr/>
        </p:nvSpPr>
        <p:spPr>
          <a:xfrm>
            <a:off x="5200130" y="5647632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When starting at detailed design,  designers must be able to produce both code and architectural designs</a:t>
            </a:r>
          </a:p>
        </p:txBody>
      </p:sp>
      <p:sp>
        <p:nvSpPr>
          <p:cNvPr id="22" name="Freeform 14">
            <a:extLst>
              <a:ext uri="{FF2B5EF4-FFF2-40B4-BE49-F238E27FC236}">
                <a16:creationId xmlns:a16="http://schemas.microsoft.com/office/drawing/2014/main" id="{DBBACCE6-9013-7ECF-BD45-AD2F772F7B3B}"/>
              </a:ext>
            </a:extLst>
          </p:cNvPr>
          <p:cNvSpPr/>
          <p:nvPr/>
        </p:nvSpPr>
        <p:spPr>
          <a:xfrm>
            <a:off x="5846243" y="5323782"/>
            <a:ext cx="887412" cy="371475"/>
          </a:xfrm>
          <a:custGeom>
            <a:avLst/>
            <a:gdLst>
              <a:gd name="connsiteX0" fmla="*/ 1587 w 887412"/>
              <a:gd name="connsiteY0" fmla="*/ 371475 h 371475"/>
              <a:gd name="connsiteX1" fmla="*/ 58737 w 887412"/>
              <a:gd name="connsiteY1" fmla="*/ 276225 h 371475"/>
              <a:gd name="connsiteX2" fmla="*/ 354012 w 887412"/>
              <a:gd name="connsiteY2" fmla="*/ 219075 h 371475"/>
              <a:gd name="connsiteX3" fmla="*/ 773112 w 887412"/>
              <a:gd name="connsiteY3" fmla="*/ 161925 h 371475"/>
              <a:gd name="connsiteX4" fmla="*/ 887412 w 887412"/>
              <a:gd name="connsiteY4" fmla="*/ 0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412" h="371475">
                <a:moveTo>
                  <a:pt x="1587" y="371475"/>
                </a:moveTo>
                <a:cubicBezTo>
                  <a:pt x="793" y="336550"/>
                  <a:pt x="0" y="301625"/>
                  <a:pt x="58737" y="276225"/>
                </a:cubicBezTo>
                <a:cubicBezTo>
                  <a:pt x="117474" y="250825"/>
                  <a:pt x="234950" y="238125"/>
                  <a:pt x="354012" y="219075"/>
                </a:cubicBezTo>
                <a:cubicBezTo>
                  <a:pt x="473075" y="200025"/>
                  <a:pt x="684212" y="198437"/>
                  <a:pt x="773112" y="161925"/>
                </a:cubicBezTo>
                <a:cubicBezTo>
                  <a:pt x="862012" y="125413"/>
                  <a:pt x="874712" y="62706"/>
                  <a:pt x="887412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15">
            <a:extLst>
              <a:ext uri="{FF2B5EF4-FFF2-40B4-BE49-F238E27FC236}">
                <a16:creationId xmlns:a16="http://schemas.microsoft.com/office/drawing/2014/main" id="{0A08FE22-3801-5E18-7D88-B6136A6E1888}"/>
              </a:ext>
            </a:extLst>
          </p:cNvPr>
          <p:cNvSpPr/>
          <p:nvPr/>
        </p:nvSpPr>
        <p:spPr>
          <a:xfrm flipH="1">
            <a:off x="7068617" y="5323782"/>
            <a:ext cx="874713" cy="371475"/>
          </a:xfrm>
          <a:custGeom>
            <a:avLst/>
            <a:gdLst>
              <a:gd name="connsiteX0" fmla="*/ 1587 w 887412"/>
              <a:gd name="connsiteY0" fmla="*/ 371475 h 371475"/>
              <a:gd name="connsiteX1" fmla="*/ 58737 w 887412"/>
              <a:gd name="connsiteY1" fmla="*/ 276225 h 371475"/>
              <a:gd name="connsiteX2" fmla="*/ 354012 w 887412"/>
              <a:gd name="connsiteY2" fmla="*/ 219075 h 371475"/>
              <a:gd name="connsiteX3" fmla="*/ 773112 w 887412"/>
              <a:gd name="connsiteY3" fmla="*/ 161925 h 371475"/>
              <a:gd name="connsiteX4" fmla="*/ 887412 w 887412"/>
              <a:gd name="connsiteY4" fmla="*/ 0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412" h="371475">
                <a:moveTo>
                  <a:pt x="1587" y="371475"/>
                </a:moveTo>
                <a:cubicBezTo>
                  <a:pt x="793" y="336550"/>
                  <a:pt x="0" y="301625"/>
                  <a:pt x="58737" y="276225"/>
                </a:cubicBezTo>
                <a:cubicBezTo>
                  <a:pt x="117474" y="250825"/>
                  <a:pt x="234950" y="238125"/>
                  <a:pt x="354012" y="219075"/>
                </a:cubicBezTo>
                <a:cubicBezTo>
                  <a:pt x="473075" y="200025"/>
                  <a:pt x="684212" y="198437"/>
                  <a:pt x="773112" y="161925"/>
                </a:cubicBezTo>
                <a:cubicBezTo>
                  <a:pt x="862012" y="125413"/>
                  <a:pt x="874712" y="62706"/>
                  <a:pt x="887412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BEACD59C-D507-EF98-1D41-CD15D041B9B4}"/>
              </a:ext>
            </a:extLst>
          </p:cNvPr>
          <p:cNvSpPr/>
          <p:nvPr/>
        </p:nvSpPr>
        <p:spPr>
          <a:xfrm>
            <a:off x="8248130" y="4114107"/>
            <a:ext cx="809625" cy="990600"/>
          </a:xfrm>
          <a:custGeom>
            <a:avLst/>
            <a:gdLst>
              <a:gd name="connsiteX0" fmla="*/ 809625 w 809625"/>
              <a:gd name="connsiteY0" fmla="*/ 0 h 990600"/>
              <a:gd name="connsiteX1" fmla="*/ 533400 w 809625"/>
              <a:gd name="connsiteY1" fmla="*/ 285750 h 990600"/>
              <a:gd name="connsiteX2" fmla="*/ 495300 w 809625"/>
              <a:gd name="connsiteY2" fmla="*/ 742950 h 990600"/>
              <a:gd name="connsiteX3" fmla="*/ 0 w 809625"/>
              <a:gd name="connsiteY3" fmla="*/ 9906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625" h="990600">
                <a:moveTo>
                  <a:pt x="809625" y="0"/>
                </a:moveTo>
                <a:cubicBezTo>
                  <a:pt x="697706" y="80962"/>
                  <a:pt x="585788" y="161925"/>
                  <a:pt x="533400" y="285750"/>
                </a:cubicBezTo>
                <a:cubicBezTo>
                  <a:pt x="481012" y="409575"/>
                  <a:pt x="584200" y="625475"/>
                  <a:pt x="495300" y="742950"/>
                </a:cubicBezTo>
                <a:cubicBezTo>
                  <a:pt x="406400" y="860425"/>
                  <a:pt x="203200" y="925512"/>
                  <a:pt x="0" y="99060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0C93D6B9-C614-2AEE-B7EB-BB58C4966C1A}"/>
              </a:ext>
            </a:extLst>
          </p:cNvPr>
          <p:cNvSpPr/>
          <p:nvPr/>
        </p:nvSpPr>
        <p:spPr>
          <a:xfrm flipH="1">
            <a:off x="4895330" y="3971232"/>
            <a:ext cx="685800" cy="990600"/>
          </a:xfrm>
          <a:custGeom>
            <a:avLst/>
            <a:gdLst>
              <a:gd name="connsiteX0" fmla="*/ 809625 w 809625"/>
              <a:gd name="connsiteY0" fmla="*/ 0 h 990600"/>
              <a:gd name="connsiteX1" fmla="*/ 533400 w 809625"/>
              <a:gd name="connsiteY1" fmla="*/ 285750 h 990600"/>
              <a:gd name="connsiteX2" fmla="*/ 495300 w 809625"/>
              <a:gd name="connsiteY2" fmla="*/ 742950 h 990600"/>
              <a:gd name="connsiteX3" fmla="*/ 0 w 809625"/>
              <a:gd name="connsiteY3" fmla="*/ 9906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625" h="990600">
                <a:moveTo>
                  <a:pt x="809625" y="0"/>
                </a:moveTo>
                <a:cubicBezTo>
                  <a:pt x="697706" y="80962"/>
                  <a:pt x="585788" y="161925"/>
                  <a:pt x="533400" y="285750"/>
                </a:cubicBezTo>
                <a:cubicBezTo>
                  <a:pt x="481012" y="409575"/>
                  <a:pt x="584200" y="625475"/>
                  <a:pt x="495300" y="742950"/>
                </a:cubicBezTo>
                <a:cubicBezTo>
                  <a:pt x="406400" y="860425"/>
                  <a:pt x="203200" y="925512"/>
                  <a:pt x="0" y="99060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A1B1A0-BB59-6732-6378-6244DE7B8FCC}"/>
              </a:ext>
            </a:extLst>
          </p:cNvPr>
          <p:cNvSpPr txBox="1"/>
          <p:nvPr/>
        </p:nvSpPr>
        <p:spPr>
          <a:xfrm>
            <a:off x="8476730" y="1532832"/>
            <a:ext cx="2514600" cy="1384995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rgbClr val="C00000"/>
                </a:solidFill>
                <a:latin typeface="Bradley Hand ITC" pitchFamily="66" charset="0"/>
              </a:rPr>
              <a:t>Important</a:t>
            </a:r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:</a:t>
            </a:r>
          </a:p>
          <a:p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During detailed design, the use of industry-grade development tools are essential for modeling, code generation, compiling generated code, reverse engineering, software configuration management, etc.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8EB4166-3AF7-9AB4-8B1F-979E541F90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868"/>
          <a:stretch/>
        </p:blipFill>
        <p:spPr bwMode="auto">
          <a:xfrm>
            <a:off x="1315377" y="3700930"/>
            <a:ext cx="835307" cy="249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40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343;p24">
            <a:extLst>
              <a:ext uri="{FF2B5EF4-FFF2-40B4-BE49-F238E27FC236}">
                <a16:creationId xmlns:a16="http://schemas.microsoft.com/office/drawing/2014/main" id="{DC2F39EB-709F-EF21-76B9-FC2AE256E39C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THE KEY TASK IN DETAIL DESIGN</a:t>
            </a:r>
          </a:p>
        </p:txBody>
      </p:sp>
      <p:sp>
        <p:nvSpPr>
          <p:cNvPr id="5" name="Google Shape;238;p24">
            <a:extLst>
              <a:ext uri="{FF2B5EF4-FFF2-40B4-BE49-F238E27FC236}">
                <a16:creationId xmlns:a16="http://schemas.microsoft.com/office/drawing/2014/main" id="{566AB927-ECAB-9E2F-4B42-38D7F6BB8F9C}"/>
              </a:ext>
            </a:extLst>
          </p:cNvPr>
          <p:cNvSpPr/>
          <p:nvPr/>
        </p:nvSpPr>
        <p:spPr>
          <a:xfrm>
            <a:off x="4988428" y="1907462"/>
            <a:ext cx="1910159" cy="1089632"/>
          </a:xfrm>
          <a:custGeom>
            <a:avLst/>
            <a:gdLst/>
            <a:ahLst/>
            <a:cxnLst/>
            <a:rect l="l" t="t" r="r" b="b"/>
            <a:pathLst>
              <a:path w="757" h="432" extrusionOk="0">
                <a:moveTo>
                  <a:pt x="89" y="332"/>
                </a:moveTo>
                <a:cubicBezTo>
                  <a:pt x="122" y="432"/>
                  <a:pt x="122" y="432"/>
                  <a:pt x="122" y="432"/>
                </a:cubicBezTo>
                <a:cubicBezTo>
                  <a:pt x="195" y="377"/>
                  <a:pt x="286" y="344"/>
                  <a:pt x="384" y="344"/>
                </a:cubicBezTo>
                <a:cubicBezTo>
                  <a:pt x="469" y="344"/>
                  <a:pt x="547" y="368"/>
                  <a:pt x="614" y="410"/>
                </a:cubicBezTo>
                <a:cubicBezTo>
                  <a:pt x="699" y="347"/>
                  <a:pt x="699" y="347"/>
                  <a:pt x="699" y="347"/>
                </a:cubicBezTo>
                <a:cubicBezTo>
                  <a:pt x="757" y="68"/>
                  <a:pt x="757" y="68"/>
                  <a:pt x="757" y="68"/>
                </a:cubicBezTo>
                <a:cubicBezTo>
                  <a:pt x="467" y="0"/>
                  <a:pt x="200" y="105"/>
                  <a:pt x="0" y="278"/>
                </a:cubicBezTo>
                <a:lnTo>
                  <a:pt x="89" y="332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570D15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Google Shape;239;p24">
            <a:extLst>
              <a:ext uri="{FF2B5EF4-FFF2-40B4-BE49-F238E27FC236}">
                <a16:creationId xmlns:a16="http://schemas.microsoft.com/office/drawing/2014/main" id="{7AB74E2F-C729-E5DF-E002-A04D7C5C518C}"/>
              </a:ext>
            </a:extLst>
          </p:cNvPr>
          <p:cNvSpPr/>
          <p:nvPr/>
        </p:nvSpPr>
        <p:spPr>
          <a:xfrm>
            <a:off x="5760800" y="1741280"/>
            <a:ext cx="895122" cy="8932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240;p24">
            <a:extLst>
              <a:ext uri="{FF2B5EF4-FFF2-40B4-BE49-F238E27FC236}">
                <a16:creationId xmlns:a16="http://schemas.microsoft.com/office/drawing/2014/main" id="{459F31DE-6246-9083-8AA0-2152791BBE9E}"/>
              </a:ext>
            </a:extLst>
          </p:cNvPr>
          <p:cNvSpPr/>
          <p:nvPr/>
        </p:nvSpPr>
        <p:spPr>
          <a:xfrm>
            <a:off x="6587938" y="2560863"/>
            <a:ext cx="1370065" cy="1733590"/>
          </a:xfrm>
          <a:custGeom>
            <a:avLst/>
            <a:gdLst/>
            <a:ahLst/>
            <a:cxnLst/>
            <a:rect l="l" t="t" r="r" b="b"/>
            <a:pathLst>
              <a:path w="543" h="687" extrusionOk="0">
                <a:moveTo>
                  <a:pt x="85" y="102"/>
                </a:moveTo>
                <a:cubicBezTo>
                  <a:pt x="0" y="164"/>
                  <a:pt x="0" y="164"/>
                  <a:pt x="0" y="164"/>
                </a:cubicBezTo>
                <a:cubicBezTo>
                  <a:pt x="75" y="217"/>
                  <a:pt x="134" y="293"/>
                  <a:pt x="165" y="387"/>
                </a:cubicBezTo>
                <a:cubicBezTo>
                  <a:pt x="191" y="467"/>
                  <a:pt x="192" y="549"/>
                  <a:pt x="173" y="625"/>
                </a:cubicBezTo>
                <a:cubicBezTo>
                  <a:pt x="259" y="687"/>
                  <a:pt x="259" y="687"/>
                  <a:pt x="259" y="687"/>
                </a:cubicBezTo>
                <a:cubicBezTo>
                  <a:pt x="543" y="655"/>
                  <a:pt x="543" y="655"/>
                  <a:pt x="543" y="655"/>
                </a:cubicBezTo>
                <a:cubicBezTo>
                  <a:pt x="518" y="358"/>
                  <a:pt x="336" y="137"/>
                  <a:pt x="109" y="0"/>
                </a:cubicBezTo>
                <a:lnTo>
                  <a:pt x="85" y="1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Google Shape;241;p24">
            <a:extLst>
              <a:ext uri="{FF2B5EF4-FFF2-40B4-BE49-F238E27FC236}">
                <a16:creationId xmlns:a16="http://schemas.microsoft.com/office/drawing/2014/main" id="{AF061F5B-1FB3-9016-C32E-51C7FE6732E6}"/>
              </a:ext>
            </a:extLst>
          </p:cNvPr>
          <p:cNvSpPr/>
          <p:nvPr/>
        </p:nvSpPr>
        <p:spPr>
          <a:xfrm>
            <a:off x="7029833" y="2980098"/>
            <a:ext cx="1226543" cy="1226544"/>
          </a:xfrm>
          <a:custGeom>
            <a:avLst/>
            <a:gdLst/>
            <a:ahLst/>
            <a:cxnLst/>
            <a:rect l="l" t="t" r="r" b="b"/>
            <a:pathLst>
              <a:path w="486" h="486" extrusionOk="0">
                <a:moveTo>
                  <a:pt x="310" y="449"/>
                </a:moveTo>
                <a:cubicBezTo>
                  <a:pt x="196" y="486"/>
                  <a:pt x="74" y="423"/>
                  <a:pt x="37" y="310"/>
                </a:cubicBezTo>
                <a:cubicBezTo>
                  <a:pt x="0" y="196"/>
                  <a:pt x="62" y="74"/>
                  <a:pt x="176" y="37"/>
                </a:cubicBezTo>
                <a:cubicBezTo>
                  <a:pt x="290" y="0"/>
                  <a:pt x="412" y="62"/>
                  <a:pt x="449" y="176"/>
                </a:cubicBezTo>
                <a:cubicBezTo>
                  <a:pt x="486" y="290"/>
                  <a:pt x="423" y="412"/>
                  <a:pt x="310" y="4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  <a:effectLst>
            <a:outerShdw blurRad="127000" dist="38100" dir="108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242;p24">
            <a:extLst>
              <a:ext uri="{FF2B5EF4-FFF2-40B4-BE49-F238E27FC236}">
                <a16:creationId xmlns:a16="http://schemas.microsoft.com/office/drawing/2014/main" id="{B471F395-4BDE-59C6-46DF-AF39BDA78E17}"/>
              </a:ext>
            </a:extLst>
          </p:cNvPr>
          <p:cNvSpPr/>
          <p:nvPr/>
        </p:nvSpPr>
        <p:spPr>
          <a:xfrm>
            <a:off x="7140307" y="3090571"/>
            <a:ext cx="1001818" cy="1001819"/>
          </a:xfrm>
          <a:custGeom>
            <a:avLst/>
            <a:gdLst/>
            <a:ahLst/>
            <a:cxnLst/>
            <a:rect l="l" t="t" r="r" b="b"/>
            <a:pathLst>
              <a:path w="397" h="397" extrusionOk="0">
                <a:moveTo>
                  <a:pt x="30" y="253"/>
                </a:moveTo>
                <a:cubicBezTo>
                  <a:pt x="0" y="161"/>
                  <a:pt x="51" y="60"/>
                  <a:pt x="144" y="30"/>
                </a:cubicBezTo>
                <a:cubicBezTo>
                  <a:pt x="237" y="0"/>
                  <a:pt x="337" y="51"/>
                  <a:pt x="367" y="144"/>
                </a:cubicBezTo>
                <a:cubicBezTo>
                  <a:pt x="397" y="237"/>
                  <a:pt x="346" y="337"/>
                  <a:pt x="253" y="367"/>
                </a:cubicBezTo>
                <a:cubicBezTo>
                  <a:pt x="161" y="397"/>
                  <a:pt x="60" y="346"/>
                  <a:pt x="30" y="2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Google Shape;243;p24">
            <a:extLst>
              <a:ext uri="{FF2B5EF4-FFF2-40B4-BE49-F238E27FC236}">
                <a16:creationId xmlns:a16="http://schemas.microsoft.com/office/drawing/2014/main" id="{1A6ADBC1-0665-A38D-8358-965A9B1342DB}"/>
              </a:ext>
            </a:extLst>
          </p:cNvPr>
          <p:cNvSpPr/>
          <p:nvPr/>
        </p:nvSpPr>
        <p:spPr>
          <a:xfrm>
            <a:off x="5957198" y="4199088"/>
            <a:ext cx="1531526" cy="1685435"/>
          </a:xfrm>
          <a:custGeom>
            <a:avLst/>
            <a:gdLst/>
            <a:ahLst/>
            <a:cxnLst/>
            <a:rect l="l" t="t" r="r" b="b"/>
            <a:pathLst>
              <a:path w="607" h="668" extrusionOk="0">
                <a:moveTo>
                  <a:pt x="503" y="61"/>
                </a:moveTo>
                <a:cubicBezTo>
                  <a:pt x="417" y="0"/>
                  <a:pt x="417" y="0"/>
                  <a:pt x="417" y="0"/>
                </a:cubicBezTo>
                <a:cubicBezTo>
                  <a:pt x="390" y="87"/>
                  <a:pt x="336" y="167"/>
                  <a:pt x="257" y="225"/>
                </a:cubicBezTo>
                <a:cubicBezTo>
                  <a:pt x="188" y="274"/>
                  <a:pt x="111" y="301"/>
                  <a:pt x="32" y="307"/>
                </a:cubicBezTo>
                <a:cubicBezTo>
                  <a:pt x="0" y="408"/>
                  <a:pt x="0" y="408"/>
                  <a:pt x="0" y="408"/>
                </a:cubicBezTo>
                <a:cubicBezTo>
                  <a:pt x="118" y="668"/>
                  <a:pt x="118" y="668"/>
                  <a:pt x="118" y="668"/>
                </a:cubicBezTo>
                <a:cubicBezTo>
                  <a:pt x="392" y="552"/>
                  <a:pt x="547" y="311"/>
                  <a:pt x="607" y="53"/>
                </a:cubicBezTo>
                <a:lnTo>
                  <a:pt x="503" y="6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Google Shape;244;p24">
            <a:extLst>
              <a:ext uri="{FF2B5EF4-FFF2-40B4-BE49-F238E27FC236}">
                <a16:creationId xmlns:a16="http://schemas.microsoft.com/office/drawing/2014/main" id="{80C84F5B-0292-5CC2-A995-ED798861E041}"/>
              </a:ext>
            </a:extLst>
          </p:cNvPr>
          <p:cNvSpPr/>
          <p:nvPr/>
        </p:nvSpPr>
        <p:spPr>
          <a:xfrm>
            <a:off x="6129046" y="4369844"/>
            <a:ext cx="1238818" cy="1238818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70" y="372"/>
                </a:moveTo>
                <a:cubicBezTo>
                  <a:pt x="0" y="276"/>
                  <a:pt x="21" y="140"/>
                  <a:pt x="118" y="70"/>
                </a:cubicBezTo>
                <a:cubicBezTo>
                  <a:pt x="215" y="0"/>
                  <a:pt x="351" y="21"/>
                  <a:pt x="421" y="118"/>
                </a:cubicBezTo>
                <a:cubicBezTo>
                  <a:pt x="491" y="215"/>
                  <a:pt x="470" y="350"/>
                  <a:pt x="373" y="420"/>
                </a:cubicBezTo>
                <a:cubicBezTo>
                  <a:pt x="276" y="491"/>
                  <a:pt x="141" y="469"/>
                  <a:pt x="70" y="372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  <a:effectLst>
            <a:outerShdw blurRad="127000" dist="38100" dir="162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45;p24">
            <a:extLst>
              <a:ext uri="{FF2B5EF4-FFF2-40B4-BE49-F238E27FC236}">
                <a16:creationId xmlns:a16="http://schemas.microsoft.com/office/drawing/2014/main" id="{B9A2EC6D-D5ED-387D-61B3-D516B0674D6C}"/>
              </a:ext>
            </a:extLst>
          </p:cNvPr>
          <p:cNvSpPr/>
          <p:nvPr/>
        </p:nvSpPr>
        <p:spPr>
          <a:xfrm>
            <a:off x="6242352" y="4882704"/>
            <a:ext cx="1012205" cy="1014094"/>
          </a:xfrm>
          <a:custGeom>
            <a:avLst/>
            <a:gdLst/>
            <a:ahLst/>
            <a:cxnLst/>
            <a:rect l="l" t="t" r="r" b="b"/>
            <a:pathLst>
              <a:path w="401" h="402" extrusionOk="0">
                <a:moveTo>
                  <a:pt x="96" y="58"/>
                </a:moveTo>
                <a:cubicBezTo>
                  <a:pt x="176" y="0"/>
                  <a:pt x="286" y="18"/>
                  <a:pt x="344" y="97"/>
                </a:cubicBezTo>
                <a:cubicBezTo>
                  <a:pt x="401" y="176"/>
                  <a:pt x="384" y="287"/>
                  <a:pt x="305" y="344"/>
                </a:cubicBezTo>
                <a:cubicBezTo>
                  <a:pt x="226" y="402"/>
                  <a:pt x="115" y="384"/>
                  <a:pt x="57" y="305"/>
                </a:cubicBezTo>
                <a:cubicBezTo>
                  <a:pt x="0" y="226"/>
                  <a:pt x="17" y="115"/>
                  <a:pt x="96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246;p24">
            <a:extLst>
              <a:ext uri="{FF2B5EF4-FFF2-40B4-BE49-F238E27FC236}">
                <a16:creationId xmlns:a16="http://schemas.microsoft.com/office/drawing/2014/main" id="{54EB0AC3-6175-DE11-3FE1-A928B4381B91}"/>
              </a:ext>
            </a:extLst>
          </p:cNvPr>
          <p:cNvSpPr/>
          <p:nvPr/>
        </p:nvSpPr>
        <p:spPr>
          <a:xfrm>
            <a:off x="4141461" y="4291621"/>
            <a:ext cx="1856338" cy="1236930"/>
          </a:xfrm>
          <a:custGeom>
            <a:avLst/>
            <a:gdLst/>
            <a:ahLst/>
            <a:cxnLst/>
            <a:rect l="l" t="t" r="r" b="b"/>
            <a:pathLst>
              <a:path w="736" h="490" extrusionOk="0">
                <a:moveTo>
                  <a:pt x="696" y="372"/>
                </a:moveTo>
                <a:cubicBezTo>
                  <a:pt x="728" y="271"/>
                  <a:pt x="728" y="271"/>
                  <a:pt x="728" y="271"/>
                </a:cubicBezTo>
                <a:cubicBezTo>
                  <a:pt x="636" y="272"/>
                  <a:pt x="544" y="246"/>
                  <a:pt x="464" y="188"/>
                </a:cubicBezTo>
                <a:cubicBezTo>
                  <a:pt x="396" y="138"/>
                  <a:pt x="346" y="73"/>
                  <a:pt x="317" y="0"/>
                </a:cubicBezTo>
                <a:cubicBezTo>
                  <a:pt x="211" y="1"/>
                  <a:pt x="211" y="1"/>
                  <a:pt x="211" y="1"/>
                </a:cubicBezTo>
                <a:cubicBezTo>
                  <a:pt x="0" y="193"/>
                  <a:pt x="0" y="193"/>
                  <a:pt x="0" y="193"/>
                </a:cubicBezTo>
                <a:cubicBezTo>
                  <a:pt x="195" y="418"/>
                  <a:pt x="472" y="490"/>
                  <a:pt x="736" y="468"/>
                </a:cubicBezTo>
                <a:lnTo>
                  <a:pt x="696" y="37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247;p24">
            <a:extLst>
              <a:ext uri="{FF2B5EF4-FFF2-40B4-BE49-F238E27FC236}">
                <a16:creationId xmlns:a16="http://schemas.microsoft.com/office/drawing/2014/main" id="{7F3B9135-8D49-CF45-A9A7-04C5E23AB4CE}"/>
              </a:ext>
            </a:extLst>
          </p:cNvPr>
          <p:cNvSpPr/>
          <p:nvPr/>
        </p:nvSpPr>
        <p:spPr>
          <a:xfrm>
            <a:off x="4143350" y="4476689"/>
            <a:ext cx="1238818" cy="1238818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70" y="118"/>
                </a:moveTo>
                <a:cubicBezTo>
                  <a:pt x="141" y="21"/>
                  <a:pt x="276" y="0"/>
                  <a:pt x="373" y="70"/>
                </a:cubicBezTo>
                <a:cubicBezTo>
                  <a:pt x="470" y="141"/>
                  <a:pt x="491" y="276"/>
                  <a:pt x="421" y="373"/>
                </a:cubicBezTo>
                <a:cubicBezTo>
                  <a:pt x="351" y="470"/>
                  <a:pt x="215" y="491"/>
                  <a:pt x="118" y="421"/>
                </a:cubicBezTo>
                <a:cubicBezTo>
                  <a:pt x="21" y="350"/>
                  <a:pt x="0" y="215"/>
                  <a:pt x="70" y="11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  <a:effectLst>
            <a:outerShdw blurRad="127000" dist="38100" dir="189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Google Shape;248;p24">
            <a:extLst>
              <a:ext uri="{FF2B5EF4-FFF2-40B4-BE49-F238E27FC236}">
                <a16:creationId xmlns:a16="http://schemas.microsoft.com/office/drawing/2014/main" id="{2D7AB8A4-4E8C-F7A4-C8F3-4782C92A10DD}"/>
              </a:ext>
            </a:extLst>
          </p:cNvPr>
          <p:cNvSpPr/>
          <p:nvPr/>
        </p:nvSpPr>
        <p:spPr>
          <a:xfrm>
            <a:off x="4256656" y="4589995"/>
            <a:ext cx="1012205" cy="1012205"/>
          </a:xfrm>
          <a:custGeom>
            <a:avLst/>
            <a:gdLst/>
            <a:ahLst/>
            <a:cxnLst/>
            <a:rect l="l" t="t" r="r" b="b"/>
            <a:pathLst>
              <a:path w="401" h="401" extrusionOk="0">
                <a:moveTo>
                  <a:pt x="305" y="57"/>
                </a:moveTo>
                <a:cubicBezTo>
                  <a:pt x="384" y="115"/>
                  <a:pt x="401" y="226"/>
                  <a:pt x="344" y="305"/>
                </a:cubicBezTo>
                <a:cubicBezTo>
                  <a:pt x="286" y="384"/>
                  <a:pt x="175" y="401"/>
                  <a:pt x="96" y="344"/>
                </a:cubicBezTo>
                <a:cubicBezTo>
                  <a:pt x="17" y="286"/>
                  <a:pt x="0" y="175"/>
                  <a:pt x="57" y="96"/>
                </a:cubicBezTo>
                <a:cubicBezTo>
                  <a:pt x="115" y="17"/>
                  <a:pt x="226" y="0"/>
                  <a:pt x="305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Google Shape;249;p24">
            <a:extLst>
              <a:ext uri="{FF2B5EF4-FFF2-40B4-BE49-F238E27FC236}">
                <a16:creationId xmlns:a16="http://schemas.microsoft.com/office/drawing/2014/main" id="{3EADEC78-A0A5-901D-B2A4-7DF8253F8188}"/>
              </a:ext>
            </a:extLst>
          </p:cNvPr>
          <p:cNvSpPr/>
          <p:nvPr/>
        </p:nvSpPr>
        <p:spPr>
          <a:xfrm>
            <a:off x="4150903" y="2426784"/>
            <a:ext cx="1098129" cy="1980976"/>
          </a:xfrm>
          <a:custGeom>
            <a:avLst/>
            <a:gdLst/>
            <a:ahLst/>
            <a:cxnLst/>
            <a:rect l="l" t="t" r="r" b="b"/>
            <a:pathLst>
              <a:path w="435" h="785" extrusionOk="0">
                <a:moveTo>
                  <a:pt x="199" y="717"/>
                </a:moveTo>
                <a:cubicBezTo>
                  <a:pt x="304" y="716"/>
                  <a:pt x="304" y="716"/>
                  <a:pt x="304" y="716"/>
                </a:cubicBezTo>
                <a:cubicBezTo>
                  <a:pt x="275" y="629"/>
                  <a:pt x="271" y="533"/>
                  <a:pt x="302" y="440"/>
                </a:cubicBezTo>
                <a:cubicBezTo>
                  <a:pt x="328" y="359"/>
                  <a:pt x="375" y="292"/>
                  <a:pt x="435" y="241"/>
                </a:cubicBezTo>
                <a:cubicBezTo>
                  <a:pt x="402" y="141"/>
                  <a:pt x="402" y="141"/>
                  <a:pt x="402" y="141"/>
                </a:cubicBezTo>
                <a:cubicBezTo>
                  <a:pt x="154" y="0"/>
                  <a:pt x="154" y="0"/>
                  <a:pt x="154" y="0"/>
                </a:cubicBezTo>
                <a:cubicBezTo>
                  <a:pt x="0" y="255"/>
                  <a:pt x="17" y="541"/>
                  <a:pt x="120" y="785"/>
                </a:cubicBezTo>
                <a:lnTo>
                  <a:pt x="199" y="717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Google Shape;250;p24">
            <a:extLst>
              <a:ext uri="{FF2B5EF4-FFF2-40B4-BE49-F238E27FC236}">
                <a16:creationId xmlns:a16="http://schemas.microsoft.com/office/drawing/2014/main" id="{40607DA2-76CA-9ED2-36CC-D918AC40E7E6}"/>
              </a:ext>
            </a:extLst>
          </p:cNvPr>
          <p:cNvSpPr/>
          <p:nvPr/>
        </p:nvSpPr>
        <p:spPr>
          <a:xfrm>
            <a:off x="3815705" y="2503266"/>
            <a:ext cx="1225599" cy="1225599"/>
          </a:xfrm>
          <a:custGeom>
            <a:avLst/>
            <a:gdLst/>
            <a:ahLst/>
            <a:cxnLst/>
            <a:rect l="l" t="t" r="r" b="b"/>
            <a:pathLst>
              <a:path w="486" h="486" extrusionOk="0">
                <a:moveTo>
                  <a:pt x="310" y="37"/>
                </a:moveTo>
                <a:cubicBezTo>
                  <a:pt x="424" y="74"/>
                  <a:pt x="486" y="196"/>
                  <a:pt x="449" y="310"/>
                </a:cubicBezTo>
                <a:cubicBezTo>
                  <a:pt x="412" y="424"/>
                  <a:pt x="290" y="486"/>
                  <a:pt x="176" y="449"/>
                </a:cubicBezTo>
                <a:cubicBezTo>
                  <a:pt x="63" y="412"/>
                  <a:pt x="0" y="290"/>
                  <a:pt x="37" y="176"/>
                </a:cubicBezTo>
                <a:cubicBezTo>
                  <a:pt x="74" y="62"/>
                  <a:pt x="196" y="0"/>
                  <a:pt x="310" y="37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  <a:effectLst>
            <a:outerShdw blurRad="127000" dist="381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251;p24">
            <a:extLst>
              <a:ext uri="{FF2B5EF4-FFF2-40B4-BE49-F238E27FC236}">
                <a16:creationId xmlns:a16="http://schemas.microsoft.com/office/drawing/2014/main" id="{7B2F62CC-E009-00BE-AFFC-C624F02F2C36}"/>
              </a:ext>
            </a:extLst>
          </p:cNvPr>
          <p:cNvSpPr/>
          <p:nvPr/>
        </p:nvSpPr>
        <p:spPr>
          <a:xfrm>
            <a:off x="3929011" y="2613740"/>
            <a:ext cx="1001818" cy="1004652"/>
          </a:xfrm>
          <a:custGeom>
            <a:avLst/>
            <a:gdLst/>
            <a:ahLst/>
            <a:cxnLst/>
            <a:rect l="l" t="t" r="r" b="b"/>
            <a:pathLst>
              <a:path w="397" h="398" extrusionOk="0">
                <a:moveTo>
                  <a:pt x="367" y="254"/>
                </a:moveTo>
                <a:cubicBezTo>
                  <a:pt x="337" y="347"/>
                  <a:pt x="236" y="398"/>
                  <a:pt x="144" y="367"/>
                </a:cubicBezTo>
                <a:cubicBezTo>
                  <a:pt x="51" y="337"/>
                  <a:pt x="0" y="237"/>
                  <a:pt x="30" y="144"/>
                </a:cubicBezTo>
                <a:cubicBezTo>
                  <a:pt x="60" y="51"/>
                  <a:pt x="160" y="0"/>
                  <a:pt x="253" y="31"/>
                </a:cubicBezTo>
                <a:cubicBezTo>
                  <a:pt x="346" y="61"/>
                  <a:pt x="397" y="161"/>
                  <a:pt x="367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Google Shape;252;p24">
            <a:extLst>
              <a:ext uri="{FF2B5EF4-FFF2-40B4-BE49-F238E27FC236}">
                <a16:creationId xmlns:a16="http://schemas.microsoft.com/office/drawing/2014/main" id="{A00775BC-3C95-6622-7DDF-CF999FD988C3}"/>
              </a:ext>
            </a:extLst>
          </p:cNvPr>
          <p:cNvSpPr/>
          <p:nvPr/>
        </p:nvSpPr>
        <p:spPr>
          <a:xfrm>
            <a:off x="4082479" y="2768625"/>
            <a:ext cx="694882" cy="694882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253;p24">
            <a:extLst>
              <a:ext uri="{FF2B5EF4-FFF2-40B4-BE49-F238E27FC236}">
                <a16:creationId xmlns:a16="http://schemas.microsoft.com/office/drawing/2014/main" id="{CE8DEACC-F76E-925F-F96A-96B19BE89DAB}"/>
              </a:ext>
            </a:extLst>
          </p:cNvPr>
          <p:cNvSpPr/>
          <p:nvPr/>
        </p:nvSpPr>
        <p:spPr>
          <a:xfrm>
            <a:off x="5860920" y="1840456"/>
            <a:ext cx="694882" cy="69488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570D15"/>
              </a:gs>
            </a:gsLst>
            <a:lin ang="4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Google Shape;254;p24">
            <a:extLst>
              <a:ext uri="{FF2B5EF4-FFF2-40B4-BE49-F238E27FC236}">
                <a16:creationId xmlns:a16="http://schemas.microsoft.com/office/drawing/2014/main" id="{3A78C638-C8C6-E1E1-1880-FC9EF0C67DB8}"/>
              </a:ext>
            </a:extLst>
          </p:cNvPr>
          <p:cNvSpPr/>
          <p:nvPr/>
        </p:nvSpPr>
        <p:spPr>
          <a:xfrm>
            <a:off x="7293775" y="3244039"/>
            <a:ext cx="694882" cy="69488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255;p24">
            <a:extLst>
              <a:ext uri="{FF2B5EF4-FFF2-40B4-BE49-F238E27FC236}">
                <a16:creationId xmlns:a16="http://schemas.microsoft.com/office/drawing/2014/main" id="{6CEFA65F-BA73-8FC9-CFD8-768F31477516}"/>
              </a:ext>
            </a:extLst>
          </p:cNvPr>
          <p:cNvSpPr/>
          <p:nvPr/>
        </p:nvSpPr>
        <p:spPr>
          <a:xfrm>
            <a:off x="6401013" y="5042310"/>
            <a:ext cx="694882" cy="694882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Google Shape;256;p24">
            <a:extLst>
              <a:ext uri="{FF2B5EF4-FFF2-40B4-BE49-F238E27FC236}">
                <a16:creationId xmlns:a16="http://schemas.microsoft.com/office/drawing/2014/main" id="{ACE82587-AD63-0239-4C65-6C43589BB1C8}"/>
              </a:ext>
            </a:extLst>
          </p:cNvPr>
          <p:cNvSpPr/>
          <p:nvPr/>
        </p:nvSpPr>
        <p:spPr>
          <a:xfrm>
            <a:off x="4415317" y="4748656"/>
            <a:ext cx="694882" cy="69488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257;p24">
            <a:extLst>
              <a:ext uri="{FF2B5EF4-FFF2-40B4-BE49-F238E27FC236}">
                <a16:creationId xmlns:a16="http://schemas.microsoft.com/office/drawing/2014/main" id="{1F7AC3E2-F117-B98B-D78E-E0B00DE97C00}"/>
              </a:ext>
            </a:extLst>
          </p:cNvPr>
          <p:cNvSpPr/>
          <p:nvPr/>
        </p:nvSpPr>
        <p:spPr>
          <a:xfrm>
            <a:off x="4917449" y="2839411"/>
            <a:ext cx="2098384" cy="2100435"/>
          </a:xfrm>
          <a:custGeom>
            <a:avLst/>
            <a:gdLst/>
            <a:ahLst/>
            <a:cxnLst/>
            <a:rect l="l" t="t" r="r" b="b"/>
            <a:pathLst>
              <a:path w="1152" h="1153" extrusionOk="0">
                <a:moveTo>
                  <a:pt x="947" y="948"/>
                </a:moveTo>
                <a:cubicBezTo>
                  <a:pt x="742" y="1153"/>
                  <a:pt x="410" y="1153"/>
                  <a:pt x="205" y="948"/>
                </a:cubicBezTo>
                <a:cubicBezTo>
                  <a:pt x="0" y="743"/>
                  <a:pt x="0" y="410"/>
                  <a:pt x="205" y="205"/>
                </a:cubicBezTo>
                <a:cubicBezTo>
                  <a:pt x="410" y="0"/>
                  <a:pt x="742" y="0"/>
                  <a:pt x="947" y="205"/>
                </a:cubicBezTo>
                <a:cubicBezTo>
                  <a:pt x="1152" y="410"/>
                  <a:pt x="1152" y="743"/>
                  <a:pt x="947" y="9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Google Shape;258;p24">
            <a:extLst>
              <a:ext uri="{FF2B5EF4-FFF2-40B4-BE49-F238E27FC236}">
                <a16:creationId xmlns:a16="http://schemas.microsoft.com/office/drawing/2014/main" id="{74CD583A-D689-594D-4DF9-E456AF1BB43B}"/>
              </a:ext>
            </a:extLst>
          </p:cNvPr>
          <p:cNvSpPr txBox="1"/>
          <p:nvPr/>
        </p:nvSpPr>
        <p:spPr>
          <a:xfrm>
            <a:off x="497072" y="1965314"/>
            <a:ext cx="284318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Noto Sans Symbols"/>
              <a:buNone/>
            </a:pPr>
            <a:r>
              <a:rPr lang="en-US" b="1" dirty="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05.MANAGING &amp; MONITORING</a:t>
            </a:r>
            <a:b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Architectural to Detail </a:t>
            </a:r>
            <a:b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Design to Code. </a:t>
            </a:r>
            <a:endParaRPr sz="1600" dirty="0"/>
          </a:p>
        </p:txBody>
      </p:sp>
      <p:sp>
        <p:nvSpPr>
          <p:cNvPr id="26" name="Google Shape;259;p24">
            <a:extLst>
              <a:ext uri="{FF2B5EF4-FFF2-40B4-BE49-F238E27FC236}">
                <a16:creationId xmlns:a16="http://schemas.microsoft.com/office/drawing/2014/main" id="{65DAA456-F51B-51FA-10D0-738BC7CF5408}"/>
              </a:ext>
            </a:extLst>
          </p:cNvPr>
          <p:cNvSpPr txBox="1"/>
          <p:nvPr/>
        </p:nvSpPr>
        <p:spPr>
          <a:xfrm>
            <a:off x="497072" y="4810777"/>
            <a:ext cx="3109432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None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04.DOCUMENTING </a:t>
            </a:r>
            <a:b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SOFTWARE DESIGN DOCUMENT (SDD)</a:t>
            </a:r>
            <a:endParaRPr sz="1600" dirty="0"/>
          </a:p>
        </p:txBody>
      </p:sp>
      <p:sp>
        <p:nvSpPr>
          <p:cNvPr id="27" name="Google Shape;260;p24">
            <a:extLst>
              <a:ext uri="{FF2B5EF4-FFF2-40B4-BE49-F238E27FC236}">
                <a16:creationId xmlns:a16="http://schemas.microsoft.com/office/drawing/2014/main" id="{652399E2-C616-7EAB-0E5B-244371DC5B4F}"/>
              </a:ext>
            </a:extLst>
          </p:cNvPr>
          <p:cNvSpPr txBox="1"/>
          <p:nvPr/>
        </p:nvSpPr>
        <p:spPr>
          <a:xfrm flipH="1">
            <a:off x="7459586" y="1390698"/>
            <a:ext cx="353174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</a:pPr>
            <a:r>
              <a:rPr lang="en-US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01. UNDERSTANDING REQUIREMENTS</a:t>
            </a:r>
            <a:b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ocus on requirements allocated to their specific components</a:t>
            </a:r>
            <a:endParaRPr sz="1600" dirty="0"/>
          </a:p>
        </p:txBody>
      </p:sp>
      <p:sp>
        <p:nvSpPr>
          <p:cNvPr id="28" name="Google Shape;261;p24">
            <a:extLst>
              <a:ext uri="{FF2B5EF4-FFF2-40B4-BE49-F238E27FC236}">
                <a16:creationId xmlns:a16="http://schemas.microsoft.com/office/drawing/2014/main" id="{95C67611-6D15-24BA-DA89-2BDE1FF19FD5}"/>
              </a:ext>
            </a:extLst>
          </p:cNvPr>
          <p:cNvSpPr txBox="1"/>
          <p:nvPr/>
        </p:nvSpPr>
        <p:spPr>
          <a:xfrm flipH="1">
            <a:off x="8658615" y="3184027"/>
            <a:ext cx="340480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02. CREATING THE DESIGN</a:t>
            </a:r>
            <a:br>
              <a:rPr lang="en-US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Detailed design consist of both structural and behavioral designs, interfaces and GUI</a:t>
            </a:r>
            <a:endParaRPr lang="en-US" sz="1600" dirty="0"/>
          </a:p>
        </p:txBody>
      </p:sp>
      <p:sp>
        <p:nvSpPr>
          <p:cNvPr id="29" name="Google Shape;262;p24">
            <a:extLst>
              <a:ext uri="{FF2B5EF4-FFF2-40B4-BE49-F238E27FC236}">
                <a16:creationId xmlns:a16="http://schemas.microsoft.com/office/drawing/2014/main" id="{90149F00-0E48-0198-513D-9B2369D4A5AF}"/>
              </a:ext>
            </a:extLst>
          </p:cNvPr>
          <p:cNvSpPr txBox="1"/>
          <p:nvPr/>
        </p:nvSpPr>
        <p:spPr>
          <a:xfrm flipH="1">
            <a:off x="7721973" y="5336064"/>
            <a:ext cx="330952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oto Sans Symbols"/>
              <a:buNone/>
            </a:pPr>
            <a:r>
              <a:rPr lang="en-US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03. EVALUATING THE DESIGN</a:t>
            </a:r>
            <a:br>
              <a:rPr lang="en-US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Internal Technical Review.</a:t>
            </a:r>
            <a:endParaRPr sz="1600" dirty="0"/>
          </a:p>
        </p:txBody>
      </p:sp>
      <p:grpSp>
        <p:nvGrpSpPr>
          <p:cNvPr id="30" name="Google Shape;263;p24">
            <a:extLst>
              <a:ext uri="{FF2B5EF4-FFF2-40B4-BE49-F238E27FC236}">
                <a16:creationId xmlns:a16="http://schemas.microsoft.com/office/drawing/2014/main" id="{133B7325-CB55-E11B-2E40-52ED0BC45B7A}"/>
              </a:ext>
            </a:extLst>
          </p:cNvPr>
          <p:cNvGrpSpPr/>
          <p:nvPr/>
        </p:nvGrpSpPr>
        <p:grpSpPr>
          <a:xfrm>
            <a:off x="6023399" y="2040168"/>
            <a:ext cx="390337" cy="266195"/>
            <a:chOff x="6093139" y="2051320"/>
            <a:chExt cx="390337" cy="266195"/>
          </a:xfrm>
        </p:grpSpPr>
        <p:sp>
          <p:nvSpPr>
            <p:cNvPr id="31" name="Google Shape;264;p24">
              <a:extLst>
                <a:ext uri="{FF2B5EF4-FFF2-40B4-BE49-F238E27FC236}">
                  <a16:creationId xmlns:a16="http://schemas.microsoft.com/office/drawing/2014/main" id="{F8648897-E0E0-32F2-6C8E-F4671E53414B}"/>
                </a:ext>
              </a:extLst>
            </p:cNvPr>
            <p:cNvSpPr/>
            <p:nvPr/>
          </p:nvSpPr>
          <p:spPr>
            <a:xfrm>
              <a:off x="6140830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331" y="63581"/>
                  </a:moveTo>
                  <a:cubicBezTo>
                    <a:pt x="2921" y="63637"/>
                    <a:pt x="110" y="60941"/>
                    <a:pt x="53" y="57558"/>
                  </a:cubicBezTo>
                  <a:cubicBezTo>
                    <a:pt x="52" y="57524"/>
                    <a:pt x="52" y="57490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2" y="63581"/>
                    <a:pt x="6331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" name="Google Shape;265;p24">
              <a:extLst>
                <a:ext uri="{FF2B5EF4-FFF2-40B4-BE49-F238E27FC236}">
                  <a16:creationId xmlns:a16="http://schemas.microsoft.com/office/drawing/2014/main" id="{59A33A9D-51BD-6F4E-01EF-937F5616ED42}"/>
                </a:ext>
              </a:extLst>
            </p:cNvPr>
            <p:cNvSpPr/>
            <p:nvPr/>
          </p:nvSpPr>
          <p:spPr>
            <a:xfrm>
              <a:off x="6223694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" name="Google Shape;266;p24">
              <a:extLst>
                <a:ext uri="{FF2B5EF4-FFF2-40B4-BE49-F238E27FC236}">
                  <a16:creationId xmlns:a16="http://schemas.microsoft.com/office/drawing/2014/main" id="{356C83CB-7610-DFD8-23E7-1F1E26CE0084}"/>
                </a:ext>
              </a:extLst>
            </p:cNvPr>
            <p:cNvSpPr/>
            <p:nvPr/>
          </p:nvSpPr>
          <p:spPr>
            <a:xfrm>
              <a:off x="6117927" y="2212313"/>
              <a:ext cx="140715" cy="105150"/>
            </a:xfrm>
            <a:custGeom>
              <a:avLst/>
              <a:gdLst/>
              <a:ahLst/>
              <a:cxnLst/>
              <a:rect l="l" t="t" r="r" b="b"/>
              <a:pathLst>
                <a:path w="140715" h="105150" extrusionOk="0">
                  <a:moveTo>
                    <a:pt x="135053" y="105151"/>
                  </a:moveTo>
                  <a:lnTo>
                    <a:pt x="6279" y="105151"/>
                  </a:lnTo>
                  <a:cubicBezTo>
                    <a:pt x="2811" y="105151"/>
                    <a:pt x="0" y="102363"/>
                    <a:pt x="0" y="98924"/>
                  </a:cubicBezTo>
                  <a:lnTo>
                    <a:pt x="0" y="32056"/>
                  </a:lnTo>
                  <a:cubicBezTo>
                    <a:pt x="0" y="32056"/>
                    <a:pt x="0" y="32056"/>
                    <a:pt x="0" y="31443"/>
                  </a:cubicBezTo>
                  <a:cubicBezTo>
                    <a:pt x="1366" y="17590"/>
                    <a:pt x="11980" y="6393"/>
                    <a:pt x="25837" y="4185"/>
                  </a:cubicBezTo>
                  <a:lnTo>
                    <a:pt x="50645" y="102"/>
                  </a:lnTo>
                  <a:cubicBezTo>
                    <a:pt x="54000" y="-509"/>
                    <a:pt x="57219" y="1692"/>
                    <a:pt x="57835" y="5020"/>
                  </a:cubicBezTo>
                  <a:cubicBezTo>
                    <a:pt x="57841" y="5048"/>
                    <a:pt x="57846" y="5076"/>
                    <a:pt x="57851" y="5104"/>
                  </a:cubicBezTo>
                  <a:cubicBezTo>
                    <a:pt x="58458" y="8433"/>
                    <a:pt x="56229" y="11620"/>
                    <a:pt x="52873" y="12222"/>
                  </a:cubicBezTo>
                  <a:cubicBezTo>
                    <a:pt x="52817" y="12233"/>
                    <a:pt x="52760" y="12242"/>
                    <a:pt x="52704" y="12250"/>
                  </a:cubicBezTo>
                  <a:lnTo>
                    <a:pt x="27896" y="16436"/>
                  </a:lnTo>
                  <a:cubicBezTo>
                    <a:pt x="19585" y="17845"/>
                    <a:pt x="13281" y="24643"/>
                    <a:pt x="12558" y="32974"/>
                  </a:cubicBezTo>
                  <a:lnTo>
                    <a:pt x="12558" y="93309"/>
                  </a:lnTo>
                  <a:lnTo>
                    <a:pt x="128877" y="93309"/>
                  </a:lnTo>
                  <a:lnTo>
                    <a:pt x="128877" y="32974"/>
                  </a:lnTo>
                  <a:cubicBezTo>
                    <a:pt x="127925" y="24808"/>
                    <a:pt x="121619" y="18262"/>
                    <a:pt x="113436" y="16946"/>
                  </a:cubicBezTo>
                  <a:lnTo>
                    <a:pt x="88320" y="12557"/>
                  </a:lnTo>
                  <a:cubicBezTo>
                    <a:pt x="84937" y="11965"/>
                    <a:pt x="82679" y="8765"/>
                    <a:pt x="83276" y="5410"/>
                  </a:cubicBezTo>
                  <a:cubicBezTo>
                    <a:pt x="83873" y="2056"/>
                    <a:pt x="87099" y="-184"/>
                    <a:pt x="90481" y="408"/>
                  </a:cubicBezTo>
                  <a:lnTo>
                    <a:pt x="115289" y="4492"/>
                  </a:lnTo>
                  <a:cubicBezTo>
                    <a:pt x="128884" y="6833"/>
                    <a:pt x="139262" y="17835"/>
                    <a:pt x="140715" y="31443"/>
                  </a:cubicBezTo>
                  <a:lnTo>
                    <a:pt x="140715" y="98924"/>
                  </a:lnTo>
                  <a:cubicBezTo>
                    <a:pt x="140772" y="102306"/>
                    <a:pt x="138053" y="105094"/>
                    <a:pt x="134642" y="105150"/>
                  </a:cubicBezTo>
                  <a:cubicBezTo>
                    <a:pt x="134608" y="105151"/>
                    <a:pt x="134573" y="105151"/>
                    <a:pt x="134538" y="105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" name="Google Shape;267;p24">
              <a:extLst>
                <a:ext uri="{FF2B5EF4-FFF2-40B4-BE49-F238E27FC236}">
                  <a16:creationId xmlns:a16="http://schemas.microsoft.com/office/drawing/2014/main" id="{70C235D0-031A-8E6D-CCB2-A103EBFDF591}"/>
                </a:ext>
              </a:extLst>
            </p:cNvPr>
            <p:cNvSpPr/>
            <p:nvPr/>
          </p:nvSpPr>
          <p:spPr>
            <a:xfrm>
              <a:off x="6332086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" name="Google Shape;268;p24">
              <a:extLst>
                <a:ext uri="{FF2B5EF4-FFF2-40B4-BE49-F238E27FC236}">
                  <a16:creationId xmlns:a16="http://schemas.microsoft.com/office/drawing/2014/main" id="{205C0975-F8F1-9179-E98E-8478A9D0C6D5}"/>
                </a:ext>
              </a:extLst>
            </p:cNvPr>
            <p:cNvSpPr/>
            <p:nvPr/>
          </p:nvSpPr>
          <p:spPr>
            <a:xfrm>
              <a:off x="6414950" y="2253883"/>
              <a:ext cx="12559" cy="63581"/>
            </a:xfrm>
            <a:custGeom>
              <a:avLst/>
              <a:gdLst/>
              <a:ahLst/>
              <a:cxnLst/>
              <a:rect l="l" t="t" r="r" b="b"/>
              <a:pathLst>
                <a:path w="12559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" name="Google Shape;269;p24">
              <a:extLst>
                <a:ext uri="{FF2B5EF4-FFF2-40B4-BE49-F238E27FC236}">
                  <a16:creationId xmlns:a16="http://schemas.microsoft.com/office/drawing/2014/main" id="{481809CA-EF17-13CD-03DA-6EC48B658C27}"/>
                </a:ext>
              </a:extLst>
            </p:cNvPr>
            <p:cNvSpPr/>
            <p:nvPr/>
          </p:nvSpPr>
          <p:spPr>
            <a:xfrm>
              <a:off x="6309147" y="2212313"/>
              <a:ext cx="141164" cy="105171"/>
            </a:xfrm>
            <a:custGeom>
              <a:avLst/>
              <a:gdLst/>
              <a:ahLst/>
              <a:cxnLst/>
              <a:rect l="l" t="t" r="r" b="b"/>
              <a:pathLst>
                <a:path w="141164" h="105171" extrusionOk="0">
                  <a:moveTo>
                    <a:pt x="134780" y="105151"/>
                  </a:moveTo>
                  <a:lnTo>
                    <a:pt x="6212" y="105151"/>
                  </a:lnTo>
                  <a:cubicBezTo>
                    <a:pt x="2801" y="105151"/>
                    <a:pt x="36" y="102409"/>
                    <a:pt x="35" y="99026"/>
                  </a:cubicBezTo>
                  <a:cubicBezTo>
                    <a:pt x="35" y="98992"/>
                    <a:pt x="36" y="98958"/>
                    <a:pt x="36" y="98924"/>
                  </a:cubicBezTo>
                  <a:lnTo>
                    <a:pt x="36" y="32056"/>
                  </a:lnTo>
                  <a:cubicBezTo>
                    <a:pt x="-12" y="31854"/>
                    <a:pt x="-12" y="31644"/>
                    <a:pt x="36" y="31443"/>
                  </a:cubicBezTo>
                  <a:cubicBezTo>
                    <a:pt x="1391" y="17622"/>
                    <a:pt x="11953" y="6435"/>
                    <a:pt x="25770" y="4185"/>
                  </a:cubicBezTo>
                  <a:lnTo>
                    <a:pt x="50681" y="102"/>
                  </a:lnTo>
                  <a:cubicBezTo>
                    <a:pt x="54036" y="-509"/>
                    <a:pt x="57255" y="1692"/>
                    <a:pt x="57872" y="5020"/>
                  </a:cubicBezTo>
                  <a:cubicBezTo>
                    <a:pt x="57877" y="5048"/>
                    <a:pt x="57882" y="5076"/>
                    <a:pt x="57887" y="5104"/>
                  </a:cubicBezTo>
                  <a:cubicBezTo>
                    <a:pt x="58445" y="8485"/>
                    <a:pt x="56145" y="11678"/>
                    <a:pt x="52740" y="12250"/>
                  </a:cubicBezTo>
                  <a:lnTo>
                    <a:pt x="27829" y="16436"/>
                  </a:lnTo>
                  <a:cubicBezTo>
                    <a:pt x="19536" y="17879"/>
                    <a:pt x="13249" y="24658"/>
                    <a:pt x="12491" y="32974"/>
                  </a:cubicBezTo>
                  <a:lnTo>
                    <a:pt x="12491" y="93309"/>
                  </a:lnTo>
                  <a:lnTo>
                    <a:pt x="128810" y="93309"/>
                  </a:lnTo>
                  <a:lnTo>
                    <a:pt x="128810" y="32974"/>
                  </a:lnTo>
                  <a:cubicBezTo>
                    <a:pt x="127825" y="24823"/>
                    <a:pt x="121535" y="18294"/>
                    <a:pt x="113370" y="16946"/>
                  </a:cubicBezTo>
                  <a:lnTo>
                    <a:pt x="88356" y="12557"/>
                  </a:lnTo>
                  <a:cubicBezTo>
                    <a:pt x="84993" y="11992"/>
                    <a:pt x="82728" y="8831"/>
                    <a:pt x="83297" y="5495"/>
                  </a:cubicBezTo>
                  <a:cubicBezTo>
                    <a:pt x="83302" y="5467"/>
                    <a:pt x="83307" y="5439"/>
                    <a:pt x="83312" y="5410"/>
                  </a:cubicBezTo>
                  <a:cubicBezTo>
                    <a:pt x="83825" y="2123"/>
                    <a:pt x="86928" y="-129"/>
                    <a:pt x="90243" y="379"/>
                  </a:cubicBezTo>
                  <a:cubicBezTo>
                    <a:pt x="90300" y="388"/>
                    <a:pt x="90357" y="398"/>
                    <a:pt x="90415" y="408"/>
                  </a:cubicBezTo>
                  <a:lnTo>
                    <a:pt x="115325" y="4492"/>
                  </a:lnTo>
                  <a:cubicBezTo>
                    <a:pt x="129183" y="6699"/>
                    <a:pt x="139796" y="17896"/>
                    <a:pt x="141163" y="31749"/>
                  </a:cubicBezTo>
                  <a:lnTo>
                    <a:pt x="141163" y="99230"/>
                  </a:lnTo>
                  <a:cubicBezTo>
                    <a:pt x="141204" y="100888"/>
                    <a:pt x="140530" y="102485"/>
                    <a:pt x="139310" y="103620"/>
                  </a:cubicBezTo>
                  <a:cubicBezTo>
                    <a:pt x="138081" y="104734"/>
                    <a:pt x="136439" y="105289"/>
                    <a:pt x="134780" y="105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" name="Google Shape;270;p24">
              <a:extLst>
                <a:ext uri="{FF2B5EF4-FFF2-40B4-BE49-F238E27FC236}">
                  <a16:creationId xmlns:a16="http://schemas.microsoft.com/office/drawing/2014/main" id="{B0825ED0-CF5C-3577-5B41-657318E4E914}"/>
                </a:ext>
              </a:extLst>
            </p:cNvPr>
            <p:cNvSpPr/>
            <p:nvPr/>
          </p:nvSpPr>
          <p:spPr>
            <a:xfrm>
              <a:off x="6163255" y="2212478"/>
              <a:ext cx="50169" cy="32819"/>
            </a:xfrm>
            <a:custGeom>
              <a:avLst/>
              <a:gdLst/>
              <a:ahLst/>
              <a:cxnLst/>
              <a:rect l="l" t="t" r="r" b="b"/>
              <a:pathLst>
                <a:path w="50169" h="32819" extrusionOk="0">
                  <a:moveTo>
                    <a:pt x="24669" y="32809"/>
                  </a:moveTo>
                  <a:cubicBezTo>
                    <a:pt x="22891" y="32766"/>
                    <a:pt x="21212" y="31989"/>
                    <a:pt x="20036" y="30665"/>
                  </a:cubicBezTo>
                  <a:lnTo>
                    <a:pt x="1817" y="10248"/>
                  </a:lnTo>
                  <a:cubicBezTo>
                    <a:pt x="-600" y="7860"/>
                    <a:pt x="-606" y="3981"/>
                    <a:pt x="1801" y="1585"/>
                  </a:cubicBezTo>
                  <a:cubicBezTo>
                    <a:pt x="1806" y="1580"/>
                    <a:pt x="1811" y="1575"/>
                    <a:pt x="1817" y="1570"/>
                  </a:cubicBezTo>
                  <a:cubicBezTo>
                    <a:pt x="4405" y="-708"/>
                    <a:pt x="8364" y="-480"/>
                    <a:pt x="10669" y="2080"/>
                  </a:cubicBezTo>
                  <a:lnTo>
                    <a:pt x="24360" y="17598"/>
                  </a:lnTo>
                  <a:lnTo>
                    <a:pt x="39491" y="2183"/>
                  </a:lnTo>
                  <a:cubicBezTo>
                    <a:pt x="41870" y="-242"/>
                    <a:pt x="45781" y="-295"/>
                    <a:pt x="48225" y="2065"/>
                  </a:cubicBezTo>
                  <a:cubicBezTo>
                    <a:pt x="48265" y="2103"/>
                    <a:pt x="48305" y="2143"/>
                    <a:pt x="48344" y="2183"/>
                  </a:cubicBezTo>
                  <a:cubicBezTo>
                    <a:pt x="50778" y="4611"/>
                    <a:pt x="50778" y="8533"/>
                    <a:pt x="48344" y="10962"/>
                  </a:cubicBezTo>
                  <a:lnTo>
                    <a:pt x="28889" y="31380"/>
                  </a:lnTo>
                  <a:cubicBezTo>
                    <a:pt x="27727" y="32389"/>
                    <a:pt x="26210" y="32902"/>
                    <a:pt x="24669" y="328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" name="Google Shape;271;p24">
              <a:extLst>
                <a:ext uri="{FF2B5EF4-FFF2-40B4-BE49-F238E27FC236}">
                  <a16:creationId xmlns:a16="http://schemas.microsoft.com/office/drawing/2014/main" id="{7853E412-10D4-E99E-657D-835DA49F49FC}"/>
                </a:ext>
              </a:extLst>
            </p:cNvPr>
            <p:cNvSpPr/>
            <p:nvPr/>
          </p:nvSpPr>
          <p:spPr>
            <a:xfrm>
              <a:off x="6354736" y="2211923"/>
              <a:ext cx="50476" cy="30913"/>
            </a:xfrm>
            <a:custGeom>
              <a:avLst/>
              <a:gdLst/>
              <a:ahLst/>
              <a:cxnLst/>
              <a:rect l="l" t="t" r="r" b="b"/>
              <a:pathLst>
                <a:path w="50476" h="30913" extrusionOk="0">
                  <a:moveTo>
                    <a:pt x="25062" y="30914"/>
                  </a:moveTo>
                  <a:cubicBezTo>
                    <a:pt x="23449" y="30907"/>
                    <a:pt x="21901" y="30286"/>
                    <a:pt x="20738" y="29178"/>
                  </a:cubicBezTo>
                  <a:lnTo>
                    <a:pt x="1901" y="11007"/>
                  </a:lnTo>
                  <a:cubicBezTo>
                    <a:pt x="-572" y="8639"/>
                    <a:pt x="-641" y="4731"/>
                    <a:pt x="1747" y="2278"/>
                  </a:cubicBezTo>
                  <a:cubicBezTo>
                    <a:pt x="4134" y="-174"/>
                    <a:pt x="8075" y="-243"/>
                    <a:pt x="10548" y="2125"/>
                  </a:cubicBezTo>
                  <a:lnTo>
                    <a:pt x="25062" y="16111"/>
                  </a:lnTo>
                  <a:lnTo>
                    <a:pt x="39473" y="2125"/>
                  </a:lnTo>
                  <a:cubicBezTo>
                    <a:pt x="41757" y="-462"/>
                    <a:pt x="45724" y="-723"/>
                    <a:pt x="48333" y="1542"/>
                  </a:cubicBezTo>
                  <a:cubicBezTo>
                    <a:pt x="50943" y="3808"/>
                    <a:pt x="51206" y="7742"/>
                    <a:pt x="48921" y="10330"/>
                  </a:cubicBezTo>
                  <a:cubicBezTo>
                    <a:pt x="48706" y="10573"/>
                    <a:pt x="48473" y="10799"/>
                    <a:pt x="48223" y="11007"/>
                  </a:cubicBezTo>
                  <a:lnTo>
                    <a:pt x="29385" y="29178"/>
                  </a:lnTo>
                  <a:cubicBezTo>
                    <a:pt x="28211" y="30269"/>
                    <a:pt x="26670" y="30887"/>
                    <a:pt x="25062" y="309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" name="Google Shape;272;p24">
              <a:extLst>
                <a:ext uri="{FF2B5EF4-FFF2-40B4-BE49-F238E27FC236}">
                  <a16:creationId xmlns:a16="http://schemas.microsoft.com/office/drawing/2014/main" id="{400293F2-46F7-3D8A-EC82-A3C7A4ABAC66}"/>
                </a:ext>
              </a:extLst>
            </p:cNvPr>
            <p:cNvSpPr/>
            <p:nvPr/>
          </p:nvSpPr>
          <p:spPr>
            <a:xfrm>
              <a:off x="6093139" y="2305060"/>
              <a:ext cx="390337" cy="12455"/>
            </a:xfrm>
            <a:custGeom>
              <a:avLst/>
              <a:gdLst/>
              <a:ahLst/>
              <a:cxnLst/>
              <a:rect l="l" t="t" r="r" b="b"/>
              <a:pathLst>
                <a:path w="390337" h="12455" extrusionOk="0">
                  <a:moveTo>
                    <a:pt x="384860" y="12404"/>
                  </a:moveTo>
                  <a:lnTo>
                    <a:pt x="7082" y="12404"/>
                  </a:lnTo>
                  <a:cubicBezTo>
                    <a:pt x="3643" y="12843"/>
                    <a:pt x="495" y="10434"/>
                    <a:pt x="52" y="7023"/>
                  </a:cubicBezTo>
                  <a:cubicBezTo>
                    <a:pt x="-391" y="3612"/>
                    <a:pt x="2038" y="490"/>
                    <a:pt x="5478" y="51"/>
                  </a:cubicBezTo>
                  <a:cubicBezTo>
                    <a:pt x="6010" y="-17"/>
                    <a:pt x="6549" y="-17"/>
                    <a:pt x="7082" y="51"/>
                  </a:cubicBezTo>
                  <a:lnTo>
                    <a:pt x="384860" y="51"/>
                  </a:lnTo>
                  <a:cubicBezTo>
                    <a:pt x="388300" y="491"/>
                    <a:pt x="390729" y="3612"/>
                    <a:pt x="390286" y="7023"/>
                  </a:cubicBezTo>
                  <a:cubicBezTo>
                    <a:pt x="389921" y="9831"/>
                    <a:pt x="387692" y="12042"/>
                    <a:pt x="384860" y="124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" name="Google Shape;273;p24">
              <a:extLst>
                <a:ext uri="{FF2B5EF4-FFF2-40B4-BE49-F238E27FC236}">
                  <a16:creationId xmlns:a16="http://schemas.microsoft.com/office/drawing/2014/main" id="{C704B97C-EF8E-C394-3DA1-077492F4A4EC}"/>
                </a:ext>
              </a:extLst>
            </p:cNvPr>
            <p:cNvSpPr/>
            <p:nvPr/>
          </p:nvSpPr>
          <p:spPr>
            <a:xfrm>
              <a:off x="6152616" y="2131459"/>
              <a:ext cx="71849" cy="71257"/>
            </a:xfrm>
            <a:custGeom>
              <a:avLst/>
              <a:gdLst/>
              <a:ahLst/>
              <a:cxnLst/>
              <a:rect l="l" t="t" r="r" b="b"/>
              <a:pathLst>
                <a:path w="71849" h="71257" extrusionOk="0">
                  <a:moveTo>
                    <a:pt x="35925" y="71258"/>
                  </a:moveTo>
                  <a:cubicBezTo>
                    <a:pt x="16084" y="71258"/>
                    <a:pt x="0" y="55306"/>
                    <a:pt x="0" y="35629"/>
                  </a:cubicBezTo>
                  <a:cubicBezTo>
                    <a:pt x="0" y="15952"/>
                    <a:pt x="16084" y="0"/>
                    <a:pt x="35925" y="0"/>
                  </a:cubicBezTo>
                  <a:cubicBezTo>
                    <a:pt x="55766" y="0"/>
                    <a:pt x="71850" y="15952"/>
                    <a:pt x="71850" y="35629"/>
                  </a:cubicBezTo>
                  <a:cubicBezTo>
                    <a:pt x="71793" y="55283"/>
                    <a:pt x="55742" y="71202"/>
                    <a:pt x="35925" y="71258"/>
                  </a:cubicBezTo>
                  <a:close/>
                  <a:moveTo>
                    <a:pt x="35925" y="12353"/>
                  </a:moveTo>
                  <a:cubicBezTo>
                    <a:pt x="22963" y="12353"/>
                    <a:pt x="12455" y="22774"/>
                    <a:pt x="12455" y="35629"/>
                  </a:cubicBezTo>
                  <a:cubicBezTo>
                    <a:pt x="12455" y="48484"/>
                    <a:pt x="22963" y="58905"/>
                    <a:pt x="35925" y="58905"/>
                  </a:cubicBezTo>
                  <a:cubicBezTo>
                    <a:pt x="48887" y="58905"/>
                    <a:pt x="59395" y="48484"/>
                    <a:pt x="59395" y="35629"/>
                  </a:cubicBezTo>
                  <a:cubicBezTo>
                    <a:pt x="59395" y="22774"/>
                    <a:pt x="48887" y="12353"/>
                    <a:pt x="35925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" name="Google Shape;274;p24">
              <a:extLst>
                <a:ext uri="{FF2B5EF4-FFF2-40B4-BE49-F238E27FC236}">
                  <a16:creationId xmlns:a16="http://schemas.microsoft.com/office/drawing/2014/main" id="{5A50680E-491B-6039-DDB0-B073CD2409D2}"/>
                </a:ext>
              </a:extLst>
            </p:cNvPr>
            <p:cNvSpPr/>
            <p:nvPr/>
          </p:nvSpPr>
          <p:spPr>
            <a:xfrm>
              <a:off x="6343770" y="2131459"/>
              <a:ext cx="71849" cy="71257"/>
            </a:xfrm>
            <a:custGeom>
              <a:avLst/>
              <a:gdLst/>
              <a:ahLst/>
              <a:cxnLst/>
              <a:rect l="l" t="t" r="r" b="b"/>
              <a:pathLst>
                <a:path w="71849" h="71257" extrusionOk="0">
                  <a:moveTo>
                    <a:pt x="36028" y="71258"/>
                  </a:moveTo>
                  <a:cubicBezTo>
                    <a:pt x="16187" y="71314"/>
                    <a:pt x="57" y="55408"/>
                    <a:pt x="0" y="35731"/>
                  </a:cubicBezTo>
                  <a:cubicBezTo>
                    <a:pt x="-57" y="16054"/>
                    <a:pt x="15981" y="57"/>
                    <a:pt x="35822" y="0"/>
                  </a:cubicBezTo>
                  <a:cubicBezTo>
                    <a:pt x="55663" y="-56"/>
                    <a:pt x="71793" y="15850"/>
                    <a:pt x="71850" y="35527"/>
                  </a:cubicBezTo>
                  <a:cubicBezTo>
                    <a:pt x="71850" y="35561"/>
                    <a:pt x="71850" y="35595"/>
                    <a:pt x="71850" y="35629"/>
                  </a:cubicBezTo>
                  <a:cubicBezTo>
                    <a:pt x="71850" y="55266"/>
                    <a:pt x="55828" y="71201"/>
                    <a:pt x="36028" y="71258"/>
                  </a:cubicBezTo>
                  <a:close/>
                  <a:moveTo>
                    <a:pt x="36028" y="12353"/>
                  </a:moveTo>
                  <a:cubicBezTo>
                    <a:pt x="23069" y="12071"/>
                    <a:pt x="12333" y="22261"/>
                    <a:pt x="12049" y="35113"/>
                  </a:cubicBezTo>
                  <a:cubicBezTo>
                    <a:pt x="11765" y="47965"/>
                    <a:pt x="22040" y="58612"/>
                    <a:pt x="34999" y="58894"/>
                  </a:cubicBezTo>
                  <a:cubicBezTo>
                    <a:pt x="47957" y="59176"/>
                    <a:pt x="58693" y="48986"/>
                    <a:pt x="58977" y="36134"/>
                  </a:cubicBezTo>
                  <a:cubicBezTo>
                    <a:pt x="58981" y="35965"/>
                    <a:pt x="58983" y="35797"/>
                    <a:pt x="58983" y="35629"/>
                  </a:cubicBezTo>
                  <a:cubicBezTo>
                    <a:pt x="58986" y="22970"/>
                    <a:pt x="48788" y="12630"/>
                    <a:pt x="36028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" name="Google Shape;275;p24">
              <a:extLst>
                <a:ext uri="{FF2B5EF4-FFF2-40B4-BE49-F238E27FC236}">
                  <a16:creationId xmlns:a16="http://schemas.microsoft.com/office/drawing/2014/main" id="{A4A9B8CA-18F5-41F8-CA1C-1B70789C7051}"/>
                </a:ext>
              </a:extLst>
            </p:cNvPr>
            <p:cNvSpPr/>
            <p:nvPr/>
          </p:nvSpPr>
          <p:spPr>
            <a:xfrm>
              <a:off x="6218599" y="2078475"/>
              <a:ext cx="99540" cy="70543"/>
            </a:xfrm>
            <a:custGeom>
              <a:avLst/>
              <a:gdLst/>
              <a:ahLst/>
              <a:cxnLst/>
              <a:rect l="l" t="t" r="r" b="b"/>
              <a:pathLst>
                <a:path w="99540" h="70543" extrusionOk="0">
                  <a:moveTo>
                    <a:pt x="16470" y="70543"/>
                  </a:moveTo>
                  <a:cubicBezTo>
                    <a:pt x="15510" y="70536"/>
                    <a:pt x="14563" y="70327"/>
                    <a:pt x="13691" y="69931"/>
                  </a:cubicBezTo>
                  <a:cubicBezTo>
                    <a:pt x="11734" y="68887"/>
                    <a:pt x="10452" y="66922"/>
                    <a:pt x="10294" y="64724"/>
                  </a:cubicBezTo>
                  <a:lnTo>
                    <a:pt x="10294" y="48492"/>
                  </a:lnTo>
                  <a:cubicBezTo>
                    <a:pt x="4062" y="46084"/>
                    <a:pt x="-30" y="40118"/>
                    <a:pt x="0" y="33485"/>
                  </a:cubicBezTo>
                  <a:lnTo>
                    <a:pt x="0" y="16232"/>
                  </a:lnTo>
                  <a:cubicBezTo>
                    <a:pt x="0" y="7267"/>
                    <a:pt x="7328" y="0"/>
                    <a:pt x="16367" y="0"/>
                  </a:cubicBezTo>
                  <a:lnTo>
                    <a:pt x="83276" y="0"/>
                  </a:lnTo>
                  <a:cubicBezTo>
                    <a:pt x="92275" y="56"/>
                    <a:pt x="99540" y="7307"/>
                    <a:pt x="99540" y="16232"/>
                  </a:cubicBezTo>
                  <a:lnTo>
                    <a:pt x="99540" y="33485"/>
                  </a:lnTo>
                  <a:cubicBezTo>
                    <a:pt x="99540" y="42393"/>
                    <a:pt x="92258" y="49615"/>
                    <a:pt x="83276" y="49615"/>
                  </a:cubicBezTo>
                  <a:lnTo>
                    <a:pt x="45704" y="49615"/>
                  </a:lnTo>
                  <a:lnTo>
                    <a:pt x="20279" y="69216"/>
                  </a:lnTo>
                  <a:cubicBezTo>
                    <a:pt x="19180" y="70043"/>
                    <a:pt x="17848" y="70507"/>
                    <a:pt x="16470" y="70543"/>
                  </a:cubicBezTo>
                  <a:close/>
                  <a:moveTo>
                    <a:pt x="16470" y="12353"/>
                  </a:moveTo>
                  <a:cubicBezTo>
                    <a:pt x="14367" y="12352"/>
                    <a:pt x="12661" y="14042"/>
                    <a:pt x="12660" y="16129"/>
                  </a:cubicBezTo>
                  <a:cubicBezTo>
                    <a:pt x="12660" y="16163"/>
                    <a:pt x="12660" y="16198"/>
                    <a:pt x="12661" y="16232"/>
                  </a:cubicBezTo>
                  <a:lnTo>
                    <a:pt x="12661" y="33485"/>
                  </a:lnTo>
                  <a:cubicBezTo>
                    <a:pt x="12661" y="35571"/>
                    <a:pt x="14367" y="37262"/>
                    <a:pt x="16470" y="37262"/>
                  </a:cubicBezTo>
                  <a:cubicBezTo>
                    <a:pt x="20031" y="37203"/>
                    <a:pt x="22995" y="39961"/>
                    <a:pt x="23161" y="43490"/>
                  </a:cubicBezTo>
                  <a:lnTo>
                    <a:pt x="23161" y="51657"/>
                  </a:lnTo>
                  <a:lnTo>
                    <a:pt x="40043" y="38589"/>
                  </a:lnTo>
                  <a:cubicBezTo>
                    <a:pt x="41122" y="37729"/>
                    <a:pt x="42466" y="37261"/>
                    <a:pt x="43851" y="37262"/>
                  </a:cubicBezTo>
                  <a:lnTo>
                    <a:pt x="83276" y="37262"/>
                  </a:lnTo>
                  <a:cubicBezTo>
                    <a:pt x="85357" y="37209"/>
                    <a:pt x="87031" y="35549"/>
                    <a:pt x="87085" y="33485"/>
                  </a:cubicBezTo>
                  <a:lnTo>
                    <a:pt x="87085" y="16232"/>
                  </a:lnTo>
                  <a:cubicBezTo>
                    <a:pt x="87085" y="14129"/>
                    <a:pt x="85396" y="12408"/>
                    <a:pt x="83276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3" name="Google Shape;276;p24">
              <a:extLst>
                <a:ext uri="{FF2B5EF4-FFF2-40B4-BE49-F238E27FC236}">
                  <a16:creationId xmlns:a16="http://schemas.microsoft.com/office/drawing/2014/main" id="{D9EDDB59-5D84-BE56-3F3D-D1DF63531783}"/>
                </a:ext>
              </a:extLst>
            </p:cNvPr>
            <p:cNvSpPr/>
            <p:nvPr/>
          </p:nvSpPr>
          <p:spPr>
            <a:xfrm>
              <a:off x="6247524" y="2099301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4" name="Google Shape;277;p24">
              <a:extLst>
                <a:ext uri="{FF2B5EF4-FFF2-40B4-BE49-F238E27FC236}">
                  <a16:creationId xmlns:a16="http://schemas.microsoft.com/office/drawing/2014/main" id="{6434F63A-F86D-80C2-D114-D3AEE989DCF1}"/>
                </a:ext>
              </a:extLst>
            </p:cNvPr>
            <p:cNvSpPr/>
            <p:nvPr/>
          </p:nvSpPr>
          <p:spPr>
            <a:xfrm>
              <a:off x="6263171" y="2099301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5" name="Google Shape;278;p24">
              <a:extLst>
                <a:ext uri="{FF2B5EF4-FFF2-40B4-BE49-F238E27FC236}">
                  <a16:creationId xmlns:a16="http://schemas.microsoft.com/office/drawing/2014/main" id="{94B4C0EE-7B12-8A25-D9D2-664D93A41768}"/>
                </a:ext>
              </a:extLst>
            </p:cNvPr>
            <p:cNvSpPr/>
            <p:nvPr/>
          </p:nvSpPr>
          <p:spPr>
            <a:xfrm>
              <a:off x="6279230" y="2099300"/>
              <a:ext cx="10293" cy="10208"/>
            </a:xfrm>
            <a:custGeom>
              <a:avLst/>
              <a:gdLst/>
              <a:ahLst/>
              <a:cxnLst/>
              <a:rect l="l" t="t" r="r" b="b"/>
              <a:pathLst>
                <a:path w="10293" h="10208" extrusionOk="0">
                  <a:moveTo>
                    <a:pt x="10293" y="5003"/>
                  </a:moveTo>
                  <a:cubicBezTo>
                    <a:pt x="10349" y="7822"/>
                    <a:pt x="8091" y="10152"/>
                    <a:pt x="5249" y="10208"/>
                  </a:cubicBezTo>
                  <a:cubicBezTo>
                    <a:pt x="2407" y="10264"/>
                    <a:pt x="57" y="8024"/>
                    <a:pt x="1" y="5206"/>
                  </a:cubicBezTo>
                  <a:cubicBezTo>
                    <a:pt x="-55" y="2387"/>
                    <a:pt x="2203" y="57"/>
                    <a:pt x="5045" y="1"/>
                  </a:cubicBezTo>
                  <a:cubicBezTo>
                    <a:pt x="5113" y="0"/>
                    <a:pt x="5181" y="0"/>
                    <a:pt x="5249" y="1"/>
                  </a:cubicBezTo>
                  <a:cubicBezTo>
                    <a:pt x="8034" y="1"/>
                    <a:pt x="10293" y="2241"/>
                    <a:pt x="10293" y="50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6" name="Google Shape;279;p24">
              <a:extLst>
                <a:ext uri="{FF2B5EF4-FFF2-40B4-BE49-F238E27FC236}">
                  <a16:creationId xmlns:a16="http://schemas.microsoft.com/office/drawing/2014/main" id="{3861D8E9-0806-BE22-7D83-FC965B00AA60}"/>
                </a:ext>
              </a:extLst>
            </p:cNvPr>
            <p:cNvSpPr/>
            <p:nvPr/>
          </p:nvSpPr>
          <p:spPr>
            <a:xfrm>
              <a:off x="6329874" y="2051320"/>
              <a:ext cx="99539" cy="70543"/>
            </a:xfrm>
            <a:custGeom>
              <a:avLst/>
              <a:gdLst/>
              <a:ahLst/>
              <a:cxnLst/>
              <a:rect l="l" t="t" r="r" b="b"/>
              <a:pathLst>
                <a:path w="99539" h="70543" extrusionOk="0">
                  <a:moveTo>
                    <a:pt x="83173" y="70543"/>
                  </a:moveTo>
                  <a:cubicBezTo>
                    <a:pt x="81787" y="70553"/>
                    <a:pt x="80440" y="70084"/>
                    <a:pt x="79364" y="69216"/>
                  </a:cubicBezTo>
                  <a:lnTo>
                    <a:pt x="53836" y="49717"/>
                  </a:lnTo>
                  <a:lnTo>
                    <a:pt x="16367" y="49717"/>
                  </a:lnTo>
                  <a:cubicBezTo>
                    <a:pt x="7328" y="49717"/>
                    <a:pt x="0" y="42450"/>
                    <a:pt x="0" y="33485"/>
                  </a:cubicBezTo>
                  <a:lnTo>
                    <a:pt x="0" y="16232"/>
                  </a:lnTo>
                  <a:cubicBezTo>
                    <a:pt x="0" y="7267"/>
                    <a:pt x="7328" y="0"/>
                    <a:pt x="16367" y="0"/>
                  </a:cubicBezTo>
                  <a:lnTo>
                    <a:pt x="83173" y="0"/>
                  </a:lnTo>
                  <a:cubicBezTo>
                    <a:pt x="92212" y="0"/>
                    <a:pt x="99540" y="7267"/>
                    <a:pt x="99540" y="16232"/>
                  </a:cubicBezTo>
                  <a:lnTo>
                    <a:pt x="99540" y="33485"/>
                  </a:lnTo>
                  <a:cubicBezTo>
                    <a:pt x="99526" y="40129"/>
                    <a:pt x="95456" y="46103"/>
                    <a:pt x="89246" y="48594"/>
                  </a:cubicBezTo>
                  <a:lnTo>
                    <a:pt x="89246" y="64316"/>
                  </a:lnTo>
                  <a:cubicBezTo>
                    <a:pt x="89234" y="66690"/>
                    <a:pt x="87883" y="68858"/>
                    <a:pt x="85746" y="69931"/>
                  </a:cubicBezTo>
                  <a:cubicBezTo>
                    <a:pt x="84937" y="70300"/>
                    <a:pt x="84063" y="70508"/>
                    <a:pt x="83173" y="70543"/>
                  </a:cubicBezTo>
                  <a:close/>
                  <a:moveTo>
                    <a:pt x="16470" y="12353"/>
                  </a:moveTo>
                  <a:cubicBezTo>
                    <a:pt x="14310" y="12353"/>
                    <a:pt x="12558" y="14090"/>
                    <a:pt x="12558" y="16232"/>
                  </a:cubicBezTo>
                  <a:lnTo>
                    <a:pt x="12558" y="33485"/>
                  </a:lnTo>
                  <a:cubicBezTo>
                    <a:pt x="12558" y="35628"/>
                    <a:pt x="14310" y="37364"/>
                    <a:pt x="16470" y="37364"/>
                  </a:cubicBezTo>
                  <a:lnTo>
                    <a:pt x="56101" y="37364"/>
                  </a:lnTo>
                  <a:cubicBezTo>
                    <a:pt x="57473" y="37334"/>
                    <a:pt x="58816" y="37766"/>
                    <a:pt x="59909" y="38589"/>
                  </a:cubicBezTo>
                  <a:lnTo>
                    <a:pt x="76894" y="51759"/>
                  </a:lnTo>
                  <a:lnTo>
                    <a:pt x="76894" y="43490"/>
                  </a:lnTo>
                  <a:cubicBezTo>
                    <a:pt x="76893" y="40107"/>
                    <a:pt x="79658" y="37364"/>
                    <a:pt x="83069" y="37364"/>
                  </a:cubicBezTo>
                  <a:cubicBezTo>
                    <a:pt x="83104" y="37364"/>
                    <a:pt x="83138" y="37364"/>
                    <a:pt x="83173" y="37364"/>
                  </a:cubicBezTo>
                  <a:cubicBezTo>
                    <a:pt x="85384" y="37534"/>
                    <a:pt x="87314" y="35894"/>
                    <a:pt x="87485" y="33702"/>
                  </a:cubicBezTo>
                  <a:cubicBezTo>
                    <a:pt x="87491" y="33630"/>
                    <a:pt x="87495" y="33557"/>
                    <a:pt x="87496" y="33485"/>
                  </a:cubicBezTo>
                  <a:lnTo>
                    <a:pt x="87496" y="16232"/>
                  </a:lnTo>
                  <a:cubicBezTo>
                    <a:pt x="87508" y="14090"/>
                    <a:pt x="85767" y="12343"/>
                    <a:pt x="83607" y="12331"/>
                  </a:cubicBezTo>
                  <a:cubicBezTo>
                    <a:pt x="83462" y="12330"/>
                    <a:pt x="83317" y="12338"/>
                    <a:pt x="83173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7" name="Google Shape;280;p24">
              <a:extLst>
                <a:ext uri="{FF2B5EF4-FFF2-40B4-BE49-F238E27FC236}">
                  <a16:creationId xmlns:a16="http://schemas.microsoft.com/office/drawing/2014/main" id="{D9C3C6B2-3F72-6A95-BB92-A83BA99F2722}"/>
                </a:ext>
              </a:extLst>
            </p:cNvPr>
            <p:cNvSpPr/>
            <p:nvPr/>
          </p:nvSpPr>
          <p:spPr>
            <a:xfrm>
              <a:off x="6390401" y="2072146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8" name="Google Shape;281;p24">
              <a:extLst>
                <a:ext uri="{FF2B5EF4-FFF2-40B4-BE49-F238E27FC236}">
                  <a16:creationId xmlns:a16="http://schemas.microsoft.com/office/drawing/2014/main" id="{1230D68F-3412-B28F-A705-15B3A2691F52}"/>
                </a:ext>
              </a:extLst>
            </p:cNvPr>
            <p:cNvSpPr/>
            <p:nvPr/>
          </p:nvSpPr>
          <p:spPr>
            <a:xfrm>
              <a:off x="6374737" y="2071737"/>
              <a:ext cx="10088" cy="10004"/>
            </a:xfrm>
            <a:custGeom>
              <a:avLst/>
              <a:gdLst/>
              <a:ahLst/>
              <a:cxnLst/>
              <a:rect l="l" t="t" r="r" b="b"/>
              <a:pathLst>
                <a:path w="10088" h="10004" extrusionOk="0">
                  <a:moveTo>
                    <a:pt x="17" y="5411"/>
                  </a:moveTo>
                  <a:cubicBezTo>
                    <a:pt x="244" y="8164"/>
                    <a:pt x="2679" y="10214"/>
                    <a:pt x="5456" y="9988"/>
                  </a:cubicBezTo>
                  <a:cubicBezTo>
                    <a:pt x="8232" y="9762"/>
                    <a:pt x="10298" y="7347"/>
                    <a:pt x="10071" y="4594"/>
                  </a:cubicBezTo>
                  <a:cubicBezTo>
                    <a:pt x="9857" y="2005"/>
                    <a:pt x="7680" y="9"/>
                    <a:pt x="5061" y="0"/>
                  </a:cubicBezTo>
                  <a:cubicBezTo>
                    <a:pt x="2275" y="-9"/>
                    <a:pt x="9" y="2223"/>
                    <a:pt x="0" y="4986"/>
                  </a:cubicBezTo>
                  <a:cubicBezTo>
                    <a:pt x="0" y="5128"/>
                    <a:pt x="5" y="5269"/>
                    <a:pt x="17" y="54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9" name="Google Shape;282;p24">
              <a:extLst>
                <a:ext uri="{FF2B5EF4-FFF2-40B4-BE49-F238E27FC236}">
                  <a16:creationId xmlns:a16="http://schemas.microsoft.com/office/drawing/2014/main" id="{9EDD01C2-E7FC-300F-8D03-AAD99CBDA7B8}"/>
                </a:ext>
              </a:extLst>
            </p:cNvPr>
            <p:cNvSpPr/>
            <p:nvPr/>
          </p:nvSpPr>
          <p:spPr>
            <a:xfrm>
              <a:off x="6359005" y="2072146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0" name="Google Shape;283;p24">
            <a:extLst>
              <a:ext uri="{FF2B5EF4-FFF2-40B4-BE49-F238E27FC236}">
                <a16:creationId xmlns:a16="http://schemas.microsoft.com/office/drawing/2014/main" id="{696456A0-9F8C-1747-6753-2E538827B658}"/>
              </a:ext>
            </a:extLst>
          </p:cNvPr>
          <p:cNvGrpSpPr/>
          <p:nvPr/>
        </p:nvGrpSpPr>
        <p:grpSpPr>
          <a:xfrm>
            <a:off x="7518984" y="3386279"/>
            <a:ext cx="249147" cy="372348"/>
            <a:chOff x="6163008" y="1995439"/>
            <a:chExt cx="249147" cy="372348"/>
          </a:xfrm>
        </p:grpSpPr>
        <p:sp>
          <p:nvSpPr>
            <p:cNvPr id="51" name="Google Shape;284;p24">
              <a:extLst>
                <a:ext uri="{FF2B5EF4-FFF2-40B4-BE49-F238E27FC236}">
                  <a16:creationId xmlns:a16="http://schemas.microsoft.com/office/drawing/2014/main" id="{485CB64D-6CFE-AA64-E73D-B7949242B6D9}"/>
                </a:ext>
              </a:extLst>
            </p:cNvPr>
            <p:cNvSpPr/>
            <p:nvPr/>
          </p:nvSpPr>
          <p:spPr>
            <a:xfrm>
              <a:off x="6195357" y="1995439"/>
              <a:ext cx="185111" cy="44753"/>
            </a:xfrm>
            <a:custGeom>
              <a:avLst/>
              <a:gdLst/>
              <a:ahLst/>
              <a:cxnLst/>
              <a:rect l="l" t="t" r="r" b="b"/>
              <a:pathLst>
                <a:path w="185111" h="44753" extrusionOk="0">
                  <a:moveTo>
                    <a:pt x="164473" y="44753"/>
                  </a:moveTo>
                  <a:lnTo>
                    <a:pt x="20638" y="44753"/>
                  </a:lnTo>
                  <a:cubicBezTo>
                    <a:pt x="8445" y="43918"/>
                    <a:pt x="-772" y="33224"/>
                    <a:pt x="51" y="20865"/>
                  </a:cubicBezTo>
                  <a:cubicBezTo>
                    <a:pt x="797" y="9670"/>
                    <a:pt x="9592" y="756"/>
                    <a:pt x="20638" y="0"/>
                  </a:cubicBezTo>
                  <a:lnTo>
                    <a:pt x="164473" y="0"/>
                  </a:lnTo>
                  <a:cubicBezTo>
                    <a:pt x="176667" y="835"/>
                    <a:pt x="185884" y="11530"/>
                    <a:pt x="185061" y="23888"/>
                  </a:cubicBezTo>
                  <a:cubicBezTo>
                    <a:pt x="184315" y="35083"/>
                    <a:pt x="175520" y="43997"/>
                    <a:pt x="164473" y="44753"/>
                  </a:cubicBezTo>
                  <a:close/>
                  <a:moveTo>
                    <a:pt x="20638" y="12335"/>
                  </a:moveTo>
                  <a:cubicBezTo>
                    <a:pt x="15083" y="12335"/>
                    <a:pt x="10580" y="16899"/>
                    <a:pt x="10580" y="22529"/>
                  </a:cubicBezTo>
                  <a:cubicBezTo>
                    <a:pt x="10580" y="28160"/>
                    <a:pt x="15083" y="32724"/>
                    <a:pt x="20638" y="32724"/>
                  </a:cubicBezTo>
                  <a:lnTo>
                    <a:pt x="164473" y="32724"/>
                  </a:lnTo>
                  <a:cubicBezTo>
                    <a:pt x="170029" y="32724"/>
                    <a:pt x="174532" y="28160"/>
                    <a:pt x="174532" y="22529"/>
                  </a:cubicBezTo>
                  <a:cubicBezTo>
                    <a:pt x="174532" y="16899"/>
                    <a:pt x="170029" y="12335"/>
                    <a:pt x="164473" y="12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2" name="Google Shape;285;p24">
              <a:extLst>
                <a:ext uri="{FF2B5EF4-FFF2-40B4-BE49-F238E27FC236}">
                  <a16:creationId xmlns:a16="http://schemas.microsoft.com/office/drawing/2014/main" id="{A6EBF029-27FA-7EC0-C5CB-BFB676392F05}"/>
                </a:ext>
              </a:extLst>
            </p:cNvPr>
            <p:cNvSpPr/>
            <p:nvPr/>
          </p:nvSpPr>
          <p:spPr>
            <a:xfrm>
              <a:off x="6195357" y="2322983"/>
              <a:ext cx="185111" cy="44753"/>
            </a:xfrm>
            <a:custGeom>
              <a:avLst/>
              <a:gdLst/>
              <a:ahLst/>
              <a:cxnLst/>
              <a:rect l="l" t="t" r="r" b="b"/>
              <a:pathLst>
                <a:path w="185111" h="44753" extrusionOk="0">
                  <a:moveTo>
                    <a:pt x="164473" y="44753"/>
                  </a:moveTo>
                  <a:lnTo>
                    <a:pt x="20638" y="44753"/>
                  </a:lnTo>
                  <a:cubicBezTo>
                    <a:pt x="8445" y="43918"/>
                    <a:pt x="-772" y="33224"/>
                    <a:pt x="51" y="20865"/>
                  </a:cubicBezTo>
                  <a:cubicBezTo>
                    <a:pt x="797" y="9670"/>
                    <a:pt x="9592" y="756"/>
                    <a:pt x="20638" y="0"/>
                  </a:cubicBezTo>
                  <a:lnTo>
                    <a:pt x="164473" y="0"/>
                  </a:lnTo>
                  <a:cubicBezTo>
                    <a:pt x="176667" y="835"/>
                    <a:pt x="185884" y="11530"/>
                    <a:pt x="185061" y="23888"/>
                  </a:cubicBezTo>
                  <a:cubicBezTo>
                    <a:pt x="184315" y="35083"/>
                    <a:pt x="175520" y="43997"/>
                    <a:pt x="164473" y="44753"/>
                  </a:cubicBezTo>
                  <a:close/>
                  <a:moveTo>
                    <a:pt x="20638" y="12335"/>
                  </a:moveTo>
                  <a:cubicBezTo>
                    <a:pt x="15083" y="12335"/>
                    <a:pt x="10580" y="16899"/>
                    <a:pt x="10580" y="22529"/>
                  </a:cubicBezTo>
                  <a:cubicBezTo>
                    <a:pt x="10580" y="28160"/>
                    <a:pt x="15083" y="32724"/>
                    <a:pt x="20638" y="32724"/>
                  </a:cubicBezTo>
                  <a:lnTo>
                    <a:pt x="164473" y="32724"/>
                  </a:lnTo>
                  <a:cubicBezTo>
                    <a:pt x="170029" y="32724"/>
                    <a:pt x="174532" y="28160"/>
                    <a:pt x="174532" y="22529"/>
                  </a:cubicBezTo>
                  <a:cubicBezTo>
                    <a:pt x="174532" y="16899"/>
                    <a:pt x="170029" y="12335"/>
                    <a:pt x="164473" y="12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3" name="Google Shape;286;p24">
              <a:extLst>
                <a:ext uri="{FF2B5EF4-FFF2-40B4-BE49-F238E27FC236}">
                  <a16:creationId xmlns:a16="http://schemas.microsoft.com/office/drawing/2014/main" id="{98CB1D85-8DB4-DCA9-1FA1-77F919C5C375}"/>
                </a:ext>
              </a:extLst>
            </p:cNvPr>
            <p:cNvSpPr/>
            <p:nvPr/>
          </p:nvSpPr>
          <p:spPr>
            <a:xfrm>
              <a:off x="6209959" y="2027857"/>
              <a:ext cx="155906" cy="307460"/>
            </a:xfrm>
            <a:custGeom>
              <a:avLst/>
              <a:gdLst/>
              <a:ahLst/>
              <a:cxnLst/>
              <a:rect l="l" t="t" r="r" b="b"/>
              <a:pathLst>
                <a:path w="155906" h="307460" extrusionOk="0">
                  <a:moveTo>
                    <a:pt x="149872" y="307461"/>
                  </a:moveTo>
                  <a:lnTo>
                    <a:pt x="6037" y="307461"/>
                  </a:lnTo>
                  <a:cubicBezTo>
                    <a:pt x="2704" y="307461"/>
                    <a:pt x="2" y="304722"/>
                    <a:pt x="2" y="301344"/>
                  </a:cubicBezTo>
                  <a:lnTo>
                    <a:pt x="2" y="261586"/>
                  </a:lnTo>
                  <a:cubicBezTo>
                    <a:pt x="-130" y="236751"/>
                    <a:pt x="7125" y="212451"/>
                    <a:pt x="20823" y="191857"/>
                  </a:cubicBezTo>
                  <a:lnTo>
                    <a:pt x="36514" y="168104"/>
                  </a:lnTo>
                  <a:cubicBezTo>
                    <a:pt x="42413" y="159157"/>
                    <a:pt x="42413" y="147489"/>
                    <a:pt x="36514" y="138541"/>
                  </a:cubicBezTo>
                  <a:lnTo>
                    <a:pt x="20823" y="115094"/>
                  </a:lnTo>
                  <a:cubicBezTo>
                    <a:pt x="7194" y="94658"/>
                    <a:pt x="-60" y="70541"/>
                    <a:pt x="2" y="45874"/>
                  </a:cubicBezTo>
                  <a:lnTo>
                    <a:pt x="2" y="6117"/>
                  </a:lnTo>
                  <a:cubicBezTo>
                    <a:pt x="2" y="2738"/>
                    <a:pt x="2704" y="0"/>
                    <a:pt x="6037" y="0"/>
                  </a:cubicBezTo>
                  <a:lnTo>
                    <a:pt x="149872" y="0"/>
                  </a:lnTo>
                  <a:cubicBezTo>
                    <a:pt x="153205" y="0"/>
                    <a:pt x="155907" y="2738"/>
                    <a:pt x="155907" y="6117"/>
                  </a:cubicBezTo>
                  <a:lnTo>
                    <a:pt x="155907" y="45874"/>
                  </a:lnTo>
                  <a:cubicBezTo>
                    <a:pt x="155867" y="70556"/>
                    <a:pt x="148546" y="94662"/>
                    <a:pt x="134885" y="115094"/>
                  </a:cubicBezTo>
                  <a:lnTo>
                    <a:pt x="119093" y="138949"/>
                  </a:lnTo>
                  <a:cubicBezTo>
                    <a:pt x="113194" y="147896"/>
                    <a:pt x="113194" y="159564"/>
                    <a:pt x="119093" y="168512"/>
                  </a:cubicBezTo>
                  <a:lnTo>
                    <a:pt x="134885" y="191857"/>
                  </a:lnTo>
                  <a:cubicBezTo>
                    <a:pt x="148430" y="212366"/>
                    <a:pt x="155644" y="236499"/>
                    <a:pt x="155605" y="261179"/>
                  </a:cubicBezTo>
                  <a:lnTo>
                    <a:pt x="155605" y="300936"/>
                  </a:lnTo>
                  <a:cubicBezTo>
                    <a:pt x="155831" y="304307"/>
                    <a:pt x="153319" y="307225"/>
                    <a:pt x="149993" y="307454"/>
                  </a:cubicBezTo>
                  <a:cubicBezTo>
                    <a:pt x="149953" y="307457"/>
                    <a:pt x="149912" y="307459"/>
                    <a:pt x="149872" y="307461"/>
                  </a:cubicBezTo>
                  <a:close/>
                  <a:moveTo>
                    <a:pt x="12172" y="295126"/>
                  </a:moveTo>
                  <a:lnTo>
                    <a:pt x="143736" y="295126"/>
                  </a:lnTo>
                  <a:lnTo>
                    <a:pt x="143736" y="261586"/>
                  </a:lnTo>
                  <a:cubicBezTo>
                    <a:pt x="143712" y="239344"/>
                    <a:pt x="137127" y="217617"/>
                    <a:pt x="124827" y="199197"/>
                  </a:cubicBezTo>
                  <a:lnTo>
                    <a:pt x="109035" y="175342"/>
                  </a:lnTo>
                  <a:cubicBezTo>
                    <a:pt x="100448" y="162249"/>
                    <a:pt x="100448" y="145212"/>
                    <a:pt x="109035" y="132118"/>
                  </a:cubicBezTo>
                  <a:lnTo>
                    <a:pt x="124827" y="108264"/>
                  </a:lnTo>
                  <a:cubicBezTo>
                    <a:pt x="137056" y="89821"/>
                    <a:pt x="143571" y="68095"/>
                    <a:pt x="143535" y="45874"/>
                  </a:cubicBezTo>
                  <a:lnTo>
                    <a:pt x="143535" y="12335"/>
                  </a:lnTo>
                  <a:lnTo>
                    <a:pt x="12172" y="12335"/>
                  </a:lnTo>
                  <a:lnTo>
                    <a:pt x="12172" y="45874"/>
                  </a:lnTo>
                  <a:cubicBezTo>
                    <a:pt x="12137" y="68095"/>
                    <a:pt x="18652" y="89821"/>
                    <a:pt x="30881" y="108264"/>
                  </a:cubicBezTo>
                  <a:lnTo>
                    <a:pt x="46673" y="132118"/>
                  </a:lnTo>
                  <a:cubicBezTo>
                    <a:pt x="55259" y="145212"/>
                    <a:pt x="55259" y="162249"/>
                    <a:pt x="46673" y="175342"/>
                  </a:cubicBezTo>
                  <a:lnTo>
                    <a:pt x="30881" y="199197"/>
                  </a:lnTo>
                  <a:cubicBezTo>
                    <a:pt x="18635" y="217632"/>
                    <a:pt x="12118" y="239363"/>
                    <a:pt x="12172" y="2615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4" name="Google Shape;287;p24">
              <a:extLst>
                <a:ext uri="{FF2B5EF4-FFF2-40B4-BE49-F238E27FC236}">
                  <a16:creationId xmlns:a16="http://schemas.microsoft.com/office/drawing/2014/main" id="{FFD2DBE2-765C-F52C-C558-DF329FEFD08F}"/>
                </a:ext>
              </a:extLst>
            </p:cNvPr>
            <p:cNvSpPr/>
            <p:nvPr/>
          </p:nvSpPr>
          <p:spPr>
            <a:xfrm>
              <a:off x="6210281" y="2060593"/>
              <a:ext cx="155612" cy="27736"/>
            </a:xfrm>
            <a:custGeom>
              <a:avLst/>
              <a:gdLst/>
              <a:ahLst/>
              <a:cxnLst/>
              <a:rect l="l" t="t" r="r" b="b"/>
              <a:pathLst>
                <a:path w="155612" h="27736" extrusionOk="0">
                  <a:moveTo>
                    <a:pt x="6117" y="27717"/>
                  </a:moveTo>
                  <a:cubicBezTo>
                    <a:pt x="2729" y="27707"/>
                    <a:pt x="-10" y="24914"/>
                    <a:pt x="0" y="21480"/>
                  </a:cubicBezTo>
                  <a:cubicBezTo>
                    <a:pt x="5" y="19741"/>
                    <a:pt x="728" y="18085"/>
                    <a:pt x="1993" y="16911"/>
                  </a:cubicBezTo>
                  <a:cubicBezTo>
                    <a:pt x="21336" y="580"/>
                    <a:pt x="47689" y="-4329"/>
                    <a:pt x="71497" y="3964"/>
                  </a:cubicBezTo>
                  <a:cubicBezTo>
                    <a:pt x="96251" y="12269"/>
                    <a:pt x="122986" y="12269"/>
                    <a:pt x="147740" y="3964"/>
                  </a:cubicBezTo>
                  <a:cubicBezTo>
                    <a:pt x="150934" y="2951"/>
                    <a:pt x="154334" y="4754"/>
                    <a:pt x="155334" y="7991"/>
                  </a:cubicBezTo>
                  <a:cubicBezTo>
                    <a:pt x="156334" y="11228"/>
                    <a:pt x="154555" y="14674"/>
                    <a:pt x="151361" y="15688"/>
                  </a:cubicBezTo>
                  <a:cubicBezTo>
                    <a:pt x="124156" y="24802"/>
                    <a:pt x="94779" y="24802"/>
                    <a:pt x="67574" y="15688"/>
                  </a:cubicBezTo>
                  <a:cubicBezTo>
                    <a:pt x="47853" y="9062"/>
                    <a:pt x="26156" y="13182"/>
                    <a:pt x="10141" y="26596"/>
                  </a:cubicBezTo>
                  <a:cubicBezTo>
                    <a:pt x="8970" y="27434"/>
                    <a:pt x="7546" y="27831"/>
                    <a:pt x="6117" y="277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" name="Google Shape;288;p24">
              <a:extLst>
                <a:ext uri="{FF2B5EF4-FFF2-40B4-BE49-F238E27FC236}">
                  <a16:creationId xmlns:a16="http://schemas.microsoft.com/office/drawing/2014/main" id="{DC2E1FD3-F249-3D9C-7912-1C13180C3F32}"/>
                </a:ext>
              </a:extLst>
            </p:cNvPr>
            <p:cNvSpPr/>
            <p:nvPr/>
          </p:nvSpPr>
          <p:spPr>
            <a:xfrm>
              <a:off x="6211001" y="2257738"/>
              <a:ext cx="151016" cy="21832"/>
            </a:xfrm>
            <a:custGeom>
              <a:avLst/>
              <a:gdLst/>
              <a:ahLst/>
              <a:cxnLst/>
              <a:rect l="l" t="t" r="r" b="b"/>
              <a:pathLst>
                <a:path w="151016" h="21832" extrusionOk="0">
                  <a:moveTo>
                    <a:pt x="107490" y="21817"/>
                  </a:moveTo>
                  <a:cubicBezTo>
                    <a:pt x="96602" y="21733"/>
                    <a:pt x="85774" y="20155"/>
                    <a:pt x="75303" y="17128"/>
                  </a:cubicBezTo>
                  <a:cubicBezTo>
                    <a:pt x="53646" y="9873"/>
                    <a:pt x="30106" y="10998"/>
                    <a:pt x="9220" y="20288"/>
                  </a:cubicBezTo>
                  <a:cubicBezTo>
                    <a:pt x="6275" y="22005"/>
                    <a:pt x="2515" y="20978"/>
                    <a:pt x="821" y="17994"/>
                  </a:cubicBezTo>
                  <a:cubicBezTo>
                    <a:pt x="-874" y="15010"/>
                    <a:pt x="140" y="11199"/>
                    <a:pt x="3084" y="9482"/>
                  </a:cubicBezTo>
                  <a:cubicBezTo>
                    <a:pt x="26780" y="-1463"/>
                    <a:pt x="53667" y="-2991"/>
                    <a:pt x="78421" y="5201"/>
                  </a:cubicBezTo>
                  <a:cubicBezTo>
                    <a:pt x="99528" y="12426"/>
                    <a:pt x="122581" y="11036"/>
                    <a:pt x="142694" y="1327"/>
                  </a:cubicBezTo>
                  <a:cubicBezTo>
                    <a:pt x="145861" y="103"/>
                    <a:pt x="149406" y="1712"/>
                    <a:pt x="150614" y="4921"/>
                  </a:cubicBezTo>
                  <a:cubicBezTo>
                    <a:pt x="151473" y="7205"/>
                    <a:pt x="150933" y="9787"/>
                    <a:pt x="149232" y="11521"/>
                  </a:cubicBezTo>
                  <a:cubicBezTo>
                    <a:pt x="136429" y="18550"/>
                    <a:pt x="122048" y="22097"/>
                    <a:pt x="107490" y="21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" name="Google Shape;289;p24">
              <a:extLst>
                <a:ext uri="{FF2B5EF4-FFF2-40B4-BE49-F238E27FC236}">
                  <a16:creationId xmlns:a16="http://schemas.microsoft.com/office/drawing/2014/main" id="{9D80A144-71B1-2B83-B8ED-A814825B2500}"/>
                </a:ext>
              </a:extLst>
            </p:cNvPr>
            <p:cNvSpPr/>
            <p:nvPr/>
          </p:nvSpPr>
          <p:spPr>
            <a:xfrm>
              <a:off x="6269958" y="2138792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187" y="25567"/>
                  </a:moveTo>
                  <a:cubicBezTo>
                    <a:pt x="2798" y="25567"/>
                    <a:pt x="51" y="22783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757"/>
                  </a:lnTo>
                  <a:cubicBezTo>
                    <a:pt x="12061" y="23015"/>
                    <a:pt x="9405" y="25572"/>
                    <a:pt x="6187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" name="Google Shape;290;p24">
              <a:extLst>
                <a:ext uri="{FF2B5EF4-FFF2-40B4-BE49-F238E27FC236}">
                  <a16:creationId xmlns:a16="http://schemas.microsoft.com/office/drawing/2014/main" id="{6BD7010E-50C2-FC09-F860-7E6864A5A525}"/>
                </a:ext>
              </a:extLst>
            </p:cNvPr>
            <p:cNvSpPr/>
            <p:nvPr/>
          </p:nvSpPr>
          <p:spPr>
            <a:xfrm>
              <a:off x="6269958" y="2166215"/>
              <a:ext cx="12271" cy="28319"/>
            </a:xfrm>
            <a:custGeom>
              <a:avLst/>
              <a:gdLst/>
              <a:ahLst/>
              <a:cxnLst/>
              <a:rect l="l" t="t" r="r" b="b"/>
              <a:pathLst>
                <a:path w="12271" h="28319" extrusionOk="0">
                  <a:moveTo>
                    <a:pt x="6187" y="28320"/>
                  </a:moveTo>
                  <a:cubicBezTo>
                    <a:pt x="2798" y="28320"/>
                    <a:pt x="51" y="25536"/>
                    <a:pt x="51" y="22101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22101"/>
                  </a:lnTo>
                  <a:cubicBezTo>
                    <a:pt x="12222" y="25496"/>
                    <a:pt x="9536" y="28264"/>
                    <a:pt x="6187" y="283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" name="Google Shape;291;p24">
              <a:extLst>
                <a:ext uri="{FF2B5EF4-FFF2-40B4-BE49-F238E27FC236}">
                  <a16:creationId xmlns:a16="http://schemas.microsoft.com/office/drawing/2014/main" id="{1D258AFE-4B73-2539-0C3E-5F67026E7B88}"/>
                </a:ext>
              </a:extLst>
            </p:cNvPr>
            <p:cNvSpPr/>
            <p:nvPr/>
          </p:nvSpPr>
          <p:spPr>
            <a:xfrm>
              <a:off x="6269958" y="2196390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187" y="25567"/>
                  </a:moveTo>
                  <a:cubicBezTo>
                    <a:pt x="2798" y="25567"/>
                    <a:pt x="51" y="22783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349"/>
                  </a:lnTo>
                  <a:cubicBezTo>
                    <a:pt x="12222" y="22744"/>
                    <a:pt x="9536" y="25512"/>
                    <a:pt x="6187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" name="Google Shape;292;p24">
              <a:extLst>
                <a:ext uri="{FF2B5EF4-FFF2-40B4-BE49-F238E27FC236}">
                  <a16:creationId xmlns:a16="http://schemas.microsoft.com/office/drawing/2014/main" id="{B3A4A047-B7BF-9DDD-D034-52A11827BDB4}"/>
                </a:ext>
              </a:extLst>
            </p:cNvPr>
            <p:cNvSpPr/>
            <p:nvPr/>
          </p:nvSpPr>
          <p:spPr>
            <a:xfrm>
              <a:off x="6294501" y="2138792"/>
              <a:ext cx="12271" cy="25581"/>
            </a:xfrm>
            <a:custGeom>
              <a:avLst/>
              <a:gdLst/>
              <a:ahLst/>
              <a:cxnLst/>
              <a:rect l="l" t="t" r="r" b="b"/>
              <a:pathLst>
                <a:path w="12271" h="25581" extrusionOk="0">
                  <a:moveTo>
                    <a:pt x="5684" y="25567"/>
                  </a:moveTo>
                  <a:cubicBezTo>
                    <a:pt x="2622" y="25364"/>
                    <a:pt x="198" y="22863"/>
                    <a:pt x="51" y="19757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757"/>
                  </a:lnTo>
                  <a:cubicBezTo>
                    <a:pt x="12007" y="23184"/>
                    <a:pt x="9092" y="25787"/>
                    <a:pt x="5710" y="25569"/>
                  </a:cubicBezTo>
                  <a:cubicBezTo>
                    <a:pt x="5701" y="25569"/>
                    <a:pt x="5692" y="25568"/>
                    <a:pt x="5684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" name="Google Shape;293;p24">
              <a:extLst>
                <a:ext uri="{FF2B5EF4-FFF2-40B4-BE49-F238E27FC236}">
                  <a16:creationId xmlns:a16="http://schemas.microsoft.com/office/drawing/2014/main" id="{F7B4F2A2-2DF4-BFC4-2AE2-61FAAFCCCD24}"/>
                </a:ext>
              </a:extLst>
            </p:cNvPr>
            <p:cNvSpPr/>
            <p:nvPr/>
          </p:nvSpPr>
          <p:spPr>
            <a:xfrm>
              <a:off x="6294098" y="2166215"/>
              <a:ext cx="12271" cy="28319"/>
            </a:xfrm>
            <a:custGeom>
              <a:avLst/>
              <a:gdLst/>
              <a:ahLst/>
              <a:cxnLst/>
              <a:rect l="l" t="t" r="r" b="b"/>
              <a:pathLst>
                <a:path w="12271" h="28319" extrusionOk="0">
                  <a:moveTo>
                    <a:pt x="6086" y="28320"/>
                  </a:moveTo>
                  <a:cubicBezTo>
                    <a:pt x="2737" y="28264"/>
                    <a:pt x="51" y="25496"/>
                    <a:pt x="51" y="22101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22101"/>
                  </a:lnTo>
                  <a:cubicBezTo>
                    <a:pt x="12222" y="25536"/>
                    <a:pt x="9475" y="28320"/>
                    <a:pt x="6086" y="283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" name="Google Shape;294;p24">
              <a:extLst>
                <a:ext uri="{FF2B5EF4-FFF2-40B4-BE49-F238E27FC236}">
                  <a16:creationId xmlns:a16="http://schemas.microsoft.com/office/drawing/2014/main" id="{AE9FAA6E-D11D-488A-D982-DCE96852E53C}"/>
                </a:ext>
              </a:extLst>
            </p:cNvPr>
            <p:cNvSpPr/>
            <p:nvPr/>
          </p:nvSpPr>
          <p:spPr>
            <a:xfrm>
              <a:off x="6294098" y="2196390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086" y="25567"/>
                  </a:moveTo>
                  <a:cubicBezTo>
                    <a:pt x="2737" y="25512"/>
                    <a:pt x="51" y="22744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349"/>
                  </a:lnTo>
                  <a:cubicBezTo>
                    <a:pt x="12222" y="22783"/>
                    <a:pt x="9475" y="25567"/>
                    <a:pt x="6086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" name="Google Shape;295;p24">
              <a:extLst>
                <a:ext uri="{FF2B5EF4-FFF2-40B4-BE49-F238E27FC236}">
                  <a16:creationId xmlns:a16="http://schemas.microsoft.com/office/drawing/2014/main" id="{33777225-3178-3FCB-D0D9-D4C237DDCCD1}"/>
                </a:ext>
              </a:extLst>
            </p:cNvPr>
            <p:cNvSpPr/>
            <p:nvPr/>
          </p:nvSpPr>
          <p:spPr>
            <a:xfrm>
              <a:off x="6163008" y="2355350"/>
              <a:ext cx="249147" cy="12437"/>
            </a:xfrm>
            <a:custGeom>
              <a:avLst/>
              <a:gdLst/>
              <a:ahLst/>
              <a:cxnLst/>
              <a:rect l="l" t="t" r="r" b="b"/>
              <a:pathLst>
                <a:path w="249147" h="12437" extrusionOk="0">
                  <a:moveTo>
                    <a:pt x="243796" y="12386"/>
                  </a:moveTo>
                  <a:lnTo>
                    <a:pt x="6920" y="12386"/>
                  </a:lnTo>
                  <a:cubicBezTo>
                    <a:pt x="3559" y="12825"/>
                    <a:pt x="484" y="10419"/>
                    <a:pt x="51" y="7013"/>
                  </a:cubicBezTo>
                  <a:cubicBezTo>
                    <a:pt x="-382" y="3607"/>
                    <a:pt x="1991" y="490"/>
                    <a:pt x="5352" y="51"/>
                  </a:cubicBezTo>
                  <a:cubicBezTo>
                    <a:pt x="5873" y="-17"/>
                    <a:pt x="6400" y="-17"/>
                    <a:pt x="6920" y="51"/>
                  </a:cubicBezTo>
                  <a:lnTo>
                    <a:pt x="243796" y="51"/>
                  </a:lnTo>
                  <a:cubicBezTo>
                    <a:pt x="247156" y="490"/>
                    <a:pt x="249530" y="3607"/>
                    <a:pt x="249097" y="7013"/>
                  </a:cubicBezTo>
                  <a:cubicBezTo>
                    <a:pt x="248741" y="9817"/>
                    <a:pt x="246562" y="12025"/>
                    <a:pt x="243796" y="123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3" name="Google Shape;296;p24">
            <a:extLst>
              <a:ext uri="{FF2B5EF4-FFF2-40B4-BE49-F238E27FC236}">
                <a16:creationId xmlns:a16="http://schemas.microsoft.com/office/drawing/2014/main" id="{F7B629DA-7DA3-5EC3-4C87-9BF9244B5FBE}"/>
              </a:ext>
            </a:extLst>
          </p:cNvPr>
          <p:cNvGrpSpPr/>
          <p:nvPr/>
        </p:nvGrpSpPr>
        <p:grpSpPr>
          <a:xfrm>
            <a:off x="4298298" y="2935618"/>
            <a:ext cx="262571" cy="372214"/>
            <a:chOff x="6156807" y="1995439"/>
            <a:chExt cx="262571" cy="372214"/>
          </a:xfrm>
        </p:grpSpPr>
        <p:sp>
          <p:nvSpPr>
            <p:cNvPr id="384" name="Google Shape;297;p24">
              <a:extLst>
                <a:ext uri="{FF2B5EF4-FFF2-40B4-BE49-F238E27FC236}">
                  <a16:creationId xmlns:a16="http://schemas.microsoft.com/office/drawing/2014/main" id="{FA6BA467-69F0-41FE-145E-41B83B9124A1}"/>
                </a:ext>
              </a:extLst>
            </p:cNvPr>
            <p:cNvSpPr/>
            <p:nvPr/>
          </p:nvSpPr>
          <p:spPr>
            <a:xfrm>
              <a:off x="6184800" y="2295725"/>
              <a:ext cx="225799" cy="71928"/>
            </a:xfrm>
            <a:custGeom>
              <a:avLst/>
              <a:gdLst/>
              <a:ahLst/>
              <a:cxnLst/>
              <a:rect l="l" t="t" r="r" b="b"/>
              <a:pathLst>
                <a:path w="225799" h="71928" extrusionOk="0">
                  <a:moveTo>
                    <a:pt x="187925" y="71876"/>
                  </a:moveTo>
                  <a:lnTo>
                    <a:pt x="7024" y="71876"/>
                  </a:lnTo>
                  <a:cubicBezTo>
                    <a:pt x="3613" y="72327"/>
                    <a:pt x="491" y="69854"/>
                    <a:pt x="52" y="66353"/>
                  </a:cubicBezTo>
                  <a:cubicBezTo>
                    <a:pt x="-388" y="62853"/>
                    <a:pt x="2021" y="59649"/>
                    <a:pt x="5432" y="59198"/>
                  </a:cubicBezTo>
                  <a:cubicBezTo>
                    <a:pt x="5961" y="59128"/>
                    <a:pt x="6495" y="59128"/>
                    <a:pt x="7024" y="59198"/>
                  </a:cubicBezTo>
                  <a:cubicBezTo>
                    <a:pt x="19501" y="59140"/>
                    <a:pt x="29585" y="48743"/>
                    <a:pt x="29585" y="35938"/>
                  </a:cubicBezTo>
                  <a:lnTo>
                    <a:pt x="29585" y="6391"/>
                  </a:lnTo>
                  <a:cubicBezTo>
                    <a:pt x="29585" y="2861"/>
                    <a:pt x="32373" y="0"/>
                    <a:pt x="35813" y="0"/>
                  </a:cubicBezTo>
                  <a:lnTo>
                    <a:pt x="219572" y="0"/>
                  </a:lnTo>
                  <a:cubicBezTo>
                    <a:pt x="223011" y="0"/>
                    <a:pt x="225799" y="2861"/>
                    <a:pt x="225799" y="6391"/>
                  </a:cubicBezTo>
                  <a:lnTo>
                    <a:pt x="225799" y="32690"/>
                  </a:lnTo>
                  <a:cubicBezTo>
                    <a:pt x="225745" y="54186"/>
                    <a:pt x="208868" y="71646"/>
                    <a:pt x="187925" y="71876"/>
                  </a:cubicBezTo>
                  <a:close/>
                  <a:moveTo>
                    <a:pt x="33261" y="59198"/>
                  </a:moveTo>
                  <a:lnTo>
                    <a:pt x="187925" y="59198"/>
                  </a:lnTo>
                  <a:cubicBezTo>
                    <a:pt x="202206" y="59198"/>
                    <a:pt x="213799" y="47347"/>
                    <a:pt x="213855" y="32690"/>
                  </a:cubicBezTo>
                  <a:lnTo>
                    <a:pt x="213855" y="12678"/>
                  </a:lnTo>
                  <a:lnTo>
                    <a:pt x="42040" y="12678"/>
                  </a:lnTo>
                  <a:lnTo>
                    <a:pt x="42040" y="35938"/>
                  </a:lnTo>
                  <a:cubicBezTo>
                    <a:pt x="41931" y="44522"/>
                    <a:pt x="38815" y="52779"/>
                    <a:pt x="33261" y="59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5" name="Google Shape;298;p24">
              <a:extLst>
                <a:ext uri="{FF2B5EF4-FFF2-40B4-BE49-F238E27FC236}">
                  <a16:creationId xmlns:a16="http://schemas.microsoft.com/office/drawing/2014/main" id="{468A312F-8651-DBD5-0B80-A1CF6314178F}"/>
                </a:ext>
              </a:extLst>
            </p:cNvPr>
            <p:cNvSpPr/>
            <p:nvPr/>
          </p:nvSpPr>
          <p:spPr>
            <a:xfrm>
              <a:off x="6156807" y="2068782"/>
              <a:ext cx="204330" cy="298818"/>
            </a:xfrm>
            <a:custGeom>
              <a:avLst/>
              <a:gdLst/>
              <a:ahLst/>
              <a:cxnLst/>
              <a:rect l="l" t="t" r="r" b="b"/>
              <a:pathLst>
                <a:path w="204330" h="298818" extrusionOk="0">
                  <a:moveTo>
                    <a:pt x="35017" y="298818"/>
                  </a:moveTo>
                  <a:cubicBezTo>
                    <a:pt x="15701" y="298761"/>
                    <a:pt x="57" y="282705"/>
                    <a:pt x="1" y="262880"/>
                  </a:cubicBezTo>
                  <a:lnTo>
                    <a:pt x="1" y="6496"/>
                  </a:lnTo>
                  <a:cubicBezTo>
                    <a:pt x="-56" y="2967"/>
                    <a:pt x="2686" y="59"/>
                    <a:pt x="6125" y="1"/>
                  </a:cubicBezTo>
                  <a:cubicBezTo>
                    <a:pt x="6160" y="0"/>
                    <a:pt x="6194" y="0"/>
                    <a:pt x="6228" y="0"/>
                  </a:cubicBezTo>
                  <a:lnTo>
                    <a:pt x="79732" y="0"/>
                  </a:lnTo>
                  <a:cubicBezTo>
                    <a:pt x="83115" y="0"/>
                    <a:pt x="85858" y="2814"/>
                    <a:pt x="85858" y="6286"/>
                  </a:cubicBezTo>
                  <a:cubicBezTo>
                    <a:pt x="85858" y="6321"/>
                    <a:pt x="85858" y="6356"/>
                    <a:pt x="85857" y="6391"/>
                  </a:cubicBezTo>
                  <a:cubicBezTo>
                    <a:pt x="85858" y="9881"/>
                    <a:pt x="83131" y="12725"/>
                    <a:pt x="79732" y="12783"/>
                  </a:cubicBezTo>
                  <a:lnTo>
                    <a:pt x="12354" y="12783"/>
                  </a:lnTo>
                  <a:lnTo>
                    <a:pt x="12354" y="262880"/>
                  </a:lnTo>
                  <a:cubicBezTo>
                    <a:pt x="11514" y="275698"/>
                    <a:pt x="20957" y="286787"/>
                    <a:pt x="33446" y="287648"/>
                  </a:cubicBezTo>
                  <a:cubicBezTo>
                    <a:pt x="45935" y="288510"/>
                    <a:pt x="56739" y="278818"/>
                    <a:pt x="57579" y="266001"/>
                  </a:cubicBezTo>
                  <a:cubicBezTo>
                    <a:pt x="57647" y="264962"/>
                    <a:pt x="57647" y="263920"/>
                    <a:pt x="57579" y="262881"/>
                  </a:cubicBezTo>
                  <a:lnTo>
                    <a:pt x="57579" y="233334"/>
                  </a:lnTo>
                  <a:cubicBezTo>
                    <a:pt x="57579" y="229804"/>
                    <a:pt x="60367" y="226943"/>
                    <a:pt x="63806" y="226943"/>
                  </a:cubicBezTo>
                  <a:lnTo>
                    <a:pt x="191927" y="226943"/>
                  </a:lnTo>
                  <a:lnTo>
                    <a:pt x="191927" y="194567"/>
                  </a:lnTo>
                  <a:cubicBezTo>
                    <a:pt x="191488" y="191066"/>
                    <a:pt x="193897" y="187863"/>
                    <a:pt x="197308" y="187412"/>
                  </a:cubicBezTo>
                  <a:cubicBezTo>
                    <a:pt x="200719" y="186961"/>
                    <a:pt x="203840" y="189433"/>
                    <a:pt x="204280" y="192934"/>
                  </a:cubicBezTo>
                  <a:cubicBezTo>
                    <a:pt x="204348" y="193476"/>
                    <a:pt x="204348" y="194025"/>
                    <a:pt x="204280" y="194567"/>
                  </a:cubicBezTo>
                  <a:lnTo>
                    <a:pt x="204280" y="233334"/>
                  </a:lnTo>
                  <a:cubicBezTo>
                    <a:pt x="204280" y="236806"/>
                    <a:pt x="201537" y="239620"/>
                    <a:pt x="198155" y="239620"/>
                  </a:cubicBezTo>
                  <a:lnTo>
                    <a:pt x="70034" y="239620"/>
                  </a:lnTo>
                  <a:lnTo>
                    <a:pt x="70034" y="262880"/>
                  </a:lnTo>
                  <a:cubicBezTo>
                    <a:pt x="69977" y="282705"/>
                    <a:pt x="54333" y="298761"/>
                    <a:pt x="35017" y="2988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6" name="Google Shape;299;p24">
              <a:extLst>
                <a:ext uri="{FF2B5EF4-FFF2-40B4-BE49-F238E27FC236}">
                  <a16:creationId xmlns:a16="http://schemas.microsoft.com/office/drawing/2014/main" id="{45598630-81B5-83C8-B1BA-79FCFF02DE33}"/>
                </a:ext>
              </a:extLst>
            </p:cNvPr>
            <p:cNvSpPr/>
            <p:nvPr/>
          </p:nvSpPr>
          <p:spPr>
            <a:xfrm>
              <a:off x="6252669" y="2058304"/>
              <a:ext cx="119647" cy="211435"/>
            </a:xfrm>
            <a:custGeom>
              <a:avLst/>
              <a:gdLst/>
              <a:ahLst/>
              <a:cxnLst/>
              <a:rect l="l" t="t" r="r" b="b"/>
              <a:pathLst>
                <a:path w="119647" h="211435" extrusionOk="0">
                  <a:moveTo>
                    <a:pt x="90961" y="211436"/>
                  </a:moveTo>
                  <a:lnTo>
                    <a:pt x="28891" y="211436"/>
                  </a:lnTo>
                  <a:cubicBezTo>
                    <a:pt x="25452" y="211436"/>
                    <a:pt x="22664" y="208574"/>
                    <a:pt x="22664" y="205045"/>
                  </a:cubicBezTo>
                  <a:lnTo>
                    <a:pt x="22664" y="112319"/>
                  </a:lnTo>
                  <a:lnTo>
                    <a:pt x="6227" y="112319"/>
                  </a:lnTo>
                  <a:cubicBezTo>
                    <a:pt x="2845" y="112377"/>
                    <a:pt x="57" y="109609"/>
                    <a:pt x="1" y="106138"/>
                  </a:cubicBezTo>
                  <a:cubicBezTo>
                    <a:pt x="0" y="106103"/>
                    <a:pt x="0" y="106068"/>
                    <a:pt x="0" y="106032"/>
                  </a:cubicBezTo>
                  <a:lnTo>
                    <a:pt x="0" y="36252"/>
                  </a:lnTo>
                  <a:cubicBezTo>
                    <a:pt x="0" y="16231"/>
                    <a:pt x="15814" y="0"/>
                    <a:pt x="35323" y="0"/>
                  </a:cubicBezTo>
                  <a:lnTo>
                    <a:pt x="84427" y="0"/>
                  </a:lnTo>
                  <a:cubicBezTo>
                    <a:pt x="103879" y="0"/>
                    <a:pt x="119648" y="16184"/>
                    <a:pt x="119648" y="36147"/>
                  </a:cubicBezTo>
                  <a:cubicBezTo>
                    <a:pt x="119648" y="36182"/>
                    <a:pt x="119648" y="36217"/>
                    <a:pt x="119648" y="36252"/>
                  </a:cubicBezTo>
                  <a:lnTo>
                    <a:pt x="119648" y="106032"/>
                  </a:lnTo>
                  <a:cubicBezTo>
                    <a:pt x="119648" y="109504"/>
                    <a:pt x="116905" y="112319"/>
                    <a:pt x="113522" y="112319"/>
                  </a:cubicBezTo>
                  <a:lnTo>
                    <a:pt x="97086" y="112319"/>
                  </a:lnTo>
                  <a:lnTo>
                    <a:pt x="97086" y="205045"/>
                  </a:lnTo>
                  <a:cubicBezTo>
                    <a:pt x="97143" y="208516"/>
                    <a:pt x="94446" y="211377"/>
                    <a:pt x="91064" y="211435"/>
                  </a:cubicBezTo>
                  <a:cubicBezTo>
                    <a:pt x="91029" y="211436"/>
                    <a:pt x="90995" y="211436"/>
                    <a:pt x="90961" y="211436"/>
                  </a:cubicBezTo>
                  <a:close/>
                  <a:moveTo>
                    <a:pt x="35016" y="199073"/>
                  </a:moveTo>
                  <a:lnTo>
                    <a:pt x="84733" y="199073"/>
                  </a:lnTo>
                  <a:lnTo>
                    <a:pt x="84733" y="106032"/>
                  </a:lnTo>
                  <a:cubicBezTo>
                    <a:pt x="84733" y="102503"/>
                    <a:pt x="87522" y="99641"/>
                    <a:pt x="90961" y="99641"/>
                  </a:cubicBezTo>
                  <a:lnTo>
                    <a:pt x="107295" y="99641"/>
                  </a:lnTo>
                  <a:lnTo>
                    <a:pt x="107295" y="36776"/>
                  </a:lnTo>
                  <a:cubicBezTo>
                    <a:pt x="107295" y="23814"/>
                    <a:pt x="97057" y="13306"/>
                    <a:pt x="84427" y="13306"/>
                  </a:cubicBezTo>
                  <a:lnTo>
                    <a:pt x="35323" y="13306"/>
                  </a:lnTo>
                  <a:cubicBezTo>
                    <a:pt x="22693" y="13306"/>
                    <a:pt x="12455" y="23814"/>
                    <a:pt x="12455" y="36776"/>
                  </a:cubicBezTo>
                  <a:lnTo>
                    <a:pt x="12455" y="99641"/>
                  </a:lnTo>
                  <a:lnTo>
                    <a:pt x="28891" y="99641"/>
                  </a:lnTo>
                  <a:cubicBezTo>
                    <a:pt x="32274" y="99641"/>
                    <a:pt x="35017" y="102455"/>
                    <a:pt x="35017" y="105927"/>
                  </a:cubicBezTo>
                  <a:cubicBezTo>
                    <a:pt x="35017" y="105962"/>
                    <a:pt x="35017" y="105997"/>
                    <a:pt x="35016" y="1060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7" name="Google Shape;300;p24">
              <a:extLst>
                <a:ext uri="{FF2B5EF4-FFF2-40B4-BE49-F238E27FC236}">
                  <a16:creationId xmlns:a16="http://schemas.microsoft.com/office/drawing/2014/main" id="{62704D73-DA6F-A7E3-F448-52395AC7C5EB}"/>
                </a:ext>
              </a:extLst>
            </p:cNvPr>
            <p:cNvSpPr/>
            <p:nvPr/>
          </p:nvSpPr>
          <p:spPr>
            <a:xfrm>
              <a:off x="6306367" y="2173954"/>
              <a:ext cx="12353" cy="95786"/>
            </a:xfrm>
            <a:custGeom>
              <a:avLst/>
              <a:gdLst/>
              <a:ahLst/>
              <a:cxnLst/>
              <a:rect l="l" t="t" r="r" b="b"/>
              <a:pathLst>
                <a:path w="12353" h="95786" extrusionOk="0">
                  <a:moveTo>
                    <a:pt x="6227" y="95787"/>
                  </a:moveTo>
                  <a:cubicBezTo>
                    <a:pt x="2788" y="95787"/>
                    <a:pt x="0" y="92925"/>
                    <a:pt x="0" y="89395"/>
                  </a:cubicBezTo>
                  <a:lnTo>
                    <a:pt x="0" y="5575"/>
                  </a:lnTo>
                  <a:cubicBezTo>
                    <a:pt x="439" y="2074"/>
                    <a:pt x="3561" y="-398"/>
                    <a:pt x="6972" y="53"/>
                  </a:cubicBezTo>
                  <a:cubicBezTo>
                    <a:pt x="9780" y="424"/>
                    <a:pt x="11991" y="2693"/>
                    <a:pt x="12353" y="5575"/>
                  </a:cubicBezTo>
                  <a:lnTo>
                    <a:pt x="12353" y="89395"/>
                  </a:lnTo>
                  <a:cubicBezTo>
                    <a:pt x="12409" y="92867"/>
                    <a:pt x="9713" y="95728"/>
                    <a:pt x="6330" y="95786"/>
                  </a:cubicBezTo>
                  <a:cubicBezTo>
                    <a:pt x="6296" y="95786"/>
                    <a:pt x="6262" y="95787"/>
                    <a:pt x="6227" y="957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8" name="Google Shape;301;p24">
              <a:extLst>
                <a:ext uri="{FF2B5EF4-FFF2-40B4-BE49-F238E27FC236}">
                  <a16:creationId xmlns:a16="http://schemas.microsoft.com/office/drawing/2014/main" id="{10395795-C972-165D-B4A1-CD528659E4D4}"/>
                </a:ext>
              </a:extLst>
            </p:cNvPr>
            <p:cNvSpPr/>
            <p:nvPr/>
          </p:nvSpPr>
          <p:spPr>
            <a:xfrm>
              <a:off x="6275280" y="2094892"/>
              <a:ext cx="12455" cy="75732"/>
            </a:xfrm>
            <a:custGeom>
              <a:avLst/>
              <a:gdLst/>
              <a:ahLst/>
              <a:cxnLst/>
              <a:rect l="l" t="t" r="r" b="b"/>
              <a:pathLst>
                <a:path w="12455" h="75732" extrusionOk="0">
                  <a:moveTo>
                    <a:pt x="6279" y="75731"/>
                  </a:moveTo>
                  <a:cubicBezTo>
                    <a:pt x="2897" y="75789"/>
                    <a:pt x="109" y="73022"/>
                    <a:pt x="53" y="69551"/>
                  </a:cubicBezTo>
                  <a:cubicBezTo>
                    <a:pt x="52" y="69515"/>
                    <a:pt x="52" y="69480"/>
                    <a:pt x="52" y="69445"/>
                  </a:cubicBezTo>
                  <a:lnTo>
                    <a:pt x="52" y="7209"/>
                  </a:lnTo>
                  <a:cubicBezTo>
                    <a:pt x="-388" y="3708"/>
                    <a:pt x="2021" y="504"/>
                    <a:pt x="5432" y="53"/>
                  </a:cubicBezTo>
                  <a:cubicBezTo>
                    <a:pt x="8843" y="-398"/>
                    <a:pt x="11965" y="2074"/>
                    <a:pt x="12404" y="5575"/>
                  </a:cubicBezTo>
                  <a:cubicBezTo>
                    <a:pt x="12472" y="6118"/>
                    <a:pt x="12472" y="6666"/>
                    <a:pt x="12404" y="7209"/>
                  </a:cubicBezTo>
                  <a:lnTo>
                    <a:pt x="12404" y="69445"/>
                  </a:lnTo>
                  <a:cubicBezTo>
                    <a:pt x="12404" y="72917"/>
                    <a:pt x="9662" y="75731"/>
                    <a:pt x="6279" y="75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9" name="Google Shape;302;p24">
              <a:extLst>
                <a:ext uri="{FF2B5EF4-FFF2-40B4-BE49-F238E27FC236}">
                  <a16:creationId xmlns:a16="http://schemas.microsoft.com/office/drawing/2014/main" id="{66360DC4-BECD-59B1-9A52-A2BD1EDAA3FD}"/>
                </a:ext>
              </a:extLst>
            </p:cNvPr>
            <p:cNvSpPr/>
            <p:nvPr/>
          </p:nvSpPr>
          <p:spPr>
            <a:xfrm>
              <a:off x="6337350" y="2094892"/>
              <a:ext cx="12455" cy="75732"/>
            </a:xfrm>
            <a:custGeom>
              <a:avLst/>
              <a:gdLst/>
              <a:ahLst/>
              <a:cxnLst/>
              <a:rect l="l" t="t" r="r" b="b"/>
              <a:pathLst>
                <a:path w="12455" h="75732" extrusionOk="0">
                  <a:moveTo>
                    <a:pt x="6279" y="75731"/>
                  </a:moveTo>
                  <a:cubicBezTo>
                    <a:pt x="2897" y="75789"/>
                    <a:pt x="109" y="73022"/>
                    <a:pt x="53" y="69551"/>
                  </a:cubicBezTo>
                  <a:cubicBezTo>
                    <a:pt x="52" y="69515"/>
                    <a:pt x="52" y="69480"/>
                    <a:pt x="52" y="69445"/>
                  </a:cubicBezTo>
                  <a:lnTo>
                    <a:pt x="52" y="7209"/>
                  </a:lnTo>
                  <a:cubicBezTo>
                    <a:pt x="-388" y="3708"/>
                    <a:pt x="2021" y="504"/>
                    <a:pt x="5432" y="53"/>
                  </a:cubicBezTo>
                  <a:cubicBezTo>
                    <a:pt x="8843" y="-398"/>
                    <a:pt x="11965" y="2074"/>
                    <a:pt x="12404" y="5575"/>
                  </a:cubicBezTo>
                  <a:cubicBezTo>
                    <a:pt x="12472" y="6118"/>
                    <a:pt x="12472" y="6666"/>
                    <a:pt x="12404" y="7209"/>
                  </a:cubicBezTo>
                  <a:lnTo>
                    <a:pt x="12404" y="69445"/>
                  </a:lnTo>
                  <a:cubicBezTo>
                    <a:pt x="12404" y="72917"/>
                    <a:pt x="9662" y="75731"/>
                    <a:pt x="6279" y="75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0" name="Google Shape;303;p24">
              <a:extLst>
                <a:ext uri="{FF2B5EF4-FFF2-40B4-BE49-F238E27FC236}">
                  <a16:creationId xmlns:a16="http://schemas.microsoft.com/office/drawing/2014/main" id="{0F5E3387-C488-314B-7188-8636959924E0}"/>
                </a:ext>
              </a:extLst>
            </p:cNvPr>
            <p:cNvSpPr/>
            <p:nvPr/>
          </p:nvSpPr>
          <p:spPr>
            <a:xfrm>
              <a:off x="6286763" y="1995439"/>
              <a:ext cx="54417" cy="60664"/>
            </a:xfrm>
            <a:custGeom>
              <a:avLst/>
              <a:gdLst/>
              <a:ahLst/>
              <a:cxnLst/>
              <a:rect l="l" t="t" r="r" b="b"/>
              <a:pathLst>
                <a:path w="54417" h="60664" extrusionOk="0">
                  <a:moveTo>
                    <a:pt x="26444" y="60665"/>
                  </a:moveTo>
                  <a:cubicBezTo>
                    <a:pt x="16960" y="60201"/>
                    <a:pt x="8634" y="54039"/>
                    <a:pt x="5210" y="44948"/>
                  </a:cubicBezTo>
                  <a:cubicBezTo>
                    <a:pt x="1698" y="38030"/>
                    <a:pt x="-91" y="30327"/>
                    <a:pt x="4" y="22527"/>
                  </a:cubicBezTo>
                  <a:lnTo>
                    <a:pt x="4" y="15611"/>
                  </a:lnTo>
                  <a:cubicBezTo>
                    <a:pt x="7" y="14429"/>
                    <a:pt x="324" y="13270"/>
                    <a:pt x="922" y="12259"/>
                  </a:cubicBezTo>
                  <a:cubicBezTo>
                    <a:pt x="7483" y="4467"/>
                    <a:pt x="17023" y="-8"/>
                    <a:pt x="27057" y="0"/>
                  </a:cubicBezTo>
                  <a:cubicBezTo>
                    <a:pt x="40329" y="0"/>
                    <a:pt x="54417" y="8382"/>
                    <a:pt x="54417" y="16240"/>
                  </a:cubicBezTo>
                  <a:lnTo>
                    <a:pt x="54417" y="22527"/>
                  </a:lnTo>
                  <a:cubicBezTo>
                    <a:pt x="54462" y="30321"/>
                    <a:pt x="52676" y="38012"/>
                    <a:pt x="49210" y="44948"/>
                  </a:cubicBezTo>
                  <a:cubicBezTo>
                    <a:pt x="45634" y="54329"/>
                    <a:pt x="36871" y="60546"/>
                    <a:pt x="27057" y="60665"/>
                  </a:cubicBezTo>
                  <a:close/>
                  <a:moveTo>
                    <a:pt x="12356" y="18126"/>
                  </a:moveTo>
                  <a:lnTo>
                    <a:pt x="12356" y="22527"/>
                  </a:lnTo>
                  <a:cubicBezTo>
                    <a:pt x="12287" y="28244"/>
                    <a:pt x="13584" y="33892"/>
                    <a:pt x="16134" y="38976"/>
                  </a:cubicBezTo>
                  <a:cubicBezTo>
                    <a:pt x="19196" y="45053"/>
                    <a:pt x="22973" y="48301"/>
                    <a:pt x="27057" y="47987"/>
                  </a:cubicBezTo>
                  <a:cubicBezTo>
                    <a:pt x="31141" y="47673"/>
                    <a:pt x="35224" y="45053"/>
                    <a:pt x="38287" y="38976"/>
                  </a:cubicBezTo>
                  <a:cubicBezTo>
                    <a:pt x="40836" y="33892"/>
                    <a:pt x="42133" y="28244"/>
                    <a:pt x="42064" y="22527"/>
                  </a:cubicBezTo>
                  <a:lnTo>
                    <a:pt x="42064" y="17917"/>
                  </a:lnTo>
                  <a:cubicBezTo>
                    <a:pt x="33379" y="10790"/>
                    <a:pt x="21042" y="10790"/>
                    <a:pt x="12356" y="179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1" name="Google Shape;304;p24">
              <a:extLst>
                <a:ext uri="{FF2B5EF4-FFF2-40B4-BE49-F238E27FC236}">
                  <a16:creationId xmlns:a16="http://schemas.microsoft.com/office/drawing/2014/main" id="{B62D9B72-47CD-2CDA-03E3-382D99B5D8C3}"/>
                </a:ext>
              </a:extLst>
            </p:cNvPr>
            <p:cNvSpPr/>
            <p:nvPr/>
          </p:nvSpPr>
          <p:spPr>
            <a:xfrm>
              <a:off x="6190088" y="2257377"/>
              <a:ext cx="229290" cy="12363"/>
            </a:xfrm>
            <a:custGeom>
              <a:avLst/>
              <a:gdLst/>
              <a:ahLst/>
              <a:cxnLst/>
              <a:rect l="l" t="t" r="r" b="b"/>
              <a:pathLst>
                <a:path w="229290" h="12363" extrusionOk="0">
                  <a:moveTo>
                    <a:pt x="223063" y="12363"/>
                  </a:moveTo>
                  <a:lnTo>
                    <a:pt x="6227" y="12363"/>
                  </a:lnTo>
                  <a:cubicBezTo>
                    <a:pt x="2788" y="12363"/>
                    <a:pt x="0" y="9502"/>
                    <a:pt x="0" y="5972"/>
                  </a:cubicBezTo>
                  <a:cubicBezTo>
                    <a:pt x="215" y="2607"/>
                    <a:pt x="2941" y="-7"/>
                    <a:pt x="6227" y="0"/>
                  </a:cubicBezTo>
                  <a:lnTo>
                    <a:pt x="223063" y="0"/>
                  </a:lnTo>
                  <a:cubicBezTo>
                    <a:pt x="226480" y="56"/>
                    <a:pt x="229236" y="2885"/>
                    <a:pt x="229291" y="6391"/>
                  </a:cubicBezTo>
                  <a:cubicBezTo>
                    <a:pt x="229075" y="9756"/>
                    <a:pt x="226349" y="12371"/>
                    <a:pt x="223063" y="123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2" name="Google Shape;305;p24">
              <a:extLst>
                <a:ext uri="{FF2B5EF4-FFF2-40B4-BE49-F238E27FC236}">
                  <a16:creationId xmlns:a16="http://schemas.microsoft.com/office/drawing/2014/main" id="{6A614B82-E465-DEA4-A6EF-7F49CB0983C8}"/>
                </a:ext>
              </a:extLst>
            </p:cNvPr>
            <p:cNvSpPr/>
            <p:nvPr/>
          </p:nvSpPr>
          <p:spPr>
            <a:xfrm>
              <a:off x="6376928" y="2095727"/>
              <a:ext cx="34920" cy="31309"/>
            </a:xfrm>
            <a:custGeom>
              <a:avLst/>
              <a:gdLst/>
              <a:ahLst/>
              <a:cxnLst/>
              <a:rect l="l" t="t" r="r" b="b"/>
              <a:pathLst>
                <a:path w="34920" h="31309" extrusionOk="0">
                  <a:moveTo>
                    <a:pt x="6108" y="31310"/>
                  </a:moveTo>
                  <a:cubicBezTo>
                    <a:pt x="4212" y="31293"/>
                    <a:pt x="2434" y="30362"/>
                    <a:pt x="1310" y="28795"/>
                  </a:cubicBezTo>
                  <a:cubicBezTo>
                    <a:pt x="-777" y="26039"/>
                    <a:pt x="-322" y="22074"/>
                    <a:pt x="2331" y="19889"/>
                  </a:cubicBezTo>
                  <a:lnTo>
                    <a:pt x="24892" y="1344"/>
                  </a:lnTo>
                  <a:cubicBezTo>
                    <a:pt x="27578" y="-797"/>
                    <a:pt x="31441" y="-331"/>
                    <a:pt x="33570" y="2392"/>
                  </a:cubicBezTo>
                  <a:cubicBezTo>
                    <a:pt x="35689" y="5098"/>
                    <a:pt x="35269" y="9055"/>
                    <a:pt x="32632" y="11230"/>
                  </a:cubicBezTo>
                  <a:cubicBezTo>
                    <a:pt x="32605" y="11253"/>
                    <a:pt x="32577" y="11275"/>
                    <a:pt x="32549" y="11298"/>
                  </a:cubicBezTo>
                  <a:lnTo>
                    <a:pt x="9681" y="29843"/>
                  </a:lnTo>
                  <a:cubicBezTo>
                    <a:pt x="8678" y="30720"/>
                    <a:pt x="7423" y="31235"/>
                    <a:pt x="6108" y="313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3" name="Google Shape;306;p24">
              <a:extLst>
                <a:ext uri="{FF2B5EF4-FFF2-40B4-BE49-F238E27FC236}">
                  <a16:creationId xmlns:a16="http://schemas.microsoft.com/office/drawing/2014/main" id="{5549961F-10F6-5DF5-DE20-4C7774E46E7C}"/>
                </a:ext>
              </a:extLst>
            </p:cNvPr>
            <p:cNvSpPr/>
            <p:nvPr/>
          </p:nvSpPr>
          <p:spPr>
            <a:xfrm>
              <a:off x="6212974" y="2095758"/>
              <a:ext cx="35287" cy="31279"/>
            </a:xfrm>
            <a:custGeom>
              <a:avLst/>
              <a:gdLst/>
              <a:ahLst/>
              <a:cxnLst/>
              <a:rect l="l" t="t" r="r" b="b"/>
              <a:pathLst>
                <a:path w="35287" h="31279" extrusionOk="0">
                  <a:moveTo>
                    <a:pt x="29078" y="31279"/>
                  </a:moveTo>
                  <a:cubicBezTo>
                    <a:pt x="27770" y="31170"/>
                    <a:pt x="26525" y="30658"/>
                    <a:pt x="25505" y="29812"/>
                  </a:cubicBezTo>
                  <a:lnTo>
                    <a:pt x="2331" y="11267"/>
                  </a:lnTo>
                  <a:cubicBezTo>
                    <a:pt x="-322" y="9083"/>
                    <a:pt x="-777" y="5118"/>
                    <a:pt x="1310" y="2361"/>
                  </a:cubicBezTo>
                  <a:cubicBezTo>
                    <a:pt x="3502" y="-323"/>
                    <a:pt x="7355" y="-783"/>
                    <a:pt x="10089" y="1314"/>
                  </a:cubicBezTo>
                  <a:lnTo>
                    <a:pt x="32957" y="19859"/>
                  </a:lnTo>
                  <a:cubicBezTo>
                    <a:pt x="35610" y="22043"/>
                    <a:pt x="36064" y="26008"/>
                    <a:pt x="33978" y="28765"/>
                  </a:cubicBezTo>
                  <a:cubicBezTo>
                    <a:pt x="32821" y="30348"/>
                    <a:pt x="31006" y="31279"/>
                    <a:pt x="29078" y="31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4" name="Google Shape;307;p24">
              <a:extLst>
                <a:ext uri="{FF2B5EF4-FFF2-40B4-BE49-F238E27FC236}">
                  <a16:creationId xmlns:a16="http://schemas.microsoft.com/office/drawing/2014/main" id="{DEC766B1-5677-15E3-F01B-6C354133A5A6}"/>
                </a:ext>
              </a:extLst>
            </p:cNvPr>
            <p:cNvSpPr/>
            <p:nvPr/>
          </p:nvSpPr>
          <p:spPr>
            <a:xfrm>
              <a:off x="6189292" y="2220548"/>
              <a:ext cx="67031" cy="12783"/>
            </a:xfrm>
            <a:custGeom>
              <a:avLst/>
              <a:gdLst/>
              <a:ahLst/>
              <a:cxnLst/>
              <a:rect l="l" t="t" r="r" b="b"/>
              <a:pathLst>
                <a:path w="67031" h="12783" extrusionOk="0">
                  <a:moveTo>
                    <a:pt x="60008" y="12731"/>
                  </a:moveTo>
                  <a:lnTo>
                    <a:pt x="7024" y="12731"/>
                  </a:lnTo>
                  <a:cubicBezTo>
                    <a:pt x="3613" y="13182"/>
                    <a:pt x="491" y="10710"/>
                    <a:pt x="52" y="7209"/>
                  </a:cubicBezTo>
                  <a:cubicBezTo>
                    <a:pt x="-388" y="3708"/>
                    <a:pt x="2021" y="504"/>
                    <a:pt x="5432" y="53"/>
                  </a:cubicBezTo>
                  <a:cubicBezTo>
                    <a:pt x="5961" y="-17"/>
                    <a:pt x="6495" y="-17"/>
                    <a:pt x="7024" y="53"/>
                  </a:cubicBezTo>
                  <a:lnTo>
                    <a:pt x="60008" y="53"/>
                  </a:lnTo>
                  <a:cubicBezTo>
                    <a:pt x="63419" y="-398"/>
                    <a:pt x="66540" y="2074"/>
                    <a:pt x="66980" y="5575"/>
                  </a:cubicBezTo>
                  <a:cubicBezTo>
                    <a:pt x="67419" y="9076"/>
                    <a:pt x="65010" y="12280"/>
                    <a:pt x="61599" y="12731"/>
                  </a:cubicBezTo>
                  <a:cubicBezTo>
                    <a:pt x="61071" y="12801"/>
                    <a:pt x="60536" y="12801"/>
                    <a:pt x="60008" y="12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5" name="Google Shape;308;p24">
              <a:extLst>
                <a:ext uri="{FF2B5EF4-FFF2-40B4-BE49-F238E27FC236}">
                  <a16:creationId xmlns:a16="http://schemas.microsoft.com/office/drawing/2014/main" id="{9C34A746-DD15-3329-78A0-D6E900134BE0}"/>
                </a:ext>
              </a:extLst>
            </p:cNvPr>
            <p:cNvSpPr/>
            <p:nvPr/>
          </p:nvSpPr>
          <p:spPr>
            <a:xfrm>
              <a:off x="6189292" y="2185972"/>
              <a:ext cx="67031" cy="12783"/>
            </a:xfrm>
            <a:custGeom>
              <a:avLst/>
              <a:gdLst/>
              <a:ahLst/>
              <a:cxnLst/>
              <a:rect l="l" t="t" r="r" b="b"/>
              <a:pathLst>
                <a:path w="67031" h="12783" extrusionOk="0">
                  <a:moveTo>
                    <a:pt x="60008" y="12731"/>
                  </a:moveTo>
                  <a:lnTo>
                    <a:pt x="7024" y="12731"/>
                  </a:lnTo>
                  <a:cubicBezTo>
                    <a:pt x="3613" y="13182"/>
                    <a:pt x="491" y="10709"/>
                    <a:pt x="52" y="7209"/>
                  </a:cubicBezTo>
                  <a:cubicBezTo>
                    <a:pt x="-388" y="3708"/>
                    <a:pt x="2021" y="504"/>
                    <a:pt x="5432" y="53"/>
                  </a:cubicBezTo>
                  <a:cubicBezTo>
                    <a:pt x="5961" y="-17"/>
                    <a:pt x="6495" y="-17"/>
                    <a:pt x="7024" y="53"/>
                  </a:cubicBezTo>
                  <a:lnTo>
                    <a:pt x="60008" y="53"/>
                  </a:lnTo>
                  <a:cubicBezTo>
                    <a:pt x="63419" y="-398"/>
                    <a:pt x="66540" y="2074"/>
                    <a:pt x="66980" y="5575"/>
                  </a:cubicBezTo>
                  <a:cubicBezTo>
                    <a:pt x="67419" y="9076"/>
                    <a:pt x="65010" y="12280"/>
                    <a:pt x="61599" y="12731"/>
                  </a:cubicBezTo>
                  <a:cubicBezTo>
                    <a:pt x="61071" y="12801"/>
                    <a:pt x="60536" y="12801"/>
                    <a:pt x="60008" y="12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6" name="Google Shape;309;p24">
            <a:extLst>
              <a:ext uri="{FF2B5EF4-FFF2-40B4-BE49-F238E27FC236}">
                <a16:creationId xmlns:a16="http://schemas.microsoft.com/office/drawing/2014/main" id="{6290837F-FABB-5A11-5E81-0E75C23F305E}"/>
              </a:ext>
            </a:extLst>
          </p:cNvPr>
          <p:cNvGrpSpPr/>
          <p:nvPr/>
        </p:nvGrpSpPr>
        <p:grpSpPr>
          <a:xfrm>
            <a:off x="4617509" y="4918037"/>
            <a:ext cx="295725" cy="361051"/>
            <a:chOff x="6142837" y="2002517"/>
            <a:chExt cx="295725" cy="361051"/>
          </a:xfrm>
        </p:grpSpPr>
        <p:sp>
          <p:nvSpPr>
            <p:cNvPr id="397" name="Google Shape;310;p24">
              <a:extLst>
                <a:ext uri="{FF2B5EF4-FFF2-40B4-BE49-F238E27FC236}">
                  <a16:creationId xmlns:a16="http://schemas.microsoft.com/office/drawing/2014/main" id="{D4026E43-FC8A-1217-E50B-6DB4F2F2C2A4}"/>
                </a:ext>
              </a:extLst>
            </p:cNvPr>
            <p:cNvSpPr/>
            <p:nvPr/>
          </p:nvSpPr>
          <p:spPr>
            <a:xfrm>
              <a:off x="6251450" y="2002517"/>
              <a:ext cx="187112" cy="361051"/>
            </a:xfrm>
            <a:custGeom>
              <a:avLst/>
              <a:gdLst/>
              <a:ahLst/>
              <a:cxnLst/>
              <a:rect l="l" t="t" r="r" b="b"/>
              <a:pathLst>
                <a:path w="187112" h="361051" extrusionOk="0">
                  <a:moveTo>
                    <a:pt x="74896" y="361052"/>
                  </a:moveTo>
                  <a:lnTo>
                    <a:pt x="28968" y="361052"/>
                  </a:lnTo>
                  <a:cubicBezTo>
                    <a:pt x="25560" y="361052"/>
                    <a:pt x="22797" y="358217"/>
                    <a:pt x="22797" y="354721"/>
                  </a:cubicBezTo>
                  <a:cubicBezTo>
                    <a:pt x="22797" y="351225"/>
                    <a:pt x="25560" y="348391"/>
                    <a:pt x="28968" y="348391"/>
                  </a:cubicBezTo>
                  <a:lnTo>
                    <a:pt x="68725" y="348391"/>
                  </a:lnTo>
                  <a:lnTo>
                    <a:pt x="68725" y="292351"/>
                  </a:lnTo>
                  <a:cubicBezTo>
                    <a:pt x="68725" y="288912"/>
                    <a:pt x="71442" y="286124"/>
                    <a:pt x="74794" y="286124"/>
                  </a:cubicBezTo>
                  <a:cubicBezTo>
                    <a:pt x="74828" y="286124"/>
                    <a:pt x="74862" y="286124"/>
                    <a:pt x="74896" y="286124"/>
                  </a:cubicBezTo>
                  <a:lnTo>
                    <a:pt x="115361" y="286124"/>
                  </a:lnTo>
                  <a:cubicBezTo>
                    <a:pt x="132976" y="286067"/>
                    <a:pt x="147227" y="271402"/>
                    <a:pt x="147227" y="253331"/>
                  </a:cubicBezTo>
                  <a:lnTo>
                    <a:pt x="147227" y="248972"/>
                  </a:lnTo>
                  <a:lnTo>
                    <a:pt x="142270" y="245132"/>
                  </a:lnTo>
                  <a:cubicBezTo>
                    <a:pt x="141626" y="244573"/>
                    <a:pt x="141079" y="243907"/>
                    <a:pt x="140651" y="243161"/>
                  </a:cubicBezTo>
                  <a:cubicBezTo>
                    <a:pt x="136783" y="236122"/>
                    <a:pt x="139068" y="227204"/>
                    <a:pt x="145810" y="223028"/>
                  </a:cubicBezTo>
                  <a:lnTo>
                    <a:pt x="155927" y="216490"/>
                  </a:lnTo>
                  <a:lnTo>
                    <a:pt x="155927" y="203725"/>
                  </a:lnTo>
                  <a:cubicBezTo>
                    <a:pt x="155871" y="197478"/>
                    <a:pt x="160762" y="192368"/>
                    <a:pt x="166852" y="192310"/>
                  </a:cubicBezTo>
                  <a:cubicBezTo>
                    <a:pt x="166886" y="192310"/>
                    <a:pt x="166919" y="192310"/>
                    <a:pt x="166953" y="192310"/>
                  </a:cubicBezTo>
                  <a:lnTo>
                    <a:pt x="171202" y="192310"/>
                  </a:lnTo>
                  <a:cubicBezTo>
                    <a:pt x="172263" y="192318"/>
                    <a:pt x="173239" y="191717"/>
                    <a:pt x="173731" y="190753"/>
                  </a:cubicBezTo>
                  <a:cubicBezTo>
                    <a:pt x="174255" y="189822"/>
                    <a:pt x="174255" y="188675"/>
                    <a:pt x="173731" y="187744"/>
                  </a:cubicBezTo>
                  <a:lnTo>
                    <a:pt x="153499" y="156611"/>
                  </a:lnTo>
                  <a:cubicBezTo>
                    <a:pt x="150380" y="151897"/>
                    <a:pt x="149049" y="146176"/>
                    <a:pt x="149756" y="140525"/>
                  </a:cubicBezTo>
                  <a:cubicBezTo>
                    <a:pt x="150347" y="136123"/>
                    <a:pt x="150651" y="131685"/>
                    <a:pt x="150666" y="127242"/>
                  </a:cubicBezTo>
                  <a:cubicBezTo>
                    <a:pt x="150565" y="95422"/>
                    <a:pt x="137684" y="65051"/>
                    <a:pt x="115057" y="43286"/>
                  </a:cubicBezTo>
                  <a:cubicBezTo>
                    <a:pt x="86232" y="16008"/>
                    <a:pt x="45639" y="6099"/>
                    <a:pt x="7927" y="17134"/>
                  </a:cubicBezTo>
                  <a:cubicBezTo>
                    <a:pt x="4688" y="18149"/>
                    <a:pt x="1256" y="16297"/>
                    <a:pt x="238" y="12983"/>
                  </a:cubicBezTo>
                  <a:cubicBezTo>
                    <a:pt x="-685" y="9636"/>
                    <a:pt x="1152" y="6143"/>
                    <a:pt x="4386" y="5096"/>
                  </a:cubicBezTo>
                  <a:cubicBezTo>
                    <a:pt x="46483" y="-7467"/>
                    <a:pt x="91919" y="3565"/>
                    <a:pt x="124061" y="34154"/>
                  </a:cubicBezTo>
                  <a:cubicBezTo>
                    <a:pt x="149226" y="58357"/>
                    <a:pt x="163507" y="92165"/>
                    <a:pt x="163514" y="127553"/>
                  </a:cubicBezTo>
                  <a:cubicBezTo>
                    <a:pt x="163516" y="132518"/>
                    <a:pt x="163178" y="137477"/>
                    <a:pt x="162502" y="142393"/>
                  </a:cubicBezTo>
                  <a:cubicBezTo>
                    <a:pt x="162196" y="145061"/>
                    <a:pt x="162843" y="147753"/>
                    <a:pt x="164323" y="149969"/>
                  </a:cubicBezTo>
                  <a:lnTo>
                    <a:pt x="184556" y="181102"/>
                  </a:lnTo>
                  <a:cubicBezTo>
                    <a:pt x="189193" y="188194"/>
                    <a:pt x="187348" y="197800"/>
                    <a:pt x="180435" y="202557"/>
                  </a:cubicBezTo>
                  <a:cubicBezTo>
                    <a:pt x="177915" y="204291"/>
                    <a:pt x="174944" y="205205"/>
                    <a:pt x="171910" y="205178"/>
                  </a:cubicBezTo>
                  <a:lnTo>
                    <a:pt x="168875" y="205178"/>
                  </a:lnTo>
                  <a:lnTo>
                    <a:pt x="168875" y="219915"/>
                  </a:lnTo>
                  <a:cubicBezTo>
                    <a:pt x="168862" y="222082"/>
                    <a:pt x="167751" y="224087"/>
                    <a:pt x="165942" y="225207"/>
                  </a:cubicBezTo>
                  <a:lnTo>
                    <a:pt x="152487" y="233717"/>
                  </a:lnTo>
                  <a:cubicBezTo>
                    <a:pt x="151717" y="234194"/>
                    <a:pt x="151284" y="235082"/>
                    <a:pt x="151374" y="236000"/>
                  </a:cubicBezTo>
                  <a:lnTo>
                    <a:pt x="157343" y="240670"/>
                  </a:lnTo>
                  <a:cubicBezTo>
                    <a:pt x="158900" y="241868"/>
                    <a:pt x="159803" y="243759"/>
                    <a:pt x="159771" y="245755"/>
                  </a:cubicBezTo>
                  <a:lnTo>
                    <a:pt x="159771" y="253331"/>
                  </a:lnTo>
                  <a:cubicBezTo>
                    <a:pt x="159771" y="278337"/>
                    <a:pt x="140040" y="298624"/>
                    <a:pt x="115664" y="298681"/>
                  </a:cubicBezTo>
                  <a:lnTo>
                    <a:pt x="80966" y="298681"/>
                  </a:lnTo>
                  <a:lnTo>
                    <a:pt x="80966" y="354721"/>
                  </a:lnTo>
                  <a:cubicBezTo>
                    <a:pt x="80966" y="358177"/>
                    <a:pt x="78264" y="360995"/>
                    <a:pt x="74896" y="3610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8" name="Google Shape;311;p24">
              <a:extLst>
                <a:ext uri="{FF2B5EF4-FFF2-40B4-BE49-F238E27FC236}">
                  <a16:creationId xmlns:a16="http://schemas.microsoft.com/office/drawing/2014/main" id="{13E727A8-2199-BF88-77F2-72F394DB4EC0}"/>
                </a:ext>
              </a:extLst>
            </p:cNvPr>
            <p:cNvSpPr/>
            <p:nvPr/>
          </p:nvSpPr>
          <p:spPr>
            <a:xfrm>
              <a:off x="6163980" y="2052238"/>
              <a:ext cx="151338" cy="155250"/>
            </a:xfrm>
            <a:custGeom>
              <a:avLst/>
              <a:gdLst/>
              <a:ahLst/>
              <a:cxnLst/>
              <a:rect l="l" t="t" r="r" b="b"/>
              <a:pathLst>
                <a:path w="151338" h="155250" extrusionOk="0">
                  <a:moveTo>
                    <a:pt x="75669" y="155251"/>
                  </a:moveTo>
                  <a:cubicBezTo>
                    <a:pt x="33878" y="155251"/>
                    <a:pt x="0" y="120497"/>
                    <a:pt x="0" y="77625"/>
                  </a:cubicBezTo>
                  <a:cubicBezTo>
                    <a:pt x="0" y="34754"/>
                    <a:pt x="33878" y="0"/>
                    <a:pt x="75669" y="0"/>
                  </a:cubicBezTo>
                  <a:cubicBezTo>
                    <a:pt x="117460" y="0"/>
                    <a:pt x="151338" y="34754"/>
                    <a:pt x="151338" y="77625"/>
                  </a:cubicBezTo>
                  <a:cubicBezTo>
                    <a:pt x="151283" y="120473"/>
                    <a:pt x="117437" y="155193"/>
                    <a:pt x="75669" y="155251"/>
                  </a:cubicBezTo>
                  <a:close/>
                  <a:moveTo>
                    <a:pt x="75669" y="12453"/>
                  </a:moveTo>
                  <a:cubicBezTo>
                    <a:pt x="40639" y="12453"/>
                    <a:pt x="12241" y="41585"/>
                    <a:pt x="12241" y="77522"/>
                  </a:cubicBezTo>
                  <a:cubicBezTo>
                    <a:pt x="12241" y="113458"/>
                    <a:pt x="40639" y="142590"/>
                    <a:pt x="75669" y="142590"/>
                  </a:cubicBezTo>
                  <a:cubicBezTo>
                    <a:pt x="110700" y="142590"/>
                    <a:pt x="139098" y="113458"/>
                    <a:pt x="139098" y="77522"/>
                  </a:cubicBezTo>
                  <a:cubicBezTo>
                    <a:pt x="139042" y="41609"/>
                    <a:pt x="110677" y="12510"/>
                    <a:pt x="75669" y="124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9" name="Google Shape;312;p24">
              <a:extLst>
                <a:ext uri="{FF2B5EF4-FFF2-40B4-BE49-F238E27FC236}">
                  <a16:creationId xmlns:a16="http://schemas.microsoft.com/office/drawing/2014/main" id="{C22B57FA-9F23-B147-FC91-3441FA1A1C8F}"/>
                </a:ext>
              </a:extLst>
            </p:cNvPr>
            <p:cNvSpPr/>
            <p:nvPr/>
          </p:nvSpPr>
          <p:spPr>
            <a:xfrm>
              <a:off x="6142837" y="2030548"/>
              <a:ext cx="193625" cy="228414"/>
            </a:xfrm>
            <a:custGeom>
              <a:avLst/>
              <a:gdLst/>
              <a:ahLst/>
              <a:cxnLst/>
              <a:rect l="l" t="t" r="r" b="b"/>
              <a:pathLst>
                <a:path w="193625" h="228414" extrusionOk="0">
                  <a:moveTo>
                    <a:pt x="138593" y="228413"/>
                  </a:moveTo>
                  <a:lnTo>
                    <a:pt x="55033" y="228413"/>
                  </a:lnTo>
                  <a:cubicBezTo>
                    <a:pt x="52282" y="228398"/>
                    <a:pt x="49863" y="226547"/>
                    <a:pt x="49064" y="223847"/>
                  </a:cubicBezTo>
                  <a:lnTo>
                    <a:pt x="36824" y="177148"/>
                  </a:lnTo>
                  <a:cubicBezTo>
                    <a:pt x="13491" y="158429"/>
                    <a:pt x="-101" y="129700"/>
                    <a:pt x="1" y="99315"/>
                  </a:cubicBezTo>
                  <a:cubicBezTo>
                    <a:pt x="1" y="44465"/>
                    <a:pt x="43345" y="0"/>
                    <a:pt x="96813" y="0"/>
                  </a:cubicBezTo>
                  <a:cubicBezTo>
                    <a:pt x="150281" y="0"/>
                    <a:pt x="193625" y="44465"/>
                    <a:pt x="193625" y="99315"/>
                  </a:cubicBezTo>
                  <a:cubicBezTo>
                    <a:pt x="193726" y="129700"/>
                    <a:pt x="180134" y="158429"/>
                    <a:pt x="156802" y="177148"/>
                  </a:cubicBezTo>
                  <a:lnTo>
                    <a:pt x="144561" y="223847"/>
                  </a:lnTo>
                  <a:cubicBezTo>
                    <a:pt x="143822" y="226589"/>
                    <a:pt x="141365" y="228469"/>
                    <a:pt x="138593" y="228414"/>
                  </a:cubicBezTo>
                  <a:close/>
                  <a:moveTo>
                    <a:pt x="59686" y="215856"/>
                  </a:moveTo>
                  <a:lnTo>
                    <a:pt x="133939" y="215856"/>
                  </a:lnTo>
                  <a:lnTo>
                    <a:pt x="145472" y="171855"/>
                  </a:lnTo>
                  <a:cubicBezTo>
                    <a:pt x="145896" y="170527"/>
                    <a:pt x="146665" y="169343"/>
                    <a:pt x="147697" y="168430"/>
                  </a:cubicBezTo>
                  <a:cubicBezTo>
                    <a:pt x="168973" y="152174"/>
                    <a:pt x="181472" y="126529"/>
                    <a:pt x="181384" y="99315"/>
                  </a:cubicBezTo>
                  <a:cubicBezTo>
                    <a:pt x="181384" y="51400"/>
                    <a:pt x="143520" y="12557"/>
                    <a:pt x="96813" y="12557"/>
                  </a:cubicBezTo>
                  <a:cubicBezTo>
                    <a:pt x="50105" y="12557"/>
                    <a:pt x="12241" y="51400"/>
                    <a:pt x="12241" y="99315"/>
                  </a:cubicBezTo>
                  <a:cubicBezTo>
                    <a:pt x="12153" y="126529"/>
                    <a:pt x="24652" y="152174"/>
                    <a:pt x="45928" y="168430"/>
                  </a:cubicBezTo>
                  <a:cubicBezTo>
                    <a:pt x="46990" y="169315"/>
                    <a:pt x="47766" y="170509"/>
                    <a:pt x="48154" y="1718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0" name="Google Shape;313;p24">
              <a:extLst>
                <a:ext uri="{FF2B5EF4-FFF2-40B4-BE49-F238E27FC236}">
                  <a16:creationId xmlns:a16="http://schemas.microsoft.com/office/drawing/2014/main" id="{42338EEE-EA31-210D-49A0-390B59213342}"/>
                </a:ext>
              </a:extLst>
            </p:cNvPr>
            <p:cNvSpPr/>
            <p:nvPr/>
          </p:nvSpPr>
          <p:spPr>
            <a:xfrm>
              <a:off x="6214579" y="2192166"/>
              <a:ext cx="92518" cy="37011"/>
            </a:xfrm>
            <a:custGeom>
              <a:avLst/>
              <a:gdLst/>
              <a:ahLst/>
              <a:cxnLst/>
              <a:rect l="l" t="t" r="r" b="b"/>
              <a:pathLst>
                <a:path w="92518" h="37011" extrusionOk="0">
                  <a:moveTo>
                    <a:pt x="25070" y="37012"/>
                  </a:moveTo>
                  <a:cubicBezTo>
                    <a:pt x="18270" y="37024"/>
                    <a:pt x="11487" y="36294"/>
                    <a:pt x="4838" y="34833"/>
                  </a:cubicBezTo>
                  <a:cubicBezTo>
                    <a:pt x="1541" y="34116"/>
                    <a:pt x="-565" y="30794"/>
                    <a:pt x="134" y="27412"/>
                  </a:cubicBezTo>
                  <a:cubicBezTo>
                    <a:pt x="832" y="24031"/>
                    <a:pt x="4070" y="21870"/>
                    <a:pt x="7367" y="22587"/>
                  </a:cubicBezTo>
                  <a:cubicBezTo>
                    <a:pt x="34089" y="28380"/>
                    <a:pt x="61898" y="20659"/>
                    <a:pt x="82126" y="1831"/>
                  </a:cubicBezTo>
                  <a:cubicBezTo>
                    <a:pt x="84492" y="-604"/>
                    <a:pt x="88335" y="-611"/>
                    <a:pt x="90709" y="1816"/>
                  </a:cubicBezTo>
                  <a:cubicBezTo>
                    <a:pt x="90714" y="1821"/>
                    <a:pt x="90719" y="1826"/>
                    <a:pt x="90724" y="1831"/>
                  </a:cubicBezTo>
                  <a:cubicBezTo>
                    <a:pt x="93116" y="4300"/>
                    <a:pt x="93116" y="8287"/>
                    <a:pt x="90724" y="10756"/>
                  </a:cubicBezTo>
                  <a:cubicBezTo>
                    <a:pt x="72837" y="27667"/>
                    <a:pt x="49395" y="37041"/>
                    <a:pt x="25070" y="370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1" name="Google Shape;314;p24">
              <a:extLst>
                <a:ext uri="{FF2B5EF4-FFF2-40B4-BE49-F238E27FC236}">
                  <a16:creationId xmlns:a16="http://schemas.microsoft.com/office/drawing/2014/main" id="{54DF29A2-EB09-1CD9-67AD-05C1E759684D}"/>
                </a:ext>
              </a:extLst>
            </p:cNvPr>
            <p:cNvSpPr/>
            <p:nvPr/>
          </p:nvSpPr>
          <p:spPr>
            <a:xfrm>
              <a:off x="6200095" y="2246405"/>
              <a:ext cx="79109" cy="29992"/>
            </a:xfrm>
            <a:custGeom>
              <a:avLst/>
              <a:gdLst/>
              <a:ahLst/>
              <a:cxnLst/>
              <a:rect l="l" t="t" r="r" b="b"/>
              <a:pathLst>
                <a:path w="79109" h="29992" extrusionOk="0">
                  <a:moveTo>
                    <a:pt x="73039" y="29992"/>
                  </a:moveTo>
                  <a:lnTo>
                    <a:pt x="6171" y="29992"/>
                  </a:lnTo>
                  <a:cubicBezTo>
                    <a:pt x="2819" y="30049"/>
                    <a:pt x="57" y="27308"/>
                    <a:pt x="1" y="23870"/>
                  </a:cubicBezTo>
                  <a:cubicBezTo>
                    <a:pt x="0" y="23835"/>
                    <a:pt x="0" y="23800"/>
                    <a:pt x="0" y="23765"/>
                  </a:cubicBezTo>
                  <a:lnTo>
                    <a:pt x="0" y="6330"/>
                  </a:lnTo>
                  <a:cubicBezTo>
                    <a:pt x="0" y="2834"/>
                    <a:pt x="2763" y="0"/>
                    <a:pt x="6171" y="0"/>
                  </a:cubicBezTo>
                  <a:lnTo>
                    <a:pt x="73039" y="0"/>
                  </a:lnTo>
                  <a:cubicBezTo>
                    <a:pt x="76391" y="0"/>
                    <a:pt x="79109" y="2787"/>
                    <a:pt x="79110" y="6226"/>
                  </a:cubicBezTo>
                  <a:cubicBezTo>
                    <a:pt x="79110" y="6261"/>
                    <a:pt x="79109" y="6296"/>
                    <a:pt x="79109" y="6330"/>
                  </a:cubicBezTo>
                  <a:lnTo>
                    <a:pt x="79109" y="23765"/>
                  </a:lnTo>
                  <a:cubicBezTo>
                    <a:pt x="79109" y="27204"/>
                    <a:pt x="76391" y="29992"/>
                    <a:pt x="73039" y="29992"/>
                  </a:cubicBezTo>
                  <a:close/>
                  <a:moveTo>
                    <a:pt x="12342" y="17435"/>
                  </a:moveTo>
                  <a:lnTo>
                    <a:pt x="66969" y="17435"/>
                  </a:lnTo>
                  <a:lnTo>
                    <a:pt x="66969" y="12557"/>
                  </a:lnTo>
                  <a:lnTo>
                    <a:pt x="12241" y="125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2" name="Google Shape;315;p24">
              <a:extLst>
                <a:ext uri="{FF2B5EF4-FFF2-40B4-BE49-F238E27FC236}">
                  <a16:creationId xmlns:a16="http://schemas.microsoft.com/office/drawing/2014/main" id="{C2F0800B-330B-ACD8-4DB1-5DFADB9D3F10}"/>
                </a:ext>
              </a:extLst>
            </p:cNvPr>
            <p:cNvSpPr/>
            <p:nvPr/>
          </p:nvSpPr>
          <p:spPr>
            <a:xfrm>
              <a:off x="6185831" y="2263424"/>
              <a:ext cx="107737" cy="80427"/>
            </a:xfrm>
            <a:custGeom>
              <a:avLst/>
              <a:gdLst/>
              <a:ahLst/>
              <a:cxnLst/>
              <a:rect l="l" t="t" r="r" b="b"/>
              <a:pathLst>
                <a:path w="107737" h="80427" extrusionOk="0">
                  <a:moveTo>
                    <a:pt x="93879" y="80427"/>
                  </a:moveTo>
                  <a:lnTo>
                    <a:pt x="13860" y="80427"/>
                  </a:lnTo>
                  <a:cubicBezTo>
                    <a:pt x="6205" y="80428"/>
                    <a:pt x="0" y="74062"/>
                    <a:pt x="0" y="66210"/>
                  </a:cubicBezTo>
                  <a:cubicBezTo>
                    <a:pt x="0" y="66176"/>
                    <a:pt x="0" y="66141"/>
                    <a:pt x="0" y="66106"/>
                  </a:cubicBezTo>
                  <a:lnTo>
                    <a:pt x="0" y="14217"/>
                  </a:lnTo>
                  <a:cubicBezTo>
                    <a:pt x="0" y="6365"/>
                    <a:pt x="6205" y="0"/>
                    <a:pt x="13860" y="0"/>
                  </a:cubicBezTo>
                  <a:lnTo>
                    <a:pt x="93879" y="0"/>
                  </a:lnTo>
                  <a:cubicBezTo>
                    <a:pt x="101510" y="57"/>
                    <a:pt x="107683" y="6389"/>
                    <a:pt x="107738" y="14217"/>
                  </a:cubicBezTo>
                  <a:lnTo>
                    <a:pt x="107738" y="66106"/>
                  </a:lnTo>
                  <a:cubicBezTo>
                    <a:pt x="107738" y="73975"/>
                    <a:pt x="101549" y="80370"/>
                    <a:pt x="93879" y="80427"/>
                  </a:cubicBezTo>
                  <a:close/>
                  <a:moveTo>
                    <a:pt x="13860" y="12972"/>
                  </a:moveTo>
                  <a:cubicBezTo>
                    <a:pt x="12966" y="12972"/>
                    <a:pt x="12241" y="13716"/>
                    <a:pt x="12241" y="14633"/>
                  </a:cubicBezTo>
                  <a:lnTo>
                    <a:pt x="12241" y="66521"/>
                  </a:lnTo>
                  <a:cubicBezTo>
                    <a:pt x="12241" y="67438"/>
                    <a:pt x="12966" y="68182"/>
                    <a:pt x="13860" y="68182"/>
                  </a:cubicBezTo>
                  <a:lnTo>
                    <a:pt x="93879" y="68182"/>
                  </a:lnTo>
                  <a:cubicBezTo>
                    <a:pt x="94773" y="68182"/>
                    <a:pt x="95497" y="67438"/>
                    <a:pt x="95497" y="66521"/>
                  </a:cubicBezTo>
                  <a:lnTo>
                    <a:pt x="95497" y="14633"/>
                  </a:lnTo>
                  <a:cubicBezTo>
                    <a:pt x="95497" y="13716"/>
                    <a:pt x="94773" y="12972"/>
                    <a:pt x="93879" y="129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3" name="Google Shape;316;p24">
              <a:extLst>
                <a:ext uri="{FF2B5EF4-FFF2-40B4-BE49-F238E27FC236}">
                  <a16:creationId xmlns:a16="http://schemas.microsoft.com/office/drawing/2014/main" id="{7B154C70-4203-24F4-0925-EC2EC11D164E}"/>
                </a:ext>
              </a:extLst>
            </p:cNvPr>
            <p:cNvSpPr/>
            <p:nvPr/>
          </p:nvSpPr>
          <p:spPr>
            <a:xfrm>
              <a:off x="6186518" y="2284957"/>
              <a:ext cx="79615" cy="12661"/>
            </a:xfrm>
            <a:custGeom>
              <a:avLst/>
              <a:gdLst/>
              <a:ahLst/>
              <a:cxnLst/>
              <a:rect l="l" t="t" r="r" b="b"/>
              <a:pathLst>
                <a:path w="79615" h="12661" extrusionOk="0">
                  <a:moveTo>
                    <a:pt x="72656" y="12610"/>
                  </a:moveTo>
                  <a:lnTo>
                    <a:pt x="5383" y="12610"/>
                  </a:lnTo>
                  <a:cubicBezTo>
                    <a:pt x="2003" y="12163"/>
                    <a:pt x="-384" y="8990"/>
                    <a:pt x="51" y="5522"/>
                  </a:cubicBezTo>
                  <a:cubicBezTo>
                    <a:pt x="410" y="2668"/>
                    <a:pt x="2600" y="420"/>
                    <a:pt x="5383" y="53"/>
                  </a:cubicBezTo>
                  <a:lnTo>
                    <a:pt x="72656" y="53"/>
                  </a:lnTo>
                  <a:cubicBezTo>
                    <a:pt x="76036" y="-394"/>
                    <a:pt x="79129" y="2055"/>
                    <a:pt x="79565" y="5522"/>
                  </a:cubicBezTo>
                  <a:cubicBezTo>
                    <a:pt x="80000" y="8990"/>
                    <a:pt x="77613" y="12163"/>
                    <a:pt x="74233" y="12610"/>
                  </a:cubicBezTo>
                  <a:cubicBezTo>
                    <a:pt x="73709" y="12679"/>
                    <a:pt x="73179" y="12679"/>
                    <a:pt x="72656" y="126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4" name="Google Shape;317;p24">
              <a:extLst>
                <a:ext uri="{FF2B5EF4-FFF2-40B4-BE49-F238E27FC236}">
                  <a16:creationId xmlns:a16="http://schemas.microsoft.com/office/drawing/2014/main" id="{2B810EE0-D544-4405-5DA5-312DA4AA8A95}"/>
                </a:ext>
              </a:extLst>
            </p:cNvPr>
            <p:cNvSpPr/>
            <p:nvPr/>
          </p:nvSpPr>
          <p:spPr>
            <a:xfrm>
              <a:off x="6186518" y="2309345"/>
              <a:ext cx="89023" cy="12661"/>
            </a:xfrm>
            <a:custGeom>
              <a:avLst/>
              <a:gdLst/>
              <a:ahLst/>
              <a:cxnLst/>
              <a:rect l="l" t="t" r="r" b="b"/>
              <a:pathLst>
                <a:path w="89023" h="12661" extrusionOk="0">
                  <a:moveTo>
                    <a:pt x="82064" y="12610"/>
                  </a:moveTo>
                  <a:lnTo>
                    <a:pt x="5383" y="12610"/>
                  </a:lnTo>
                  <a:cubicBezTo>
                    <a:pt x="2003" y="12163"/>
                    <a:pt x="-384" y="8990"/>
                    <a:pt x="51" y="5522"/>
                  </a:cubicBezTo>
                  <a:cubicBezTo>
                    <a:pt x="410" y="2668"/>
                    <a:pt x="2600" y="420"/>
                    <a:pt x="5383" y="53"/>
                  </a:cubicBezTo>
                  <a:lnTo>
                    <a:pt x="82064" y="53"/>
                  </a:lnTo>
                  <a:cubicBezTo>
                    <a:pt x="85444" y="-394"/>
                    <a:pt x="88537" y="2055"/>
                    <a:pt x="88973" y="5522"/>
                  </a:cubicBezTo>
                  <a:cubicBezTo>
                    <a:pt x="89408" y="8990"/>
                    <a:pt x="87021" y="12163"/>
                    <a:pt x="83641" y="12610"/>
                  </a:cubicBezTo>
                  <a:cubicBezTo>
                    <a:pt x="83117" y="12679"/>
                    <a:pt x="82587" y="12679"/>
                    <a:pt x="82064" y="126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5" name="Google Shape;318;p24">
              <a:extLst>
                <a:ext uri="{FF2B5EF4-FFF2-40B4-BE49-F238E27FC236}">
                  <a16:creationId xmlns:a16="http://schemas.microsoft.com/office/drawing/2014/main" id="{95313C84-0E23-4D74-745D-2B0B28AB3375}"/>
                </a:ext>
              </a:extLst>
            </p:cNvPr>
            <p:cNvSpPr/>
            <p:nvPr/>
          </p:nvSpPr>
          <p:spPr>
            <a:xfrm>
              <a:off x="6215573" y="2331190"/>
              <a:ext cx="48153" cy="32378"/>
            </a:xfrm>
            <a:custGeom>
              <a:avLst/>
              <a:gdLst/>
              <a:ahLst/>
              <a:cxnLst/>
              <a:rect l="l" t="t" r="r" b="b"/>
              <a:pathLst>
                <a:path w="48153" h="32378" extrusionOk="0">
                  <a:moveTo>
                    <a:pt x="24077" y="32378"/>
                  </a:moveTo>
                  <a:cubicBezTo>
                    <a:pt x="10802" y="32322"/>
                    <a:pt x="55" y="21297"/>
                    <a:pt x="0" y="7679"/>
                  </a:cubicBezTo>
                  <a:lnTo>
                    <a:pt x="0" y="6330"/>
                  </a:lnTo>
                  <a:cubicBezTo>
                    <a:pt x="0" y="2834"/>
                    <a:pt x="2763" y="0"/>
                    <a:pt x="6171" y="0"/>
                  </a:cubicBezTo>
                  <a:lnTo>
                    <a:pt x="41982" y="0"/>
                  </a:lnTo>
                  <a:cubicBezTo>
                    <a:pt x="45390" y="0"/>
                    <a:pt x="48153" y="2834"/>
                    <a:pt x="48153" y="6330"/>
                  </a:cubicBezTo>
                  <a:lnTo>
                    <a:pt x="48153" y="7679"/>
                  </a:lnTo>
                  <a:cubicBezTo>
                    <a:pt x="48098" y="21297"/>
                    <a:pt x="37351" y="32322"/>
                    <a:pt x="24077" y="32378"/>
                  </a:cubicBezTo>
                  <a:close/>
                  <a:moveTo>
                    <a:pt x="13353" y="12661"/>
                  </a:moveTo>
                  <a:cubicBezTo>
                    <a:pt x="15264" y="16972"/>
                    <a:pt x="19460" y="19734"/>
                    <a:pt x="24077" y="19718"/>
                  </a:cubicBezTo>
                  <a:cubicBezTo>
                    <a:pt x="28707" y="19697"/>
                    <a:pt x="32916" y="16953"/>
                    <a:pt x="34901" y="126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06" name="Google Shape;337;p24">
            <a:extLst>
              <a:ext uri="{FF2B5EF4-FFF2-40B4-BE49-F238E27FC236}">
                <a16:creationId xmlns:a16="http://schemas.microsoft.com/office/drawing/2014/main" id="{087E5AAE-7A8C-16A4-2B42-4C88B7376AD6}"/>
              </a:ext>
            </a:extLst>
          </p:cNvPr>
          <p:cNvSpPr txBox="1"/>
          <p:nvPr/>
        </p:nvSpPr>
        <p:spPr>
          <a:xfrm>
            <a:off x="5500426" y="5053417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04</a:t>
            </a:r>
            <a:endParaRPr/>
          </a:p>
        </p:txBody>
      </p:sp>
      <p:sp>
        <p:nvSpPr>
          <p:cNvPr id="407" name="Google Shape;338;p24">
            <a:extLst>
              <a:ext uri="{FF2B5EF4-FFF2-40B4-BE49-F238E27FC236}">
                <a16:creationId xmlns:a16="http://schemas.microsoft.com/office/drawing/2014/main" id="{0B95182A-AB08-333C-2334-CBF7BD6746F6}"/>
              </a:ext>
            </a:extLst>
          </p:cNvPr>
          <p:cNvSpPr txBox="1"/>
          <p:nvPr/>
        </p:nvSpPr>
        <p:spPr>
          <a:xfrm>
            <a:off x="4476298" y="3815929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05</a:t>
            </a:r>
            <a:endParaRPr/>
          </a:p>
        </p:txBody>
      </p:sp>
      <p:sp>
        <p:nvSpPr>
          <p:cNvPr id="408" name="Google Shape;339;p24">
            <a:extLst>
              <a:ext uri="{FF2B5EF4-FFF2-40B4-BE49-F238E27FC236}">
                <a16:creationId xmlns:a16="http://schemas.microsoft.com/office/drawing/2014/main" id="{532065CF-1C1E-B4B1-E134-631A248F3772}"/>
              </a:ext>
            </a:extLst>
          </p:cNvPr>
          <p:cNvSpPr txBox="1"/>
          <p:nvPr/>
        </p:nvSpPr>
        <p:spPr>
          <a:xfrm>
            <a:off x="5348026" y="2450425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01</a:t>
            </a:r>
            <a:endParaRPr/>
          </a:p>
        </p:txBody>
      </p:sp>
      <p:sp>
        <p:nvSpPr>
          <p:cNvPr id="409" name="Google Shape;340;p24">
            <a:extLst>
              <a:ext uri="{FF2B5EF4-FFF2-40B4-BE49-F238E27FC236}">
                <a16:creationId xmlns:a16="http://schemas.microsoft.com/office/drawing/2014/main" id="{9701967D-6836-FF72-C62F-B5488FD084CE}"/>
              </a:ext>
            </a:extLst>
          </p:cNvPr>
          <p:cNvSpPr txBox="1"/>
          <p:nvPr/>
        </p:nvSpPr>
        <p:spPr>
          <a:xfrm>
            <a:off x="6908602" y="2871049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02</a:t>
            </a:r>
            <a:endParaRPr/>
          </a:p>
        </p:txBody>
      </p:sp>
      <p:sp>
        <p:nvSpPr>
          <p:cNvPr id="410" name="Google Shape;341;p24">
            <a:extLst>
              <a:ext uri="{FF2B5EF4-FFF2-40B4-BE49-F238E27FC236}">
                <a16:creationId xmlns:a16="http://schemas.microsoft.com/office/drawing/2014/main" id="{8AFC69E7-9B5D-8422-CF84-60D738DD7B78}"/>
              </a:ext>
            </a:extLst>
          </p:cNvPr>
          <p:cNvSpPr txBox="1"/>
          <p:nvPr/>
        </p:nvSpPr>
        <p:spPr>
          <a:xfrm>
            <a:off x="6981754" y="4480393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03</a:t>
            </a:r>
            <a:endParaRPr/>
          </a:p>
        </p:txBody>
      </p:sp>
      <p:cxnSp>
        <p:nvCxnSpPr>
          <p:cNvPr id="411" name="Google Shape;344;p24">
            <a:extLst>
              <a:ext uri="{FF2B5EF4-FFF2-40B4-BE49-F238E27FC236}">
                <a16:creationId xmlns:a16="http://schemas.microsoft.com/office/drawing/2014/main" id="{C7F0D12F-2134-1057-8E2B-E13B876B7657}"/>
              </a:ext>
            </a:extLst>
          </p:cNvPr>
          <p:cNvCxnSpPr/>
          <p:nvPr/>
        </p:nvCxnSpPr>
        <p:spPr>
          <a:xfrm>
            <a:off x="3570451" y="2475623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2" name="Google Shape;345;p24">
            <a:extLst>
              <a:ext uri="{FF2B5EF4-FFF2-40B4-BE49-F238E27FC236}">
                <a16:creationId xmlns:a16="http://schemas.microsoft.com/office/drawing/2014/main" id="{9897FEB0-C819-C5D5-2523-4B5589289079}"/>
              </a:ext>
            </a:extLst>
          </p:cNvPr>
          <p:cNvCxnSpPr/>
          <p:nvPr/>
        </p:nvCxnSpPr>
        <p:spPr>
          <a:xfrm>
            <a:off x="7254557" y="1901006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" name="Google Shape;346;p24">
            <a:extLst>
              <a:ext uri="{FF2B5EF4-FFF2-40B4-BE49-F238E27FC236}">
                <a16:creationId xmlns:a16="http://schemas.microsoft.com/office/drawing/2014/main" id="{453F6A90-2D72-25F5-31D9-D679B42DBE79}"/>
              </a:ext>
            </a:extLst>
          </p:cNvPr>
          <p:cNvCxnSpPr/>
          <p:nvPr/>
        </p:nvCxnSpPr>
        <p:spPr>
          <a:xfrm>
            <a:off x="8457495" y="3603683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4" name="Google Shape;347;p24">
            <a:extLst>
              <a:ext uri="{FF2B5EF4-FFF2-40B4-BE49-F238E27FC236}">
                <a16:creationId xmlns:a16="http://schemas.microsoft.com/office/drawing/2014/main" id="{DDED5C04-0E16-BA74-E5AF-1FC32DE15DE6}"/>
              </a:ext>
            </a:extLst>
          </p:cNvPr>
          <p:cNvCxnSpPr/>
          <p:nvPr/>
        </p:nvCxnSpPr>
        <p:spPr>
          <a:xfrm>
            <a:off x="7482921" y="5518019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5" name="Google Shape;348;p24">
            <a:extLst>
              <a:ext uri="{FF2B5EF4-FFF2-40B4-BE49-F238E27FC236}">
                <a16:creationId xmlns:a16="http://schemas.microsoft.com/office/drawing/2014/main" id="{12754CC0-D929-10F9-9A31-FC6CB533A409}"/>
              </a:ext>
            </a:extLst>
          </p:cNvPr>
          <p:cNvCxnSpPr/>
          <p:nvPr/>
        </p:nvCxnSpPr>
        <p:spPr>
          <a:xfrm>
            <a:off x="3849697" y="4954541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6" name="Shape 2857">
            <a:extLst>
              <a:ext uri="{FF2B5EF4-FFF2-40B4-BE49-F238E27FC236}">
                <a16:creationId xmlns:a16="http://schemas.microsoft.com/office/drawing/2014/main" id="{FCE085BC-3524-B4C7-94C5-0AEA84D2EA8C}"/>
              </a:ext>
            </a:extLst>
          </p:cNvPr>
          <p:cNvSpPr/>
          <p:nvPr/>
        </p:nvSpPr>
        <p:spPr>
          <a:xfrm>
            <a:off x="6528832" y="5198923"/>
            <a:ext cx="388258" cy="381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17" name="Shape 2593">
            <a:extLst>
              <a:ext uri="{FF2B5EF4-FFF2-40B4-BE49-F238E27FC236}">
                <a16:creationId xmlns:a16="http://schemas.microsoft.com/office/drawing/2014/main" id="{8FBB3E8C-4A71-CE5B-9455-5CF989A4B512}"/>
              </a:ext>
            </a:extLst>
          </p:cNvPr>
          <p:cNvSpPr/>
          <p:nvPr/>
        </p:nvSpPr>
        <p:spPr>
          <a:xfrm>
            <a:off x="5553524" y="3504725"/>
            <a:ext cx="836777" cy="7406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4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7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9768429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INTERNAL &amp; EXTERNAL COMPONENT DESIGN</a:t>
            </a:r>
            <a:endParaRPr lang="en-US" sz="2500" dirty="0"/>
          </a:p>
        </p:txBody>
      </p:sp>
      <p:grpSp>
        <p:nvGrpSpPr>
          <p:cNvPr id="3" name="Google Shape;775;p36">
            <a:extLst>
              <a:ext uri="{FF2B5EF4-FFF2-40B4-BE49-F238E27FC236}">
                <a16:creationId xmlns:a16="http://schemas.microsoft.com/office/drawing/2014/main" id="{4DAC66B6-A89C-BD66-7AE8-BE3A87F81E88}"/>
              </a:ext>
            </a:extLst>
          </p:cNvPr>
          <p:cNvGrpSpPr/>
          <p:nvPr/>
        </p:nvGrpSpPr>
        <p:grpSpPr>
          <a:xfrm>
            <a:off x="3457982" y="790982"/>
            <a:ext cx="5276035" cy="5276035"/>
            <a:chOff x="3096194" y="964816"/>
            <a:chExt cx="5999584" cy="5999584"/>
          </a:xfrm>
        </p:grpSpPr>
        <p:grpSp>
          <p:nvGrpSpPr>
            <p:cNvPr id="4" name="Google Shape;776;p36">
              <a:extLst>
                <a:ext uri="{FF2B5EF4-FFF2-40B4-BE49-F238E27FC236}">
                  <a16:creationId xmlns:a16="http://schemas.microsoft.com/office/drawing/2014/main" id="{E2CD8B7B-2ED2-B731-49EE-5D51BC75E868}"/>
                </a:ext>
              </a:extLst>
            </p:cNvPr>
            <p:cNvGrpSpPr/>
            <p:nvPr/>
          </p:nvGrpSpPr>
          <p:grpSpPr>
            <a:xfrm rot="2700000">
              <a:off x="3974812" y="1843435"/>
              <a:ext cx="4242347" cy="4242346"/>
              <a:chOff x="3974783" y="1898482"/>
              <a:chExt cx="4242388" cy="4242387"/>
            </a:xfrm>
          </p:grpSpPr>
          <p:grpSp>
            <p:nvGrpSpPr>
              <p:cNvPr id="11" name="Google Shape;777;p36">
                <a:extLst>
                  <a:ext uri="{FF2B5EF4-FFF2-40B4-BE49-F238E27FC236}">
                    <a16:creationId xmlns:a16="http://schemas.microsoft.com/office/drawing/2014/main" id="{AE48D700-34DF-4F06-4FDC-D1B589B2F426}"/>
                  </a:ext>
                </a:extLst>
              </p:cNvPr>
              <p:cNvGrpSpPr/>
              <p:nvPr/>
            </p:nvGrpSpPr>
            <p:grpSpPr>
              <a:xfrm>
                <a:off x="4298732" y="2241163"/>
                <a:ext cx="3595014" cy="3587199"/>
                <a:chOff x="3961690" y="1907220"/>
                <a:chExt cx="4268598" cy="4259319"/>
              </a:xfrm>
            </p:grpSpPr>
            <p:sp>
              <p:nvSpPr>
                <p:cNvPr id="17" name="Google Shape;778;p36">
                  <a:extLst>
                    <a:ext uri="{FF2B5EF4-FFF2-40B4-BE49-F238E27FC236}">
                      <a16:creationId xmlns:a16="http://schemas.microsoft.com/office/drawing/2014/main" id="{56A8D22E-F1BE-5D6A-7DA9-A56C09A1B85B}"/>
                    </a:ext>
                  </a:extLst>
                </p:cNvPr>
                <p:cNvSpPr/>
                <p:nvPr/>
              </p:nvSpPr>
              <p:spPr>
                <a:xfrm>
                  <a:off x="3966773" y="3416365"/>
                  <a:ext cx="1409832" cy="1614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0132" extrusionOk="0">
                      <a:moveTo>
                        <a:pt x="13929" y="3851"/>
                      </a:moveTo>
                      <a:cubicBezTo>
                        <a:pt x="14600" y="1451"/>
                        <a:pt x="17626" y="-268"/>
                        <a:pt x="21600" y="376"/>
                      </a:cubicBezTo>
                      <a:cubicBezTo>
                        <a:pt x="21573" y="372"/>
                        <a:pt x="21544" y="364"/>
                        <a:pt x="21517" y="359"/>
                      </a:cubicBezTo>
                      <a:cubicBezTo>
                        <a:pt x="19214" y="-228"/>
                        <a:pt x="4602" y="-1468"/>
                        <a:pt x="0" y="9812"/>
                      </a:cubicBezTo>
                      <a:cubicBezTo>
                        <a:pt x="278" y="12533"/>
                        <a:pt x="886" y="15276"/>
                        <a:pt x="3578" y="20132"/>
                      </a:cubicBezTo>
                      <a:lnTo>
                        <a:pt x="15687" y="15236"/>
                      </a:lnTo>
                      <a:cubicBezTo>
                        <a:pt x="13277" y="10565"/>
                        <a:pt x="13027" y="6823"/>
                        <a:pt x="13929" y="385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E4F38"/>
                    </a:gs>
                    <a:gs pos="25000">
                      <a:srgbClr val="5E4F38"/>
                    </a:gs>
                    <a:gs pos="65000">
                      <a:srgbClr val="8D7654"/>
                    </a:gs>
                    <a:gs pos="100000">
                      <a:srgbClr val="8D7654"/>
                    </a:gs>
                  </a:gsLst>
                  <a:lin ang="3600008" scaled="0"/>
                </a:gra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18" name="Google Shape;779;p36">
                  <a:extLst>
                    <a:ext uri="{FF2B5EF4-FFF2-40B4-BE49-F238E27FC236}">
                      <a16:creationId xmlns:a16="http://schemas.microsoft.com/office/drawing/2014/main" id="{A6427813-6123-3915-82B2-CCB8E3F4064B}"/>
                    </a:ext>
                  </a:extLst>
                </p:cNvPr>
                <p:cNvSpPr/>
                <p:nvPr/>
              </p:nvSpPr>
              <p:spPr>
                <a:xfrm>
                  <a:off x="5476604" y="4753354"/>
                  <a:ext cx="1614435" cy="1409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2" h="21600" extrusionOk="0">
                      <a:moveTo>
                        <a:pt x="3851" y="7671"/>
                      </a:moveTo>
                      <a:cubicBezTo>
                        <a:pt x="1451" y="7000"/>
                        <a:pt x="-268" y="3974"/>
                        <a:pt x="376" y="0"/>
                      </a:cubicBezTo>
                      <a:cubicBezTo>
                        <a:pt x="372" y="27"/>
                        <a:pt x="364" y="56"/>
                        <a:pt x="359" y="83"/>
                      </a:cubicBezTo>
                      <a:cubicBezTo>
                        <a:pt x="-228" y="2386"/>
                        <a:pt x="-1468" y="16998"/>
                        <a:pt x="9812" y="21600"/>
                      </a:cubicBezTo>
                      <a:cubicBezTo>
                        <a:pt x="12533" y="21322"/>
                        <a:pt x="15276" y="20714"/>
                        <a:pt x="20132" y="18022"/>
                      </a:cubicBezTo>
                      <a:lnTo>
                        <a:pt x="15236" y="5913"/>
                      </a:lnTo>
                      <a:cubicBezTo>
                        <a:pt x="10565" y="8323"/>
                        <a:pt x="6823" y="8573"/>
                        <a:pt x="3851" y="767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621019"/>
                    </a:gs>
                    <a:gs pos="25000">
                      <a:srgbClr val="621019"/>
                    </a:gs>
                    <a:gs pos="65000">
                      <a:srgbClr val="931926"/>
                    </a:gs>
                    <a:gs pos="100000">
                      <a:srgbClr val="931926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19" name="Google Shape;780;p36">
                  <a:extLst>
                    <a:ext uri="{FF2B5EF4-FFF2-40B4-BE49-F238E27FC236}">
                      <a16:creationId xmlns:a16="http://schemas.microsoft.com/office/drawing/2014/main" id="{E93B1D34-7370-F9F0-F758-8C6B6C7435DA}"/>
                    </a:ext>
                  </a:extLst>
                </p:cNvPr>
                <p:cNvSpPr/>
                <p:nvPr/>
              </p:nvSpPr>
              <p:spPr>
                <a:xfrm>
                  <a:off x="6813592" y="3045948"/>
                  <a:ext cx="1409832" cy="1614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0132" extrusionOk="0">
                      <a:moveTo>
                        <a:pt x="7671" y="16281"/>
                      </a:moveTo>
                      <a:cubicBezTo>
                        <a:pt x="7000" y="18681"/>
                        <a:pt x="3974" y="20400"/>
                        <a:pt x="0" y="19756"/>
                      </a:cubicBezTo>
                      <a:cubicBezTo>
                        <a:pt x="27" y="19760"/>
                        <a:pt x="56" y="19768"/>
                        <a:pt x="83" y="19773"/>
                      </a:cubicBezTo>
                      <a:cubicBezTo>
                        <a:pt x="2386" y="20360"/>
                        <a:pt x="16998" y="21600"/>
                        <a:pt x="21600" y="10320"/>
                      </a:cubicBezTo>
                      <a:cubicBezTo>
                        <a:pt x="21322" y="7599"/>
                        <a:pt x="20714" y="4856"/>
                        <a:pt x="18022" y="0"/>
                      </a:cubicBezTo>
                      <a:lnTo>
                        <a:pt x="5913" y="4896"/>
                      </a:lnTo>
                      <a:cubicBezTo>
                        <a:pt x="8323" y="9567"/>
                        <a:pt x="8573" y="13309"/>
                        <a:pt x="7671" y="1628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3191F"/>
                    </a:gs>
                    <a:gs pos="25000">
                      <a:srgbClr val="53191F"/>
                    </a:gs>
                    <a:gs pos="65000">
                      <a:srgbClr val="7D262F"/>
                    </a:gs>
                    <a:gs pos="100000">
                      <a:srgbClr val="7D262F"/>
                    </a:gs>
                  </a:gsLst>
                  <a:lin ang="14999920" scaled="0"/>
                </a:gra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20" name="Google Shape;781;p36">
                  <a:extLst>
                    <a:ext uri="{FF2B5EF4-FFF2-40B4-BE49-F238E27FC236}">
                      <a16:creationId xmlns:a16="http://schemas.microsoft.com/office/drawing/2014/main" id="{30840811-0601-2A2C-AC62-CD61AC20FC20}"/>
                    </a:ext>
                  </a:extLst>
                </p:cNvPr>
                <p:cNvSpPr/>
                <p:nvPr/>
              </p:nvSpPr>
              <p:spPr>
                <a:xfrm>
                  <a:off x="5100314" y="1911515"/>
                  <a:ext cx="1614435" cy="1409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2" h="21600" extrusionOk="0">
                      <a:moveTo>
                        <a:pt x="16281" y="13929"/>
                      </a:moveTo>
                      <a:cubicBezTo>
                        <a:pt x="18681" y="14600"/>
                        <a:pt x="20400" y="17626"/>
                        <a:pt x="19756" y="21600"/>
                      </a:cubicBezTo>
                      <a:cubicBezTo>
                        <a:pt x="19760" y="21573"/>
                        <a:pt x="19768" y="21544"/>
                        <a:pt x="19773" y="21517"/>
                      </a:cubicBezTo>
                      <a:cubicBezTo>
                        <a:pt x="20360" y="19214"/>
                        <a:pt x="21600" y="4602"/>
                        <a:pt x="10320" y="0"/>
                      </a:cubicBezTo>
                      <a:cubicBezTo>
                        <a:pt x="7599" y="278"/>
                        <a:pt x="4856" y="886"/>
                        <a:pt x="0" y="3578"/>
                      </a:cubicBezTo>
                      <a:lnTo>
                        <a:pt x="4896" y="15687"/>
                      </a:lnTo>
                      <a:cubicBezTo>
                        <a:pt x="9567" y="13277"/>
                        <a:pt x="13309" y="13027"/>
                        <a:pt x="16281" y="139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70D15"/>
                    </a:gs>
                    <a:gs pos="25000">
                      <a:srgbClr val="570D15"/>
                    </a:gs>
                    <a:gs pos="65000">
                      <a:srgbClr val="3A080E"/>
                    </a:gs>
                    <a:gs pos="100000">
                      <a:srgbClr val="3A080E"/>
                    </a:gs>
                  </a:gsLst>
                  <a:lin ang="19200160" scaled="0"/>
                </a:gra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21" name="Google Shape;782;p36">
                  <a:extLst>
                    <a:ext uri="{FF2B5EF4-FFF2-40B4-BE49-F238E27FC236}">
                      <a16:creationId xmlns:a16="http://schemas.microsoft.com/office/drawing/2014/main" id="{88429EFE-B05C-58C7-3A50-F662A2C19E2E}"/>
                    </a:ext>
                  </a:extLst>
                </p:cNvPr>
                <p:cNvSpPr/>
                <p:nvPr/>
              </p:nvSpPr>
              <p:spPr>
                <a:xfrm>
                  <a:off x="3961690" y="2140381"/>
                  <a:ext cx="1702270" cy="2066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2" h="21600" extrusionOk="0">
                      <a:moveTo>
                        <a:pt x="18755" y="8290"/>
                      </a:moveTo>
                      <a:lnTo>
                        <a:pt x="13932" y="0"/>
                      </a:lnTo>
                      <a:cubicBezTo>
                        <a:pt x="4453" y="4270"/>
                        <a:pt x="-758" y="12901"/>
                        <a:pt x="90" y="21600"/>
                      </a:cubicBezTo>
                      <a:cubicBezTo>
                        <a:pt x="3767" y="12143"/>
                        <a:pt x="15444" y="13183"/>
                        <a:pt x="17285" y="13675"/>
                      </a:cubicBezTo>
                      <a:cubicBezTo>
                        <a:pt x="18392" y="13854"/>
                        <a:pt x="19594" y="14276"/>
                        <a:pt x="20842" y="15000"/>
                      </a:cubicBezTo>
                      <a:cubicBezTo>
                        <a:pt x="20781" y="13165"/>
                        <a:pt x="19921" y="10282"/>
                        <a:pt x="18755" y="829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15000">
                      <a:schemeClr val="accent4"/>
                    </a:gs>
                    <a:gs pos="65000">
                      <a:srgbClr val="8D7654"/>
                    </a:gs>
                    <a:gs pos="100000">
                      <a:srgbClr val="8D7654"/>
                    </a:gs>
                  </a:gsLst>
                  <a:lin ang="1200117" scaled="0"/>
                </a:gra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22" name="Google Shape;783;p36">
                  <a:extLst>
                    <a:ext uri="{FF2B5EF4-FFF2-40B4-BE49-F238E27FC236}">
                      <a16:creationId xmlns:a16="http://schemas.microsoft.com/office/drawing/2014/main" id="{9E5F1373-5793-675B-E3F1-AC538D6ED800}"/>
                    </a:ext>
                  </a:extLst>
                </p:cNvPr>
                <p:cNvSpPr/>
                <p:nvPr/>
              </p:nvSpPr>
              <p:spPr>
                <a:xfrm>
                  <a:off x="4200620" y="4464269"/>
                  <a:ext cx="2066040" cy="1702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0842" extrusionOk="0">
                      <a:moveTo>
                        <a:pt x="8290" y="2087"/>
                      </a:moveTo>
                      <a:lnTo>
                        <a:pt x="0" y="6910"/>
                      </a:lnTo>
                      <a:cubicBezTo>
                        <a:pt x="4270" y="16389"/>
                        <a:pt x="12901" y="21600"/>
                        <a:pt x="21600" y="20752"/>
                      </a:cubicBezTo>
                      <a:cubicBezTo>
                        <a:pt x="12143" y="17075"/>
                        <a:pt x="13183" y="5398"/>
                        <a:pt x="13675" y="3557"/>
                      </a:cubicBezTo>
                      <a:cubicBezTo>
                        <a:pt x="13854" y="2450"/>
                        <a:pt x="14276" y="1248"/>
                        <a:pt x="15000" y="0"/>
                      </a:cubicBezTo>
                      <a:cubicBezTo>
                        <a:pt x="13165" y="61"/>
                        <a:pt x="10282" y="921"/>
                        <a:pt x="8290" y="208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31926"/>
                    </a:gs>
                    <a:gs pos="15000">
                      <a:srgbClr val="931926"/>
                    </a:gs>
                    <a:gs pos="65000">
                      <a:schemeClr val="accent3"/>
                    </a:gs>
                    <a:gs pos="100000">
                      <a:schemeClr val="accent3"/>
                    </a:gs>
                  </a:gsLst>
                  <a:lin ang="6600130" scaled="0"/>
                </a:gra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23" name="Google Shape;784;p36">
                  <a:extLst>
                    <a:ext uri="{FF2B5EF4-FFF2-40B4-BE49-F238E27FC236}">
                      <a16:creationId xmlns:a16="http://schemas.microsoft.com/office/drawing/2014/main" id="{2A3790C5-471C-C5AE-12BB-7B3C20C6C789}"/>
                    </a:ext>
                  </a:extLst>
                </p:cNvPr>
                <p:cNvSpPr/>
                <p:nvPr/>
              </p:nvSpPr>
              <p:spPr>
                <a:xfrm>
                  <a:off x="6528018" y="3870173"/>
                  <a:ext cx="1702270" cy="2066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2" h="21600" extrusionOk="0">
                      <a:moveTo>
                        <a:pt x="2087" y="13310"/>
                      </a:moveTo>
                      <a:lnTo>
                        <a:pt x="6910" y="21600"/>
                      </a:lnTo>
                      <a:cubicBezTo>
                        <a:pt x="16389" y="17330"/>
                        <a:pt x="21600" y="8699"/>
                        <a:pt x="20752" y="0"/>
                      </a:cubicBezTo>
                      <a:cubicBezTo>
                        <a:pt x="17075" y="9457"/>
                        <a:pt x="5398" y="8417"/>
                        <a:pt x="3557" y="7925"/>
                      </a:cubicBezTo>
                      <a:cubicBezTo>
                        <a:pt x="2450" y="7746"/>
                        <a:pt x="1248" y="7324"/>
                        <a:pt x="0" y="6600"/>
                      </a:cubicBezTo>
                      <a:cubicBezTo>
                        <a:pt x="61" y="8435"/>
                        <a:pt x="921" y="11318"/>
                        <a:pt x="2087" y="1331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7D262F"/>
                    </a:gs>
                    <a:gs pos="15000">
                      <a:srgbClr val="7D262F"/>
                    </a:gs>
                    <a:gs pos="65000">
                      <a:schemeClr val="accent2"/>
                    </a:gs>
                    <a:gs pos="100000">
                      <a:schemeClr val="accent2"/>
                    </a:gs>
                  </a:gsLst>
                  <a:lin ang="3000122" scaled="0"/>
                </a:gra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24" name="Google Shape;785;p36">
                  <a:extLst>
                    <a:ext uri="{FF2B5EF4-FFF2-40B4-BE49-F238E27FC236}">
                      <a16:creationId xmlns:a16="http://schemas.microsoft.com/office/drawing/2014/main" id="{152060A2-7B16-1FC8-D757-0994240638D6}"/>
                    </a:ext>
                  </a:extLst>
                </p:cNvPr>
                <p:cNvSpPr/>
                <p:nvPr/>
              </p:nvSpPr>
              <p:spPr>
                <a:xfrm>
                  <a:off x="5928049" y="1907220"/>
                  <a:ext cx="2066040" cy="1702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0842" extrusionOk="0">
                      <a:moveTo>
                        <a:pt x="13310" y="18755"/>
                      </a:moveTo>
                      <a:lnTo>
                        <a:pt x="21600" y="13932"/>
                      </a:lnTo>
                      <a:cubicBezTo>
                        <a:pt x="17330" y="4453"/>
                        <a:pt x="8699" y="-758"/>
                        <a:pt x="0" y="90"/>
                      </a:cubicBezTo>
                      <a:cubicBezTo>
                        <a:pt x="9457" y="3767"/>
                        <a:pt x="8417" y="15444"/>
                        <a:pt x="7925" y="17285"/>
                      </a:cubicBezTo>
                      <a:cubicBezTo>
                        <a:pt x="7746" y="18392"/>
                        <a:pt x="7324" y="19594"/>
                        <a:pt x="6600" y="20842"/>
                      </a:cubicBezTo>
                      <a:cubicBezTo>
                        <a:pt x="8435" y="20781"/>
                        <a:pt x="11318" y="19921"/>
                        <a:pt x="13310" y="1875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70D15"/>
                    </a:gs>
                    <a:gs pos="15000">
                      <a:srgbClr val="570D15"/>
                    </a:gs>
                    <a:gs pos="65000">
                      <a:schemeClr val="accent1"/>
                    </a:gs>
                    <a:gs pos="100000">
                      <a:schemeClr val="accent1"/>
                    </a:gs>
                  </a:gsLst>
                  <a:lin ang="17400156" scaled="0"/>
                </a:gra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sp>
            <p:nvSpPr>
              <p:cNvPr id="12" name="Google Shape;786;p36">
                <a:extLst>
                  <a:ext uri="{FF2B5EF4-FFF2-40B4-BE49-F238E27FC236}">
                    <a16:creationId xmlns:a16="http://schemas.microsoft.com/office/drawing/2014/main" id="{C898DBCB-B11A-1822-2EBD-7CA650F0307F}"/>
                  </a:ext>
                </a:extLst>
              </p:cNvPr>
              <p:cNvSpPr/>
              <p:nvPr/>
            </p:nvSpPr>
            <p:spPr>
              <a:xfrm>
                <a:off x="4072926" y="2020299"/>
                <a:ext cx="4028700" cy="4028700"/>
              </a:xfrm>
              <a:prstGeom prst="ellipse">
                <a:avLst/>
              </a:prstGeom>
              <a:noFill/>
              <a:ln w="19050" cap="flat" cmpd="sng">
                <a:solidFill>
                  <a:schemeClr val="dk1">
                    <a:alpha val="20000"/>
                  </a:schemeClr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" name="Google Shape;787;p36">
                <a:extLst>
                  <a:ext uri="{FF2B5EF4-FFF2-40B4-BE49-F238E27FC236}">
                    <a16:creationId xmlns:a16="http://schemas.microsoft.com/office/drawing/2014/main" id="{D810D693-665F-EAC3-3C97-92A694D241BE}"/>
                  </a:ext>
                </a:extLst>
              </p:cNvPr>
              <p:cNvSpPr/>
              <p:nvPr/>
            </p:nvSpPr>
            <p:spPr>
              <a:xfrm>
                <a:off x="5991133" y="1898482"/>
                <a:ext cx="207600" cy="207600"/>
              </a:xfrm>
              <a:prstGeom prst="ellipse">
                <a:avLst/>
              </a:prstGeom>
              <a:solidFill>
                <a:schemeClr val="accent1"/>
              </a:solidFill>
              <a:ln w="508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" name="Google Shape;788;p36">
                <a:extLst>
                  <a:ext uri="{FF2B5EF4-FFF2-40B4-BE49-F238E27FC236}">
                    <a16:creationId xmlns:a16="http://schemas.microsoft.com/office/drawing/2014/main" id="{88AF7AD1-E3E5-1CCF-815D-55FB078357C4}"/>
                  </a:ext>
                </a:extLst>
              </p:cNvPr>
              <p:cNvSpPr/>
              <p:nvPr/>
            </p:nvSpPr>
            <p:spPr>
              <a:xfrm>
                <a:off x="5991133" y="5933269"/>
                <a:ext cx="207600" cy="207600"/>
              </a:xfrm>
              <a:prstGeom prst="ellipse">
                <a:avLst/>
              </a:prstGeom>
              <a:solidFill>
                <a:schemeClr val="accent3"/>
              </a:solidFill>
              <a:ln w="508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" name="Google Shape;789;p36">
                <a:extLst>
                  <a:ext uri="{FF2B5EF4-FFF2-40B4-BE49-F238E27FC236}">
                    <a16:creationId xmlns:a16="http://schemas.microsoft.com/office/drawing/2014/main" id="{19F7F5FF-0B85-5AE6-B1DB-B91FD0DE1208}"/>
                  </a:ext>
                </a:extLst>
              </p:cNvPr>
              <p:cNvSpPr/>
              <p:nvPr/>
            </p:nvSpPr>
            <p:spPr>
              <a:xfrm rot="-5400000">
                <a:off x="3974783" y="3878257"/>
                <a:ext cx="207600" cy="207600"/>
              </a:xfrm>
              <a:prstGeom prst="ellipse">
                <a:avLst/>
              </a:prstGeom>
              <a:solidFill>
                <a:schemeClr val="accent4"/>
              </a:solidFill>
              <a:ln w="508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" name="Google Shape;790;p36">
                <a:extLst>
                  <a:ext uri="{FF2B5EF4-FFF2-40B4-BE49-F238E27FC236}">
                    <a16:creationId xmlns:a16="http://schemas.microsoft.com/office/drawing/2014/main" id="{CFBC2EB1-F86E-4797-C60F-43AA54C27E09}"/>
                  </a:ext>
                </a:extLst>
              </p:cNvPr>
              <p:cNvSpPr/>
              <p:nvPr/>
            </p:nvSpPr>
            <p:spPr>
              <a:xfrm rot="-5400000">
                <a:off x="8009571" y="3878257"/>
                <a:ext cx="207600" cy="207600"/>
              </a:xfrm>
              <a:prstGeom prst="ellipse">
                <a:avLst/>
              </a:prstGeom>
              <a:solidFill>
                <a:schemeClr val="accent2"/>
              </a:solidFill>
              <a:ln w="508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" name="Google Shape;791;p36">
              <a:extLst>
                <a:ext uri="{FF2B5EF4-FFF2-40B4-BE49-F238E27FC236}">
                  <a16:creationId xmlns:a16="http://schemas.microsoft.com/office/drawing/2014/main" id="{89A6C348-2EC1-9EFC-0084-45EBA400894B}"/>
                </a:ext>
              </a:extLst>
            </p:cNvPr>
            <p:cNvSpPr txBox="1"/>
            <p:nvPr/>
          </p:nvSpPr>
          <p:spPr>
            <a:xfrm>
              <a:off x="4242123" y="3842011"/>
              <a:ext cx="8238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03</a:t>
              </a:r>
              <a:endParaRPr/>
            </a:p>
          </p:txBody>
        </p:sp>
        <p:sp>
          <p:nvSpPr>
            <p:cNvPr id="8" name="Google Shape;792;p36">
              <a:extLst>
                <a:ext uri="{FF2B5EF4-FFF2-40B4-BE49-F238E27FC236}">
                  <a16:creationId xmlns:a16="http://schemas.microsoft.com/office/drawing/2014/main" id="{4292494E-70B4-189D-D143-F6B4405A83B1}"/>
                </a:ext>
              </a:extLst>
            </p:cNvPr>
            <p:cNvSpPr txBox="1"/>
            <p:nvPr/>
          </p:nvSpPr>
          <p:spPr>
            <a:xfrm>
              <a:off x="5583657" y="2386938"/>
              <a:ext cx="8238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01</a:t>
              </a:r>
              <a:endParaRPr/>
            </a:p>
          </p:txBody>
        </p:sp>
        <p:sp>
          <p:nvSpPr>
            <p:cNvPr id="9" name="Google Shape;793;p36">
              <a:extLst>
                <a:ext uri="{FF2B5EF4-FFF2-40B4-BE49-F238E27FC236}">
                  <a16:creationId xmlns:a16="http://schemas.microsoft.com/office/drawing/2014/main" id="{0584D7D8-E5DF-F226-0961-51577F6D9404}"/>
                </a:ext>
              </a:extLst>
            </p:cNvPr>
            <p:cNvSpPr txBox="1"/>
            <p:nvPr/>
          </p:nvSpPr>
          <p:spPr>
            <a:xfrm>
              <a:off x="5725092" y="5088129"/>
              <a:ext cx="8238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04</a:t>
              </a:r>
              <a:endParaRPr/>
            </a:p>
          </p:txBody>
        </p:sp>
        <p:sp>
          <p:nvSpPr>
            <p:cNvPr id="10" name="Google Shape;794;p36">
              <a:extLst>
                <a:ext uri="{FF2B5EF4-FFF2-40B4-BE49-F238E27FC236}">
                  <a16:creationId xmlns:a16="http://schemas.microsoft.com/office/drawing/2014/main" id="{AAF5B405-086E-3FD8-AFBF-19AB554DB934}"/>
                </a:ext>
              </a:extLst>
            </p:cNvPr>
            <p:cNvSpPr txBox="1"/>
            <p:nvPr/>
          </p:nvSpPr>
          <p:spPr>
            <a:xfrm>
              <a:off x="7038352" y="3690381"/>
              <a:ext cx="8238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02</a:t>
              </a:r>
              <a:endParaRPr/>
            </a:p>
          </p:txBody>
        </p:sp>
      </p:grpSp>
      <p:sp>
        <p:nvSpPr>
          <p:cNvPr id="25" name="Google Shape;796;p36">
            <a:extLst>
              <a:ext uri="{FF2B5EF4-FFF2-40B4-BE49-F238E27FC236}">
                <a16:creationId xmlns:a16="http://schemas.microsoft.com/office/drawing/2014/main" id="{E81AE1D5-767F-8103-E9B4-3B22EA7C9E24}"/>
              </a:ext>
            </a:extLst>
          </p:cNvPr>
          <p:cNvSpPr txBox="1"/>
          <p:nvPr/>
        </p:nvSpPr>
        <p:spPr>
          <a:xfrm>
            <a:off x="643555" y="1645060"/>
            <a:ext cx="35019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oto Sans Symbols"/>
              <a:buNone/>
            </a:pPr>
            <a:r>
              <a:rPr lang="en-US" b="1" dirty="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01. CLASSES AND OBJECTS</a:t>
            </a:r>
            <a:b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Objects are instances of classes, representing real-world entities with specific characteristics and behaviors. </a:t>
            </a:r>
            <a:endParaRPr lang="en-US" dirty="0"/>
          </a:p>
        </p:txBody>
      </p:sp>
      <p:sp>
        <p:nvSpPr>
          <p:cNvPr id="26" name="Google Shape;797;p36">
            <a:extLst>
              <a:ext uri="{FF2B5EF4-FFF2-40B4-BE49-F238E27FC236}">
                <a16:creationId xmlns:a16="http://schemas.microsoft.com/office/drawing/2014/main" id="{56CDCED5-C1A8-8F8A-677A-E5B7C3114DE8}"/>
              </a:ext>
            </a:extLst>
          </p:cNvPr>
          <p:cNvSpPr txBox="1"/>
          <p:nvPr/>
        </p:nvSpPr>
        <p:spPr>
          <a:xfrm>
            <a:off x="1013448" y="4284587"/>
            <a:ext cx="35019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03. DYNAMIC BINDING</a:t>
            </a:r>
            <a:b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Dynamic binding allows method calls to be resolved at runtime. </a:t>
            </a:r>
            <a:endParaRPr lang="en-US" dirty="0"/>
          </a:p>
        </p:txBody>
      </p:sp>
      <p:sp>
        <p:nvSpPr>
          <p:cNvPr id="27" name="Google Shape;798;p36">
            <a:extLst>
              <a:ext uri="{FF2B5EF4-FFF2-40B4-BE49-F238E27FC236}">
                <a16:creationId xmlns:a16="http://schemas.microsoft.com/office/drawing/2014/main" id="{7DF9A0E7-7D24-E166-FFB0-3C91BFD0F0DF}"/>
              </a:ext>
            </a:extLst>
          </p:cNvPr>
          <p:cNvSpPr txBox="1"/>
          <p:nvPr/>
        </p:nvSpPr>
        <p:spPr>
          <a:xfrm flipH="1">
            <a:off x="8002107" y="1593726"/>
            <a:ext cx="3450753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02. INTERFACES, TYPES, AND SUBTYPES</a:t>
            </a:r>
            <a:br>
              <a:rPr lang="en-US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Interfaces define a contract for classes to implement specific methods. Subtypes inherit properties and behaviors from parent types or interfaces.</a:t>
            </a:r>
          </a:p>
        </p:txBody>
      </p:sp>
      <p:sp>
        <p:nvSpPr>
          <p:cNvPr id="28" name="Google Shape;799;p36">
            <a:extLst>
              <a:ext uri="{FF2B5EF4-FFF2-40B4-BE49-F238E27FC236}">
                <a16:creationId xmlns:a16="http://schemas.microsoft.com/office/drawing/2014/main" id="{7D7675BC-F10C-FE48-D5F6-302B28C80892}"/>
              </a:ext>
            </a:extLst>
          </p:cNvPr>
          <p:cNvSpPr txBox="1"/>
          <p:nvPr/>
        </p:nvSpPr>
        <p:spPr>
          <a:xfrm flipH="1">
            <a:off x="7657777" y="4275040"/>
            <a:ext cx="350190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F473D"/>
              </a:buClr>
              <a:buSzPts val="1400"/>
              <a:buFont typeface="Noto Sans Symbols"/>
              <a:buNone/>
            </a:pPr>
            <a:r>
              <a:rPr lang="en-US" b="1" dirty="0">
                <a:solidFill>
                  <a:srgbClr val="5F473D"/>
                </a:solidFill>
                <a:latin typeface="Poppins"/>
                <a:ea typeface="Poppins"/>
                <a:cs typeface="Poppins"/>
                <a:sym typeface="Poppins"/>
              </a:rPr>
              <a:t>04. POLYMORPHISM</a:t>
            </a:r>
            <a:br>
              <a:rPr lang="en-US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Polymorphism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allows objects of different classes to be treated as objects of a common superclass through inheritance</a:t>
            </a:r>
          </a:p>
        </p:txBody>
      </p:sp>
    </p:spTree>
    <p:extLst>
      <p:ext uri="{BB962C8B-B14F-4D97-AF65-F5344CB8AC3E}">
        <p14:creationId xmlns:p14="http://schemas.microsoft.com/office/powerpoint/2010/main" val="274819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8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10098212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DETAIL DESIGN PRINCIPLE</a:t>
            </a:r>
            <a:endParaRPr lang="en-US" sz="25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4612E4-D57C-83A2-A5D4-7E5BA9E5B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229524"/>
              </p:ext>
            </p:extLst>
          </p:nvPr>
        </p:nvGraphicFramePr>
        <p:xfrm>
          <a:off x="709696" y="1432642"/>
          <a:ext cx="10652848" cy="443504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449123">
                  <a:extLst>
                    <a:ext uri="{9D8B030D-6E8A-4147-A177-3AD203B41FA5}">
                      <a16:colId xmlns:a16="http://schemas.microsoft.com/office/drawing/2014/main" val="1403684069"/>
                    </a:ext>
                  </a:extLst>
                </a:gridCol>
                <a:gridCol w="4483721">
                  <a:extLst>
                    <a:ext uri="{9D8B030D-6E8A-4147-A177-3AD203B41FA5}">
                      <a16:colId xmlns:a16="http://schemas.microsoft.com/office/drawing/2014/main" val="3440204735"/>
                    </a:ext>
                  </a:extLst>
                </a:gridCol>
                <a:gridCol w="4720004">
                  <a:extLst>
                    <a:ext uri="{9D8B030D-6E8A-4147-A177-3AD203B41FA5}">
                      <a16:colId xmlns:a16="http://schemas.microsoft.com/office/drawing/2014/main" val="1343251982"/>
                    </a:ext>
                  </a:extLst>
                </a:gridCol>
              </a:tblGrid>
              <a:tr h="267050">
                <a:tc>
                  <a:txBody>
                    <a:bodyPr/>
                    <a:lstStyle/>
                    <a:p>
                      <a:pPr fontAlgn="b"/>
                      <a:r>
                        <a:rPr lang="en-MY" sz="1400" b="1">
                          <a:effectLst/>
                        </a:rPr>
                        <a:t>Principle</a:t>
                      </a:r>
                    </a:p>
                  </a:txBody>
                  <a:tcPr marL="47126" marR="47126" marT="23563" marB="23563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MY" sz="1400" b="1" dirty="0">
                          <a:effectLst/>
                        </a:rPr>
                        <a:t>Open-Closed Principle (OCP)</a:t>
                      </a:r>
                    </a:p>
                  </a:txBody>
                  <a:tcPr marL="47126" marR="47126" marT="23563" marB="23563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MY" sz="1400" b="1" dirty="0" err="1">
                          <a:effectLst/>
                        </a:rPr>
                        <a:t>Liskov</a:t>
                      </a:r>
                      <a:r>
                        <a:rPr lang="en-MY" sz="1400" b="1" dirty="0">
                          <a:effectLst/>
                        </a:rPr>
                        <a:t> Substitution Principle (LSP)</a:t>
                      </a:r>
                    </a:p>
                  </a:txBody>
                  <a:tcPr marL="47126" marR="47126" marT="23563" marB="23563" anchor="b"/>
                </a:tc>
                <a:extLst>
                  <a:ext uri="{0D108BD9-81ED-4DB2-BD59-A6C34878D82A}">
                    <a16:rowId xmlns:a16="http://schemas.microsoft.com/office/drawing/2014/main" val="2002093190"/>
                  </a:ext>
                </a:extLst>
              </a:tr>
              <a:tr h="706896">
                <a:tc>
                  <a:txBody>
                    <a:bodyPr/>
                    <a:lstStyle/>
                    <a:p>
                      <a:pPr fontAlgn="base"/>
                      <a:r>
                        <a:rPr lang="en-MY" sz="1400">
                          <a:effectLst/>
                        </a:rPr>
                        <a:t>Definition</a:t>
                      </a:r>
                    </a:p>
                  </a:txBody>
                  <a:tcPr marL="47126" marR="47126" marT="23563" marB="23563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dirty="0">
                          <a:effectLst/>
                        </a:rPr>
                        <a:t>Software entities should be open for extension but closed for modification.</a:t>
                      </a:r>
                    </a:p>
                  </a:txBody>
                  <a:tcPr marL="47126" marR="47126" marT="23563" marB="23563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Objects of a superclass should be replaceable with objects of a subclass without affecting the correctness of the program.</a:t>
                      </a:r>
                    </a:p>
                  </a:txBody>
                  <a:tcPr marL="47126" marR="47126" marT="23563" marB="23563" anchor="ctr"/>
                </a:tc>
                <a:extLst>
                  <a:ext uri="{0D108BD9-81ED-4DB2-BD59-A6C34878D82A}">
                    <a16:rowId xmlns:a16="http://schemas.microsoft.com/office/drawing/2014/main" val="3229831133"/>
                  </a:ext>
                </a:extLst>
              </a:tr>
              <a:tr h="816858">
                <a:tc>
                  <a:txBody>
                    <a:bodyPr/>
                    <a:lstStyle/>
                    <a:p>
                      <a:pPr fontAlgn="base"/>
                      <a:r>
                        <a:rPr lang="en-MY" sz="1400">
                          <a:effectLst/>
                        </a:rPr>
                        <a:t>Focus</a:t>
                      </a:r>
                    </a:p>
                  </a:txBody>
                  <a:tcPr marL="47126" marR="47126" marT="23563" marB="23563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Emphasizes designing modules that can be easily extended with new functionality.</a:t>
                      </a:r>
                    </a:p>
                  </a:txBody>
                  <a:tcPr marL="47126" marR="47126" marT="23563" marB="23563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dirty="0">
                          <a:effectLst/>
                        </a:rPr>
                        <a:t>Focuses on ensuring that inheritance hierarchies are designed in a way that does not break the behavior of the superclass when substituting objects of its subclasses.</a:t>
                      </a:r>
                    </a:p>
                  </a:txBody>
                  <a:tcPr marL="47126" marR="47126" marT="23563" marB="23563" anchor="ctr"/>
                </a:tc>
                <a:extLst>
                  <a:ext uri="{0D108BD9-81ED-4DB2-BD59-A6C34878D82A}">
                    <a16:rowId xmlns:a16="http://schemas.microsoft.com/office/drawing/2014/main" val="1086760703"/>
                  </a:ext>
                </a:extLst>
              </a:tr>
              <a:tr h="706896">
                <a:tc>
                  <a:txBody>
                    <a:bodyPr/>
                    <a:lstStyle/>
                    <a:p>
                      <a:pPr fontAlgn="base"/>
                      <a:r>
                        <a:rPr lang="en-MY" sz="1400">
                          <a:effectLst/>
                        </a:rPr>
                        <a:t>Objective</a:t>
                      </a:r>
                    </a:p>
                  </a:txBody>
                  <a:tcPr marL="47126" marR="47126" marT="23563" marB="23563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Promotes maintainability and extensibility by minimizing the need for modifying existing code.</a:t>
                      </a:r>
                    </a:p>
                  </a:txBody>
                  <a:tcPr marL="47126" marR="47126" marT="23563" marB="23563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Ensures that clients can use subclasses interchangeably with their parent classes, allowing for flexibility and modularity in the design.</a:t>
                      </a:r>
                    </a:p>
                  </a:txBody>
                  <a:tcPr marL="47126" marR="47126" marT="23563" marB="23563" anchor="ctr"/>
                </a:tc>
                <a:extLst>
                  <a:ext uri="{0D108BD9-81ED-4DB2-BD59-A6C34878D82A}">
                    <a16:rowId xmlns:a16="http://schemas.microsoft.com/office/drawing/2014/main" val="1461174938"/>
                  </a:ext>
                </a:extLst>
              </a:tr>
              <a:tr h="816858">
                <a:tc>
                  <a:txBody>
                    <a:bodyPr/>
                    <a:lstStyle/>
                    <a:p>
                      <a:pPr fontAlgn="base"/>
                      <a:r>
                        <a:rPr lang="en-MY" sz="1400">
                          <a:effectLst/>
                        </a:rPr>
                        <a:t>Implementation</a:t>
                      </a:r>
                    </a:p>
                  </a:txBody>
                  <a:tcPr marL="47126" marR="47126" marT="23563" marB="23563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Achieved through techniques like abstraction, encapsulation, and inheritance.</a:t>
                      </a:r>
                    </a:p>
                  </a:txBody>
                  <a:tcPr marL="47126" marR="47126" marT="23563" marB="23563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Implemented by adhering to guidelines such as not weakening preconditions, not strengthening postconditions, and maintaining behavioral consistency in subclasses.</a:t>
                      </a:r>
                    </a:p>
                  </a:txBody>
                  <a:tcPr marL="47126" marR="47126" marT="23563" marB="23563" anchor="ctr"/>
                </a:tc>
                <a:extLst>
                  <a:ext uri="{0D108BD9-81ED-4DB2-BD59-A6C34878D82A}">
                    <a16:rowId xmlns:a16="http://schemas.microsoft.com/office/drawing/2014/main" val="414142175"/>
                  </a:ext>
                </a:extLst>
              </a:tr>
              <a:tr h="1036781">
                <a:tc>
                  <a:txBody>
                    <a:bodyPr/>
                    <a:lstStyle/>
                    <a:p>
                      <a:pPr fontAlgn="base"/>
                      <a:r>
                        <a:rPr lang="en-MY" sz="1400">
                          <a:effectLst/>
                        </a:rPr>
                        <a:t>Example</a:t>
                      </a:r>
                    </a:p>
                  </a:txBody>
                  <a:tcPr marL="47126" marR="47126" marT="23563" marB="23563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dirty="0">
                          <a:effectLst/>
                        </a:rPr>
                        <a:t>Using abstract classes and interfaces to define contracts, allowing new implementations to be added without modifying existing code.</a:t>
                      </a:r>
                    </a:p>
                  </a:txBody>
                  <a:tcPr marL="47126" marR="47126" marT="23563" marB="23563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dirty="0">
                          <a:effectLst/>
                        </a:rPr>
                        <a:t>Ensuring that derived classes do not violate the expected behavior of the base class, such as a Square inheriting from a Rectangle without breaking the Rectangle's behavior regarding width and height relationships.</a:t>
                      </a:r>
                    </a:p>
                  </a:txBody>
                  <a:tcPr marL="47126" marR="47126" marT="23563" marB="23563" anchor="ctr"/>
                </a:tc>
                <a:extLst>
                  <a:ext uri="{0D108BD9-81ED-4DB2-BD59-A6C34878D82A}">
                    <a16:rowId xmlns:a16="http://schemas.microsoft.com/office/drawing/2014/main" val="460593502"/>
                  </a:ext>
                </a:extLst>
              </a:tr>
            </a:tbl>
          </a:graphicData>
        </a:graphic>
      </p:graphicFrame>
      <p:pic>
        <p:nvPicPr>
          <p:cNvPr id="4098" name="Picture 2" descr="Thinking Vector Art PNG Images | Free Download On Pngtree">
            <a:extLst>
              <a:ext uri="{FF2B5EF4-FFF2-40B4-BE49-F238E27FC236}">
                <a16:creationId xmlns:a16="http://schemas.microsoft.com/office/drawing/2014/main" id="{DCFDF62D-D7F1-FB20-5C94-886E39FE4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619" y="1432641"/>
            <a:ext cx="4435047" cy="443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87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9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594855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OPEN-CLOSED PRINCIPLE (OCP)</a:t>
            </a:r>
            <a:endParaRPr lang="en-US" sz="2500" dirty="0"/>
          </a:p>
        </p:txBody>
      </p:sp>
      <p:sp>
        <p:nvSpPr>
          <p:cNvPr id="6" name="AutoShape 2" descr="Server-Client Design A">
            <a:extLst>
              <a:ext uri="{FF2B5EF4-FFF2-40B4-BE49-F238E27FC236}">
                <a16:creationId xmlns:a16="http://schemas.microsoft.com/office/drawing/2014/main" id="{5A238347-90EE-4A02-7F57-B741D5D659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267CFC9E-B684-05BE-4B44-9906C78E3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39911" y="3746902"/>
            <a:ext cx="4396121" cy="2343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92F025DF-02CE-CDA4-0ADB-C5B487AEA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35112" y="1613303"/>
            <a:ext cx="4659888" cy="1968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40A7ACDB-369F-A589-50A9-2D0BD6BDE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78027" y="1646608"/>
            <a:ext cx="3581619" cy="615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73B798F-5CFA-F401-544F-13370FEE1F77}"/>
              </a:ext>
            </a:extLst>
          </p:cNvPr>
          <p:cNvSpPr txBox="1"/>
          <p:nvPr/>
        </p:nvSpPr>
        <p:spPr>
          <a:xfrm>
            <a:off x="7038286" y="1412503"/>
            <a:ext cx="2623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Old design! Violates OCP!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C45A77-98A5-64B4-1D4F-BD7FBBE7ED20}"/>
              </a:ext>
            </a:extLst>
          </p:cNvPr>
          <p:cNvSpPr txBox="1"/>
          <p:nvPr/>
        </p:nvSpPr>
        <p:spPr>
          <a:xfrm>
            <a:off x="2530437" y="1365080"/>
            <a:ext cx="2623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New redesign! Adheres to OCP!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3800D0-EBF4-2B7B-D4E2-A32D74842A02}"/>
              </a:ext>
            </a:extLst>
          </p:cNvPr>
          <p:cNvSpPr txBox="1"/>
          <p:nvPr/>
        </p:nvSpPr>
        <p:spPr>
          <a:xfrm>
            <a:off x="7233847" y="3226696"/>
            <a:ext cx="2623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New Aquatic Character added by extension and not by modifying existing working code!</a:t>
            </a:r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9B66918F-0943-DCA0-A0E7-A9E5291CBA14}"/>
              </a:ext>
            </a:extLst>
          </p:cNvPr>
          <p:cNvSpPr/>
          <p:nvPr/>
        </p:nvSpPr>
        <p:spPr>
          <a:xfrm>
            <a:off x="6348079" y="3030662"/>
            <a:ext cx="1032368" cy="465013"/>
          </a:xfrm>
          <a:custGeom>
            <a:avLst/>
            <a:gdLst>
              <a:gd name="connsiteX0" fmla="*/ 828675 w 828675"/>
              <a:gd name="connsiteY0" fmla="*/ 576262 h 576262"/>
              <a:gd name="connsiteX1" fmla="*/ 533400 w 828675"/>
              <a:gd name="connsiteY1" fmla="*/ 442912 h 576262"/>
              <a:gd name="connsiteX2" fmla="*/ 342900 w 828675"/>
              <a:gd name="connsiteY2" fmla="*/ 71437 h 576262"/>
              <a:gd name="connsiteX3" fmla="*/ 0 w 828675"/>
              <a:gd name="connsiteY3" fmla="*/ 14287 h 576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8675" h="576262">
                <a:moveTo>
                  <a:pt x="828675" y="576262"/>
                </a:moveTo>
                <a:cubicBezTo>
                  <a:pt x="721519" y="551656"/>
                  <a:pt x="614363" y="527050"/>
                  <a:pt x="533400" y="442912"/>
                </a:cubicBezTo>
                <a:cubicBezTo>
                  <a:pt x="452437" y="358774"/>
                  <a:pt x="431800" y="142875"/>
                  <a:pt x="342900" y="71437"/>
                </a:cubicBezTo>
                <a:cubicBezTo>
                  <a:pt x="254000" y="0"/>
                  <a:pt x="127000" y="7143"/>
                  <a:pt x="0" y="14287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41ACB5-68D9-53E0-1508-D923DBBE46C6}"/>
              </a:ext>
            </a:extLst>
          </p:cNvPr>
          <p:cNvSpPr/>
          <p:nvPr/>
        </p:nvSpPr>
        <p:spPr>
          <a:xfrm>
            <a:off x="4849787" y="2813453"/>
            <a:ext cx="901752" cy="8792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5">
            <a:extLst>
              <a:ext uri="{FF2B5EF4-FFF2-40B4-BE49-F238E27FC236}">
                <a16:creationId xmlns:a16="http://schemas.microsoft.com/office/drawing/2014/main" id="{39A13FCF-1B3B-7C4F-3942-3AB22C734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83123" y="2794403"/>
            <a:ext cx="895709" cy="153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A0CAABA-F143-5C54-ABA0-92ABFE73770D}"/>
              </a:ext>
            </a:extLst>
          </p:cNvPr>
          <p:cNvSpPr txBox="1"/>
          <p:nvPr/>
        </p:nvSpPr>
        <p:spPr>
          <a:xfrm>
            <a:off x="6578027" y="4716408"/>
            <a:ext cx="3279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With this design, GameEngine can draw and activate current and future Characters in the game without modification!</a:t>
            </a:r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FA637C5C-F974-4459-90C4-AEB14DEDC750}"/>
              </a:ext>
            </a:extLst>
          </p:cNvPr>
          <p:cNvSpPr/>
          <p:nvPr/>
        </p:nvSpPr>
        <p:spPr>
          <a:xfrm>
            <a:off x="9584440" y="3925471"/>
            <a:ext cx="203236" cy="725360"/>
          </a:xfrm>
          <a:custGeom>
            <a:avLst/>
            <a:gdLst>
              <a:gd name="connsiteX0" fmla="*/ 47625 w 188913"/>
              <a:gd name="connsiteY0" fmla="*/ 0 h 628650"/>
              <a:gd name="connsiteX1" fmla="*/ 180975 w 188913"/>
              <a:gd name="connsiteY1" fmla="*/ 333375 h 628650"/>
              <a:gd name="connsiteX2" fmla="*/ 0 w 188913"/>
              <a:gd name="connsiteY2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913" h="628650">
                <a:moveTo>
                  <a:pt x="47625" y="0"/>
                </a:moveTo>
                <a:cubicBezTo>
                  <a:pt x="118269" y="114300"/>
                  <a:pt x="188913" y="228600"/>
                  <a:pt x="180975" y="333375"/>
                </a:cubicBezTo>
                <a:cubicBezTo>
                  <a:pt x="173038" y="438150"/>
                  <a:pt x="86519" y="533400"/>
                  <a:pt x="0" y="62865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18">
            <a:extLst>
              <a:ext uri="{FF2B5EF4-FFF2-40B4-BE49-F238E27FC236}">
                <a16:creationId xmlns:a16="http://schemas.microsoft.com/office/drawing/2014/main" id="{22A10FEC-0354-0B53-18C5-3FEFE11BF12C}"/>
              </a:ext>
            </a:extLst>
          </p:cNvPr>
          <p:cNvSpPr/>
          <p:nvPr/>
        </p:nvSpPr>
        <p:spPr>
          <a:xfrm>
            <a:off x="5165768" y="4552384"/>
            <a:ext cx="1321887" cy="362680"/>
          </a:xfrm>
          <a:custGeom>
            <a:avLst/>
            <a:gdLst>
              <a:gd name="connsiteX0" fmla="*/ 1228725 w 1228725"/>
              <a:gd name="connsiteY0" fmla="*/ 300037 h 314325"/>
              <a:gd name="connsiteX1" fmla="*/ 933450 w 1228725"/>
              <a:gd name="connsiteY1" fmla="*/ 271462 h 314325"/>
              <a:gd name="connsiteX2" fmla="*/ 466725 w 1228725"/>
              <a:gd name="connsiteY2" fmla="*/ 42862 h 314325"/>
              <a:gd name="connsiteX3" fmla="*/ 0 w 1228725"/>
              <a:gd name="connsiteY3" fmla="*/ 14287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725" h="314325">
                <a:moveTo>
                  <a:pt x="1228725" y="300037"/>
                </a:moveTo>
                <a:cubicBezTo>
                  <a:pt x="1144587" y="307181"/>
                  <a:pt x="1060450" y="314325"/>
                  <a:pt x="933450" y="271462"/>
                </a:cubicBezTo>
                <a:cubicBezTo>
                  <a:pt x="806450" y="228599"/>
                  <a:pt x="622300" y="85725"/>
                  <a:pt x="466725" y="42862"/>
                </a:cubicBezTo>
                <a:cubicBezTo>
                  <a:pt x="311150" y="0"/>
                  <a:pt x="155575" y="7143"/>
                  <a:pt x="0" y="14287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67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10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6618204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LISKOV SUBSTITUTION PRINCIPLE (LSP)</a:t>
            </a:r>
          </a:p>
        </p:txBody>
      </p:sp>
      <p:sp>
        <p:nvSpPr>
          <p:cNvPr id="6" name="AutoShape 2" descr="Server-Client Design A">
            <a:extLst>
              <a:ext uri="{FF2B5EF4-FFF2-40B4-BE49-F238E27FC236}">
                <a16:creationId xmlns:a16="http://schemas.microsoft.com/office/drawing/2014/main" id="{5A238347-90EE-4A02-7F57-B741D5D659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E6713F-EC5C-0759-B910-8F864392D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650" y="1819543"/>
            <a:ext cx="8431499" cy="26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26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11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6961104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INTERFACE SEGREGATION PRINCIPLE (ISP)</a:t>
            </a:r>
            <a:endParaRPr lang="en-US" sz="2500" dirty="0"/>
          </a:p>
        </p:txBody>
      </p:sp>
      <p:sp>
        <p:nvSpPr>
          <p:cNvPr id="6" name="AutoShape 2" descr="Server-Client Design A">
            <a:extLst>
              <a:ext uri="{FF2B5EF4-FFF2-40B4-BE49-F238E27FC236}">
                <a16:creationId xmlns:a16="http://schemas.microsoft.com/office/drawing/2014/main" id="{5A238347-90EE-4A02-7F57-B741D5D659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3657351-414C-3BBA-EDD8-1529C8D4F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90937" y="2211354"/>
            <a:ext cx="4505325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57B83E-11A9-BAC7-5015-46D5D6CD7261}"/>
              </a:ext>
            </a:extLst>
          </p:cNvPr>
          <p:cNvSpPr txBox="1"/>
          <p:nvPr/>
        </p:nvSpPr>
        <p:spPr>
          <a:xfrm>
            <a:off x="8491537" y="3125754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The ISP implies that many client-specific interfaces are better than one general purpose interface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B8164F8-0A9C-13F3-5776-D199A606C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01137" y="1982754"/>
            <a:ext cx="224831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E7F7BA8B-F465-6326-DD1A-DA1B79C6A7EE}"/>
              </a:ext>
            </a:extLst>
          </p:cNvPr>
          <p:cNvSpPr/>
          <p:nvPr/>
        </p:nvSpPr>
        <p:spPr>
          <a:xfrm>
            <a:off x="7967662" y="2373279"/>
            <a:ext cx="1066800" cy="1114425"/>
          </a:xfrm>
          <a:custGeom>
            <a:avLst/>
            <a:gdLst>
              <a:gd name="connsiteX0" fmla="*/ 1066800 w 1066800"/>
              <a:gd name="connsiteY0" fmla="*/ 0 h 1114425"/>
              <a:gd name="connsiteX1" fmla="*/ 723900 w 1066800"/>
              <a:gd name="connsiteY1" fmla="*/ 266700 h 1114425"/>
              <a:gd name="connsiteX2" fmla="*/ 600075 w 1066800"/>
              <a:gd name="connsiteY2" fmla="*/ 857250 h 1114425"/>
              <a:gd name="connsiteX3" fmla="*/ 0 w 1066800"/>
              <a:gd name="connsiteY3" fmla="*/ 1114425 h 111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800" h="1114425">
                <a:moveTo>
                  <a:pt x="1066800" y="0"/>
                </a:moveTo>
                <a:cubicBezTo>
                  <a:pt x="934243" y="61912"/>
                  <a:pt x="801687" y="123825"/>
                  <a:pt x="723900" y="266700"/>
                </a:cubicBezTo>
                <a:cubicBezTo>
                  <a:pt x="646113" y="409575"/>
                  <a:pt x="720725" y="715963"/>
                  <a:pt x="600075" y="857250"/>
                </a:cubicBezTo>
                <a:cubicBezTo>
                  <a:pt x="479425" y="998537"/>
                  <a:pt x="239712" y="1056481"/>
                  <a:pt x="0" y="111442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477B9-DD2D-6C3A-0F4E-8160A31F3B8B}"/>
              </a:ext>
            </a:extLst>
          </p:cNvPr>
          <p:cNvSpPr txBox="1"/>
          <p:nvPr/>
        </p:nvSpPr>
        <p:spPr>
          <a:xfrm>
            <a:off x="7729537" y="4268754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Bradley Hand ITC" pitchFamily="66" charset="0"/>
              </a:rPr>
              <a:t>Smaller, specific interfaces are easier to maintain and reuse and lead to easier adherence to OCP and LSP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08767FB-A1BB-953E-C089-8B52298322FC}"/>
              </a:ext>
            </a:extLst>
          </p:cNvPr>
          <p:cNvSpPr/>
          <p:nvPr/>
        </p:nvSpPr>
        <p:spPr>
          <a:xfrm>
            <a:off x="10310812" y="3754404"/>
            <a:ext cx="220662" cy="581025"/>
          </a:xfrm>
          <a:custGeom>
            <a:avLst/>
            <a:gdLst>
              <a:gd name="connsiteX0" fmla="*/ 66675 w 220662"/>
              <a:gd name="connsiteY0" fmla="*/ 0 h 581025"/>
              <a:gd name="connsiteX1" fmla="*/ 209550 w 220662"/>
              <a:gd name="connsiteY1" fmla="*/ 314325 h 581025"/>
              <a:gd name="connsiteX2" fmla="*/ 0 w 220662"/>
              <a:gd name="connsiteY2" fmla="*/ 581025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662" h="581025">
                <a:moveTo>
                  <a:pt x="66675" y="0"/>
                </a:moveTo>
                <a:cubicBezTo>
                  <a:pt x="143668" y="108744"/>
                  <a:pt x="220662" y="217488"/>
                  <a:pt x="209550" y="314325"/>
                </a:cubicBezTo>
                <a:cubicBezTo>
                  <a:pt x="198438" y="411162"/>
                  <a:pt x="99219" y="496093"/>
                  <a:pt x="0" y="58102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0A8422-7066-8339-B708-6D15E356D958}"/>
              </a:ext>
            </a:extLst>
          </p:cNvPr>
          <p:cNvSpPr txBox="1"/>
          <p:nvPr/>
        </p:nvSpPr>
        <p:spPr>
          <a:xfrm>
            <a:off x="709696" y="1182116"/>
            <a:ext cx="7486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interface segregation principle (ISP) states that "clients should not be forced to depend on methods that they do not use“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13354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0" name="Google Shape;1190;p51"/>
          <p:cNvGrpSpPr/>
          <p:nvPr/>
        </p:nvGrpSpPr>
        <p:grpSpPr>
          <a:xfrm>
            <a:off x="9734963" y="5647537"/>
            <a:ext cx="166688" cy="149219"/>
            <a:chOff x="11258550" y="6548438"/>
            <a:chExt cx="222250" cy="200025"/>
          </a:xfrm>
        </p:grpSpPr>
        <p:sp>
          <p:nvSpPr>
            <p:cNvPr id="1191" name="Google Shape;1191;p51"/>
            <p:cNvSpPr/>
            <p:nvPr/>
          </p:nvSpPr>
          <p:spPr>
            <a:xfrm>
              <a:off x="11258550" y="6548438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48" h="220" extrusionOk="0">
                  <a:moveTo>
                    <a:pt x="0" y="212"/>
                  </a:moveTo>
                  <a:cubicBezTo>
                    <a:pt x="0" y="216"/>
                    <a:pt x="4" y="220"/>
                    <a:pt x="8" y="220"/>
                  </a:cubicBezTo>
                  <a:cubicBezTo>
                    <a:pt x="240" y="220"/>
                    <a:pt x="240" y="220"/>
                    <a:pt x="240" y="220"/>
                  </a:cubicBezTo>
                  <a:cubicBezTo>
                    <a:pt x="244" y="220"/>
                    <a:pt x="248" y="216"/>
                    <a:pt x="248" y="212"/>
                  </a:cubicBezTo>
                  <a:cubicBezTo>
                    <a:pt x="248" y="76"/>
                    <a:pt x="248" y="76"/>
                    <a:pt x="248" y="76"/>
                  </a:cubicBezTo>
                  <a:cubicBezTo>
                    <a:pt x="248" y="71"/>
                    <a:pt x="244" y="68"/>
                    <a:pt x="240" y="68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71"/>
                    <a:pt x="0" y="76"/>
                  </a:cubicBezTo>
                  <a:lnTo>
                    <a:pt x="0" y="212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2" name="Google Shape;1192;p51"/>
            <p:cNvSpPr/>
            <p:nvPr/>
          </p:nvSpPr>
          <p:spPr>
            <a:xfrm>
              <a:off x="11258550" y="6614403"/>
              <a:ext cx="222250" cy="134060"/>
            </a:xfrm>
            <a:custGeom>
              <a:avLst/>
              <a:gdLst/>
              <a:ahLst/>
              <a:cxnLst/>
              <a:rect l="l" t="t" r="r" b="b"/>
              <a:pathLst>
                <a:path w="248" h="149" extrusionOk="0">
                  <a:moveTo>
                    <a:pt x="124" y="93"/>
                  </a:moveTo>
                  <a:cubicBezTo>
                    <a:pt x="90" y="68"/>
                    <a:pt x="0" y="1"/>
                    <a:pt x="0" y="5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45"/>
                    <a:pt x="4" y="149"/>
                    <a:pt x="8" y="149"/>
                  </a:cubicBezTo>
                  <a:cubicBezTo>
                    <a:pt x="240" y="149"/>
                    <a:pt x="240" y="149"/>
                    <a:pt x="240" y="149"/>
                  </a:cubicBezTo>
                  <a:cubicBezTo>
                    <a:pt x="244" y="149"/>
                    <a:pt x="248" y="145"/>
                    <a:pt x="248" y="141"/>
                  </a:cubicBezTo>
                  <a:cubicBezTo>
                    <a:pt x="248" y="5"/>
                    <a:pt x="248" y="5"/>
                    <a:pt x="248" y="5"/>
                  </a:cubicBezTo>
                  <a:cubicBezTo>
                    <a:pt x="248" y="0"/>
                    <a:pt x="124" y="93"/>
                    <a:pt x="124" y="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193" name="Google Shape;1193;p51"/>
            <p:cNvCxnSpPr/>
            <p:nvPr/>
          </p:nvCxnSpPr>
          <p:spPr>
            <a:xfrm rot="10800000">
              <a:off x="11389867" y="6682408"/>
              <a:ext cx="86700" cy="6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4" name="Google Shape;1194;p51"/>
            <p:cNvCxnSpPr/>
            <p:nvPr/>
          </p:nvCxnSpPr>
          <p:spPr>
            <a:xfrm rot="10800000" flipH="1">
              <a:off x="11262783" y="6682408"/>
              <a:ext cx="84600" cy="6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95" name="Google Shape;1195;p51"/>
          <p:cNvGrpSpPr/>
          <p:nvPr/>
        </p:nvGrpSpPr>
        <p:grpSpPr>
          <a:xfrm>
            <a:off x="9702042" y="5267708"/>
            <a:ext cx="228595" cy="160348"/>
            <a:chOff x="8075613" y="3859213"/>
            <a:chExt cx="306387" cy="214312"/>
          </a:xfrm>
        </p:grpSpPr>
        <p:sp>
          <p:nvSpPr>
            <p:cNvPr id="1196" name="Google Shape;1196;p51"/>
            <p:cNvSpPr/>
            <p:nvPr/>
          </p:nvSpPr>
          <p:spPr>
            <a:xfrm>
              <a:off x="8109656" y="4020477"/>
              <a:ext cx="110640" cy="53048"/>
            </a:xfrm>
            <a:custGeom>
              <a:avLst/>
              <a:gdLst/>
              <a:ahLst/>
              <a:cxnLst/>
              <a:rect l="l" t="t" r="r" b="b"/>
              <a:pathLst>
                <a:path w="89" h="42" extrusionOk="0">
                  <a:moveTo>
                    <a:pt x="89" y="9"/>
                  </a:moveTo>
                  <a:cubicBezTo>
                    <a:pt x="84" y="10"/>
                    <a:pt x="79" y="10"/>
                    <a:pt x="75" y="10"/>
                  </a:cubicBezTo>
                  <a:cubicBezTo>
                    <a:pt x="72" y="10"/>
                    <a:pt x="69" y="10"/>
                    <a:pt x="66" y="10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7" name="Google Shape;1197;p51"/>
            <p:cNvSpPr/>
            <p:nvPr/>
          </p:nvSpPr>
          <p:spPr>
            <a:xfrm>
              <a:off x="8075613" y="3859213"/>
              <a:ext cx="221279" cy="167630"/>
            </a:xfrm>
            <a:custGeom>
              <a:avLst/>
              <a:gdLst/>
              <a:ahLst/>
              <a:cxnLst/>
              <a:rect l="l" t="t" r="r" b="b"/>
              <a:pathLst>
                <a:path w="180" h="135" extrusionOk="0">
                  <a:moveTo>
                    <a:pt x="62" y="135"/>
                  </a:moveTo>
                  <a:cubicBezTo>
                    <a:pt x="58" y="134"/>
                    <a:pt x="53" y="132"/>
                    <a:pt x="49" y="130"/>
                  </a:cubicBezTo>
                  <a:cubicBezTo>
                    <a:pt x="20" y="118"/>
                    <a:pt x="1" y="97"/>
                    <a:pt x="1" y="72"/>
                  </a:cubicBezTo>
                  <a:cubicBezTo>
                    <a:pt x="0" y="33"/>
                    <a:pt x="45" y="1"/>
                    <a:pt x="102" y="0"/>
                  </a:cubicBezTo>
                  <a:cubicBezTo>
                    <a:pt x="133" y="0"/>
                    <a:pt x="161" y="9"/>
                    <a:pt x="180" y="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8" name="Google Shape;1198;p51"/>
            <p:cNvSpPr/>
            <p:nvPr/>
          </p:nvSpPr>
          <p:spPr>
            <a:xfrm>
              <a:off x="8175615" y="3893163"/>
              <a:ext cx="206385" cy="178239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119" y="111"/>
                  </a:moveTo>
                  <a:cubicBezTo>
                    <a:pt x="123" y="110"/>
                    <a:pt x="127" y="108"/>
                    <a:pt x="130" y="107"/>
                  </a:cubicBezTo>
                  <a:cubicBezTo>
                    <a:pt x="153" y="96"/>
                    <a:pt x="169" y="78"/>
                    <a:pt x="168" y="57"/>
                  </a:cubicBezTo>
                  <a:cubicBezTo>
                    <a:pt x="168" y="25"/>
                    <a:pt x="130" y="0"/>
                    <a:pt x="83" y="0"/>
                  </a:cubicBezTo>
                  <a:cubicBezTo>
                    <a:pt x="37" y="1"/>
                    <a:pt x="0" y="27"/>
                    <a:pt x="0" y="60"/>
                  </a:cubicBezTo>
                  <a:cubicBezTo>
                    <a:pt x="0" y="92"/>
                    <a:pt x="39" y="117"/>
                    <a:pt x="85" y="116"/>
                  </a:cubicBezTo>
                  <a:cubicBezTo>
                    <a:pt x="87" y="116"/>
                    <a:pt x="90" y="116"/>
                    <a:pt x="92" y="116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149" y="143"/>
                    <a:pt x="149" y="143"/>
                    <a:pt x="149" y="143"/>
                  </a:cubicBezTo>
                  <a:cubicBezTo>
                    <a:pt x="130" y="107"/>
                    <a:pt x="130" y="107"/>
                    <a:pt x="130" y="107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199" name="Google Shape;1199;p51"/>
          <p:cNvSpPr txBox="1"/>
          <p:nvPr/>
        </p:nvSpPr>
        <p:spPr>
          <a:xfrm>
            <a:off x="10062924" y="5187055"/>
            <a:ext cx="1593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+013 509 9215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0" name="Google Shape;1200;p51"/>
          <p:cNvSpPr txBox="1"/>
          <p:nvPr/>
        </p:nvSpPr>
        <p:spPr>
          <a:xfrm>
            <a:off x="10062934" y="5620700"/>
            <a:ext cx="1903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khatibsyarbini@utm.my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1" name="Google Shape;1201;p5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02" name="Google Shape;1202;p51"/>
          <p:cNvSpPr/>
          <p:nvPr/>
        </p:nvSpPr>
        <p:spPr>
          <a:xfrm>
            <a:off x="6096000" y="5130877"/>
            <a:ext cx="3336300" cy="10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 for your participation. I am very grateful to have the opportunity into this sharing session. If there any enquiries, feels free to contact me.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3" name="Google Shape;120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600" y="511237"/>
            <a:ext cx="4622800" cy="37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9" name="Google Shape;1209;p5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0548" y="4882841"/>
            <a:ext cx="1783499" cy="603213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52"/>
          <p:cNvSpPr txBox="1"/>
          <p:nvPr/>
        </p:nvSpPr>
        <p:spPr>
          <a:xfrm>
            <a:off x="3753095" y="2380689"/>
            <a:ext cx="4707000" cy="8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0" b="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</a:t>
            </a:r>
            <a:endParaRPr/>
          </a:p>
        </p:txBody>
      </p:sp>
      <p:sp>
        <p:nvSpPr>
          <p:cNvPr id="1211" name="Google Shape;1211;p52"/>
          <p:cNvSpPr txBox="1"/>
          <p:nvPr/>
        </p:nvSpPr>
        <p:spPr>
          <a:xfrm>
            <a:off x="5428912" y="6322009"/>
            <a:ext cx="3802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univteknologimalaysia</a:t>
            </a:r>
            <a:endParaRPr/>
          </a:p>
        </p:txBody>
      </p:sp>
      <p:grpSp>
        <p:nvGrpSpPr>
          <p:cNvPr id="1212" name="Google Shape;1212;p52"/>
          <p:cNvGrpSpPr/>
          <p:nvPr/>
        </p:nvGrpSpPr>
        <p:grpSpPr>
          <a:xfrm>
            <a:off x="5024474" y="6321479"/>
            <a:ext cx="280218" cy="281948"/>
            <a:chOff x="2163763" y="-1266825"/>
            <a:chExt cx="1028700" cy="1035050"/>
          </a:xfrm>
        </p:grpSpPr>
        <p:sp>
          <p:nvSpPr>
            <p:cNvPr id="1213" name="Google Shape;1213;p52"/>
            <p:cNvSpPr/>
            <p:nvPr/>
          </p:nvSpPr>
          <p:spPr>
            <a:xfrm>
              <a:off x="2163763" y="-1266825"/>
              <a:ext cx="1028700" cy="1035050"/>
            </a:xfrm>
            <a:custGeom>
              <a:avLst/>
              <a:gdLst/>
              <a:ahLst/>
              <a:cxnLst/>
              <a:rect l="l" t="t" r="r" b="b"/>
              <a:pathLst>
                <a:path w="396" h="396" extrusionOk="0">
                  <a:moveTo>
                    <a:pt x="198" y="0"/>
                  </a:moveTo>
                  <a:cubicBezTo>
                    <a:pt x="252" y="0"/>
                    <a:pt x="302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2" y="374"/>
                    <a:pt x="252" y="396"/>
                    <a:pt x="198" y="396"/>
                  </a:cubicBezTo>
                  <a:cubicBezTo>
                    <a:pt x="143" y="396"/>
                    <a:pt x="93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3" y="22"/>
                    <a:pt x="143" y="0"/>
                    <a:pt x="198" y="0"/>
                  </a:cubicBezTo>
                  <a:close/>
                  <a:moveTo>
                    <a:pt x="327" y="69"/>
                  </a:moveTo>
                  <a:cubicBezTo>
                    <a:pt x="294" y="36"/>
                    <a:pt x="248" y="15"/>
                    <a:pt x="198" y="15"/>
                  </a:cubicBezTo>
                  <a:cubicBezTo>
                    <a:pt x="147" y="15"/>
                    <a:pt x="102" y="36"/>
                    <a:pt x="69" y="69"/>
                  </a:cubicBezTo>
                  <a:cubicBezTo>
                    <a:pt x="36" y="102"/>
                    <a:pt x="15" y="147"/>
                    <a:pt x="15" y="198"/>
                  </a:cubicBezTo>
                  <a:cubicBezTo>
                    <a:pt x="15" y="248"/>
                    <a:pt x="36" y="294"/>
                    <a:pt x="69" y="327"/>
                  </a:cubicBezTo>
                  <a:cubicBezTo>
                    <a:pt x="102" y="360"/>
                    <a:pt x="147" y="380"/>
                    <a:pt x="198" y="380"/>
                  </a:cubicBezTo>
                  <a:cubicBezTo>
                    <a:pt x="248" y="380"/>
                    <a:pt x="294" y="360"/>
                    <a:pt x="327" y="327"/>
                  </a:cubicBezTo>
                  <a:cubicBezTo>
                    <a:pt x="360" y="294"/>
                    <a:pt x="380" y="248"/>
                    <a:pt x="380" y="198"/>
                  </a:cubicBezTo>
                  <a:cubicBezTo>
                    <a:pt x="380" y="147"/>
                    <a:pt x="360" y="102"/>
                    <a:pt x="327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14" name="Google Shape;1214;p52"/>
            <p:cNvSpPr/>
            <p:nvPr/>
          </p:nvSpPr>
          <p:spPr>
            <a:xfrm>
              <a:off x="2554288" y="-1014413"/>
              <a:ext cx="246063" cy="528638"/>
            </a:xfrm>
            <a:custGeom>
              <a:avLst/>
              <a:gdLst/>
              <a:ahLst/>
              <a:cxnLst/>
              <a:rect l="l" t="t" r="r" b="b"/>
              <a:pathLst>
                <a:path w="95" h="202" extrusionOk="0">
                  <a:moveTo>
                    <a:pt x="63" y="60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3" y="36"/>
                    <a:pt x="68" y="34"/>
                    <a:pt x="72" y="34"/>
                  </a:cubicBezTo>
                  <a:cubicBezTo>
                    <a:pt x="75" y="34"/>
                    <a:pt x="94" y="34"/>
                    <a:pt x="94" y="3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21" y="25"/>
                    <a:pt x="21" y="42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147"/>
                    <a:pt x="21" y="202"/>
                    <a:pt x="2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146"/>
                    <a:pt x="61" y="101"/>
                  </a:cubicBezTo>
                  <a:cubicBezTo>
                    <a:pt x="91" y="101"/>
                    <a:pt x="91" y="101"/>
                    <a:pt x="91" y="101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5" y="60"/>
                    <a:pt x="95" y="60"/>
                    <a:pt x="95" y="60"/>
                  </a:cubicBezTo>
                  <a:lnTo>
                    <a:pt x="63" y="6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15" name="Google Shape;1215;p52"/>
          <p:cNvGrpSpPr/>
          <p:nvPr/>
        </p:nvGrpSpPr>
        <p:grpSpPr>
          <a:xfrm>
            <a:off x="7579548" y="6317292"/>
            <a:ext cx="279786" cy="281948"/>
            <a:chOff x="3470276" y="-1266825"/>
            <a:chExt cx="1027113" cy="1035050"/>
          </a:xfrm>
        </p:grpSpPr>
        <p:sp>
          <p:nvSpPr>
            <p:cNvPr id="1216" name="Google Shape;1216;p52"/>
            <p:cNvSpPr/>
            <p:nvPr/>
          </p:nvSpPr>
          <p:spPr>
            <a:xfrm>
              <a:off x="3470276" y="-1266825"/>
              <a:ext cx="1027113" cy="1035050"/>
            </a:xfrm>
            <a:custGeom>
              <a:avLst/>
              <a:gdLst/>
              <a:ahLst/>
              <a:cxnLst/>
              <a:rect l="l" t="t" r="r" b="b"/>
              <a:pathLst>
                <a:path w="396" h="396" extrusionOk="0">
                  <a:moveTo>
                    <a:pt x="198" y="0"/>
                  </a:moveTo>
                  <a:cubicBezTo>
                    <a:pt x="253" y="0"/>
                    <a:pt x="303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3" y="374"/>
                    <a:pt x="253" y="396"/>
                    <a:pt x="198" y="396"/>
                  </a:cubicBezTo>
                  <a:cubicBezTo>
                    <a:pt x="144" y="396"/>
                    <a:pt x="94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4" y="22"/>
                    <a:pt x="144" y="0"/>
                    <a:pt x="198" y="0"/>
                  </a:cubicBezTo>
                  <a:close/>
                  <a:moveTo>
                    <a:pt x="328" y="69"/>
                  </a:moveTo>
                  <a:cubicBezTo>
                    <a:pt x="294" y="36"/>
                    <a:pt x="249" y="15"/>
                    <a:pt x="198" y="15"/>
                  </a:cubicBezTo>
                  <a:cubicBezTo>
                    <a:pt x="148" y="15"/>
                    <a:pt x="102" y="36"/>
                    <a:pt x="69" y="69"/>
                  </a:cubicBezTo>
                  <a:cubicBezTo>
                    <a:pt x="36" y="102"/>
                    <a:pt x="16" y="147"/>
                    <a:pt x="16" y="198"/>
                  </a:cubicBezTo>
                  <a:cubicBezTo>
                    <a:pt x="16" y="248"/>
                    <a:pt x="36" y="294"/>
                    <a:pt x="69" y="327"/>
                  </a:cubicBezTo>
                  <a:cubicBezTo>
                    <a:pt x="102" y="360"/>
                    <a:pt x="148" y="380"/>
                    <a:pt x="198" y="380"/>
                  </a:cubicBezTo>
                  <a:cubicBezTo>
                    <a:pt x="249" y="380"/>
                    <a:pt x="294" y="360"/>
                    <a:pt x="328" y="327"/>
                  </a:cubicBezTo>
                  <a:cubicBezTo>
                    <a:pt x="361" y="294"/>
                    <a:pt x="381" y="248"/>
                    <a:pt x="381" y="198"/>
                  </a:cubicBezTo>
                  <a:cubicBezTo>
                    <a:pt x="381" y="147"/>
                    <a:pt x="361" y="102"/>
                    <a:pt x="328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17" name="Google Shape;1217;p52"/>
            <p:cNvSpPr/>
            <p:nvPr/>
          </p:nvSpPr>
          <p:spPr>
            <a:xfrm>
              <a:off x="3727451" y="-1011238"/>
              <a:ext cx="515938" cy="520700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49" y="100"/>
                  </a:moveTo>
                  <a:cubicBezTo>
                    <a:pt x="49" y="72"/>
                    <a:pt x="71" y="49"/>
                    <a:pt x="99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99" y="150"/>
                  </a:cubicBezTo>
                  <a:cubicBezTo>
                    <a:pt x="71" y="150"/>
                    <a:pt x="49" y="128"/>
                    <a:pt x="49" y="100"/>
                  </a:cubicBezTo>
                  <a:close/>
                  <a:moveTo>
                    <a:pt x="152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78"/>
                    <a:pt x="21" y="199"/>
                    <a:pt x="47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78" y="199"/>
                    <a:pt x="199" y="178"/>
                    <a:pt x="199" y="152"/>
                  </a:cubicBezTo>
                  <a:cubicBezTo>
                    <a:pt x="199" y="47"/>
                    <a:pt x="199" y="47"/>
                    <a:pt x="199" y="47"/>
                  </a:cubicBezTo>
                  <a:cubicBezTo>
                    <a:pt x="199" y="21"/>
                    <a:pt x="178" y="0"/>
                    <a:pt x="152" y="0"/>
                  </a:cubicBezTo>
                  <a:close/>
                  <a:moveTo>
                    <a:pt x="47" y="12"/>
                  </a:moveTo>
                  <a:cubicBezTo>
                    <a:pt x="152" y="12"/>
                    <a:pt x="152" y="12"/>
                    <a:pt x="152" y="12"/>
                  </a:cubicBezTo>
                  <a:cubicBezTo>
                    <a:pt x="171" y="12"/>
                    <a:pt x="187" y="28"/>
                    <a:pt x="187" y="47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87" y="171"/>
                    <a:pt x="171" y="187"/>
                    <a:pt x="152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28" y="187"/>
                    <a:pt x="12" y="171"/>
                    <a:pt x="12" y="152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28"/>
                    <a:pt x="28" y="12"/>
                    <a:pt x="47" y="12"/>
                  </a:cubicBezTo>
                  <a:close/>
                  <a:moveTo>
                    <a:pt x="162" y="27"/>
                  </a:moveTo>
                  <a:cubicBezTo>
                    <a:pt x="156" y="27"/>
                    <a:pt x="152" y="32"/>
                    <a:pt x="152" y="37"/>
                  </a:cubicBezTo>
                  <a:cubicBezTo>
                    <a:pt x="152" y="43"/>
                    <a:pt x="156" y="48"/>
                    <a:pt x="162" y="48"/>
                  </a:cubicBezTo>
                  <a:cubicBezTo>
                    <a:pt x="168" y="48"/>
                    <a:pt x="173" y="43"/>
                    <a:pt x="173" y="37"/>
                  </a:cubicBezTo>
                  <a:cubicBezTo>
                    <a:pt x="173" y="32"/>
                    <a:pt x="168" y="27"/>
                    <a:pt x="162" y="27"/>
                  </a:cubicBezTo>
                  <a:close/>
                  <a:moveTo>
                    <a:pt x="163" y="100"/>
                  </a:moveTo>
                  <a:cubicBezTo>
                    <a:pt x="163" y="64"/>
                    <a:pt x="135" y="36"/>
                    <a:pt x="99" y="36"/>
                  </a:cubicBezTo>
                  <a:cubicBezTo>
                    <a:pt x="64" y="36"/>
                    <a:pt x="35" y="64"/>
                    <a:pt x="35" y="100"/>
                  </a:cubicBezTo>
                  <a:cubicBezTo>
                    <a:pt x="35" y="135"/>
                    <a:pt x="64" y="164"/>
                    <a:pt x="99" y="164"/>
                  </a:cubicBezTo>
                  <a:cubicBezTo>
                    <a:pt x="135" y="164"/>
                    <a:pt x="163" y="135"/>
                    <a:pt x="163" y="10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218" name="Google Shape;1218;p52"/>
          <p:cNvSpPr/>
          <p:nvPr/>
        </p:nvSpPr>
        <p:spPr>
          <a:xfrm>
            <a:off x="3588919" y="6338057"/>
            <a:ext cx="281962" cy="281956"/>
          </a:xfrm>
          <a:custGeom>
            <a:avLst/>
            <a:gdLst/>
            <a:ahLst/>
            <a:cxnLst/>
            <a:rect l="l" t="t" r="r" b="b"/>
            <a:pathLst>
              <a:path w="2328" h="2328" extrusionOk="0">
                <a:moveTo>
                  <a:pt x="1164" y="0"/>
                </a:moveTo>
                <a:cubicBezTo>
                  <a:pt x="853" y="0"/>
                  <a:pt x="561" y="121"/>
                  <a:pt x="341" y="341"/>
                </a:cubicBezTo>
                <a:cubicBezTo>
                  <a:pt x="121" y="560"/>
                  <a:pt x="0" y="853"/>
                  <a:pt x="0" y="1164"/>
                </a:cubicBezTo>
                <a:cubicBezTo>
                  <a:pt x="0" y="1475"/>
                  <a:pt x="121" y="1767"/>
                  <a:pt x="341" y="1987"/>
                </a:cubicBezTo>
                <a:cubicBezTo>
                  <a:pt x="561" y="2207"/>
                  <a:pt x="853" y="2328"/>
                  <a:pt x="1164" y="2328"/>
                </a:cubicBezTo>
                <a:cubicBezTo>
                  <a:pt x="1475" y="2328"/>
                  <a:pt x="1767" y="2207"/>
                  <a:pt x="1987" y="1987"/>
                </a:cubicBezTo>
                <a:cubicBezTo>
                  <a:pt x="2207" y="1767"/>
                  <a:pt x="2328" y="1475"/>
                  <a:pt x="2328" y="1164"/>
                </a:cubicBezTo>
                <a:cubicBezTo>
                  <a:pt x="2328" y="853"/>
                  <a:pt x="2207" y="560"/>
                  <a:pt x="1987" y="341"/>
                </a:cubicBezTo>
                <a:cubicBezTo>
                  <a:pt x="1767" y="121"/>
                  <a:pt x="1475" y="0"/>
                  <a:pt x="1164" y="0"/>
                </a:cubicBezTo>
                <a:close/>
                <a:moveTo>
                  <a:pt x="2040" y="637"/>
                </a:moveTo>
                <a:cubicBezTo>
                  <a:pt x="1966" y="617"/>
                  <a:pt x="1890" y="598"/>
                  <a:pt x="1815" y="583"/>
                </a:cubicBezTo>
                <a:cubicBezTo>
                  <a:pt x="1807" y="493"/>
                  <a:pt x="1732" y="423"/>
                  <a:pt x="1640" y="423"/>
                </a:cubicBezTo>
                <a:cubicBezTo>
                  <a:pt x="1619" y="423"/>
                  <a:pt x="1598" y="427"/>
                  <a:pt x="1579" y="434"/>
                </a:cubicBezTo>
                <a:cubicBezTo>
                  <a:pt x="1512" y="335"/>
                  <a:pt x="1433" y="243"/>
                  <a:pt x="1341" y="157"/>
                </a:cubicBezTo>
                <a:cubicBezTo>
                  <a:pt x="1547" y="193"/>
                  <a:pt x="1736" y="291"/>
                  <a:pt x="1886" y="441"/>
                </a:cubicBezTo>
                <a:cubicBezTo>
                  <a:pt x="1946" y="501"/>
                  <a:pt x="1998" y="567"/>
                  <a:pt x="2040" y="637"/>
                </a:cubicBezTo>
                <a:close/>
                <a:moveTo>
                  <a:pt x="2099" y="1577"/>
                </a:moveTo>
                <a:cubicBezTo>
                  <a:pt x="1968" y="1617"/>
                  <a:pt x="1835" y="1649"/>
                  <a:pt x="1700" y="1672"/>
                </a:cubicBezTo>
                <a:cubicBezTo>
                  <a:pt x="1767" y="1520"/>
                  <a:pt x="1802" y="1362"/>
                  <a:pt x="1807" y="1199"/>
                </a:cubicBezTo>
                <a:cubicBezTo>
                  <a:pt x="2185" y="1199"/>
                  <a:pt x="2185" y="1199"/>
                  <a:pt x="2185" y="1199"/>
                </a:cubicBezTo>
                <a:cubicBezTo>
                  <a:pt x="2181" y="1331"/>
                  <a:pt x="2151" y="1459"/>
                  <a:pt x="2099" y="1577"/>
                </a:cubicBezTo>
                <a:close/>
                <a:moveTo>
                  <a:pt x="1204" y="2185"/>
                </a:moveTo>
                <a:cubicBezTo>
                  <a:pt x="1202" y="2185"/>
                  <a:pt x="1201" y="2185"/>
                  <a:pt x="1200" y="2185"/>
                </a:cubicBezTo>
                <a:cubicBezTo>
                  <a:pt x="1200" y="1935"/>
                  <a:pt x="1200" y="1935"/>
                  <a:pt x="1200" y="1935"/>
                </a:cubicBezTo>
                <a:cubicBezTo>
                  <a:pt x="1265" y="1921"/>
                  <a:pt x="1318" y="1870"/>
                  <a:pt x="1334" y="1805"/>
                </a:cubicBezTo>
                <a:cubicBezTo>
                  <a:pt x="1407" y="1802"/>
                  <a:pt x="1480" y="1795"/>
                  <a:pt x="1552" y="1787"/>
                </a:cubicBezTo>
                <a:cubicBezTo>
                  <a:pt x="1465" y="1934"/>
                  <a:pt x="1348" y="2067"/>
                  <a:pt x="1204" y="2185"/>
                </a:cubicBezTo>
                <a:close/>
                <a:moveTo>
                  <a:pt x="775" y="1787"/>
                </a:moveTo>
                <a:cubicBezTo>
                  <a:pt x="848" y="1795"/>
                  <a:pt x="921" y="1802"/>
                  <a:pt x="994" y="1805"/>
                </a:cubicBezTo>
                <a:cubicBezTo>
                  <a:pt x="1010" y="1870"/>
                  <a:pt x="1062" y="1921"/>
                  <a:pt x="1128" y="1935"/>
                </a:cubicBezTo>
                <a:cubicBezTo>
                  <a:pt x="1128" y="2185"/>
                  <a:pt x="1128" y="2185"/>
                  <a:pt x="1128" y="2185"/>
                </a:cubicBezTo>
                <a:cubicBezTo>
                  <a:pt x="1127" y="2185"/>
                  <a:pt x="1125" y="2185"/>
                  <a:pt x="1124" y="2185"/>
                </a:cubicBezTo>
                <a:cubicBezTo>
                  <a:pt x="980" y="2067"/>
                  <a:pt x="863" y="1934"/>
                  <a:pt x="775" y="1787"/>
                </a:cubicBezTo>
                <a:close/>
                <a:moveTo>
                  <a:pt x="229" y="751"/>
                </a:moveTo>
                <a:cubicBezTo>
                  <a:pt x="360" y="710"/>
                  <a:pt x="493" y="678"/>
                  <a:pt x="627" y="655"/>
                </a:cubicBezTo>
                <a:cubicBezTo>
                  <a:pt x="580" y="764"/>
                  <a:pt x="548" y="876"/>
                  <a:pt x="532" y="991"/>
                </a:cubicBezTo>
                <a:cubicBezTo>
                  <a:pt x="460" y="1002"/>
                  <a:pt x="403" y="1058"/>
                  <a:pt x="388" y="1129"/>
                </a:cubicBezTo>
                <a:cubicBezTo>
                  <a:pt x="143" y="1129"/>
                  <a:pt x="143" y="1129"/>
                  <a:pt x="143" y="1129"/>
                </a:cubicBezTo>
                <a:cubicBezTo>
                  <a:pt x="147" y="996"/>
                  <a:pt x="177" y="869"/>
                  <a:pt x="229" y="751"/>
                </a:cubicBezTo>
                <a:close/>
                <a:moveTo>
                  <a:pt x="1124" y="143"/>
                </a:moveTo>
                <a:cubicBezTo>
                  <a:pt x="1125" y="143"/>
                  <a:pt x="1127" y="143"/>
                  <a:pt x="1128" y="143"/>
                </a:cubicBezTo>
                <a:cubicBezTo>
                  <a:pt x="1128" y="518"/>
                  <a:pt x="1128" y="518"/>
                  <a:pt x="1128" y="518"/>
                </a:cubicBezTo>
                <a:cubicBezTo>
                  <a:pt x="1010" y="519"/>
                  <a:pt x="892" y="527"/>
                  <a:pt x="775" y="541"/>
                </a:cubicBezTo>
                <a:cubicBezTo>
                  <a:pt x="863" y="394"/>
                  <a:pt x="980" y="260"/>
                  <a:pt x="1124" y="143"/>
                </a:cubicBezTo>
                <a:close/>
                <a:moveTo>
                  <a:pt x="1513" y="478"/>
                </a:moveTo>
                <a:cubicBezTo>
                  <a:pt x="1498" y="494"/>
                  <a:pt x="1486" y="512"/>
                  <a:pt x="1478" y="533"/>
                </a:cubicBezTo>
                <a:cubicBezTo>
                  <a:pt x="1386" y="524"/>
                  <a:pt x="1293" y="519"/>
                  <a:pt x="1200" y="518"/>
                </a:cubicBezTo>
                <a:cubicBezTo>
                  <a:pt x="1200" y="143"/>
                  <a:pt x="1200" y="143"/>
                  <a:pt x="1200" y="143"/>
                </a:cubicBezTo>
                <a:cubicBezTo>
                  <a:pt x="1201" y="143"/>
                  <a:pt x="1202" y="143"/>
                  <a:pt x="1204" y="143"/>
                </a:cubicBezTo>
                <a:cubicBezTo>
                  <a:pt x="1327" y="243"/>
                  <a:pt x="1431" y="356"/>
                  <a:pt x="1513" y="478"/>
                </a:cubicBezTo>
                <a:close/>
                <a:moveTo>
                  <a:pt x="1200" y="610"/>
                </a:moveTo>
                <a:cubicBezTo>
                  <a:pt x="1289" y="611"/>
                  <a:pt x="1379" y="616"/>
                  <a:pt x="1467" y="624"/>
                </a:cubicBezTo>
                <a:cubicBezTo>
                  <a:pt x="1480" y="708"/>
                  <a:pt x="1553" y="773"/>
                  <a:pt x="1640" y="773"/>
                </a:cubicBezTo>
                <a:cubicBezTo>
                  <a:pt x="1647" y="773"/>
                  <a:pt x="1654" y="772"/>
                  <a:pt x="1661" y="772"/>
                </a:cubicBezTo>
                <a:cubicBezTo>
                  <a:pt x="1702" y="887"/>
                  <a:pt x="1724" y="1007"/>
                  <a:pt x="1728" y="1129"/>
                </a:cubicBezTo>
                <a:cubicBezTo>
                  <a:pt x="1200" y="1129"/>
                  <a:pt x="1200" y="1129"/>
                  <a:pt x="1200" y="1129"/>
                </a:cubicBezTo>
                <a:lnTo>
                  <a:pt x="1200" y="610"/>
                </a:lnTo>
                <a:close/>
                <a:moveTo>
                  <a:pt x="1720" y="598"/>
                </a:moveTo>
                <a:cubicBezTo>
                  <a:pt x="1720" y="642"/>
                  <a:pt x="1684" y="678"/>
                  <a:pt x="1640" y="678"/>
                </a:cubicBezTo>
                <a:cubicBezTo>
                  <a:pt x="1596" y="678"/>
                  <a:pt x="1560" y="642"/>
                  <a:pt x="1560" y="598"/>
                </a:cubicBezTo>
                <a:cubicBezTo>
                  <a:pt x="1560" y="554"/>
                  <a:pt x="1596" y="518"/>
                  <a:pt x="1640" y="518"/>
                </a:cubicBezTo>
                <a:cubicBezTo>
                  <a:pt x="1684" y="518"/>
                  <a:pt x="1720" y="554"/>
                  <a:pt x="1720" y="598"/>
                </a:cubicBezTo>
                <a:close/>
                <a:moveTo>
                  <a:pt x="1128" y="610"/>
                </a:moveTo>
                <a:cubicBezTo>
                  <a:pt x="1128" y="1129"/>
                  <a:pt x="1128" y="1129"/>
                  <a:pt x="1128" y="1129"/>
                </a:cubicBezTo>
                <a:cubicBezTo>
                  <a:pt x="731" y="1129"/>
                  <a:pt x="731" y="1129"/>
                  <a:pt x="731" y="1129"/>
                </a:cubicBezTo>
                <a:cubicBezTo>
                  <a:pt x="719" y="1066"/>
                  <a:pt x="672" y="1015"/>
                  <a:pt x="611" y="997"/>
                </a:cubicBezTo>
                <a:cubicBezTo>
                  <a:pt x="629" y="874"/>
                  <a:pt x="666" y="755"/>
                  <a:pt x="722" y="641"/>
                </a:cubicBezTo>
                <a:cubicBezTo>
                  <a:pt x="856" y="622"/>
                  <a:pt x="992" y="612"/>
                  <a:pt x="1128" y="610"/>
                </a:cubicBezTo>
                <a:close/>
                <a:moveTo>
                  <a:pt x="640" y="1164"/>
                </a:moveTo>
                <a:cubicBezTo>
                  <a:pt x="640" y="1208"/>
                  <a:pt x="604" y="1244"/>
                  <a:pt x="560" y="1244"/>
                </a:cubicBezTo>
                <a:cubicBezTo>
                  <a:pt x="516" y="1244"/>
                  <a:pt x="480" y="1208"/>
                  <a:pt x="480" y="1164"/>
                </a:cubicBezTo>
                <a:cubicBezTo>
                  <a:pt x="480" y="1120"/>
                  <a:pt x="516" y="1084"/>
                  <a:pt x="560" y="1084"/>
                </a:cubicBezTo>
                <a:cubicBezTo>
                  <a:pt x="604" y="1084"/>
                  <a:pt x="640" y="1120"/>
                  <a:pt x="640" y="1164"/>
                </a:cubicBezTo>
                <a:close/>
                <a:moveTo>
                  <a:pt x="143" y="1199"/>
                </a:moveTo>
                <a:cubicBezTo>
                  <a:pt x="388" y="1199"/>
                  <a:pt x="388" y="1199"/>
                  <a:pt x="388" y="1199"/>
                </a:cubicBezTo>
                <a:cubicBezTo>
                  <a:pt x="403" y="1270"/>
                  <a:pt x="460" y="1325"/>
                  <a:pt x="532" y="1337"/>
                </a:cubicBezTo>
                <a:cubicBezTo>
                  <a:pt x="548" y="1451"/>
                  <a:pt x="580" y="1563"/>
                  <a:pt x="627" y="1672"/>
                </a:cubicBezTo>
                <a:cubicBezTo>
                  <a:pt x="493" y="1649"/>
                  <a:pt x="360" y="1617"/>
                  <a:pt x="229" y="1577"/>
                </a:cubicBezTo>
                <a:cubicBezTo>
                  <a:pt x="177" y="1459"/>
                  <a:pt x="147" y="1331"/>
                  <a:pt x="143" y="1199"/>
                </a:cubicBezTo>
                <a:close/>
                <a:moveTo>
                  <a:pt x="611" y="1331"/>
                </a:moveTo>
                <a:cubicBezTo>
                  <a:pt x="672" y="1312"/>
                  <a:pt x="719" y="1262"/>
                  <a:pt x="731" y="1199"/>
                </a:cubicBezTo>
                <a:cubicBezTo>
                  <a:pt x="1128" y="1199"/>
                  <a:pt x="1128" y="1199"/>
                  <a:pt x="1128" y="1199"/>
                </a:cubicBezTo>
                <a:cubicBezTo>
                  <a:pt x="1128" y="1592"/>
                  <a:pt x="1128" y="1592"/>
                  <a:pt x="1128" y="1592"/>
                </a:cubicBezTo>
                <a:cubicBezTo>
                  <a:pt x="1065" y="1605"/>
                  <a:pt x="1015" y="1652"/>
                  <a:pt x="996" y="1713"/>
                </a:cubicBezTo>
                <a:cubicBezTo>
                  <a:pt x="904" y="1708"/>
                  <a:pt x="813" y="1700"/>
                  <a:pt x="722" y="1687"/>
                </a:cubicBezTo>
                <a:cubicBezTo>
                  <a:pt x="666" y="1572"/>
                  <a:pt x="629" y="1453"/>
                  <a:pt x="611" y="1331"/>
                </a:cubicBezTo>
                <a:close/>
                <a:moveTo>
                  <a:pt x="1244" y="1764"/>
                </a:moveTo>
                <a:cubicBezTo>
                  <a:pt x="1244" y="1808"/>
                  <a:pt x="1208" y="1844"/>
                  <a:pt x="1164" y="1844"/>
                </a:cubicBezTo>
                <a:cubicBezTo>
                  <a:pt x="1120" y="1844"/>
                  <a:pt x="1084" y="1808"/>
                  <a:pt x="1084" y="1764"/>
                </a:cubicBezTo>
                <a:cubicBezTo>
                  <a:pt x="1084" y="1720"/>
                  <a:pt x="1120" y="1684"/>
                  <a:pt x="1164" y="1684"/>
                </a:cubicBezTo>
                <a:cubicBezTo>
                  <a:pt x="1208" y="1684"/>
                  <a:pt x="1244" y="1720"/>
                  <a:pt x="1244" y="1764"/>
                </a:cubicBezTo>
                <a:close/>
                <a:moveTo>
                  <a:pt x="1331" y="1713"/>
                </a:moveTo>
                <a:cubicBezTo>
                  <a:pt x="1313" y="1652"/>
                  <a:pt x="1262" y="1605"/>
                  <a:pt x="1200" y="1592"/>
                </a:cubicBezTo>
                <a:cubicBezTo>
                  <a:pt x="1200" y="1199"/>
                  <a:pt x="1200" y="1199"/>
                  <a:pt x="1200" y="1199"/>
                </a:cubicBezTo>
                <a:cubicBezTo>
                  <a:pt x="1728" y="1199"/>
                  <a:pt x="1728" y="1199"/>
                  <a:pt x="1728" y="1199"/>
                </a:cubicBezTo>
                <a:cubicBezTo>
                  <a:pt x="1723" y="1367"/>
                  <a:pt x="1682" y="1531"/>
                  <a:pt x="1606" y="1687"/>
                </a:cubicBezTo>
                <a:cubicBezTo>
                  <a:pt x="1515" y="1700"/>
                  <a:pt x="1424" y="1708"/>
                  <a:pt x="1331" y="1713"/>
                </a:cubicBezTo>
                <a:close/>
                <a:moveTo>
                  <a:pt x="1807" y="1129"/>
                </a:moveTo>
                <a:cubicBezTo>
                  <a:pt x="1803" y="997"/>
                  <a:pt x="1779" y="869"/>
                  <a:pt x="1736" y="745"/>
                </a:cubicBezTo>
                <a:cubicBezTo>
                  <a:pt x="1762" y="727"/>
                  <a:pt x="1784" y="703"/>
                  <a:pt x="1798" y="674"/>
                </a:cubicBezTo>
                <a:cubicBezTo>
                  <a:pt x="1900" y="694"/>
                  <a:pt x="2000" y="720"/>
                  <a:pt x="2099" y="751"/>
                </a:cubicBezTo>
                <a:cubicBezTo>
                  <a:pt x="2151" y="869"/>
                  <a:pt x="2181" y="996"/>
                  <a:pt x="2185" y="1129"/>
                </a:cubicBezTo>
                <a:lnTo>
                  <a:pt x="1807" y="1129"/>
                </a:lnTo>
                <a:close/>
                <a:moveTo>
                  <a:pt x="441" y="441"/>
                </a:moveTo>
                <a:cubicBezTo>
                  <a:pt x="592" y="291"/>
                  <a:pt x="781" y="193"/>
                  <a:pt x="987" y="157"/>
                </a:cubicBezTo>
                <a:cubicBezTo>
                  <a:pt x="865" y="271"/>
                  <a:pt x="765" y="397"/>
                  <a:pt x="688" y="534"/>
                </a:cubicBezTo>
                <a:cubicBezTo>
                  <a:pt x="684" y="541"/>
                  <a:pt x="680" y="547"/>
                  <a:pt x="677" y="554"/>
                </a:cubicBezTo>
                <a:cubicBezTo>
                  <a:pt x="546" y="574"/>
                  <a:pt x="416" y="602"/>
                  <a:pt x="288" y="637"/>
                </a:cubicBezTo>
                <a:cubicBezTo>
                  <a:pt x="330" y="567"/>
                  <a:pt x="382" y="501"/>
                  <a:pt x="441" y="441"/>
                </a:cubicBezTo>
                <a:close/>
                <a:moveTo>
                  <a:pt x="288" y="1690"/>
                </a:moveTo>
                <a:cubicBezTo>
                  <a:pt x="416" y="1726"/>
                  <a:pt x="546" y="1754"/>
                  <a:pt x="677" y="1773"/>
                </a:cubicBezTo>
                <a:cubicBezTo>
                  <a:pt x="680" y="1780"/>
                  <a:pt x="684" y="1787"/>
                  <a:pt x="688" y="1794"/>
                </a:cubicBezTo>
                <a:cubicBezTo>
                  <a:pt x="765" y="1931"/>
                  <a:pt x="865" y="2057"/>
                  <a:pt x="987" y="2170"/>
                </a:cubicBezTo>
                <a:cubicBezTo>
                  <a:pt x="781" y="2134"/>
                  <a:pt x="592" y="2037"/>
                  <a:pt x="441" y="1886"/>
                </a:cubicBezTo>
                <a:cubicBezTo>
                  <a:pt x="382" y="1827"/>
                  <a:pt x="330" y="1761"/>
                  <a:pt x="288" y="1690"/>
                </a:cubicBezTo>
                <a:close/>
                <a:moveTo>
                  <a:pt x="1886" y="1886"/>
                </a:moveTo>
                <a:cubicBezTo>
                  <a:pt x="1736" y="2037"/>
                  <a:pt x="1547" y="2135"/>
                  <a:pt x="1341" y="2170"/>
                </a:cubicBezTo>
                <a:cubicBezTo>
                  <a:pt x="1463" y="2057"/>
                  <a:pt x="1563" y="1931"/>
                  <a:pt x="1640" y="1794"/>
                </a:cubicBezTo>
                <a:cubicBezTo>
                  <a:pt x="1644" y="1787"/>
                  <a:pt x="1647" y="1780"/>
                  <a:pt x="1651" y="1773"/>
                </a:cubicBezTo>
                <a:cubicBezTo>
                  <a:pt x="1782" y="1754"/>
                  <a:pt x="1912" y="1726"/>
                  <a:pt x="2040" y="1690"/>
                </a:cubicBezTo>
                <a:cubicBezTo>
                  <a:pt x="1998" y="1761"/>
                  <a:pt x="1946" y="1827"/>
                  <a:pt x="1886" y="1886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9" name="Google Shape;1219;p52"/>
          <p:cNvSpPr txBox="1"/>
          <p:nvPr/>
        </p:nvSpPr>
        <p:spPr>
          <a:xfrm>
            <a:off x="7984002" y="6338058"/>
            <a:ext cx="2628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utmofficial</a:t>
            </a:r>
            <a:endParaRPr/>
          </a:p>
        </p:txBody>
      </p:sp>
      <p:sp>
        <p:nvSpPr>
          <p:cNvPr id="1220" name="Google Shape;1220;p52"/>
          <p:cNvSpPr txBox="1"/>
          <p:nvPr/>
        </p:nvSpPr>
        <p:spPr>
          <a:xfrm>
            <a:off x="3994395" y="6329744"/>
            <a:ext cx="303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utm.my</a:t>
            </a:r>
            <a:endParaRPr/>
          </a:p>
        </p:txBody>
      </p:sp>
      <p:sp>
        <p:nvSpPr>
          <p:cNvPr id="1221" name="Google Shape;1221;p52"/>
          <p:cNvSpPr txBox="1"/>
          <p:nvPr/>
        </p:nvSpPr>
        <p:spPr>
          <a:xfrm>
            <a:off x="3730697" y="5702528"/>
            <a:ext cx="47307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the Name of God for Mankind</a:t>
            </a:r>
            <a:endParaRPr sz="1400" b="0" i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PT custom">
      <a:dk1>
        <a:srgbClr val="000000"/>
      </a:dk1>
      <a:lt1>
        <a:srgbClr val="FFFFFF"/>
      </a:lt1>
      <a:dk2>
        <a:srgbClr val="323232"/>
      </a:dk2>
      <a:lt2>
        <a:srgbClr val="E7D7C1"/>
      </a:lt2>
      <a:accent1>
        <a:srgbClr val="74121D"/>
      </a:accent1>
      <a:accent2>
        <a:srgbClr val="A7333F"/>
      </a:accent2>
      <a:accent3>
        <a:srgbClr val="C52233"/>
      </a:accent3>
      <a:accent4>
        <a:srgbClr val="B19C7D"/>
      </a:accent4>
      <a:accent5>
        <a:srgbClr val="7F5F52"/>
      </a:accent5>
      <a:accent6>
        <a:srgbClr val="B27D49"/>
      </a:accent6>
      <a:hlink>
        <a:srgbClr val="FFC000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817</Words>
  <Application>Microsoft Office PowerPoint</Application>
  <PresentationFormat>Widescreen</PresentationFormat>
  <Paragraphs>111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Noto Sans Symbols</vt:lpstr>
      <vt:lpstr>Open Sans SemiBold</vt:lpstr>
      <vt:lpstr>Poppins Medium</vt:lpstr>
      <vt:lpstr>Source Sans Pro Light</vt:lpstr>
      <vt:lpstr>Arial</vt:lpstr>
      <vt:lpstr>Calibri</vt:lpstr>
      <vt:lpstr>Bradley Hand ITC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OatCcc</dc:creator>
  <cp:lastModifiedBy>MUHAMMAD KHATIBSYARBINI 16880</cp:lastModifiedBy>
  <cp:revision>45</cp:revision>
  <dcterms:modified xsi:type="dcterms:W3CDTF">2025-11-03T01:22:35Z</dcterms:modified>
</cp:coreProperties>
</file>