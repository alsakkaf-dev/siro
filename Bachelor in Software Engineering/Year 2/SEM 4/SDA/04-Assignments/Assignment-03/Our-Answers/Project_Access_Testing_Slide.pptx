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Access &amp; Testing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8368"/>
            <a:ext cx="105156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AF1F8"/>
                </a:solidFill>
                <a:latin typeface="Calibri"/>
              </a:rPr>
              <a:t>Online Food Delivery System   ·   Group Hub (Group 11)   ·   SCSE2233 — Final Project (Assignment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669280" cy="2514600"/>
          </a:xfrm>
          <a:prstGeom prst="roundRect">
            <a:avLst/>
          </a:prstGeom>
          <a:solidFill>
            <a:srgbClr val="F7FAFD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28016" cy="2514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727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84831"/>
            <a:ext cx="516636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0303F"/>
                </a:solidFill>
                <a:latin typeface="Calibri"/>
              </a:rPr>
              <a:t>Full Project:  </a:t>
            </a:r>
            <a:r>
              <a:rPr sz="1250" b="0">
                <a:solidFill>
                  <a:srgbClr val="2E75B6"/>
                </a:solidFill>
                <a:latin typeface="Consolas"/>
              </a:rPr>
              <a:t>https://github.com/GroupHub/online-food-delivery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0303F"/>
                </a:solidFill>
                <a:latin typeface="Calibri"/>
              </a:rPr>
              <a:t>Frontend:  </a:t>
            </a:r>
            <a:r>
              <a:rPr sz="1250" b="0">
                <a:solidFill>
                  <a:srgbClr val="2E75B6"/>
                </a:solidFill>
                <a:latin typeface="Consolas"/>
              </a:rPr>
              <a:t>https://github.com/GroupHub/…-frontend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0303F"/>
                </a:solidFill>
                <a:latin typeface="Calibri"/>
              </a:rPr>
              <a:t>Backend:  </a:t>
            </a:r>
            <a:r>
              <a:rPr sz="1250" b="0">
                <a:solidFill>
                  <a:srgbClr val="2E75B6"/>
                </a:solidFill>
                <a:latin typeface="Consolas"/>
              </a:rPr>
              <a:t>https://github.com/GroupHub/…-backend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5669280" cy="1417320"/>
          </a:xfrm>
          <a:prstGeom prst="roundRect">
            <a:avLst/>
          </a:prstGeom>
          <a:solidFill>
            <a:srgbClr val="FFF3E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28016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3159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Public System Access — Live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828032"/>
            <a:ext cx="5166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75B6"/>
                </a:solidFill>
                <a:latin typeface="Consolas"/>
              </a:rPr>
              <a:t>https://online-food-delivery-grouphub.vercel.app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5257800" cy="4160520"/>
          </a:xfrm>
          <a:prstGeom prst="roundRect">
            <a:avLst/>
          </a:prstGeom>
          <a:solidFill>
            <a:srgbClr val="FBFCF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72768"/>
            <a:ext cx="4800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Test Credentials  </a:t>
            </a:r>
            <a:r>
              <a:rPr sz="1300" b="0" i="1">
                <a:solidFill>
                  <a:srgbClr val="666666"/>
                </a:solidFill>
                <a:latin typeface="Calibri"/>
              </a:rPr>
              <a:t>(all roles)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02552" y="2084831"/>
          <a:ext cx="474573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48840"/>
                <a:gridCol w="1042415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Email / Username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Password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303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customer@foodhub.test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Customer@123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303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admin@foodhub.test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Admin@123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303F"/>
                          </a:solidFill>
                          <a:latin typeface="Calibri"/>
                        </a:rPr>
                        <a:t>Delivery Driver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driver@foodhub.test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303F"/>
                          </a:solidFill>
                          <a:latin typeface="Consolas"/>
                        </a:rPr>
                        <a:t>Driver@123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720840" y="4526280"/>
            <a:ext cx="4709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66666"/>
                </a:solidFill>
                <a:latin typeface="Calibri"/>
              </a:rPr>
              <a:t>Align these with your seeded database. Add more rows if you have extra roles (e.g., Restaurant Owner).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06440"/>
            <a:ext cx="11185855" cy="658368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88736"/>
            <a:ext cx="1082009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55A11"/>
                </a:solidFill>
                <a:latin typeface="Calibri"/>
              </a:rPr>
              <a:t>Before presenting:  </a:t>
            </a:r>
            <a:r>
              <a:rPr sz="1250" b="0">
                <a:solidFill>
                  <a:srgbClr val="20303F"/>
                </a:solidFill>
                <a:latin typeface="Calibri"/>
              </a:rPr>
              <a:t>replace the bracketed/example GitHub URLs and live URL with your team’s real links, and confirm the test logins work on the deployed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