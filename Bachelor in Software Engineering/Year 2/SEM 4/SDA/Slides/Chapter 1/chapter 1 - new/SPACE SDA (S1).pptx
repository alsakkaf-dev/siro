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2"/>
  </p:notesMasterIdLst>
  <p:sldIdLst>
    <p:sldId id="256" r:id="rId2"/>
    <p:sldId id="257" r:id="rId3"/>
    <p:sldId id="288" r:id="rId4"/>
    <p:sldId id="290" r:id="rId5"/>
    <p:sldId id="291" r:id="rId6"/>
    <p:sldId id="260" r:id="rId7"/>
    <p:sldId id="261" r:id="rId8"/>
    <p:sldId id="262" r:id="rId9"/>
    <p:sldId id="259" r:id="rId10"/>
    <p:sldId id="289" r:id="rId11"/>
    <p:sldId id="264" r:id="rId12"/>
    <p:sldId id="266" r:id="rId13"/>
    <p:sldId id="268" r:id="rId14"/>
    <p:sldId id="269" r:id="rId15"/>
    <p:sldId id="270" r:id="rId16"/>
    <p:sldId id="292" r:id="rId17"/>
    <p:sldId id="293" r:id="rId18"/>
    <p:sldId id="284" r:id="rId19"/>
    <p:sldId id="286" r:id="rId20"/>
    <p:sldId id="287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SemiBold" panose="020B0706030804020204" pitchFamily="3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Poppins Medium" panose="00000600000000000000" pitchFamily="2" charset="0"/>
      <p:regular r:id="rId39"/>
      <p:bold r:id="rId40"/>
      <p:italic r:id="rId41"/>
      <p:boldItalic r:id="rId42"/>
    </p:embeddedFont>
    <p:embeddedFont>
      <p:font typeface="Source Sans Pro Light" panose="020B0403030403020204" pitchFamily="34" charset="0"/>
      <p:regular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6D0E9E-64E2-40E6-9B07-15091DFF9D3A}" type="doc">
      <dgm:prSet loTypeId="urn:microsoft.com/office/officeart/2005/8/layout/hierarchy4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MY"/>
        </a:p>
      </dgm:t>
    </dgm:pt>
    <dgm:pt modelId="{18D96481-E1F6-4A71-9EAF-4F471E2DCFF9}">
      <dgm:prSet phldrT="[Text]" custT="1"/>
      <dgm:spPr/>
      <dgm:t>
        <a:bodyPr/>
        <a:lstStyle/>
        <a:p>
          <a:r>
            <a:rPr lang="en-MY" sz="3600" dirty="0"/>
            <a:t>System Engineer / Solution Architect</a:t>
          </a:r>
        </a:p>
      </dgm:t>
    </dgm:pt>
    <dgm:pt modelId="{35C312C0-DD87-4BC5-80A1-E8EA5612D703}" type="parTrans" cxnId="{50F1C259-9C90-47D9-89DA-38BAFC9BA7A6}">
      <dgm:prSet/>
      <dgm:spPr/>
      <dgm:t>
        <a:bodyPr/>
        <a:lstStyle/>
        <a:p>
          <a:endParaRPr lang="en-MY" sz="1200"/>
        </a:p>
      </dgm:t>
    </dgm:pt>
    <dgm:pt modelId="{4891AB25-E1A2-4570-AF1B-53427DEBA220}" type="sibTrans" cxnId="{50F1C259-9C90-47D9-89DA-38BAFC9BA7A6}">
      <dgm:prSet/>
      <dgm:spPr/>
      <dgm:t>
        <a:bodyPr/>
        <a:lstStyle/>
        <a:p>
          <a:endParaRPr lang="en-MY" sz="1200"/>
        </a:p>
      </dgm:t>
    </dgm:pt>
    <dgm:pt modelId="{972DDC67-D01A-4002-8076-EC12B5F8A136}">
      <dgm:prSet phldrT="[Text]" custT="1"/>
      <dgm:spPr/>
      <dgm:t>
        <a:bodyPr/>
        <a:lstStyle/>
        <a:p>
          <a:r>
            <a:rPr lang="en-MY" sz="2800" dirty="0"/>
            <a:t>Software Architect</a:t>
          </a:r>
        </a:p>
      </dgm:t>
    </dgm:pt>
    <dgm:pt modelId="{32D55B32-A25C-4926-909C-B27DF6ABA632}" type="parTrans" cxnId="{18C1B807-C1CE-44AB-92ED-98FFE894B4E3}">
      <dgm:prSet/>
      <dgm:spPr/>
      <dgm:t>
        <a:bodyPr/>
        <a:lstStyle/>
        <a:p>
          <a:endParaRPr lang="en-MY" sz="1200"/>
        </a:p>
      </dgm:t>
    </dgm:pt>
    <dgm:pt modelId="{22BE3474-D95A-4B33-9BC9-09A886CEF52B}" type="sibTrans" cxnId="{18C1B807-C1CE-44AB-92ED-98FFE894B4E3}">
      <dgm:prSet/>
      <dgm:spPr/>
      <dgm:t>
        <a:bodyPr/>
        <a:lstStyle/>
        <a:p>
          <a:endParaRPr lang="en-MY" sz="1200"/>
        </a:p>
      </dgm:t>
    </dgm:pt>
    <dgm:pt modelId="{457EE7D3-BF8D-46A2-8AC3-9210CE1F2CBF}">
      <dgm:prSet phldrT="[Text]" custT="1"/>
      <dgm:spPr/>
      <dgm:t>
        <a:bodyPr/>
        <a:lstStyle/>
        <a:p>
          <a:r>
            <a:rPr lang="en-MY" sz="2800" dirty="0"/>
            <a:t>Software Engineer</a:t>
          </a:r>
        </a:p>
      </dgm:t>
    </dgm:pt>
    <dgm:pt modelId="{E799C174-4421-4DF3-A0D4-98D4C48B3ECD}" type="parTrans" cxnId="{48D6E454-54AA-49AC-ADFC-0AEDCA1144C8}">
      <dgm:prSet/>
      <dgm:spPr/>
      <dgm:t>
        <a:bodyPr/>
        <a:lstStyle/>
        <a:p>
          <a:endParaRPr lang="en-MY" sz="1200"/>
        </a:p>
      </dgm:t>
    </dgm:pt>
    <dgm:pt modelId="{14FDE920-8122-4C44-838F-F5078E1CE624}" type="sibTrans" cxnId="{48D6E454-54AA-49AC-ADFC-0AEDCA1144C8}">
      <dgm:prSet/>
      <dgm:spPr/>
      <dgm:t>
        <a:bodyPr/>
        <a:lstStyle/>
        <a:p>
          <a:endParaRPr lang="en-MY" sz="1200"/>
        </a:p>
      </dgm:t>
    </dgm:pt>
    <dgm:pt modelId="{455D8EB9-831F-4EA4-B7DC-9E8D5B3E377B}">
      <dgm:prSet phldrT="[Text]" custT="1"/>
      <dgm:spPr/>
      <dgm:t>
        <a:bodyPr/>
        <a:lstStyle/>
        <a:p>
          <a:r>
            <a:rPr lang="en-MY" sz="2800" dirty="0"/>
            <a:t>UI Designer</a:t>
          </a:r>
        </a:p>
      </dgm:t>
    </dgm:pt>
    <dgm:pt modelId="{EA6B3A93-59E0-4AA7-9716-3F0288C887A3}" type="parTrans" cxnId="{51E89FB6-520C-43C7-8FE9-97845827C8A9}">
      <dgm:prSet/>
      <dgm:spPr/>
      <dgm:t>
        <a:bodyPr/>
        <a:lstStyle/>
        <a:p>
          <a:endParaRPr lang="en-MY" sz="1200"/>
        </a:p>
      </dgm:t>
    </dgm:pt>
    <dgm:pt modelId="{65824B1F-94D7-4139-AC83-65C7412070C9}" type="sibTrans" cxnId="{51E89FB6-520C-43C7-8FE9-97845827C8A9}">
      <dgm:prSet/>
      <dgm:spPr/>
      <dgm:t>
        <a:bodyPr/>
        <a:lstStyle/>
        <a:p>
          <a:endParaRPr lang="en-MY" sz="1200"/>
        </a:p>
      </dgm:t>
    </dgm:pt>
    <dgm:pt modelId="{81D09B6A-F12A-4817-808D-CB88267D0DEB}">
      <dgm:prSet phldrT="[Text]" custT="1"/>
      <dgm:spPr/>
      <dgm:t>
        <a:bodyPr/>
        <a:lstStyle/>
        <a:p>
          <a:r>
            <a:rPr lang="en-MY" sz="2800" dirty="0"/>
            <a:t>Infra / Cloud Architect</a:t>
          </a:r>
        </a:p>
      </dgm:t>
    </dgm:pt>
    <dgm:pt modelId="{239E47D6-8919-4947-BE70-3C03101ABCED}" type="parTrans" cxnId="{D6B46FDF-541E-48F7-A444-5F636BEB3A03}">
      <dgm:prSet/>
      <dgm:spPr/>
      <dgm:t>
        <a:bodyPr/>
        <a:lstStyle/>
        <a:p>
          <a:endParaRPr lang="en-MY" sz="1200"/>
        </a:p>
      </dgm:t>
    </dgm:pt>
    <dgm:pt modelId="{2947EDDD-7EAD-4022-ACA5-D381D9BF985E}" type="sibTrans" cxnId="{D6B46FDF-541E-48F7-A444-5F636BEB3A03}">
      <dgm:prSet/>
      <dgm:spPr/>
      <dgm:t>
        <a:bodyPr/>
        <a:lstStyle/>
        <a:p>
          <a:endParaRPr lang="en-MY" sz="1200"/>
        </a:p>
      </dgm:t>
    </dgm:pt>
    <dgm:pt modelId="{DE146534-CB0E-43B1-A2BE-65FC34F32019}">
      <dgm:prSet phldrT="[Text]" custT="1"/>
      <dgm:spPr/>
      <dgm:t>
        <a:bodyPr/>
        <a:lstStyle/>
        <a:p>
          <a:r>
            <a:rPr lang="en-MY" sz="2800" dirty="0"/>
            <a:t>Network Engineer</a:t>
          </a:r>
        </a:p>
      </dgm:t>
    </dgm:pt>
    <dgm:pt modelId="{92D69C2C-3D8C-4FA6-ABD5-BFB3D8B1DFE4}" type="parTrans" cxnId="{3DBA0B21-B4AC-4983-8696-A4DF599886CB}">
      <dgm:prSet/>
      <dgm:spPr/>
      <dgm:t>
        <a:bodyPr/>
        <a:lstStyle/>
        <a:p>
          <a:endParaRPr lang="en-MY" sz="1200"/>
        </a:p>
      </dgm:t>
    </dgm:pt>
    <dgm:pt modelId="{5F4BB254-29DD-4E21-ACAD-BD46653E97FE}" type="sibTrans" cxnId="{3DBA0B21-B4AC-4983-8696-A4DF599886CB}">
      <dgm:prSet/>
      <dgm:spPr/>
      <dgm:t>
        <a:bodyPr/>
        <a:lstStyle/>
        <a:p>
          <a:endParaRPr lang="en-MY" sz="1200"/>
        </a:p>
      </dgm:t>
    </dgm:pt>
    <dgm:pt modelId="{8DE5E57B-9179-4773-A7F5-0CDD4DCFB233}" type="pres">
      <dgm:prSet presAssocID="{3F6D0E9E-64E2-40E6-9B07-15091DFF9D3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7168F3-087B-4CE4-BBC3-674D7E21C7E2}" type="pres">
      <dgm:prSet presAssocID="{18D96481-E1F6-4A71-9EAF-4F471E2DCFF9}" presName="vertOne" presStyleCnt="0"/>
      <dgm:spPr/>
    </dgm:pt>
    <dgm:pt modelId="{550CA3FA-1A33-4CC8-A492-42126FA80204}" type="pres">
      <dgm:prSet presAssocID="{18D96481-E1F6-4A71-9EAF-4F471E2DCFF9}" presName="txOne" presStyleLbl="node0" presStyleIdx="0" presStyleCnt="1">
        <dgm:presLayoutVars>
          <dgm:chPref val="3"/>
        </dgm:presLayoutVars>
      </dgm:prSet>
      <dgm:spPr/>
    </dgm:pt>
    <dgm:pt modelId="{24B39164-F603-4AC2-B245-C9BEEC4174B1}" type="pres">
      <dgm:prSet presAssocID="{18D96481-E1F6-4A71-9EAF-4F471E2DCFF9}" presName="parTransOne" presStyleCnt="0"/>
      <dgm:spPr/>
    </dgm:pt>
    <dgm:pt modelId="{5BDD3EB6-4D11-4CCB-AF09-C8442A286D9A}" type="pres">
      <dgm:prSet presAssocID="{18D96481-E1F6-4A71-9EAF-4F471E2DCFF9}" presName="horzOne" presStyleCnt="0"/>
      <dgm:spPr/>
    </dgm:pt>
    <dgm:pt modelId="{6756F4D8-12F7-4054-81AD-78CD69641598}" type="pres">
      <dgm:prSet presAssocID="{972DDC67-D01A-4002-8076-EC12B5F8A136}" presName="vertTwo" presStyleCnt="0"/>
      <dgm:spPr/>
    </dgm:pt>
    <dgm:pt modelId="{9500B06A-78AB-41F5-BF16-B369D373E079}" type="pres">
      <dgm:prSet presAssocID="{972DDC67-D01A-4002-8076-EC12B5F8A136}" presName="txTwo" presStyleLbl="node2" presStyleIdx="0" presStyleCnt="2">
        <dgm:presLayoutVars>
          <dgm:chPref val="3"/>
        </dgm:presLayoutVars>
      </dgm:prSet>
      <dgm:spPr/>
    </dgm:pt>
    <dgm:pt modelId="{A36F63EB-A0DB-4493-BD47-3547186C6B12}" type="pres">
      <dgm:prSet presAssocID="{972DDC67-D01A-4002-8076-EC12B5F8A136}" presName="parTransTwo" presStyleCnt="0"/>
      <dgm:spPr/>
    </dgm:pt>
    <dgm:pt modelId="{7CE5928D-9BE8-47DD-AB91-85DE37BF2DC5}" type="pres">
      <dgm:prSet presAssocID="{972DDC67-D01A-4002-8076-EC12B5F8A136}" presName="horzTwo" presStyleCnt="0"/>
      <dgm:spPr/>
    </dgm:pt>
    <dgm:pt modelId="{943A4AC1-DD71-41E3-915D-D6FC7BBD07F5}" type="pres">
      <dgm:prSet presAssocID="{457EE7D3-BF8D-46A2-8AC3-9210CE1F2CBF}" presName="vertThree" presStyleCnt="0"/>
      <dgm:spPr/>
    </dgm:pt>
    <dgm:pt modelId="{A6453EEE-3A73-4526-B183-3948F6667DA4}" type="pres">
      <dgm:prSet presAssocID="{457EE7D3-BF8D-46A2-8AC3-9210CE1F2CBF}" presName="txThree" presStyleLbl="node3" presStyleIdx="0" presStyleCnt="3">
        <dgm:presLayoutVars>
          <dgm:chPref val="3"/>
        </dgm:presLayoutVars>
      </dgm:prSet>
      <dgm:spPr/>
    </dgm:pt>
    <dgm:pt modelId="{FE2A9E37-6D77-4886-AB5A-20C56F3C6E83}" type="pres">
      <dgm:prSet presAssocID="{457EE7D3-BF8D-46A2-8AC3-9210CE1F2CBF}" presName="horzThree" presStyleCnt="0"/>
      <dgm:spPr/>
    </dgm:pt>
    <dgm:pt modelId="{40FA163E-5B4C-42B0-957E-2CF9361BFD42}" type="pres">
      <dgm:prSet presAssocID="{14FDE920-8122-4C44-838F-F5078E1CE624}" presName="sibSpaceThree" presStyleCnt="0"/>
      <dgm:spPr/>
    </dgm:pt>
    <dgm:pt modelId="{6E9959A8-1AF3-4308-9E0A-50F8F04B314C}" type="pres">
      <dgm:prSet presAssocID="{455D8EB9-831F-4EA4-B7DC-9E8D5B3E377B}" presName="vertThree" presStyleCnt="0"/>
      <dgm:spPr/>
    </dgm:pt>
    <dgm:pt modelId="{0541AA33-9426-42C1-AD79-31D2A49BC677}" type="pres">
      <dgm:prSet presAssocID="{455D8EB9-831F-4EA4-B7DC-9E8D5B3E377B}" presName="txThree" presStyleLbl="node3" presStyleIdx="1" presStyleCnt="3">
        <dgm:presLayoutVars>
          <dgm:chPref val="3"/>
        </dgm:presLayoutVars>
      </dgm:prSet>
      <dgm:spPr/>
    </dgm:pt>
    <dgm:pt modelId="{C0DD3B8A-7E44-4ED3-B313-12719691FE93}" type="pres">
      <dgm:prSet presAssocID="{455D8EB9-831F-4EA4-B7DC-9E8D5B3E377B}" presName="horzThree" presStyleCnt="0"/>
      <dgm:spPr/>
    </dgm:pt>
    <dgm:pt modelId="{957391DD-A80F-4315-8900-9A8D1CE74FC9}" type="pres">
      <dgm:prSet presAssocID="{22BE3474-D95A-4B33-9BC9-09A886CEF52B}" presName="sibSpaceTwo" presStyleCnt="0"/>
      <dgm:spPr/>
    </dgm:pt>
    <dgm:pt modelId="{C01A1948-A8AB-417F-977E-9A4EDEC1A46E}" type="pres">
      <dgm:prSet presAssocID="{81D09B6A-F12A-4817-808D-CB88267D0DEB}" presName="vertTwo" presStyleCnt="0"/>
      <dgm:spPr/>
    </dgm:pt>
    <dgm:pt modelId="{915C0107-036E-4016-BB07-75242171FDFF}" type="pres">
      <dgm:prSet presAssocID="{81D09B6A-F12A-4817-808D-CB88267D0DEB}" presName="txTwo" presStyleLbl="node2" presStyleIdx="1" presStyleCnt="2">
        <dgm:presLayoutVars>
          <dgm:chPref val="3"/>
        </dgm:presLayoutVars>
      </dgm:prSet>
      <dgm:spPr/>
    </dgm:pt>
    <dgm:pt modelId="{3F0FA4ED-1734-43E1-BC19-CF075F04A6C6}" type="pres">
      <dgm:prSet presAssocID="{81D09B6A-F12A-4817-808D-CB88267D0DEB}" presName="parTransTwo" presStyleCnt="0"/>
      <dgm:spPr/>
    </dgm:pt>
    <dgm:pt modelId="{D6B63A51-3494-44CB-A74B-51AEFD1B986D}" type="pres">
      <dgm:prSet presAssocID="{81D09B6A-F12A-4817-808D-CB88267D0DEB}" presName="horzTwo" presStyleCnt="0"/>
      <dgm:spPr/>
    </dgm:pt>
    <dgm:pt modelId="{0A0819CA-EFF4-4441-A397-2FF3AF5FC584}" type="pres">
      <dgm:prSet presAssocID="{DE146534-CB0E-43B1-A2BE-65FC34F32019}" presName="vertThree" presStyleCnt="0"/>
      <dgm:spPr/>
    </dgm:pt>
    <dgm:pt modelId="{EF3CD864-BE1E-4F88-B6A9-3120F5C40506}" type="pres">
      <dgm:prSet presAssocID="{DE146534-CB0E-43B1-A2BE-65FC34F32019}" presName="txThree" presStyleLbl="node3" presStyleIdx="2" presStyleCnt="3">
        <dgm:presLayoutVars>
          <dgm:chPref val="3"/>
        </dgm:presLayoutVars>
      </dgm:prSet>
      <dgm:spPr/>
    </dgm:pt>
    <dgm:pt modelId="{C56F76DA-17A9-4890-827F-73E83EF2F028}" type="pres">
      <dgm:prSet presAssocID="{DE146534-CB0E-43B1-A2BE-65FC34F32019}" presName="horzThree" presStyleCnt="0"/>
      <dgm:spPr/>
    </dgm:pt>
  </dgm:ptLst>
  <dgm:cxnLst>
    <dgm:cxn modelId="{18C1B807-C1CE-44AB-92ED-98FFE894B4E3}" srcId="{18D96481-E1F6-4A71-9EAF-4F471E2DCFF9}" destId="{972DDC67-D01A-4002-8076-EC12B5F8A136}" srcOrd="0" destOrd="0" parTransId="{32D55B32-A25C-4926-909C-B27DF6ABA632}" sibTransId="{22BE3474-D95A-4B33-9BC9-09A886CEF52B}"/>
    <dgm:cxn modelId="{4596B417-14BB-42EB-82E1-10D9F7989921}" type="presOf" srcId="{972DDC67-D01A-4002-8076-EC12B5F8A136}" destId="{9500B06A-78AB-41F5-BF16-B369D373E079}" srcOrd="0" destOrd="0" presId="urn:microsoft.com/office/officeart/2005/8/layout/hierarchy4"/>
    <dgm:cxn modelId="{3DBA0B21-B4AC-4983-8696-A4DF599886CB}" srcId="{81D09B6A-F12A-4817-808D-CB88267D0DEB}" destId="{DE146534-CB0E-43B1-A2BE-65FC34F32019}" srcOrd="0" destOrd="0" parTransId="{92D69C2C-3D8C-4FA6-ABD5-BFB3D8B1DFE4}" sibTransId="{5F4BB254-29DD-4E21-ACAD-BD46653E97FE}"/>
    <dgm:cxn modelId="{A8F7D52F-DA08-4C15-9EDC-B29F91A837A4}" type="presOf" srcId="{455D8EB9-831F-4EA4-B7DC-9E8D5B3E377B}" destId="{0541AA33-9426-42C1-AD79-31D2A49BC677}" srcOrd="0" destOrd="0" presId="urn:microsoft.com/office/officeart/2005/8/layout/hierarchy4"/>
    <dgm:cxn modelId="{7BA7FD3F-64CE-4BF5-985E-A3D338614F9A}" type="presOf" srcId="{457EE7D3-BF8D-46A2-8AC3-9210CE1F2CBF}" destId="{A6453EEE-3A73-4526-B183-3948F6667DA4}" srcOrd="0" destOrd="0" presId="urn:microsoft.com/office/officeart/2005/8/layout/hierarchy4"/>
    <dgm:cxn modelId="{10A9D550-9F16-4673-B69E-6FDC28856960}" type="presOf" srcId="{81D09B6A-F12A-4817-808D-CB88267D0DEB}" destId="{915C0107-036E-4016-BB07-75242171FDFF}" srcOrd="0" destOrd="0" presId="urn:microsoft.com/office/officeart/2005/8/layout/hierarchy4"/>
    <dgm:cxn modelId="{D1BB1474-BE05-4C60-8373-7C26C561E64A}" type="presOf" srcId="{18D96481-E1F6-4A71-9EAF-4F471E2DCFF9}" destId="{550CA3FA-1A33-4CC8-A492-42126FA80204}" srcOrd="0" destOrd="0" presId="urn:microsoft.com/office/officeart/2005/8/layout/hierarchy4"/>
    <dgm:cxn modelId="{48D6E454-54AA-49AC-ADFC-0AEDCA1144C8}" srcId="{972DDC67-D01A-4002-8076-EC12B5F8A136}" destId="{457EE7D3-BF8D-46A2-8AC3-9210CE1F2CBF}" srcOrd="0" destOrd="0" parTransId="{E799C174-4421-4DF3-A0D4-98D4C48B3ECD}" sibTransId="{14FDE920-8122-4C44-838F-F5078E1CE624}"/>
    <dgm:cxn modelId="{69E4E574-EFF7-464B-B054-52EC26259DED}" type="presOf" srcId="{3F6D0E9E-64E2-40E6-9B07-15091DFF9D3A}" destId="{8DE5E57B-9179-4773-A7F5-0CDD4DCFB233}" srcOrd="0" destOrd="0" presId="urn:microsoft.com/office/officeart/2005/8/layout/hierarchy4"/>
    <dgm:cxn modelId="{50F1C259-9C90-47D9-89DA-38BAFC9BA7A6}" srcId="{3F6D0E9E-64E2-40E6-9B07-15091DFF9D3A}" destId="{18D96481-E1F6-4A71-9EAF-4F471E2DCFF9}" srcOrd="0" destOrd="0" parTransId="{35C312C0-DD87-4BC5-80A1-E8EA5612D703}" sibTransId="{4891AB25-E1A2-4570-AF1B-53427DEBA220}"/>
    <dgm:cxn modelId="{F73D5981-ED52-478E-A9A0-FE573AEC5F5E}" type="presOf" srcId="{DE146534-CB0E-43B1-A2BE-65FC34F32019}" destId="{EF3CD864-BE1E-4F88-B6A9-3120F5C40506}" srcOrd="0" destOrd="0" presId="urn:microsoft.com/office/officeart/2005/8/layout/hierarchy4"/>
    <dgm:cxn modelId="{51E89FB6-520C-43C7-8FE9-97845827C8A9}" srcId="{972DDC67-D01A-4002-8076-EC12B5F8A136}" destId="{455D8EB9-831F-4EA4-B7DC-9E8D5B3E377B}" srcOrd="1" destOrd="0" parTransId="{EA6B3A93-59E0-4AA7-9716-3F0288C887A3}" sibTransId="{65824B1F-94D7-4139-AC83-65C7412070C9}"/>
    <dgm:cxn modelId="{D6B46FDF-541E-48F7-A444-5F636BEB3A03}" srcId="{18D96481-E1F6-4A71-9EAF-4F471E2DCFF9}" destId="{81D09B6A-F12A-4817-808D-CB88267D0DEB}" srcOrd="1" destOrd="0" parTransId="{239E47D6-8919-4947-BE70-3C03101ABCED}" sibTransId="{2947EDDD-7EAD-4022-ACA5-D381D9BF985E}"/>
    <dgm:cxn modelId="{4B622EFA-7823-4798-9380-E71777A0BBD1}" type="presParOf" srcId="{8DE5E57B-9179-4773-A7F5-0CDD4DCFB233}" destId="{2D7168F3-087B-4CE4-BBC3-674D7E21C7E2}" srcOrd="0" destOrd="0" presId="urn:microsoft.com/office/officeart/2005/8/layout/hierarchy4"/>
    <dgm:cxn modelId="{D024CD6F-8076-4D32-89AB-070969975149}" type="presParOf" srcId="{2D7168F3-087B-4CE4-BBC3-674D7E21C7E2}" destId="{550CA3FA-1A33-4CC8-A492-42126FA80204}" srcOrd="0" destOrd="0" presId="urn:microsoft.com/office/officeart/2005/8/layout/hierarchy4"/>
    <dgm:cxn modelId="{1B6DEF38-5F4F-444F-B066-76B008C0E5B1}" type="presParOf" srcId="{2D7168F3-087B-4CE4-BBC3-674D7E21C7E2}" destId="{24B39164-F603-4AC2-B245-C9BEEC4174B1}" srcOrd="1" destOrd="0" presId="urn:microsoft.com/office/officeart/2005/8/layout/hierarchy4"/>
    <dgm:cxn modelId="{704EA8B8-35AE-4B56-AB9C-A5BC8FC07CBA}" type="presParOf" srcId="{2D7168F3-087B-4CE4-BBC3-674D7E21C7E2}" destId="{5BDD3EB6-4D11-4CCB-AF09-C8442A286D9A}" srcOrd="2" destOrd="0" presId="urn:microsoft.com/office/officeart/2005/8/layout/hierarchy4"/>
    <dgm:cxn modelId="{A530E8B4-4B19-49B4-8069-DC90057C370C}" type="presParOf" srcId="{5BDD3EB6-4D11-4CCB-AF09-C8442A286D9A}" destId="{6756F4D8-12F7-4054-81AD-78CD69641598}" srcOrd="0" destOrd="0" presId="urn:microsoft.com/office/officeart/2005/8/layout/hierarchy4"/>
    <dgm:cxn modelId="{C1E02917-AFF4-44EB-883E-72A0595BC2FE}" type="presParOf" srcId="{6756F4D8-12F7-4054-81AD-78CD69641598}" destId="{9500B06A-78AB-41F5-BF16-B369D373E079}" srcOrd="0" destOrd="0" presId="urn:microsoft.com/office/officeart/2005/8/layout/hierarchy4"/>
    <dgm:cxn modelId="{7E6609E5-3A32-42D0-B61A-1DAA3E48351B}" type="presParOf" srcId="{6756F4D8-12F7-4054-81AD-78CD69641598}" destId="{A36F63EB-A0DB-4493-BD47-3547186C6B12}" srcOrd="1" destOrd="0" presId="urn:microsoft.com/office/officeart/2005/8/layout/hierarchy4"/>
    <dgm:cxn modelId="{C2FC67E7-4E2C-46C5-98B9-1A9B99BB88BB}" type="presParOf" srcId="{6756F4D8-12F7-4054-81AD-78CD69641598}" destId="{7CE5928D-9BE8-47DD-AB91-85DE37BF2DC5}" srcOrd="2" destOrd="0" presId="urn:microsoft.com/office/officeart/2005/8/layout/hierarchy4"/>
    <dgm:cxn modelId="{83CBC65E-A506-428F-9FB8-D14A14152383}" type="presParOf" srcId="{7CE5928D-9BE8-47DD-AB91-85DE37BF2DC5}" destId="{943A4AC1-DD71-41E3-915D-D6FC7BBD07F5}" srcOrd="0" destOrd="0" presId="urn:microsoft.com/office/officeart/2005/8/layout/hierarchy4"/>
    <dgm:cxn modelId="{78F5E923-A0E2-40D3-8013-5EB75DA2549E}" type="presParOf" srcId="{943A4AC1-DD71-41E3-915D-D6FC7BBD07F5}" destId="{A6453EEE-3A73-4526-B183-3948F6667DA4}" srcOrd="0" destOrd="0" presId="urn:microsoft.com/office/officeart/2005/8/layout/hierarchy4"/>
    <dgm:cxn modelId="{9DC8E900-38B8-480D-BD85-13FD42E85638}" type="presParOf" srcId="{943A4AC1-DD71-41E3-915D-D6FC7BBD07F5}" destId="{FE2A9E37-6D77-4886-AB5A-20C56F3C6E83}" srcOrd="1" destOrd="0" presId="urn:microsoft.com/office/officeart/2005/8/layout/hierarchy4"/>
    <dgm:cxn modelId="{073A6CCC-8414-4BBE-AE6F-D7EE0320A6A8}" type="presParOf" srcId="{7CE5928D-9BE8-47DD-AB91-85DE37BF2DC5}" destId="{40FA163E-5B4C-42B0-957E-2CF9361BFD42}" srcOrd="1" destOrd="0" presId="urn:microsoft.com/office/officeart/2005/8/layout/hierarchy4"/>
    <dgm:cxn modelId="{8137C97E-4CD4-4D07-93EC-840C84EFD0D8}" type="presParOf" srcId="{7CE5928D-9BE8-47DD-AB91-85DE37BF2DC5}" destId="{6E9959A8-1AF3-4308-9E0A-50F8F04B314C}" srcOrd="2" destOrd="0" presId="urn:microsoft.com/office/officeart/2005/8/layout/hierarchy4"/>
    <dgm:cxn modelId="{08DE7CDE-E56E-4022-94F9-79C2771C3A69}" type="presParOf" srcId="{6E9959A8-1AF3-4308-9E0A-50F8F04B314C}" destId="{0541AA33-9426-42C1-AD79-31D2A49BC677}" srcOrd="0" destOrd="0" presId="urn:microsoft.com/office/officeart/2005/8/layout/hierarchy4"/>
    <dgm:cxn modelId="{673B62FC-15CA-40FC-929C-501FB79C15B6}" type="presParOf" srcId="{6E9959A8-1AF3-4308-9E0A-50F8F04B314C}" destId="{C0DD3B8A-7E44-4ED3-B313-12719691FE93}" srcOrd="1" destOrd="0" presId="urn:microsoft.com/office/officeart/2005/8/layout/hierarchy4"/>
    <dgm:cxn modelId="{EA3BA718-A1B1-4E3E-A49A-641FA791BFF5}" type="presParOf" srcId="{5BDD3EB6-4D11-4CCB-AF09-C8442A286D9A}" destId="{957391DD-A80F-4315-8900-9A8D1CE74FC9}" srcOrd="1" destOrd="0" presId="urn:microsoft.com/office/officeart/2005/8/layout/hierarchy4"/>
    <dgm:cxn modelId="{E36BBA5E-E821-4CC8-9DEB-C6F5E35A086D}" type="presParOf" srcId="{5BDD3EB6-4D11-4CCB-AF09-C8442A286D9A}" destId="{C01A1948-A8AB-417F-977E-9A4EDEC1A46E}" srcOrd="2" destOrd="0" presId="urn:microsoft.com/office/officeart/2005/8/layout/hierarchy4"/>
    <dgm:cxn modelId="{82AD8320-3D07-4820-922A-A89657D47229}" type="presParOf" srcId="{C01A1948-A8AB-417F-977E-9A4EDEC1A46E}" destId="{915C0107-036E-4016-BB07-75242171FDFF}" srcOrd="0" destOrd="0" presId="urn:microsoft.com/office/officeart/2005/8/layout/hierarchy4"/>
    <dgm:cxn modelId="{F4F6BB8C-D1AB-4085-A452-15F6EB9ED0B7}" type="presParOf" srcId="{C01A1948-A8AB-417F-977E-9A4EDEC1A46E}" destId="{3F0FA4ED-1734-43E1-BC19-CF075F04A6C6}" srcOrd="1" destOrd="0" presId="urn:microsoft.com/office/officeart/2005/8/layout/hierarchy4"/>
    <dgm:cxn modelId="{73E3F5AB-55D6-44C3-B408-B33A87593496}" type="presParOf" srcId="{C01A1948-A8AB-417F-977E-9A4EDEC1A46E}" destId="{D6B63A51-3494-44CB-A74B-51AEFD1B986D}" srcOrd="2" destOrd="0" presId="urn:microsoft.com/office/officeart/2005/8/layout/hierarchy4"/>
    <dgm:cxn modelId="{CA363701-5BD1-4BAE-9B07-87AFEFB27A4A}" type="presParOf" srcId="{D6B63A51-3494-44CB-A74B-51AEFD1B986D}" destId="{0A0819CA-EFF4-4441-A397-2FF3AF5FC584}" srcOrd="0" destOrd="0" presId="urn:microsoft.com/office/officeart/2005/8/layout/hierarchy4"/>
    <dgm:cxn modelId="{BCB16E96-4CE2-405A-A628-A4CF03D1907F}" type="presParOf" srcId="{0A0819CA-EFF4-4441-A397-2FF3AF5FC584}" destId="{EF3CD864-BE1E-4F88-B6A9-3120F5C40506}" srcOrd="0" destOrd="0" presId="urn:microsoft.com/office/officeart/2005/8/layout/hierarchy4"/>
    <dgm:cxn modelId="{5CA07132-B097-41E0-9086-39BD5957FB48}" type="presParOf" srcId="{0A0819CA-EFF4-4441-A397-2FF3AF5FC584}" destId="{C56F76DA-17A9-4890-827F-73E83EF2F02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CA3FA-1A33-4CC8-A492-42126FA80204}">
      <dsp:nvSpPr>
        <dsp:cNvPr id="0" name=""/>
        <dsp:cNvSpPr/>
      </dsp:nvSpPr>
      <dsp:spPr>
        <a:xfrm>
          <a:off x="1074" y="53"/>
          <a:ext cx="9361706" cy="12318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600" kern="1200" dirty="0"/>
            <a:t>System Engineer / Solution Architect</a:t>
          </a:r>
        </a:p>
      </dsp:txBody>
      <dsp:txXfrm>
        <a:off x="37154" y="36133"/>
        <a:ext cx="9289546" cy="1159705"/>
      </dsp:txXfrm>
    </dsp:sp>
    <dsp:sp modelId="{9500B06A-78AB-41F5-BF16-B369D373E079}">
      <dsp:nvSpPr>
        <dsp:cNvPr id="0" name=""/>
        <dsp:cNvSpPr/>
      </dsp:nvSpPr>
      <dsp:spPr>
        <a:xfrm>
          <a:off x="1074" y="1392714"/>
          <a:ext cx="6115356" cy="12318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800" kern="1200" dirty="0"/>
            <a:t>Software Architect</a:t>
          </a:r>
        </a:p>
      </dsp:txBody>
      <dsp:txXfrm>
        <a:off x="37154" y="1428794"/>
        <a:ext cx="6043196" cy="1159705"/>
      </dsp:txXfrm>
    </dsp:sp>
    <dsp:sp modelId="{A6453EEE-3A73-4526-B183-3948F6667DA4}">
      <dsp:nvSpPr>
        <dsp:cNvPr id="0" name=""/>
        <dsp:cNvSpPr/>
      </dsp:nvSpPr>
      <dsp:spPr>
        <a:xfrm>
          <a:off x="1074" y="2785374"/>
          <a:ext cx="2994787" cy="12318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800" kern="1200" dirty="0"/>
            <a:t>Software Engineer</a:t>
          </a:r>
        </a:p>
      </dsp:txBody>
      <dsp:txXfrm>
        <a:off x="37154" y="2821454"/>
        <a:ext cx="2922627" cy="1159705"/>
      </dsp:txXfrm>
    </dsp:sp>
    <dsp:sp modelId="{0541AA33-9426-42C1-AD79-31D2A49BC677}">
      <dsp:nvSpPr>
        <dsp:cNvPr id="0" name=""/>
        <dsp:cNvSpPr/>
      </dsp:nvSpPr>
      <dsp:spPr>
        <a:xfrm>
          <a:off x="3121643" y="2785374"/>
          <a:ext cx="2994787" cy="12318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800" kern="1200" dirty="0"/>
            <a:t>UI Designer</a:t>
          </a:r>
        </a:p>
      </dsp:txBody>
      <dsp:txXfrm>
        <a:off x="3157723" y="2821454"/>
        <a:ext cx="2922627" cy="1159705"/>
      </dsp:txXfrm>
    </dsp:sp>
    <dsp:sp modelId="{915C0107-036E-4016-BB07-75242171FDFF}">
      <dsp:nvSpPr>
        <dsp:cNvPr id="0" name=""/>
        <dsp:cNvSpPr/>
      </dsp:nvSpPr>
      <dsp:spPr>
        <a:xfrm>
          <a:off x="6367992" y="1392714"/>
          <a:ext cx="2994787" cy="12318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800" kern="1200" dirty="0"/>
            <a:t>Infra / Cloud Architect</a:t>
          </a:r>
        </a:p>
      </dsp:txBody>
      <dsp:txXfrm>
        <a:off x="6404072" y="1428794"/>
        <a:ext cx="2922627" cy="1159705"/>
      </dsp:txXfrm>
    </dsp:sp>
    <dsp:sp modelId="{EF3CD864-BE1E-4F88-B6A9-3120F5C40506}">
      <dsp:nvSpPr>
        <dsp:cNvPr id="0" name=""/>
        <dsp:cNvSpPr/>
      </dsp:nvSpPr>
      <dsp:spPr>
        <a:xfrm>
          <a:off x="6367992" y="2785374"/>
          <a:ext cx="2994787" cy="12318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800" kern="1200" dirty="0"/>
            <a:t>Network Engineer</a:t>
          </a:r>
        </a:p>
      </dsp:txBody>
      <dsp:txXfrm>
        <a:off x="6404072" y="2821454"/>
        <a:ext cx="2922627" cy="11597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9383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2b0290ae6f_0_4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g22b0290ae6f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28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8416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55266a5de8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255266a5de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55266a5de8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255266a5de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5266a5de8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55266a5de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90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2b0290ae6f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22b0290ae6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2b0290ae6f_0_4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g22b0290ae6f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2b0290ae6f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g22b0290ae6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2b0290ae6f_0_3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g22b0290ae6f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5634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55ca97c17c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g255ca97c17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55ca97c17c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g255ca97c17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55ca97c17c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g255ca97c17c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>
            <a:spLocks noGrp="1"/>
          </p:cNvSpPr>
          <p:nvPr>
            <p:ph type="pic" idx="2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">
  <p:cSld name="1_intro">
    <p:bg>
      <p:bgPr>
        <a:solidFill>
          <a:srgbClr val="2C2C2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876629" y="-15775"/>
            <a:ext cx="7686809" cy="6857999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-32223" y="-14401"/>
            <a:ext cx="8108976" cy="6902576"/>
          </a:xfrm>
          <a:custGeom>
            <a:avLst/>
            <a:gdLst/>
            <a:ahLst/>
            <a:cxnLst/>
            <a:rect l="l" t="t" r="r" b="b"/>
            <a:pathLst>
              <a:path w="13036" h="10065" extrusionOk="0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209176" y="3456710"/>
            <a:ext cx="4299176" cy="3429000"/>
          </a:xfrm>
          <a:custGeom>
            <a:avLst/>
            <a:gdLst/>
            <a:ahLst/>
            <a:cxnLst/>
            <a:rect l="l" t="t" r="r" b="b"/>
            <a:pathLst>
              <a:path w="499" h="398" extrusionOk="0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960220" y="3450562"/>
            <a:ext cx="2619136" cy="3429000"/>
          </a:xfrm>
          <a:custGeom>
            <a:avLst/>
            <a:gdLst/>
            <a:ahLst/>
            <a:cxnLst/>
            <a:rect l="l" t="t" r="r" b="b"/>
            <a:pathLst>
              <a:path w="304" h="398" extrusionOk="0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367888" y="3713311"/>
            <a:ext cx="1835121" cy="3144689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" name="Google Shape;28;p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 rot="175485">
            <a:off x="1821520" y="4675411"/>
            <a:ext cx="2314796" cy="2272379"/>
          </a:xfrm>
          <a:custGeom>
            <a:avLst/>
            <a:gdLst/>
            <a:ahLst/>
            <a:cxnLst/>
            <a:rect l="l" t="t" r="r" b="b"/>
            <a:pathLst>
              <a:path w="2314796" h="2272379" extrusionOk="0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3"/>
          <p:cNvSpPr/>
          <p:nvPr/>
        </p:nvSpPr>
        <p:spPr>
          <a:xfrm rot="10800000">
            <a:off x="0" y="5616"/>
            <a:ext cx="1317018" cy="2121303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69449" y="3095152"/>
            <a:ext cx="1758053" cy="3140035"/>
          </a:xfrm>
          <a:custGeom>
            <a:avLst/>
            <a:gdLst/>
            <a:ahLst/>
            <a:cxnLst/>
            <a:rect l="l" t="t" r="r" b="b"/>
            <a:pathLst>
              <a:path w="6254" h="8532" extrusionOk="0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1">
  <p:cSld name="Layout_0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4612641" y="2573973"/>
            <a:ext cx="7081520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>
            <a:spLocks noGrp="1"/>
          </p:cNvSpPr>
          <p:nvPr>
            <p:ph type="pic" idx="2"/>
          </p:nvPr>
        </p:nvSpPr>
        <p:spPr>
          <a:xfrm>
            <a:off x="1228724" y="921703"/>
            <a:ext cx="2905785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2">
  <p:cSld name="blank_layout_0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5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5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" name="Google Shape;48;p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2" type="titleOnly">
  <p:cSld name="TITLE_ONLY">
    <p:bg>
      <p:bgPr>
        <a:solidFill>
          <a:srgbClr val="F2F2F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838200" y="2951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Poppins Medium"/>
              <a:buNone/>
              <a:defRPr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" name="Google Shape;54;p6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_layout_02">
  <p:cSld name="2_blank_layout_0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" name="Google Shape;59;p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7">
  <p:cSld name="Layout_07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8"/>
          <p:cNvSpPr>
            <a:spLocks noGrp="1"/>
          </p:cNvSpPr>
          <p:nvPr>
            <p:ph type="pic" idx="2"/>
          </p:nvPr>
        </p:nvSpPr>
        <p:spPr>
          <a:xfrm>
            <a:off x="1622425" y="833378"/>
            <a:ext cx="8947150" cy="4554638"/>
          </a:xfrm>
          <a:prstGeom prst="rect">
            <a:avLst/>
          </a:prstGeom>
          <a:noFill/>
          <a:ln>
            <a:noFill/>
          </a:ln>
        </p:spPr>
      </p:sp>
      <p:pic>
        <p:nvPicPr>
          <p:cNvPr id="65" name="Google Shape;65;p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4">
  <p:cSld name="Layout_0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1" name="Google Shape;71;p9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72" name="Google Shape;72;p9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8">
  <p:cSld name="Layout_08">
    <p:bg>
      <p:bgPr>
        <a:solidFill>
          <a:srgbClr val="C04C4C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215900" dir="5400000" sx="98000" sy="98000" algn="t" rotWithShape="0">
              <a:srgbClr val="000000">
                <a:alpha val="1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3">
  <p:cSld name="Layout_03">
    <p:bg>
      <p:bgPr>
        <a:solidFill>
          <a:srgbClr val="C04C4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 rot="-8100000">
            <a:off x="2009576" y="364092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dist="508000" dir="7860000" algn="r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8" name="Google Shape;88;p11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89" name="Google Shape;89;p11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/>
          <p:nvPr/>
        </p:nvSpPr>
        <p:spPr>
          <a:xfrm rot="-5400000">
            <a:off x="5061976" y="2610139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5">
  <p:cSld name="Layout_05">
    <p:bg>
      <p:bgPr>
        <a:solidFill>
          <a:srgbClr val="C04C4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 rot="10800000">
            <a:off x="11064240" y="0"/>
            <a:ext cx="1127760" cy="1447800"/>
          </a:xfrm>
          <a:custGeom>
            <a:avLst/>
            <a:gdLst/>
            <a:ahLst/>
            <a:cxnLst/>
            <a:rect l="l" t="t" r="r" b="b"/>
            <a:pathLst>
              <a:path w="10001" h="10000" extrusionOk="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rgbClr val="CBCBC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57200" dist="215900" sx="96000" sy="96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2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2"/>
          <p:cNvSpPr>
            <a:spLocks noGrp="1"/>
          </p:cNvSpPr>
          <p:nvPr>
            <p:ph type="pic" idx="2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2"/>
          <p:cNvSpPr>
            <a:spLocks noGrp="1"/>
          </p:cNvSpPr>
          <p:nvPr>
            <p:ph type="pic" idx="3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5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id="105" name="Google Shape;105;p12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6">
  <p:cSld name="Layout_0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13" name="Google Shape;113;p13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8" name="Google Shape;118;p13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19" name="Google Shape;119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1" name="Google Shape;121;p1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2" name="Google Shape;122;p13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24" name="Google Shape;124;p13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25" name="Google Shape;125;p1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layout_02">
  <p:cSld name="3_blank_layout_02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9">
  <p:cSld name="Layout_09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5"/>
          <p:cNvSpPr>
            <a:spLocks noGrp="1"/>
          </p:cNvSpPr>
          <p:nvPr>
            <p:ph type="pic" idx="3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5"/>
          <p:cNvSpPr>
            <a:spLocks noGrp="1"/>
          </p:cNvSpPr>
          <p:nvPr>
            <p:ph type="pic" idx="4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id="137" name="Google Shape;137;p15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_07">
  <p:cSld name="1_Layout_07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-29928"/>
            <a:ext cx="12192000" cy="395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6"/>
          <p:cNvSpPr/>
          <p:nvPr/>
        </p:nvSpPr>
        <p:spPr>
          <a:xfrm rot="10800000">
            <a:off x="2161479" y="-29927"/>
            <a:ext cx="10024582" cy="59854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0" y="-52790"/>
            <a:ext cx="5148943" cy="22528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16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0">
  <p:cSld name="Layout_10">
    <p:bg>
      <p:bgPr>
        <a:solidFill>
          <a:schemeClr val="lt1">
            <a:alpha val="36862"/>
          </a:schemeClr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7"/>
          <p:cNvSpPr>
            <a:spLocks noGrp="1"/>
          </p:cNvSpPr>
          <p:nvPr>
            <p:ph type="pic" idx="2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7"/>
          <p:cNvSpPr>
            <a:spLocks noGrp="1"/>
          </p:cNvSpPr>
          <p:nvPr>
            <p:ph type="pic" idx="3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7"/>
          <p:cNvSpPr>
            <a:spLocks noGrp="1"/>
          </p:cNvSpPr>
          <p:nvPr>
            <p:ph type="pic" idx="4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7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1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1">
  <p:cSld name="Layout_11">
    <p:bg>
      <p:bgPr>
        <a:solidFill>
          <a:schemeClr val="lt1">
            <a:alpha val="33725"/>
          </a:schemeClr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 rot="10800000">
            <a:off x="-26938" y="-20387"/>
            <a:ext cx="5402774" cy="6014786"/>
          </a:xfrm>
          <a:custGeom>
            <a:avLst/>
            <a:gdLst/>
            <a:ahLst/>
            <a:cxnLst/>
            <a:rect l="l" t="t" r="r" b="b"/>
            <a:pathLst>
              <a:path w="5402774" h="6002085" extrusionOk="0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/>
          <p:nvPr/>
        </p:nvSpPr>
        <p:spPr>
          <a:xfrm rot="10800000">
            <a:off x="589750" y="-12702"/>
            <a:ext cx="4953000" cy="6007101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64" name="Google Shape;164;p18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8" name="Google Shape;168;p18"/>
          <p:cNvSpPr/>
          <p:nvPr/>
        </p:nvSpPr>
        <p:spPr>
          <a:xfrm rot="10800000">
            <a:off x="2231874" y="4927332"/>
            <a:ext cx="1150304" cy="1395112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18"/>
          <p:cNvSpPr>
            <a:spLocks noGrp="1"/>
          </p:cNvSpPr>
          <p:nvPr>
            <p:ph type="pic" idx="2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170" name="Google Shape;170;p18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1">
  <p:cSld name="blank_layout_01">
    <p:bg>
      <p:bgPr>
        <a:solidFill>
          <a:srgbClr val="C04C4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 rot="-8100000">
            <a:off x="8565369" y="-3309433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9"/>
          <p:cNvSpPr/>
          <p:nvPr/>
        </p:nvSpPr>
        <p:spPr>
          <a:xfrm rot="1408779">
            <a:off x="6843673" y="-624848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>
            <a:spLocks noGrp="1"/>
          </p:cNvSpPr>
          <p:nvPr>
            <p:ph type="pic" idx="2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layout_02">
  <p:cSld name="1_blank_layout_0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0"/>
          <p:cNvSpPr/>
          <p:nvPr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686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sz="3200" b="1" i="0" u="none" strike="noStrike" cap="non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553075" y="6413500"/>
            <a:ext cx="1085850" cy="444500"/>
          </a:xfrm>
          <a:custGeom>
            <a:avLst/>
            <a:gdLst/>
            <a:ahLst/>
            <a:cxnLst/>
            <a:rect l="l" t="t" r="r" b="b"/>
            <a:pathLst>
              <a:path w="2344943" h="407428" extrusionOk="0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816918" y="2013450"/>
            <a:ext cx="7097400" cy="2939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OFTWARE DESIGN 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 ARCHITECTURE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(SDA)</a:t>
            </a: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SESSION 1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2086324" y="2184140"/>
            <a:ext cx="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9319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3027182" y="2184140"/>
            <a:ext cx="255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2086324" y="3483695"/>
            <a:ext cx="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9319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3027183" y="3483331"/>
            <a:ext cx="2553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INTRODUCTION TO SDA</a:t>
            </a:r>
            <a:endParaRPr lang="en-US" dirty="0"/>
          </a:p>
        </p:txBody>
      </p:sp>
      <p:sp>
        <p:nvSpPr>
          <p:cNvPr id="202" name="Google Shape;202;p22"/>
          <p:cNvSpPr txBox="1"/>
          <p:nvPr/>
        </p:nvSpPr>
        <p:spPr>
          <a:xfrm>
            <a:off x="6611817" y="2200040"/>
            <a:ext cx="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9319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</a:t>
            </a:r>
            <a:endParaRPr dirty="0"/>
          </a:p>
        </p:txBody>
      </p:sp>
      <p:sp>
        <p:nvSpPr>
          <p:cNvPr id="203" name="Google Shape;203;p22"/>
          <p:cNvSpPr txBox="1"/>
          <p:nvPr/>
        </p:nvSpPr>
        <p:spPr>
          <a:xfrm>
            <a:off x="7552676" y="2184140"/>
            <a:ext cx="2553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SOFTWARE DESIGN</a:t>
            </a:r>
            <a:endParaRPr dirty="0"/>
          </a:p>
        </p:txBody>
      </p:sp>
      <p:sp>
        <p:nvSpPr>
          <p:cNvPr id="210" name="Google Shape;210;p22"/>
          <p:cNvSpPr/>
          <p:nvPr/>
        </p:nvSpPr>
        <p:spPr>
          <a:xfrm>
            <a:off x="3005656" y="2567643"/>
            <a:ext cx="398473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Course Outline and about me. </a:t>
            </a:r>
            <a:endParaRPr dirty="0"/>
          </a:p>
        </p:txBody>
      </p:sp>
      <p:sp>
        <p:nvSpPr>
          <p:cNvPr id="211" name="Google Shape;211;p22"/>
          <p:cNvSpPr/>
          <p:nvPr/>
        </p:nvSpPr>
        <p:spPr>
          <a:xfrm>
            <a:off x="3005656" y="3828416"/>
            <a:ext cx="398473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Hierarchy in design architectural. </a:t>
            </a:r>
            <a:endParaRPr dirty="0"/>
          </a:p>
        </p:txBody>
      </p:sp>
      <p:sp>
        <p:nvSpPr>
          <p:cNvPr id="212" name="Google Shape;212;p22"/>
          <p:cNvSpPr/>
          <p:nvPr/>
        </p:nvSpPr>
        <p:spPr>
          <a:xfrm>
            <a:off x="7552675" y="2534978"/>
            <a:ext cx="398473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Challenges and process. </a:t>
            </a:r>
            <a:endParaRPr dirty="0"/>
          </a:p>
        </p:txBody>
      </p:sp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590291" y="3520665"/>
            <a:ext cx="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9319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</a:t>
            </a:r>
            <a:endParaRPr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7531149" y="3501292"/>
            <a:ext cx="2553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DESIGN FUNDAMENTALS</a:t>
            </a:r>
            <a:endParaRPr b="1" dirty="0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549710" y="3834120"/>
            <a:ext cx="398473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Design principle.</a:t>
            </a:r>
            <a:endParaRPr dirty="0"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7691489-E6FF-BF2B-526D-D8F0B6951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7;p22">
            <a:extLst>
              <a:ext uri="{FF2B5EF4-FFF2-40B4-BE49-F238E27FC236}">
                <a16:creationId xmlns:a16="http://schemas.microsoft.com/office/drawing/2014/main" id="{1C244AD3-F07D-0D78-C6E6-E74E08BBAE74}"/>
              </a:ext>
            </a:extLst>
          </p:cNvPr>
          <p:cNvSpPr txBox="1"/>
          <p:nvPr/>
        </p:nvSpPr>
        <p:spPr>
          <a:xfrm>
            <a:off x="6611818" y="4682914"/>
            <a:ext cx="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9319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</a:t>
            </a:r>
            <a:endParaRPr dirty="0"/>
          </a:p>
        </p:txBody>
      </p:sp>
      <p:sp>
        <p:nvSpPr>
          <p:cNvPr id="4" name="Google Shape;218;p22">
            <a:extLst>
              <a:ext uri="{FF2B5EF4-FFF2-40B4-BE49-F238E27FC236}">
                <a16:creationId xmlns:a16="http://schemas.microsoft.com/office/drawing/2014/main" id="{570A5BAA-6750-F9F4-5B5F-846D7D20148F}"/>
              </a:ext>
            </a:extLst>
          </p:cNvPr>
          <p:cNvSpPr txBox="1"/>
          <p:nvPr/>
        </p:nvSpPr>
        <p:spPr>
          <a:xfrm>
            <a:off x="7552676" y="4663541"/>
            <a:ext cx="2553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endParaRPr b="1" dirty="0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221;p22">
            <a:extLst>
              <a:ext uri="{FF2B5EF4-FFF2-40B4-BE49-F238E27FC236}">
                <a16:creationId xmlns:a16="http://schemas.microsoft.com/office/drawing/2014/main" id="{EC6E5BF8-CF4F-6BA3-44DF-9D573737DB5C}"/>
              </a:ext>
            </a:extLst>
          </p:cNvPr>
          <p:cNvSpPr/>
          <p:nvPr/>
        </p:nvSpPr>
        <p:spPr>
          <a:xfrm>
            <a:off x="7571237" y="4996369"/>
            <a:ext cx="398473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Course planning.</a:t>
            </a:r>
            <a:endParaRPr dirty="0"/>
          </a:p>
        </p:txBody>
      </p:sp>
      <p:sp>
        <p:nvSpPr>
          <p:cNvPr id="6" name="Google Shape;202;p22">
            <a:extLst>
              <a:ext uri="{FF2B5EF4-FFF2-40B4-BE49-F238E27FC236}">
                <a16:creationId xmlns:a16="http://schemas.microsoft.com/office/drawing/2014/main" id="{50F4D3FD-C90B-846F-5183-BD0AD3125355}"/>
              </a:ext>
            </a:extLst>
          </p:cNvPr>
          <p:cNvSpPr txBox="1"/>
          <p:nvPr/>
        </p:nvSpPr>
        <p:spPr>
          <a:xfrm>
            <a:off x="2086323" y="4777593"/>
            <a:ext cx="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93192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/>
          </a:p>
        </p:txBody>
      </p:sp>
      <p:sp>
        <p:nvSpPr>
          <p:cNvPr id="7" name="Google Shape;203;p22">
            <a:extLst>
              <a:ext uri="{FF2B5EF4-FFF2-40B4-BE49-F238E27FC236}">
                <a16:creationId xmlns:a16="http://schemas.microsoft.com/office/drawing/2014/main" id="{13AD60EE-BDF8-85DD-8656-21DBCAFA7005}"/>
              </a:ext>
            </a:extLst>
          </p:cNvPr>
          <p:cNvSpPr txBox="1"/>
          <p:nvPr/>
        </p:nvSpPr>
        <p:spPr>
          <a:xfrm>
            <a:off x="3027182" y="4761693"/>
            <a:ext cx="2553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SDLC RECAP</a:t>
            </a:r>
            <a:endParaRPr dirty="0"/>
          </a:p>
        </p:txBody>
      </p:sp>
      <p:sp>
        <p:nvSpPr>
          <p:cNvPr id="8" name="Google Shape;212;p22">
            <a:extLst>
              <a:ext uri="{FF2B5EF4-FFF2-40B4-BE49-F238E27FC236}">
                <a16:creationId xmlns:a16="http://schemas.microsoft.com/office/drawing/2014/main" id="{1598CC2D-5000-054A-0ABE-43A78B36F159}"/>
              </a:ext>
            </a:extLst>
          </p:cNvPr>
          <p:cNvSpPr/>
          <p:nvPr/>
        </p:nvSpPr>
        <p:spPr>
          <a:xfrm>
            <a:off x="3027181" y="5112531"/>
            <a:ext cx="398473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SDLC Process and involvements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Hierarchy in Software Designers</a:t>
            </a:r>
            <a:endParaRPr sz="2500" dirty="0"/>
          </a:p>
        </p:txBody>
      </p: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B2213D-36C2-640B-EB8A-2B4814AD3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449784"/>
              </p:ext>
            </p:extLst>
          </p:nvPr>
        </p:nvGraphicFramePr>
        <p:xfrm>
          <a:off x="1414072" y="1420353"/>
          <a:ext cx="9363855" cy="4017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4" descr="UTMSPACE">
            <a:extLst>
              <a:ext uri="{FF2B5EF4-FFF2-40B4-BE49-F238E27FC236}">
                <a16:creationId xmlns:a16="http://schemas.microsoft.com/office/drawing/2014/main" id="{49AA1A79-6AA1-0D12-DE1A-0A265309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40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" name="Google Shape;664;p33"/>
          <p:cNvGrpSpPr/>
          <p:nvPr/>
        </p:nvGrpSpPr>
        <p:grpSpPr>
          <a:xfrm>
            <a:off x="914363" y="1080939"/>
            <a:ext cx="10007972" cy="1184365"/>
            <a:chOff x="1516903" y="1573751"/>
            <a:chExt cx="9158100" cy="1302788"/>
          </a:xfrm>
        </p:grpSpPr>
        <p:sp>
          <p:nvSpPr>
            <p:cNvPr id="665" name="Google Shape;665;p33"/>
            <p:cNvSpPr/>
            <p:nvPr/>
          </p:nvSpPr>
          <p:spPr>
            <a:xfrm>
              <a:off x="1516903" y="1575739"/>
              <a:ext cx="9158100" cy="13008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2"/>
                </a:gs>
                <a:gs pos="100000">
                  <a:srgbClr val="7D262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2499039" y="1573751"/>
              <a:ext cx="962100" cy="1300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67" name="Google Shape;667;p33"/>
          <p:cNvGrpSpPr/>
          <p:nvPr/>
        </p:nvGrpSpPr>
        <p:grpSpPr>
          <a:xfrm flipH="1">
            <a:off x="914761" y="2394252"/>
            <a:ext cx="10007972" cy="1211813"/>
            <a:chOff x="1516903" y="1686194"/>
            <a:chExt cx="9158100" cy="1332981"/>
          </a:xfrm>
        </p:grpSpPr>
        <p:sp>
          <p:nvSpPr>
            <p:cNvPr id="668" name="Google Shape;668;p33"/>
            <p:cNvSpPr/>
            <p:nvPr/>
          </p:nvSpPr>
          <p:spPr>
            <a:xfrm>
              <a:off x="1516903" y="1686194"/>
              <a:ext cx="9158100" cy="13239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3"/>
                </a:gs>
                <a:gs pos="100000">
                  <a:srgbClr val="93192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2482702" y="1695275"/>
              <a:ext cx="962100" cy="13239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70" name="Google Shape;670;p33"/>
          <p:cNvGrpSpPr/>
          <p:nvPr/>
        </p:nvGrpSpPr>
        <p:grpSpPr>
          <a:xfrm>
            <a:off x="914363" y="3723711"/>
            <a:ext cx="10007972" cy="1215285"/>
            <a:chOff x="1516903" y="1777894"/>
            <a:chExt cx="9158100" cy="1336800"/>
          </a:xfrm>
        </p:grpSpPr>
        <p:sp>
          <p:nvSpPr>
            <p:cNvPr id="671" name="Google Shape;671;p33"/>
            <p:cNvSpPr/>
            <p:nvPr/>
          </p:nvSpPr>
          <p:spPr>
            <a:xfrm>
              <a:off x="1516903" y="1777894"/>
              <a:ext cx="9158100" cy="13368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4"/>
                </a:gs>
                <a:gs pos="100000">
                  <a:srgbClr val="8D765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2495028" y="1789868"/>
              <a:ext cx="962100" cy="1315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73" name="Google Shape;673;p33"/>
          <p:cNvGrpSpPr/>
          <p:nvPr/>
        </p:nvGrpSpPr>
        <p:grpSpPr>
          <a:xfrm flipH="1">
            <a:off x="914761" y="5067303"/>
            <a:ext cx="10007972" cy="1222376"/>
            <a:chOff x="1516903" y="1955110"/>
            <a:chExt cx="9158100" cy="1344600"/>
          </a:xfrm>
        </p:grpSpPr>
        <p:sp>
          <p:nvSpPr>
            <p:cNvPr id="674" name="Google Shape;674;p33"/>
            <p:cNvSpPr/>
            <p:nvPr/>
          </p:nvSpPr>
          <p:spPr>
            <a:xfrm>
              <a:off x="1516903" y="1955110"/>
              <a:ext cx="9158100" cy="13446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5"/>
                </a:gs>
                <a:gs pos="100000">
                  <a:srgbClr val="5F473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2433668" y="1965034"/>
              <a:ext cx="962100" cy="13227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76" name="Google Shape;676;p33"/>
          <p:cNvSpPr txBox="1"/>
          <p:nvPr/>
        </p:nvSpPr>
        <p:spPr>
          <a:xfrm>
            <a:off x="972199" y="1412104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/>
          </a:p>
        </p:txBody>
      </p:sp>
      <p:sp>
        <p:nvSpPr>
          <p:cNvPr id="677" name="Google Shape;677;p33"/>
          <p:cNvSpPr txBox="1"/>
          <p:nvPr/>
        </p:nvSpPr>
        <p:spPr>
          <a:xfrm>
            <a:off x="972199" y="4012725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/>
          </a:p>
        </p:txBody>
      </p:sp>
      <p:sp>
        <p:nvSpPr>
          <p:cNvPr id="678" name="Google Shape;678;p33"/>
          <p:cNvSpPr txBox="1"/>
          <p:nvPr/>
        </p:nvSpPr>
        <p:spPr>
          <a:xfrm>
            <a:off x="9867068" y="2713298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/>
          </a:p>
        </p:txBody>
      </p:sp>
      <p:sp>
        <p:nvSpPr>
          <p:cNvPr id="679" name="Google Shape;679;p33"/>
          <p:cNvSpPr txBox="1"/>
          <p:nvPr/>
        </p:nvSpPr>
        <p:spPr>
          <a:xfrm>
            <a:off x="9862395" y="5406846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grpSp>
        <p:nvGrpSpPr>
          <p:cNvPr id="680" name="Google Shape;680;p33"/>
          <p:cNvGrpSpPr/>
          <p:nvPr/>
        </p:nvGrpSpPr>
        <p:grpSpPr>
          <a:xfrm>
            <a:off x="2195468" y="2455473"/>
            <a:ext cx="6398100" cy="802723"/>
            <a:chOff x="-3098807" y="4504945"/>
            <a:chExt cx="6398100" cy="802723"/>
          </a:xfrm>
        </p:grpSpPr>
        <p:sp>
          <p:nvSpPr>
            <p:cNvPr id="681" name="Google Shape;681;p33"/>
            <p:cNvSpPr txBox="1"/>
            <p:nvPr/>
          </p:nvSpPr>
          <p:spPr>
            <a:xfrm>
              <a:off x="-2190832" y="4504945"/>
              <a:ext cx="54900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SOFTWARE ARCHITECT</a:t>
              </a: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-3098807" y="4728668"/>
              <a:ext cx="63981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Design software systems using a black-box modeling approach; concern on the external properties of software components that determine the system’s quality and support the further design of functional requirements. </a:t>
              </a:r>
              <a:endParaRPr lang="en-US" dirty="0"/>
            </a:p>
          </p:txBody>
        </p:sp>
      </p:grpSp>
      <p:grpSp>
        <p:nvGrpSpPr>
          <p:cNvPr id="683" name="Google Shape;683;p33"/>
          <p:cNvGrpSpPr/>
          <p:nvPr/>
        </p:nvGrpSpPr>
        <p:grpSpPr>
          <a:xfrm>
            <a:off x="2147299" y="5250450"/>
            <a:ext cx="6376224" cy="802722"/>
            <a:chOff x="-1327759" y="4470305"/>
            <a:chExt cx="4627158" cy="802722"/>
          </a:xfrm>
        </p:grpSpPr>
        <p:sp>
          <p:nvSpPr>
            <p:cNvPr id="684" name="Google Shape;684;p33"/>
            <p:cNvSpPr txBox="1"/>
            <p:nvPr/>
          </p:nvSpPr>
          <p:spPr>
            <a:xfrm>
              <a:off x="-1023601" y="4470305"/>
              <a:ext cx="43230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USER INTERFACE DESIGNER</a:t>
              </a:r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-1327759" y="4694027"/>
              <a:ext cx="46269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Design the software’s user interface; skilled in determining ways that increase the usability of the system.</a:t>
              </a:r>
            </a:p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endParaRPr lang="en-US" dirty="0"/>
            </a:p>
          </p:txBody>
        </p:sp>
      </p:grpSp>
      <p:sp>
        <p:nvSpPr>
          <p:cNvPr id="686" name="Google Shape;686;p33"/>
          <p:cNvSpPr/>
          <p:nvPr/>
        </p:nvSpPr>
        <p:spPr>
          <a:xfrm>
            <a:off x="10312022" y="1662212"/>
            <a:ext cx="1269600" cy="1269600"/>
          </a:xfrm>
          <a:prstGeom prst="arc">
            <a:avLst>
              <a:gd name="adj1" fmla="val 16200000"/>
              <a:gd name="adj2" fmla="val 5559090"/>
            </a:avLst>
          </a:prstGeom>
          <a:noFill/>
          <a:ln w="19050" cap="flat" cmpd="sng">
            <a:solidFill>
              <a:schemeClr val="dk2">
                <a:alpha val="69800"/>
              </a:schemeClr>
            </a:solidFill>
            <a:prstDash val="dot"/>
            <a:miter lim="800000"/>
            <a:headEnd type="oval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33"/>
          <p:cNvSpPr/>
          <p:nvPr/>
        </p:nvSpPr>
        <p:spPr>
          <a:xfrm flipH="1">
            <a:off x="276329" y="2924322"/>
            <a:ext cx="1266600" cy="1266600"/>
          </a:xfrm>
          <a:prstGeom prst="arc">
            <a:avLst>
              <a:gd name="adj1" fmla="val 16200000"/>
              <a:gd name="adj2" fmla="val 5559090"/>
            </a:avLst>
          </a:prstGeom>
          <a:noFill/>
          <a:ln w="19050" cap="flat" cmpd="sng">
            <a:solidFill>
              <a:schemeClr val="dk2">
                <a:alpha val="69800"/>
              </a:schemeClr>
            </a:solidFill>
            <a:prstDash val="dot"/>
            <a:miter lim="800000"/>
            <a:headEnd type="oval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8" name="Google Shape;688;p33"/>
          <p:cNvSpPr/>
          <p:nvPr/>
        </p:nvSpPr>
        <p:spPr>
          <a:xfrm>
            <a:off x="10312022" y="4437408"/>
            <a:ext cx="1248600" cy="1248600"/>
          </a:xfrm>
          <a:prstGeom prst="arc">
            <a:avLst>
              <a:gd name="adj1" fmla="val 16200000"/>
              <a:gd name="adj2" fmla="val 5559090"/>
            </a:avLst>
          </a:prstGeom>
          <a:noFill/>
          <a:ln w="19050" cap="flat" cmpd="sng">
            <a:solidFill>
              <a:schemeClr val="dk2">
                <a:alpha val="69800"/>
              </a:schemeClr>
            </a:solidFill>
            <a:prstDash val="dot"/>
            <a:miter lim="800000"/>
            <a:headEnd type="oval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89" name="Google Shape;689;p33"/>
          <p:cNvGrpSpPr/>
          <p:nvPr/>
        </p:nvGrpSpPr>
        <p:grpSpPr>
          <a:xfrm flipH="1">
            <a:off x="3216552" y="1200096"/>
            <a:ext cx="6672422" cy="802717"/>
            <a:chOff x="-1020991" y="4511878"/>
            <a:chExt cx="4320397" cy="802717"/>
          </a:xfrm>
        </p:grpSpPr>
        <p:sp>
          <p:nvSpPr>
            <p:cNvPr id="690" name="Google Shape;690;p33"/>
            <p:cNvSpPr txBox="1"/>
            <p:nvPr/>
          </p:nvSpPr>
          <p:spPr>
            <a:xfrm>
              <a:off x="-829194" y="4511878"/>
              <a:ext cx="41286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SYSTEMS ENGINEER / SOLUTION ARCHITECT</a:t>
              </a:r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-1020991" y="4735595"/>
              <a:ext cx="4320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Designs systems using a holistic approach, which includes designing how software, hardware, people, etc. collaborate to achieve the system’s goal. </a:t>
              </a:r>
              <a:endParaRPr lang="en-US" dirty="0"/>
            </a:p>
          </p:txBody>
        </p:sp>
      </p:grpSp>
      <p:sp>
        <p:nvSpPr>
          <p:cNvPr id="692" name="Google Shape;692;p33"/>
          <p:cNvSpPr txBox="1"/>
          <p:nvPr/>
        </p:nvSpPr>
        <p:spPr>
          <a:xfrm>
            <a:off x="2566447" y="354829"/>
            <a:ext cx="753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Their Responsibility?</a:t>
            </a:r>
            <a:endParaRPr sz="800" dirty="0"/>
          </a:p>
        </p:txBody>
      </p:sp>
      <p:grpSp>
        <p:nvGrpSpPr>
          <p:cNvPr id="693" name="Google Shape;693;p33"/>
          <p:cNvGrpSpPr/>
          <p:nvPr/>
        </p:nvGrpSpPr>
        <p:grpSpPr>
          <a:xfrm flipH="1">
            <a:off x="3216703" y="3780667"/>
            <a:ext cx="6672271" cy="802723"/>
            <a:chOff x="-1020991" y="4511872"/>
            <a:chExt cx="4320300" cy="802723"/>
          </a:xfrm>
        </p:grpSpPr>
        <p:sp>
          <p:nvSpPr>
            <p:cNvPr id="694" name="Google Shape;694;p33"/>
            <p:cNvSpPr txBox="1"/>
            <p:nvPr/>
          </p:nvSpPr>
          <p:spPr>
            <a:xfrm>
              <a:off x="-493986" y="4511872"/>
              <a:ext cx="37932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COMPONENT DESIGNER / SOFTWARE ENGINEER</a:t>
              </a:r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-1020991" y="4735595"/>
              <a:ext cx="4320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Focuses on designing the internal structure and behavior of software components identified during the architecture phase; typically, these designers have strong programming skills, since they implement their designs in code. </a:t>
              </a:r>
              <a:endParaRPr lang="en-US" dirty="0"/>
            </a:p>
          </p:txBody>
        </p:sp>
      </p:grpSp>
      <p:sp>
        <p:nvSpPr>
          <p:cNvPr id="696" name="Google Shape;696;p3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EF73FFEC-BCD7-35BB-6A1C-9B57FD368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92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5048388" y="1907462"/>
            <a:ext cx="1910159" cy="1089632"/>
          </a:xfrm>
          <a:custGeom>
            <a:avLst/>
            <a:gdLst/>
            <a:ahLst/>
            <a:cxnLst/>
            <a:rect l="l" t="t" r="r" b="b"/>
            <a:pathLst>
              <a:path w="757" h="432" extrusionOk="0">
                <a:moveTo>
                  <a:pt x="89" y="332"/>
                </a:moveTo>
                <a:cubicBezTo>
                  <a:pt x="122" y="432"/>
                  <a:pt x="122" y="432"/>
                  <a:pt x="122" y="432"/>
                </a:cubicBezTo>
                <a:cubicBezTo>
                  <a:pt x="195" y="377"/>
                  <a:pt x="286" y="344"/>
                  <a:pt x="384" y="344"/>
                </a:cubicBezTo>
                <a:cubicBezTo>
                  <a:pt x="469" y="344"/>
                  <a:pt x="547" y="368"/>
                  <a:pt x="614" y="410"/>
                </a:cubicBezTo>
                <a:cubicBezTo>
                  <a:pt x="699" y="347"/>
                  <a:pt x="699" y="347"/>
                  <a:pt x="699" y="347"/>
                </a:cubicBezTo>
                <a:cubicBezTo>
                  <a:pt x="757" y="68"/>
                  <a:pt x="757" y="68"/>
                  <a:pt x="757" y="68"/>
                </a:cubicBezTo>
                <a:cubicBezTo>
                  <a:pt x="467" y="0"/>
                  <a:pt x="200" y="105"/>
                  <a:pt x="0" y="278"/>
                </a:cubicBezTo>
                <a:lnTo>
                  <a:pt x="89" y="33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820760" y="1741280"/>
            <a:ext cx="895122" cy="8932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647898" y="2560863"/>
            <a:ext cx="1370065" cy="1733590"/>
          </a:xfrm>
          <a:custGeom>
            <a:avLst/>
            <a:gdLst/>
            <a:ahLst/>
            <a:cxnLst/>
            <a:rect l="l" t="t" r="r" b="b"/>
            <a:pathLst>
              <a:path w="543" h="687" extrusionOk="0">
                <a:moveTo>
                  <a:pt x="85" y="102"/>
                </a:moveTo>
                <a:cubicBezTo>
                  <a:pt x="0" y="164"/>
                  <a:pt x="0" y="164"/>
                  <a:pt x="0" y="164"/>
                </a:cubicBezTo>
                <a:cubicBezTo>
                  <a:pt x="75" y="217"/>
                  <a:pt x="134" y="293"/>
                  <a:pt x="165" y="387"/>
                </a:cubicBezTo>
                <a:cubicBezTo>
                  <a:pt x="191" y="467"/>
                  <a:pt x="192" y="549"/>
                  <a:pt x="173" y="625"/>
                </a:cubicBezTo>
                <a:cubicBezTo>
                  <a:pt x="259" y="687"/>
                  <a:pt x="259" y="687"/>
                  <a:pt x="259" y="687"/>
                </a:cubicBezTo>
                <a:cubicBezTo>
                  <a:pt x="543" y="655"/>
                  <a:pt x="543" y="655"/>
                  <a:pt x="543" y="655"/>
                </a:cubicBezTo>
                <a:cubicBezTo>
                  <a:pt x="518" y="358"/>
                  <a:pt x="336" y="137"/>
                  <a:pt x="109" y="0"/>
                </a:cubicBezTo>
                <a:lnTo>
                  <a:pt x="85" y="1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089793" y="2980098"/>
            <a:ext cx="1226543" cy="1226544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449"/>
                </a:moveTo>
                <a:cubicBezTo>
                  <a:pt x="196" y="486"/>
                  <a:pt x="74" y="423"/>
                  <a:pt x="37" y="310"/>
                </a:cubicBezTo>
                <a:cubicBezTo>
                  <a:pt x="0" y="196"/>
                  <a:pt x="62" y="74"/>
                  <a:pt x="176" y="37"/>
                </a:cubicBezTo>
                <a:cubicBezTo>
                  <a:pt x="290" y="0"/>
                  <a:pt x="412" y="62"/>
                  <a:pt x="449" y="176"/>
                </a:cubicBezTo>
                <a:cubicBezTo>
                  <a:pt x="486" y="290"/>
                  <a:pt x="423" y="412"/>
                  <a:pt x="310" y="4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27000" dist="38100" dir="108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200267" y="3090571"/>
            <a:ext cx="1001818" cy="1001819"/>
          </a:xfrm>
          <a:custGeom>
            <a:avLst/>
            <a:gdLst/>
            <a:ahLst/>
            <a:cxnLst/>
            <a:rect l="l" t="t" r="r" b="b"/>
            <a:pathLst>
              <a:path w="397" h="397" extrusionOk="0">
                <a:moveTo>
                  <a:pt x="30" y="253"/>
                </a:moveTo>
                <a:cubicBezTo>
                  <a:pt x="0" y="161"/>
                  <a:pt x="51" y="60"/>
                  <a:pt x="144" y="30"/>
                </a:cubicBezTo>
                <a:cubicBezTo>
                  <a:pt x="237" y="0"/>
                  <a:pt x="337" y="51"/>
                  <a:pt x="367" y="144"/>
                </a:cubicBezTo>
                <a:cubicBezTo>
                  <a:pt x="397" y="237"/>
                  <a:pt x="346" y="337"/>
                  <a:pt x="253" y="367"/>
                </a:cubicBezTo>
                <a:cubicBezTo>
                  <a:pt x="161" y="397"/>
                  <a:pt x="60" y="346"/>
                  <a:pt x="30" y="2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6017158" y="4199088"/>
            <a:ext cx="1531526" cy="1685435"/>
          </a:xfrm>
          <a:custGeom>
            <a:avLst/>
            <a:gdLst/>
            <a:ahLst/>
            <a:cxnLst/>
            <a:rect l="l" t="t" r="r" b="b"/>
            <a:pathLst>
              <a:path w="607" h="668" extrusionOk="0">
                <a:moveTo>
                  <a:pt x="503" y="61"/>
                </a:moveTo>
                <a:cubicBezTo>
                  <a:pt x="417" y="0"/>
                  <a:pt x="417" y="0"/>
                  <a:pt x="417" y="0"/>
                </a:cubicBezTo>
                <a:cubicBezTo>
                  <a:pt x="390" y="87"/>
                  <a:pt x="336" y="167"/>
                  <a:pt x="257" y="225"/>
                </a:cubicBezTo>
                <a:cubicBezTo>
                  <a:pt x="188" y="274"/>
                  <a:pt x="111" y="301"/>
                  <a:pt x="32" y="307"/>
                </a:cubicBezTo>
                <a:cubicBezTo>
                  <a:pt x="0" y="408"/>
                  <a:pt x="0" y="408"/>
                  <a:pt x="0" y="408"/>
                </a:cubicBezTo>
                <a:cubicBezTo>
                  <a:pt x="118" y="668"/>
                  <a:pt x="118" y="668"/>
                  <a:pt x="118" y="668"/>
                </a:cubicBezTo>
                <a:cubicBezTo>
                  <a:pt x="392" y="552"/>
                  <a:pt x="547" y="311"/>
                  <a:pt x="607" y="53"/>
                </a:cubicBezTo>
                <a:lnTo>
                  <a:pt x="503" y="6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189006" y="4369844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372"/>
                </a:moveTo>
                <a:cubicBezTo>
                  <a:pt x="0" y="276"/>
                  <a:pt x="21" y="140"/>
                  <a:pt x="118" y="70"/>
                </a:cubicBezTo>
                <a:cubicBezTo>
                  <a:pt x="215" y="0"/>
                  <a:pt x="351" y="21"/>
                  <a:pt x="421" y="118"/>
                </a:cubicBezTo>
                <a:cubicBezTo>
                  <a:pt x="491" y="215"/>
                  <a:pt x="470" y="350"/>
                  <a:pt x="373" y="420"/>
                </a:cubicBezTo>
                <a:cubicBezTo>
                  <a:pt x="276" y="491"/>
                  <a:pt x="141" y="469"/>
                  <a:pt x="70" y="372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27000" dist="38100" dir="162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302312" y="4882704"/>
            <a:ext cx="1012205" cy="1014094"/>
          </a:xfrm>
          <a:custGeom>
            <a:avLst/>
            <a:gdLst/>
            <a:ahLst/>
            <a:cxnLst/>
            <a:rect l="l" t="t" r="r" b="b"/>
            <a:pathLst>
              <a:path w="401" h="402" extrusionOk="0">
                <a:moveTo>
                  <a:pt x="96" y="58"/>
                </a:moveTo>
                <a:cubicBezTo>
                  <a:pt x="176" y="0"/>
                  <a:pt x="286" y="18"/>
                  <a:pt x="344" y="97"/>
                </a:cubicBezTo>
                <a:cubicBezTo>
                  <a:pt x="401" y="176"/>
                  <a:pt x="384" y="287"/>
                  <a:pt x="305" y="344"/>
                </a:cubicBezTo>
                <a:cubicBezTo>
                  <a:pt x="226" y="402"/>
                  <a:pt x="115" y="384"/>
                  <a:pt x="57" y="305"/>
                </a:cubicBezTo>
                <a:cubicBezTo>
                  <a:pt x="0" y="226"/>
                  <a:pt x="17" y="115"/>
                  <a:pt x="9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201421" y="4291621"/>
            <a:ext cx="1856338" cy="1236930"/>
          </a:xfrm>
          <a:custGeom>
            <a:avLst/>
            <a:gdLst/>
            <a:ahLst/>
            <a:cxnLst/>
            <a:rect l="l" t="t" r="r" b="b"/>
            <a:pathLst>
              <a:path w="736" h="490" extrusionOk="0">
                <a:moveTo>
                  <a:pt x="696" y="372"/>
                </a:moveTo>
                <a:cubicBezTo>
                  <a:pt x="728" y="271"/>
                  <a:pt x="728" y="271"/>
                  <a:pt x="728" y="271"/>
                </a:cubicBezTo>
                <a:cubicBezTo>
                  <a:pt x="636" y="272"/>
                  <a:pt x="544" y="246"/>
                  <a:pt x="464" y="188"/>
                </a:cubicBezTo>
                <a:cubicBezTo>
                  <a:pt x="396" y="138"/>
                  <a:pt x="346" y="73"/>
                  <a:pt x="317" y="0"/>
                </a:cubicBezTo>
                <a:cubicBezTo>
                  <a:pt x="211" y="1"/>
                  <a:pt x="211" y="1"/>
                  <a:pt x="211" y="1"/>
                </a:cubicBezTo>
                <a:cubicBezTo>
                  <a:pt x="0" y="193"/>
                  <a:pt x="0" y="193"/>
                  <a:pt x="0" y="193"/>
                </a:cubicBezTo>
                <a:cubicBezTo>
                  <a:pt x="195" y="418"/>
                  <a:pt x="472" y="490"/>
                  <a:pt x="736" y="468"/>
                </a:cubicBezTo>
                <a:lnTo>
                  <a:pt x="696" y="37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203310" y="4476689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118"/>
                </a:moveTo>
                <a:cubicBezTo>
                  <a:pt x="141" y="21"/>
                  <a:pt x="276" y="0"/>
                  <a:pt x="373" y="70"/>
                </a:cubicBezTo>
                <a:cubicBezTo>
                  <a:pt x="470" y="141"/>
                  <a:pt x="491" y="276"/>
                  <a:pt x="421" y="373"/>
                </a:cubicBezTo>
                <a:cubicBezTo>
                  <a:pt x="351" y="470"/>
                  <a:pt x="215" y="491"/>
                  <a:pt x="118" y="421"/>
                </a:cubicBezTo>
                <a:cubicBezTo>
                  <a:pt x="21" y="350"/>
                  <a:pt x="0" y="215"/>
                  <a:pt x="70" y="1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27000" dist="38100" dir="189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316616" y="4589995"/>
            <a:ext cx="1012205" cy="1012205"/>
          </a:xfrm>
          <a:custGeom>
            <a:avLst/>
            <a:gdLst/>
            <a:ahLst/>
            <a:cxnLst/>
            <a:rect l="l" t="t" r="r" b="b"/>
            <a:pathLst>
              <a:path w="401" h="401" extrusionOk="0">
                <a:moveTo>
                  <a:pt x="305" y="57"/>
                </a:moveTo>
                <a:cubicBezTo>
                  <a:pt x="384" y="115"/>
                  <a:pt x="401" y="226"/>
                  <a:pt x="344" y="305"/>
                </a:cubicBezTo>
                <a:cubicBezTo>
                  <a:pt x="286" y="384"/>
                  <a:pt x="175" y="401"/>
                  <a:pt x="96" y="344"/>
                </a:cubicBezTo>
                <a:cubicBezTo>
                  <a:pt x="17" y="286"/>
                  <a:pt x="0" y="175"/>
                  <a:pt x="57" y="96"/>
                </a:cubicBezTo>
                <a:cubicBezTo>
                  <a:pt x="115" y="17"/>
                  <a:pt x="226" y="0"/>
                  <a:pt x="305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210863" y="2426784"/>
            <a:ext cx="1098129" cy="1980976"/>
          </a:xfrm>
          <a:custGeom>
            <a:avLst/>
            <a:gdLst/>
            <a:ahLst/>
            <a:cxnLst/>
            <a:rect l="l" t="t" r="r" b="b"/>
            <a:pathLst>
              <a:path w="435" h="785" extrusionOk="0">
                <a:moveTo>
                  <a:pt x="199" y="717"/>
                </a:moveTo>
                <a:cubicBezTo>
                  <a:pt x="304" y="716"/>
                  <a:pt x="304" y="716"/>
                  <a:pt x="304" y="716"/>
                </a:cubicBezTo>
                <a:cubicBezTo>
                  <a:pt x="275" y="629"/>
                  <a:pt x="271" y="533"/>
                  <a:pt x="302" y="440"/>
                </a:cubicBezTo>
                <a:cubicBezTo>
                  <a:pt x="328" y="359"/>
                  <a:pt x="375" y="292"/>
                  <a:pt x="435" y="241"/>
                </a:cubicBezTo>
                <a:cubicBezTo>
                  <a:pt x="402" y="141"/>
                  <a:pt x="402" y="141"/>
                  <a:pt x="402" y="141"/>
                </a:cubicBezTo>
                <a:cubicBezTo>
                  <a:pt x="154" y="0"/>
                  <a:pt x="154" y="0"/>
                  <a:pt x="154" y="0"/>
                </a:cubicBezTo>
                <a:cubicBezTo>
                  <a:pt x="0" y="255"/>
                  <a:pt x="17" y="541"/>
                  <a:pt x="120" y="785"/>
                </a:cubicBezTo>
                <a:lnTo>
                  <a:pt x="199" y="717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875665" y="2503266"/>
            <a:ext cx="1225599" cy="1225599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37"/>
                </a:moveTo>
                <a:cubicBezTo>
                  <a:pt x="424" y="74"/>
                  <a:pt x="486" y="196"/>
                  <a:pt x="449" y="310"/>
                </a:cubicBezTo>
                <a:cubicBezTo>
                  <a:pt x="412" y="424"/>
                  <a:pt x="290" y="486"/>
                  <a:pt x="176" y="449"/>
                </a:cubicBezTo>
                <a:cubicBezTo>
                  <a:pt x="63" y="412"/>
                  <a:pt x="0" y="290"/>
                  <a:pt x="37" y="176"/>
                </a:cubicBezTo>
                <a:cubicBezTo>
                  <a:pt x="74" y="62"/>
                  <a:pt x="196" y="0"/>
                  <a:pt x="310" y="37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27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988971" y="2613740"/>
            <a:ext cx="1001818" cy="1004652"/>
          </a:xfrm>
          <a:custGeom>
            <a:avLst/>
            <a:gdLst/>
            <a:ahLst/>
            <a:cxnLst/>
            <a:rect l="l" t="t" r="r" b="b"/>
            <a:pathLst>
              <a:path w="397" h="398" extrusionOk="0">
                <a:moveTo>
                  <a:pt x="367" y="254"/>
                </a:moveTo>
                <a:cubicBezTo>
                  <a:pt x="337" y="347"/>
                  <a:pt x="236" y="398"/>
                  <a:pt x="144" y="367"/>
                </a:cubicBezTo>
                <a:cubicBezTo>
                  <a:pt x="51" y="337"/>
                  <a:pt x="0" y="237"/>
                  <a:pt x="30" y="144"/>
                </a:cubicBezTo>
                <a:cubicBezTo>
                  <a:pt x="60" y="51"/>
                  <a:pt x="160" y="0"/>
                  <a:pt x="253" y="31"/>
                </a:cubicBezTo>
                <a:cubicBezTo>
                  <a:pt x="346" y="61"/>
                  <a:pt x="397" y="161"/>
                  <a:pt x="367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142439" y="2768625"/>
            <a:ext cx="694882" cy="694882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920880" y="1840456"/>
            <a:ext cx="694882" cy="6948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353735" y="3244039"/>
            <a:ext cx="694882" cy="69488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60973" y="5042310"/>
            <a:ext cx="694882" cy="69488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475277" y="4748656"/>
            <a:ext cx="694882" cy="69488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4977409" y="2839411"/>
            <a:ext cx="2098384" cy="2100435"/>
          </a:xfrm>
          <a:custGeom>
            <a:avLst/>
            <a:gdLst/>
            <a:ahLst/>
            <a:cxnLst/>
            <a:rect l="l" t="t" r="r" b="b"/>
            <a:pathLst>
              <a:path w="1152" h="1153" extrusionOk="0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713115" y="2080612"/>
            <a:ext cx="268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Symbols"/>
              <a:buNone/>
            </a:pPr>
            <a:r>
              <a:rPr lang="en-US" sz="12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05.Deployment and Evolution</a:t>
            </a:r>
            <a:br>
              <a:rPr lang="en-US" sz="1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Deploy, maintenances and feedbacks. 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1051084" y="4559530"/>
            <a:ext cx="268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None/>
            </a:pPr>
            <a:r>
              <a:rPr lang="en-US" sz="12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04.Testing </a:t>
            </a:r>
            <a:br>
              <a:rPr lang="en-US" sz="1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Testing and debugging. 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 flipH="1">
            <a:off x="7519546" y="1505995"/>
            <a:ext cx="268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r>
              <a:rPr lang="en-US" sz="12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01.Requirement Analysis</a:t>
            </a:r>
            <a:br>
              <a:rPr lang="en-US" sz="1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Requirement elicitation and analysis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 flipH="1">
            <a:off x="8697317" y="3208672"/>
            <a:ext cx="268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-US" sz="1200" b="1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02.Software Design</a:t>
            </a:r>
            <a:br>
              <a:rPr lang="en-US" sz="1200"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Architecture, design and tech stacks. 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 flipH="1">
            <a:off x="7722743" y="5123008"/>
            <a:ext cx="268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None/>
            </a:pPr>
            <a:r>
              <a:rPr lang="en-US" sz="1200"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03.Implementation</a:t>
            </a:r>
            <a:br>
              <a:rPr lang="en-US" sz="1200"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Development, coding and integrations. </a:t>
            </a:r>
            <a:endParaRPr/>
          </a:p>
        </p:txBody>
      </p:sp>
      <p:grpSp>
        <p:nvGrpSpPr>
          <p:cNvPr id="263" name="Google Shape;263;p24"/>
          <p:cNvGrpSpPr/>
          <p:nvPr/>
        </p:nvGrpSpPr>
        <p:grpSpPr>
          <a:xfrm>
            <a:off x="6083359" y="2040168"/>
            <a:ext cx="390337" cy="266195"/>
            <a:chOff x="6093139" y="2051320"/>
            <a:chExt cx="390337" cy="266195"/>
          </a:xfrm>
        </p:grpSpPr>
        <p:sp>
          <p:nvSpPr>
            <p:cNvPr id="264" name="Google Shape;264;p24"/>
            <p:cNvSpPr/>
            <p:nvPr/>
          </p:nvSpPr>
          <p:spPr>
            <a:xfrm>
              <a:off x="6140830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331" y="63581"/>
                  </a:moveTo>
                  <a:cubicBezTo>
                    <a:pt x="2921" y="63637"/>
                    <a:pt x="110" y="60941"/>
                    <a:pt x="53" y="57558"/>
                  </a:cubicBezTo>
                  <a:cubicBezTo>
                    <a:pt x="52" y="57524"/>
                    <a:pt x="52" y="57490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2" y="63581"/>
                    <a:pt x="6331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6223694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6117927" y="2212313"/>
              <a:ext cx="140715" cy="105150"/>
            </a:xfrm>
            <a:custGeom>
              <a:avLst/>
              <a:gdLst/>
              <a:ahLst/>
              <a:cxnLst/>
              <a:rect l="l" t="t" r="r" b="b"/>
              <a:pathLst>
                <a:path w="140715" h="105150" extrusionOk="0">
                  <a:moveTo>
                    <a:pt x="135053" y="105151"/>
                  </a:moveTo>
                  <a:lnTo>
                    <a:pt x="6279" y="105151"/>
                  </a:lnTo>
                  <a:cubicBezTo>
                    <a:pt x="2811" y="105151"/>
                    <a:pt x="0" y="102363"/>
                    <a:pt x="0" y="98924"/>
                  </a:cubicBezTo>
                  <a:lnTo>
                    <a:pt x="0" y="32056"/>
                  </a:lnTo>
                  <a:cubicBezTo>
                    <a:pt x="0" y="32056"/>
                    <a:pt x="0" y="32056"/>
                    <a:pt x="0" y="31443"/>
                  </a:cubicBezTo>
                  <a:cubicBezTo>
                    <a:pt x="1366" y="17590"/>
                    <a:pt x="11980" y="6393"/>
                    <a:pt x="25837" y="4185"/>
                  </a:cubicBezTo>
                  <a:lnTo>
                    <a:pt x="50645" y="102"/>
                  </a:lnTo>
                  <a:cubicBezTo>
                    <a:pt x="54000" y="-509"/>
                    <a:pt x="57219" y="1692"/>
                    <a:pt x="57835" y="5020"/>
                  </a:cubicBezTo>
                  <a:cubicBezTo>
                    <a:pt x="57841" y="5048"/>
                    <a:pt x="57846" y="5076"/>
                    <a:pt x="57851" y="5104"/>
                  </a:cubicBezTo>
                  <a:cubicBezTo>
                    <a:pt x="58458" y="8433"/>
                    <a:pt x="56229" y="11620"/>
                    <a:pt x="52873" y="12222"/>
                  </a:cubicBezTo>
                  <a:cubicBezTo>
                    <a:pt x="52817" y="12233"/>
                    <a:pt x="52760" y="12242"/>
                    <a:pt x="52704" y="12250"/>
                  </a:cubicBezTo>
                  <a:lnTo>
                    <a:pt x="27896" y="16436"/>
                  </a:lnTo>
                  <a:cubicBezTo>
                    <a:pt x="19585" y="17845"/>
                    <a:pt x="13281" y="24643"/>
                    <a:pt x="12558" y="32974"/>
                  </a:cubicBezTo>
                  <a:lnTo>
                    <a:pt x="12558" y="93309"/>
                  </a:lnTo>
                  <a:lnTo>
                    <a:pt x="128877" y="93309"/>
                  </a:lnTo>
                  <a:lnTo>
                    <a:pt x="128877" y="32974"/>
                  </a:lnTo>
                  <a:cubicBezTo>
                    <a:pt x="127925" y="24808"/>
                    <a:pt x="121619" y="18262"/>
                    <a:pt x="113436" y="16946"/>
                  </a:cubicBezTo>
                  <a:lnTo>
                    <a:pt x="88320" y="12557"/>
                  </a:lnTo>
                  <a:cubicBezTo>
                    <a:pt x="84937" y="11965"/>
                    <a:pt x="82679" y="8765"/>
                    <a:pt x="83276" y="5410"/>
                  </a:cubicBezTo>
                  <a:cubicBezTo>
                    <a:pt x="83873" y="2056"/>
                    <a:pt x="87099" y="-184"/>
                    <a:pt x="90481" y="408"/>
                  </a:cubicBezTo>
                  <a:lnTo>
                    <a:pt x="115289" y="4492"/>
                  </a:lnTo>
                  <a:cubicBezTo>
                    <a:pt x="128884" y="6833"/>
                    <a:pt x="139262" y="17835"/>
                    <a:pt x="140715" y="31443"/>
                  </a:cubicBezTo>
                  <a:lnTo>
                    <a:pt x="140715" y="98924"/>
                  </a:lnTo>
                  <a:cubicBezTo>
                    <a:pt x="140772" y="102306"/>
                    <a:pt x="138053" y="105094"/>
                    <a:pt x="134642" y="105150"/>
                  </a:cubicBezTo>
                  <a:cubicBezTo>
                    <a:pt x="134608" y="105151"/>
                    <a:pt x="134573" y="105151"/>
                    <a:pt x="134538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6332086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6414950" y="2253883"/>
              <a:ext cx="12559" cy="63581"/>
            </a:xfrm>
            <a:custGeom>
              <a:avLst/>
              <a:gdLst/>
              <a:ahLst/>
              <a:cxnLst/>
              <a:rect l="l" t="t" r="r" b="b"/>
              <a:pathLst>
                <a:path w="12559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6309147" y="2212313"/>
              <a:ext cx="141164" cy="105171"/>
            </a:xfrm>
            <a:custGeom>
              <a:avLst/>
              <a:gdLst/>
              <a:ahLst/>
              <a:cxnLst/>
              <a:rect l="l" t="t" r="r" b="b"/>
              <a:pathLst>
                <a:path w="141164" h="105171" extrusionOk="0">
                  <a:moveTo>
                    <a:pt x="134780" y="105151"/>
                  </a:moveTo>
                  <a:lnTo>
                    <a:pt x="6212" y="105151"/>
                  </a:lnTo>
                  <a:cubicBezTo>
                    <a:pt x="2801" y="105151"/>
                    <a:pt x="36" y="102409"/>
                    <a:pt x="35" y="99026"/>
                  </a:cubicBezTo>
                  <a:cubicBezTo>
                    <a:pt x="35" y="98992"/>
                    <a:pt x="36" y="98958"/>
                    <a:pt x="36" y="98924"/>
                  </a:cubicBezTo>
                  <a:lnTo>
                    <a:pt x="36" y="32056"/>
                  </a:lnTo>
                  <a:cubicBezTo>
                    <a:pt x="-12" y="31854"/>
                    <a:pt x="-12" y="31644"/>
                    <a:pt x="36" y="31443"/>
                  </a:cubicBezTo>
                  <a:cubicBezTo>
                    <a:pt x="1391" y="17622"/>
                    <a:pt x="11953" y="6435"/>
                    <a:pt x="25770" y="4185"/>
                  </a:cubicBezTo>
                  <a:lnTo>
                    <a:pt x="50681" y="102"/>
                  </a:lnTo>
                  <a:cubicBezTo>
                    <a:pt x="54036" y="-509"/>
                    <a:pt x="57255" y="1692"/>
                    <a:pt x="57872" y="5020"/>
                  </a:cubicBezTo>
                  <a:cubicBezTo>
                    <a:pt x="57877" y="5048"/>
                    <a:pt x="57882" y="5076"/>
                    <a:pt x="57887" y="5104"/>
                  </a:cubicBezTo>
                  <a:cubicBezTo>
                    <a:pt x="58445" y="8485"/>
                    <a:pt x="56145" y="11678"/>
                    <a:pt x="52740" y="12250"/>
                  </a:cubicBezTo>
                  <a:lnTo>
                    <a:pt x="27829" y="16436"/>
                  </a:lnTo>
                  <a:cubicBezTo>
                    <a:pt x="19536" y="17879"/>
                    <a:pt x="13249" y="24658"/>
                    <a:pt x="12491" y="32974"/>
                  </a:cubicBezTo>
                  <a:lnTo>
                    <a:pt x="12491" y="93309"/>
                  </a:lnTo>
                  <a:lnTo>
                    <a:pt x="128810" y="93309"/>
                  </a:lnTo>
                  <a:lnTo>
                    <a:pt x="128810" y="32974"/>
                  </a:lnTo>
                  <a:cubicBezTo>
                    <a:pt x="127825" y="24823"/>
                    <a:pt x="121535" y="18294"/>
                    <a:pt x="113370" y="16946"/>
                  </a:cubicBezTo>
                  <a:lnTo>
                    <a:pt x="88356" y="12557"/>
                  </a:lnTo>
                  <a:cubicBezTo>
                    <a:pt x="84993" y="11992"/>
                    <a:pt x="82728" y="8831"/>
                    <a:pt x="83297" y="5495"/>
                  </a:cubicBezTo>
                  <a:cubicBezTo>
                    <a:pt x="83302" y="5467"/>
                    <a:pt x="83307" y="5439"/>
                    <a:pt x="83312" y="5410"/>
                  </a:cubicBezTo>
                  <a:cubicBezTo>
                    <a:pt x="83825" y="2123"/>
                    <a:pt x="86928" y="-129"/>
                    <a:pt x="90243" y="379"/>
                  </a:cubicBezTo>
                  <a:cubicBezTo>
                    <a:pt x="90300" y="388"/>
                    <a:pt x="90357" y="398"/>
                    <a:pt x="90415" y="408"/>
                  </a:cubicBezTo>
                  <a:lnTo>
                    <a:pt x="115325" y="4492"/>
                  </a:lnTo>
                  <a:cubicBezTo>
                    <a:pt x="129183" y="6699"/>
                    <a:pt x="139796" y="17896"/>
                    <a:pt x="141163" y="31749"/>
                  </a:cubicBezTo>
                  <a:lnTo>
                    <a:pt x="141163" y="99230"/>
                  </a:lnTo>
                  <a:cubicBezTo>
                    <a:pt x="141204" y="100888"/>
                    <a:pt x="140530" y="102485"/>
                    <a:pt x="139310" y="103620"/>
                  </a:cubicBezTo>
                  <a:cubicBezTo>
                    <a:pt x="138081" y="104734"/>
                    <a:pt x="136439" y="105289"/>
                    <a:pt x="134780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6163255" y="2212478"/>
              <a:ext cx="50169" cy="32819"/>
            </a:xfrm>
            <a:custGeom>
              <a:avLst/>
              <a:gdLst/>
              <a:ahLst/>
              <a:cxnLst/>
              <a:rect l="l" t="t" r="r" b="b"/>
              <a:pathLst>
                <a:path w="50169" h="32819" extrusionOk="0">
                  <a:moveTo>
                    <a:pt x="24669" y="32809"/>
                  </a:moveTo>
                  <a:cubicBezTo>
                    <a:pt x="22891" y="32766"/>
                    <a:pt x="21212" y="31989"/>
                    <a:pt x="20036" y="30665"/>
                  </a:cubicBezTo>
                  <a:lnTo>
                    <a:pt x="1817" y="10248"/>
                  </a:lnTo>
                  <a:cubicBezTo>
                    <a:pt x="-600" y="7860"/>
                    <a:pt x="-606" y="3981"/>
                    <a:pt x="1801" y="1585"/>
                  </a:cubicBezTo>
                  <a:cubicBezTo>
                    <a:pt x="1806" y="1580"/>
                    <a:pt x="1811" y="1575"/>
                    <a:pt x="1817" y="1570"/>
                  </a:cubicBezTo>
                  <a:cubicBezTo>
                    <a:pt x="4405" y="-708"/>
                    <a:pt x="8364" y="-480"/>
                    <a:pt x="10669" y="2080"/>
                  </a:cubicBezTo>
                  <a:lnTo>
                    <a:pt x="24360" y="17598"/>
                  </a:lnTo>
                  <a:lnTo>
                    <a:pt x="39491" y="2183"/>
                  </a:lnTo>
                  <a:cubicBezTo>
                    <a:pt x="41870" y="-242"/>
                    <a:pt x="45781" y="-295"/>
                    <a:pt x="48225" y="2065"/>
                  </a:cubicBezTo>
                  <a:cubicBezTo>
                    <a:pt x="48265" y="2103"/>
                    <a:pt x="48305" y="2143"/>
                    <a:pt x="48344" y="2183"/>
                  </a:cubicBezTo>
                  <a:cubicBezTo>
                    <a:pt x="50778" y="4611"/>
                    <a:pt x="50778" y="8533"/>
                    <a:pt x="48344" y="10962"/>
                  </a:cubicBezTo>
                  <a:lnTo>
                    <a:pt x="28889" y="31380"/>
                  </a:lnTo>
                  <a:cubicBezTo>
                    <a:pt x="27727" y="32389"/>
                    <a:pt x="26210" y="32902"/>
                    <a:pt x="24669" y="32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6354736" y="2211923"/>
              <a:ext cx="50476" cy="30913"/>
            </a:xfrm>
            <a:custGeom>
              <a:avLst/>
              <a:gdLst/>
              <a:ahLst/>
              <a:cxnLst/>
              <a:rect l="l" t="t" r="r" b="b"/>
              <a:pathLst>
                <a:path w="50476" h="30913" extrusionOk="0">
                  <a:moveTo>
                    <a:pt x="25062" y="30914"/>
                  </a:moveTo>
                  <a:cubicBezTo>
                    <a:pt x="23449" y="30907"/>
                    <a:pt x="21901" y="30286"/>
                    <a:pt x="20738" y="29178"/>
                  </a:cubicBezTo>
                  <a:lnTo>
                    <a:pt x="1901" y="11007"/>
                  </a:lnTo>
                  <a:cubicBezTo>
                    <a:pt x="-572" y="8639"/>
                    <a:pt x="-641" y="4731"/>
                    <a:pt x="1747" y="2278"/>
                  </a:cubicBezTo>
                  <a:cubicBezTo>
                    <a:pt x="4134" y="-174"/>
                    <a:pt x="8075" y="-243"/>
                    <a:pt x="10548" y="2125"/>
                  </a:cubicBezTo>
                  <a:lnTo>
                    <a:pt x="25062" y="16111"/>
                  </a:lnTo>
                  <a:lnTo>
                    <a:pt x="39473" y="2125"/>
                  </a:lnTo>
                  <a:cubicBezTo>
                    <a:pt x="41757" y="-462"/>
                    <a:pt x="45724" y="-723"/>
                    <a:pt x="48333" y="1542"/>
                  </a:cubicBezTo>
                  <a:cubicBezTo>
                    <a:pt x="50943" y="3808"/>
                    <a:pt x="51206" y="7742"/>
                    <a:pt x="48921" y="10330"/>
                  </a:cubicBezTo>
                  <a:cubicBezTo>
                    <a:pt x="48706" y="10573"/>
                    <a:pt x="48473" y="10799"/>
                    <a:pt x="48223" y="11007"/>
                  </a:cubicBezTo>
                  <a:lnTo>
                    <a:pt x="29385" y="29178"/>
                  </a:lnTo>
                  <a:cubicBezTo>
                    <a:pt x="28211" y="30269"/>
                    <a:pt x="26670" y="30887"/>
                    <a:pt x="25062" y="30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6093139" y="2305060"/>
              <a:ext cx="390337" cy="12455"/>
            </a:xfrm>
            <a:custGeom>
              <a:avLst/>
              <a:gdLst/>
              <a:ahLst/>
              <a:cxnLst/>
              <a:rect l="l" t="t" r="r" b="b"/>
              <a:pathLst>
                <a:path w="390337" h="12455" extrusionOk="0">
                  <a:moveTo>
                    <a:pt x="384860" y="12404"/>
                  </a:moveTo>
                  <a:lnTo>
                    <a:pt x="7082" y="12404"/>
                  </a:lnTo>
                  <a:cubicBezTo>
                    <a:pt x="3643" y="12843"/>
                    <a:pt x="495" y="10434"/>
                    <a:pt x="52" y="7023"/>
                  </a:cubicBezTo>
                  <a:cubicBezTo>
                    <a:pt x="-391" y="3612"/>
                    <a:pt x="2038" y="490"/>
                    <a:pt x="5478" y="51"/>
                  </a:cubicBezTo>
                  <a:cubicBezTo>
                    <a:pt x="6010" y="-17"/>
                    <a:pt x="6549" y="-17"/>
                    <a:pt x="7082" y="51"/>
                  </a:cubicBezTo>
                  <a:lnTo>
                    <a:pt x="384860" y="51"/>
                  </a:lnTo>
                  <a:cubicBezTo>
                    <a:pt x="388300" y="491"/>
                    <a:pt x="390729" y="3612"/>
                    <a:pt x="390286" y="7023"/>
                  </a:cubicBezTo>
                  <a:cubicBezTo>
                    <a:pt x="389921" y="9831"/>
                    <a:pt x="387692" y="12042"/>
                    <a:pt x="384860" y="124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6152616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5925" y="71258"/>
                  </a:moveTo>
                  <a:cubicBezTo>
                    <a:pt x="16084" y="71258"/>
                    <a:pt x="0" y="55306"/>
                    <a:pt x="0" y="35629"/>
                  </a:cubicBezTo>
                  <a:cubicBezTo>
                    <a:pt x="0" y="15952"/>
                    <a:pt x="16084" y="0"/>
                    <a:pt x="35925" y="0"/>
                  </a:cubicBezTo>
                  <a:cubicBezTo>
                    <a:pt x="55766" y="0"/>
                    <a:pt x="71850" y="15952"/>
                    <a:pt x="71850" y="35629"/>
                  </a:cubicBezTo>
                  <a:cubicBezTo>
                    <a:pt x="71793" y="55283"/>
                    <a:pt x="55742" y="71202"/>
                    <a:pt x="35925" y="71258"/>
                  </a:cubicBezTo>
                  <a:close/>
                  <a:moveTo>
                    <a:pt x="35925" y="12353"/>
                  </a:moveTo>
                  <a:cubicBezTo>
                    <a:pt x="22963" y="12353"/>
                    <a:pt x="12455" y="22774"/>
                    <a:pt x="12455" y="35629"/>
                  </a:cubicBezTo>
                  <a:cubicBezTo>
                    <a:pt x="12455" y="48484"/>
                    <a:pt x="22963" y="58905"/>
                    <a:pt x="35925" y="58905"/>
                  </a:cubicBezTo>
                  <a:cubicBezTo>
                    <a:pt x="48887" y="58905"/>
                    <a:pt x="59395" y="48484"/>
                    <a:pt x="59395" y="35629"/>
                  </a:cubicBezTo>
                  <a:cubicBezTo>
                    <a:pt x="59395" y="22774"/>
                    <a:pt x="48887" y="12353"/>
                    <a:pt x="35925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343770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6028" y="71258"/>
                  </a:moveTo>
                  <a:cubicBezTo>
                    <a:pt x="16187" y="71314"/>
                    <a:pt x="57" y="55408"/>
                    <a:pt x="0" y="35731"/>
                  </a:cubicBezTo>
                  <a:cubicBezTo>
                    <a:pt x="-57" y="16054"/>
                    <a:pt x="15981" y="57"/>
                    <a:pt x="35822" y="0"/>
                  </a:cubicBezTo>
                  <a:cubicBezTo>
                    <a:pt x="55663" y="-56"/>
                    <a:pt x="71793" y="15850"/>
                    <a:pt x="71850" y="35527"/>
                  </a:cubicBezTo>
                  <a:cubicBezTo>
                    <a:pt x="71850" y="35561"/>
                    <a:pt x="71850" y="35595"/>
                    <a:pt x="71850" y="35629"/>
                  </a:cubicBezTo>
                  <a:cubicBezTo>
                    <a:pt x="71850" y="55266"/>
                    <a:pt x="55828" y="71201"/>
                    <a:pt x="36028" y="71258"/>
                  </a:cubicBezTo>
                  <a:close/>
                  <a:moveTo>
                    <a:pt x="36028" y="12353"/>
                  </a:moveTo>
                  <a:cubicBezTo>
                    <a:pt x="23069" y="12071"/>
                    <a:pt x="12333" y="22261"/>
                    <a:pt x="12049" y="35113"/>
                  </a:cubicBezTo>
                  <a:cubicBezTo>
                    <a:pt x="11765" y="47965"/>
                    <a:pt x="22040" y="58612"/>
                    <a:pt x="34999" y="58894"/>
                  </a:cubicBezTo>
                  <a:cubicBezTo>
                    <a:pt x="47957" y="59176"/>
                    <a:pt x="58693" y="48986"/>
                    <a:pt x="58977" y="36134"/>
                  </a:cubicBezTo>
                  <a:cubicBezTo>
                    <a:pt x="58981" y="35965"/>
                    <a:pt x="58983" y="35797"/>
                    <a:pt x="58983" y="35629"/>
                  </a:cubicBezTo>
                  <a:cubicBezTo>
                    <a:pt x="58986" y="22970"/>
                    <a:pt x="48788" y="12630"/>
                    <a:pt x="36028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218599" y="2078475"/>
              <a:ext cx="99540" cy="70543"/>
            </a:xfrm>
            <a:custGeom>
              <a:avLst/>
              <a:gdLst/>
              <a:ahLst/>
              <a:cxnLst/>
              <a:rect l="l" t="t" r="r" b="b"/>
              <a:pathLst>
                <a:path w="99540" h="70543" extrusionOk="0">
                  <a:moveTo>
                    <a:pt x="16470" y="70543"/>
                  </a:moveTo>
                  <a:cubicBezTo>
                    <a:pt x="15510" y="70536"/>
                    <a:pt x="14563" y="70327"/>
                    <a:pt x="13691" y="69931"/>
                  </a:cubicBezTo>
                  <a:cubicBezTo>
                    <a:pt x="11734" y="68887"/>
                    <a:pt x="10452" y="66922"/>
                    <a:pt x="10294" y="64724"/>
                  </a:cubicBezTo>
                  <a:lnTo>
                    <a:pt x="10294" y="48492"/>
                  </a:lnTo>
                  <a:cubicBezTo>
                    <a:pt x="4062" y="46084"/>
                    <a:pt x="-30" y="40118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276" y="0"/>
                  </a:lnTo>
                  <a:cubicBezTo>
                    <a:pt x="92275" y="56"/>
                    <a:pt x="99540" y="7307"/>
                    <a:pt x="99540" y="16232"/>
                  </a:cubicBezTo>
                  <a:lnTo>
                    <a:pt x="99540" y="33485"/>
                  </a:lnTo>
                  <a:cubicBezTo>
                    <a:pt x="99540" y="42393"/>
                    <a:pt x="92258" y="49615"/>
                    <a:pt x="83276" y="49615"/>
                  </a:cubicBezTo>
                  <a:lnTo>
                    <a:pt x="45704" y="49615"/>
                  </a:lnTo>
                  <a:lnTo>
                    <a:pt x="20279" y="69216"/>
                  </a:lnTo>
                  <a:cubicBezTo>
                    <a:pt x="19180" y="70043"/>
                    <a:pt x="17848" y="70507"/>
                    <a:pt x="16470" y="70543"/>
                  </a:cubicBezTo>
                  <a:close/>
                  <a:moveTo>
                    <a:pt x="16470" y="12353"/>
                  </a:moveTo>
                  <a:cubicBezTo>
                    <a:pt x="14367" y="12352"/>
                    <a:pt x="12661" y="14042"/>
                    <a:pt x="12660" y="16129"/>
                  </a:cubicBezTo>
                  <a:cubicBezTo>
                    <a:pt x="12660" y="16163"/>
                    <a:pt x="12660" y="16198"/>
                    <a:pt x="12661" y="16232"/>
                  </a:cubicBezTo>
                  <a:lnTo>
                    <a:pt x="12661" y="33485"/>
                  </a:lnTo>
                  <a:cubicBezTo>
                    <a:pt x="12661" y="35571"/>
                    <a:pt x="14367" y="37262"/>
                    <a:pt x="16470" y="37262"/>
                  </a:cubicBezTo>
                  <a:cubicBezTo>
                    <a:pt x="20031" y="37203"/>
                    <a:pt x="22995" y="39961"/>
                    <a:pt x="23161" y="43490"/>
                  </a:cubicBezTo>
                  <a:lnTo>
                    <a:pt x="23161" y="51657"/>
                  </a:lnTo>
                  <a:lnTo>
                    <a:pt x="40043" y="38589"/>
                  </a:lnTo>
                  <a:cubicBezTo>
                    <a:pt x="41122" y="37729"/>
                    <a:pt x="42466" y="37261"/>
                    <a:pt x="43851" y="37262"/>
                  </a:cubicBezTo>
                  <a:lnTo>
                    <a:pt x="83276" y="37262"/>
                  </a:lnTo>
                  <a:cubicBezTo>
                    <a:pt x="85357" y="37209"/>
                    <a:pt x="87031" y="35549"/>
                    <a:pt x="87085" y="33485"/>
                  </a:cubicBezTo>
                  <a:lnTo>
                    <a:pt x="87085" y="16232"/>
                  </a:lnTo>
                  <a:cubicBezTo>
                    <a:pt x="87085" y="14129"/>
                    <a:pt x="85396" y="12408"/>
                    <a:pt x="83276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6247524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263171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6279230" y="2099300"/>
              <a:ext cx="10293" cy="10208"/>
            </a:xfrm>
            <a:custGeom>
              <a:avLst/>
              <a:gdLst/>
              <a:ahLst/>
              <a:cxnLst/>
              <a:rect l="l" t="t" r="r" b="b"/>
              <a:pathLst>
                <a:path w="10293" h="10208" extrusionOk="0">
                  <a:moveTo>
                    <a:pt x="10293" y="5003"/>
                  </a:moveTo>
                  <a:cubicBezTo>
                    <a:pt x="10349" y="7822"/>
                    <a:pt x="8091" y="10152"/>
                    <a:pt x="5249" y="10208"/>
                  </a:cubicBezTo>
                  <a:cubicBezTo>
                    <a:pt x="2407" y="10264"/>
                    <a:pt x="57" y="8024"/>
                    <a:pt x="1" y="5206"/>
                  </a:cubicBezTo>
                  <a:cubicBezTo>
                    <a:pt x="-55" y="2387"/>
                    <a:pt x="2203" y="57"/>
                    <a:pt x="5045" y="1"/>
                  </a:cubicBezTo>
                  <a:cubicBezTo>
                    <a:pt x="5113" y="0"/>
                    <a:pt x="5181" y="0"/>
                    <a:pt x="5249" y="1"/>
                  </a:cubicBezTo>
                  <a:cubicBezTo>
                    <a:pt x="8034" y="1"/>
                    <a:pt x="10293" y="2241"/>
                    <a:pt x="10293" y="50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329874" y="2051320"/>
              <a:ext cx="99539" cy="70543"/>
            </a:xfrm>
            <a:custGeom>
              <a:avLst/>
              <a:gdLst/>
              <a:ahLst/>
              <a:cxnLst/>
              <a:rect l="l" t="t" r="r" b="b"/>
              <a:pathLst>
                <a:path w="99539" h="70543" extrusionOk="0">
                  <a:moveTo>
                    <a:pt x="83173" y="70543"/>
                  </a:moveTo>
                  <a:cubicBezTo>
                    <a:pt x="81787" y="70553"/>
                    <a:pt x="80440" y="70084"/>
                    <a:pt x="79364" y="69216"/>
                  </a:cubicBezTo>
                  <a:lnTo>
                    <a:pt x="53836" y="49717"/>
                  </a:lnTo>
                  <a:lnTo>
                    <a:pt x="16367" y="49717"/>
                  </a:lnTo>
                  <a:cubicBezTo>
                    <a:pt x="7328" y="49717"/>
                    <a:pt x="0" y="42450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173" y="0"/>
                  </a:lnTo>
                  <a:cubicBezTo>
                    <a:pt x="92212" y="0"/>
                    <a:pt x="99540" y="7267"/>
                    <a:pt x="99540" y="16232"/>
                  </a:cubicBezTo>
                  <a:lnTo>
                    <a:pt x="99540" y="33485"/>
                  </a:lnTo>
                  <a:cubicBezTo>
                    <a:pt x="99526" y="40129"/>
                    <a:pt x="95456" y="46103"/>
                    <a:pt x="89246" y="48594"/>
                  </a:cubicBezTo>
                  <a:lnTo>
                    <a:pt x="89246" y="64316"/>
                  </a:lnTo>
                  <a:cubicBezTo>
                    <a:pt x="89234" y="66690"/>
                    <a:pt x="87883" y="68858"/>
                    <a:pt x="85746" y="69931"/>
                  </a:cubicBezTo>
                  <a:cubicBezTo>
                    <a:pt x="84937" y="70300"/>
                    <a:pt x="84063" y="70508"/>
                    <a:pt x="83173" y="70543"/>
                  </a:cubicBezTo>
                  <a:close/>
                  <a:moveTo>
                    <a:pt x="16470" y="12353"/>
                  </a:moveTo>
                  <a:cubicBezTo>
                    <a:pt x="14310" y="12353"/>
                    <a:pt x="12558" y="14090"/>
                    <a:pt x="12558" y="16232"/>
                  </a:cubicBezTo>
                  <a:lnTo>
                    <a:pt x="12558" y="33485"/>
                  </a:lnTo>
                  <a:cubicBezTo>
                    <a:pt x="12558" y="35628"/>
                    <a:pt x="14310" y="37364"/>
                    <a:pt x="16470" y="37364"/>
                  </a:cubicBezTo>
                  <a:lnTo>
                    <a:pt x="56101" y="37364"/>
                  </a:lnTo>
                  <a:cubicBezTo>
                    <a:pt x="57473" y="37334"/>
                    <a:pt x="58816" y="37766"/>
                    <a:pt x="59909" y="38589"/>
                  </a:cubicBezTo>
                  <a:lnTo>
                    <a:pt x="76894" y="51759"/>
                  </a:lnTo>
                  <a:lnTo>
                    <a:pt x="76894" y="43490"/>
                  </a:lnTo>
                  <a:cubicBezTo>
                    <a:pt x="76893" y="40107"/>
                    <a:pt x="79658" y="37364"/>
                    <a:pt x="83069" y="37364"/>
                  </a:cubicBezTo>
                  <a:cubicBezTo>
                    <a:pt x="83104" y="37364"/>
                    <a:pt x="83138" y="37364"/>
                    <a:pt x="83173" y="37364"/>
                  </a:cubicBezTo>
                  <a:cubicBezTo>
                    <a:pt x="85384" y="37534"/>
                    <a:pt x="87314" y="35894"/>
                    <a:pt x="87485" y="33702"/>
                  </a:cubicBezTo>
                  <a:cubicBezTo>
                    <a:pt x="87491" y="33630"/>
                    <a:pt x="87495" y="33557"/>
                    <a:pt x="87496" y="33485"/>
                  </a:cubicBezTo>
                  <a:lnTo>
                    <a:pt x="87496" y="16232"/>
                  </a:lnTo>
                  <a:cubicBezTo>
                    <a:pt x="87508" y="14090"/>
                    <a:pt x="85767" y="12343"/>
                    <a:pt x="83607" y="12331"/>
                  </a:cubicBezTo>
                  <a:cubicBezTo>
                    <a:pt x="83462" y="12330"/>
                    <a:pt x="83317" y="12338"/>
                    <a:pt x="83173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6390401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6374737" y="2071737"/>
              <a:ext cx="10088" cy="10004"/>
            </a:xfrm>
            <a:custGeom>
              <a:avLst/>
              <a:gdLst/>
              <a:ahLst/>
              <a:cxnLst/>
              <a:rect l="l" t="t" r="r" b="b"/>
              <a:pathLst>
                <a:path w="10088" h="10004" extrusionOk="0">
                  <a:moveTo>
                    <a:pt x="17" y="5411"/>
                  </a:moveTo>
                  <a:cubicBezTo>
                    <a:pt x="244" y="8164"/>
                    <a:pt x="2679" y="10214"/>
                    <a:pt x="5456" y="9988"/>
                  </a:cubicBezTo>
                  <a:cubicBezTo>
                    <a:pt x="8232" y="9762"/>
                    <a:pt x="10298" y="7347"/>
                    <a:pt x="10071" y="4594"/>
                  </a:cubicBezTo>
                  <a:cubicBezTo>
                    <a:pt x="9857" y="2005"/>
                    <a:pt x="7680" y="9"/>
                    <a:pt x="5061" y="0"/>
                  </a:cubicBezTo>
                  <a:cubicBezTo>
                    <a:pt x="2275" y="-9"/>
                    <a:pt x="9" y="2223"/>
                    <a:pt x="0" y="4986"/>
                  </a:cubicBezTo>
                  <a:cubicBezTo>
                    <a:pt x="0" y="5128"/>
                    <a:pt x="5" y="5269"/>
                    <a:pt x="17" y="54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6359005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7578944" y="3386279"/>
            <a:ext cx="249147" cy="372348"/>
            <a:chOff x="6163008" y="1995439"/>
            <a:chExt cx="249147" cy="372348"/>
          </a:xfrm>
        </p:grpSpPr>
        <p:sp>
          <p:nvSpPr>
            <p:cNvPr id="284" name="Google Shape;284;p24"/>
            <p:cNvSpPr/>
            <p:nvPr/>
          </p:nvSpPr>
          <p:spPr>
            <a:xfrm>
              <a:off x="6195357" y="1995439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195357" y="2322983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6209959" y="2027857"/>
              <a:ext cx="155906" cy="307460"/>
            </a:xfrm>
            <a:custGeom>
              <a:avLst/>
              <a:gdLst/>
              <a:ahLst/>
              <a:cxnLst/>
              <a:rect l="l" t="t" r="r" b="b"/>
              <a:pathLst>
                <a:path w="155906" h="307460" extrusionOk="0">
                  <a:moveTo>
                    <a:pt x="149872" y="307461"/>
                  </a:moveTo>
                  <a:lnTo>
                    <a:pt x="6037" y="307461"/>
                  </a:lnTo>
                  <a:cubicBezTo>
                    <a:pt x="2704" y="307461"/>
                    <a:pt x="2" y="304722"/>
                    <a:pt x="2" y="301344"/>
                  </a:cubicBezTo>
                  <a:lnTo>
                    <a:pt x="2" y="261586"/>
                  </a:lnTo>
                  <a:cubicBezTo>
                    <a:pt x="-130" y="236751"/>
                    <a:pt x="7125" y="212451"/>
                    <a:pt x="20823" y="191857"/>
                  </a:cubicBezTo>
                  <a:lnTo>
                    <a:pt x="36514" y="168104"/>
                  </a:lnTo>
                  <a:cubicBezTo>
                    <a:pt x="42413" y="159157"/>
                    <a:pt x="42413" y="147489"/>
                    <a:pt x="36514" y="138541"/>
                  </a:cubicBezTo>
                  <a:lnTo>
                    <a:pt x="20823" y="115094"/>
                  </a:lnTo>
                  <a:cubicBezTo>
                    <a:pt x="7194" y="94658"/>
                    <a:pt x="-60" y="70541"/>
                    <a:pt x="2" y="45874"/>
                  </a:cubicBezTo>
                  <a:lnTo>
                    <a:pt x="2" y="6117"/>
                  </a:lnTo>
                  <a:cubicBezTo>
                    <a:pt x="2" y="2738"/>
                    <a:pt x="2704" y="0"/>
                    <a:pt x="6037" y="0"/>
                  </a:cubicBezTo>
                  <a:lnTo>
                    <a:pt x="149872" y="0"/>
                  </a:lnTo>
                  <a:cubicBezTo>
                    <a:pt x="153205" y="0"/>
                    <a:pt x="155907" y="2738"/>
                    <a:pt x="155907" y="6117"/>
                  </a:cubicBezTo>
                  <a:lnTo>
                    <a:pt x="155907" y="45874"/>
                  </a:lnTo>
                  <a:cubicBezTo>
                    <a:pt x="155867" y="70556"/>
                    <a:pt x="148546" y="94662"/>
                    <a:pt x="134885" y="115094"/>
                  </a:cubicBezTo>
                  <a:lnTo>
                    <a:pt x="119093" y="138949"/>
                  </a:lnTo>
                  <a:cubicBezTo>
                    <a:pt x="113194" y="147896"/>
                    <a:pt x="113194" y="159564"/>
                    <a:pt x="119093" y="168512"/>
                  </a:cubicBezTo>
                  <a:lnTo>
                    <a:pt x="134885" y="191857"/>
                  </a:lnTo>
                  <a:cubicBezTo>
                    <a:pt x="148430" y="212366"/>
                    <a:pt x="155644" y="236499"/>
                    <a:pt x="155605" y="261179"/>
                  </a:cubicBezTo>
                  <a:lnTo>
                    <a:pt x="155605" y="300936"/>
                  </a:lnTo>
                  <a:cubicBezTo>
                    <a:pt x="155831" y="304307"/>
                    <a:pt x="153319" y="307225"/>
                    <a:pt x="149993" y="307454"/>
                  </a:cubicBezTo>
                  <a:cubicBezTo>
                    <a:pt x="149953" y="307457"/>
                    <a:pt x="149912" y="307459"/>
                    <a:pt x="149872" y="307461"/>
                  </a:cubicBezTo>
                  <a:close/>
                  <a:moveTo>
                    <a:pt x="12172" y="295126"/>
                  </a:moveTo>
                  <a:lnTo>
                    <a:pt x="143736" y="295126"/>
                  </a:lnTo>
                  <a:lnTo>
                    <a:pt x="143736" y="261586"/>
                  </a:lnTo>
                  <a:cubicBezTo>
                    <a:pt x="143712" y="239344"/>
                    <a:pt x="137127" y="217617"/>
                    <a:pt x="124827" y="199197"/>
                  </a:cubicBezTo>
                  <a:lnTo>
                    <a:pt x="109035" y="175342"/>
                  </a:lnTo>
                  <a:cubicBezTo>
                    <a:pt x="100448" y="162249"/>
                    <a:pt x="100448" y="145212"/>
                    <a:pt x="109035" y="132118"/>
                  </a:cubicBezTo>
                  <a:lnTo>
                    <a:pt x="124827" y="108264"/>
                  </a:lnTo>
                  <a:cubicBezTo>
                    <a:pt x="137056" y="89821"/>
                    <a:pt x="143571" y="68095"/>
                    <a:pt x="143535" y="45874"/>
                  </a:cubicBezTo>
                  <a:lnTo>
                    <a:pt x="143535" y="12335"/>
                  </a:lnTo>
                  <a:lnTo>
                    <a:pt x="12172" y="12335"/>
                  </a:lnTo>
                  <a:lnTo>
                    <a:pt x="12172" y="45874"/>
                  </a:lnTo>
                  <a:cubicBezTo>
                    <a:pt x="12137" y="68095"/>
                    <a:pt x="18652" y="89821"/>
                    <a:pt x="30881" y="108264"/>
                  </a:cubicBezTo>
                  <a:lnTo>
                    <a:pt x="46673" y="132118"/>
                  </a:lnTo>
                  <a:cubicBezTo>
                    <a:pt x="55259" y="145212"/>
                    <a:pt x="55259" y="162249"/>
                    <a:pt x="46673" y="175342"/>
                  </a:cubicBezTo>
                  <a:lnTo>
                    <a:pt x="30881" y="199197"/>
                  </a:lnTo>
                  <a:cubicBezTo>
                    <a:pt x="18635" y="217632"/>
                    <a:pt x="12118" y="239363"/>
                    <a:pt x="12172" y="2615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6210281" y="2060593"/>
              <a:ext cx="155612" cy="27736"/>
            </a:xfrm>
            <a:custGeom>
              <a:avLst/>
              <a:gdLst/>
              <a:ahLst/>
              <a:cxnLst/>
              <a:rect l="l" t="t" r="r" b="b"/>
              <a:pathLst>
                <a:path w="155612" h="27736" extrusionOk="0">
                  <a:moveTo>
                    <a:pt x="6117" y="27717"/>
                  </a:moveTo>
                  <a:cubicBezTo>
                    <a:pt x="2729" y="27707"/>
                    <a:pt x="-10" y="24914"/>
                    <a:pt x="0" y="21480"/>
                  </a:cubicBezTo>
                  <a:cubicBezTo>
                    <a:pt x="5" y="19741"/>
                    <a:pt x="728" y="18085"/>
                    <a:pt x="1993" y="16911"/>
                  </a:cubicBezTo>
                  <a:cubicBezTo>
                    <a:pt x="21336" y="580"/>
                    <a:pt x="47689" y="-4329"/>
                    <a:pt x="71497" y="3964"/>
                  </a:cubicBezTo>
                  <a:cubicBezTo>
                    <a:pt x="96251" y="12269"/>
                    <a:pt x="122986" y="12269"/>
                    <a:pt x="147740" y="3964"/>
                  </a:cubicBezTo>
                  <a:cubicBezTo>
                    <a:pt x="150934" y="2951"/>
                    <a:pt x="154334" y="4754"/>
                    <a:pt x="155334" y="7991"/>
                  </a:cubicBezTo>
                  <a:cubicBezTo>
                    <a:pt x="156334" y="11228"/>
                    <a:pt x="154555" y="14674"/>
                    <a:pt x="151361" y="15688"/>
                  </a:cubicBezTo>
                  <a:cubicBezTo>
                    <a:pt x="124156" y="24802"/>
                    <a:pt x="94779" y="24802"/>
                    <a:pt x="67574" y="15688"/>
                  </a:cubicBezTo>
                  <a:cubicBezTo>
                    <a:pt x="47853" y="9062"/>
                    <a:pt x="26156" y="13182"/>
                    <a:pt x="10141" y="26596"/>
                  </a:cubicBezTo>
                  <a:cubicBezTo>
                    <a:pt x="8970" y="27434"/>
                    <a:pt x="7546" y="27831"/>
                    <a:pt x="6117" y="277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6211001" y="2257738"/>
              <a:ext cx="151016" cy="21832"/>
            </a:xfrm>
            <a:custGeom>
              <a:avLst/>
              <a:gdLst/>
              <a:ahLst/>
              <a:cxnLst/>
              <a:rect l="l" t="t" r="r" b="b"/>
              <a:pathLst>
                <a:path w="151016" h="21832" extrusionOk="0">
                  <a:moveTo>
                    <a:pt x="107490" y="21817"/>
                  </a:moveTo>
                  <a:cubicBezTo>
                    <a:pt x="96602" y="21733"/>
                    <a:pt x="85774" y="20155"/>
                    <a:pt x="75303" y="17128"/>
                  </a:cubicBezTo>
                  <a:cubicBezTo>
                    <a:pt x="53646" y="9873"/>
                    <a:pt x="30106" y="10998"/>
                    <a:pt x="9220" y="20288"/>
                  </a:cubicBezTo>
                  <a:cubicBezTo>
                    <a:pt x="6275" y="22005"/>
                    <a:pt x="2515" y="20978"/>
                    <a:pt x="821" y="17994"/>
                  </a:cubicBezTo>
                  <a:cubicBezTo>
                    <a:pt x="-874" y="15010"/>
                    <a:pt x="140" y="11199"/>
                    <a:pt x="3084" y="9482"/>
                  </a:cubicBezTo>
                  <a:cubicBezTo>
                    <a:pt x="26780" y="-1463"/>
                    <a:pt x="53667" y="-2991"/>
                    <a:pt x="78421" y="5201"/>
                  </a:cubicBezTo>
                  <a:cubicBezTo>
                    <a:pt x="99528" y="12426"/>
                    <a:pt x="122581" y="11036"/>
                    <a:pt x="142694" y="1327"/>
                  </a:cubicBezTo>
                  <a:cubicBezTo>
                    <a:pt x="145861" y="103"/>
                    <a:pt x="149406" y="1712"/>
                    <a:pt x="150614" y="4921"/>
                  </a:cubicBezTo>
                  <a:cubicBezTo>
                    <a:pt x="151473" y="7205"/>
                    <a:pt x="150933" y="9787"/>
                    <a:pt x="149232" y="11521"/>
                  </a:cubicBezTo>
                  <a:cubicBezTo>
                    <a:pt x="136429" y="18550"/>
                    <a:pt x="122048" y="22097"/>
                    <a:pt x="107490" y="21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6269958" y="2138792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61" y="23015"/>
                    <a:pt x="9405" y="2557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626995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187" y="28320"/>
                  </a:moveTo>
                  <a:cubicBezTo>
                    <a:pt x="2798" y="28320"/>
                    <a:pt x="51" y="2553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496"/>
                    <a:pt x="9536" y="28264"/>
                    <a:pt x="6187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626995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44"/>
                    <a:pt x="9536" y="2551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6294501" y="2138792"/>
              <a:ext cx="12271" cy="25581"/>
            </a:xfrm>
            <a:custGeom>
              <a:avLst/>
              <a:gdLst/>
              <a:ahLst/>
              <a:cxnLst/>
              <a:rect l="l" t="t" r="r" b="b"/>
              <a:pathLst>
                <a:path w="12271" h="25581" extrusionOk="0">
                  <a:moveTo>
                    <a:pt x="5684" y="25567"/>
                  </a:moveTo>
                  <a:cubicBezTo>
                    <a:pt x="2622" y="25364"/>
                    <a:pt x="198" y="22863"/>
                    <a:pt x="51" y="19757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07" y="23184"/>
                    <a:pt x="9092" y="25787"/>
                    <a:pt x="5710" y="25569"/>
                  </a:cubicBezTo>
                  <a:cubicBezTo>
                    <a:pt x="5701" y="25569"/>
                    <a:pt x="5692" y="25568"/>
                    <a:pt x="5684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629409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086" y="28320"/>
                  </a:moveTo>
                  <a:cubicBezTo>
                    <a:pt x="2737" y="28264"/>
                    <a:pt x="51" y="2549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536"/>
                    <a:pt x="9475" y="28320"/>
                    <a:pt x="6086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629409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086" y="25567"/>
                  </a:moveTo>
                  <a:cubicBezTo>
                    <a:pt x="2737" y="25512"/>
                    <a:pt x="51" y="22744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83"/>
                    <a:pt x="9475" y="25567"/>
                    <a:pt x="6086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6163008" y="2355350"/>
              <a:ext cx="249147" cy="12437"/>
            </a:xfrm>
            <a:custGeom>
              <a:avLst/>
              <a:gdLst/>
              <a:ahLst/>
              <a:cxnLst/>
              <a:rect l="l" t="t" r="r" b="b"/>
              <a:pathLst>
                <a:path w="249147" h="12437" extrusionOk="0">
                  <a:moveTo>
                    <a:pt x="243796" y="12386"/>
                  </a:moveTo>
                  <a:lnTo>
                    <a:pt x="6920" y="12386"/>
                  </a:lnTo>
                  <a:cubicBezTo>
                    <a:pt x="3559" y="12825"/>
                    <a:pt x="484" y="10419"/>
                    <a:pt x="51" y="7013"/>
                  </a:cubicBezTo>
                  <a:cubicBezTo>
                    <a:pt x="-382" y="3607"/>
                    <a:pt x="1991" y="490"/>
                    <a:pt x="5352" y="51"/>
                  </a:cubicBezTo>
                  <a:cubicBezTo>
                    <a:pt x="5873" y="-17"/>
                    <a:pt x="6400" y="-17"/>
                    <a:pt x="6920" y="51"/>
                  </a:cubicBezTo>
                  <a:lnTo>
                    <a:pt x="243796" y="51"/>
                  </a:lnTo>
                  <a:cubicBezTo>
                    <a:pt x="247156" y="490"/>
                    <a:pt x="249530" y="3607"/>
                    <a:pt x="249097" y="7013"/>
                  </a:cubicBezTo>
                  <a:cubicBezTo>
                    <a:pt x="248741" y="9817"/>
                    <a:pt x="246562" y="12025"/>
                    <a:pt x="243796" y="123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6" name="Google Shape;296;p24"/>
          <p:cNvGrpSpPr/>
          <p:nvPr/>
        </p:nvGrpSpPr>
        <p:grpSpPr>
          <a:xfrm>
            <a:off x="4358258" y="2935618"/>
            <a:ext cx="262571" cy="372214"/>
            <a:chOff x="6156807" y="1995439"/>
            <a:chExt cx="262571" cy="372214"/>
          </a:xfrm>
        </p:grpSpPr>
        <p:sp>
          <p:nvSpPr>
            <p:cNvPr id="297" name="Google Shape;297;p24"/>
            <p:cNvSpPr/>
            <p:nvPr/>
          </p:nvSpPr>
          <p:spPr>
            <a:xfrm>
              <a:off x="6184800" y="2295725"/>
              <a:ext cx="225799" cy="71928"/>
            </a:xfrm>
            <a:custGeom>
              <a:avLst/>
              <a:gdLst/>
              <a:ahLst/>
              <a:cxnLst/>
              <a:rect l="l" t="t" r="r" b="b"/>
              <a:pathLst>
                <a:path w="225799" h="71928" extrusionOk="0">
                  <a:moveTo>
                    <a:pt x="187925" y="71876"/>
                  </a:moveTo>
                  <a:lnTo>
                    <a:pt x="7024" y="71876"/>
                  </a:lnTo>
                  <a:cubicBezTo>
                    <a:pt x="3613" y="72327"/>
                    <a:pt x="491" y="69854"/>
                    <a:pt x="52" y="66353"/>
                  </a:cubicBezTo>
                  <a:cubicBezTo>
                    <a:pt x="-388" y="62853"/>
                    <a:pt x="2021" y="59649"/>
                    <a:pt x="5432" y="59198"/>
                  </a:cubicBezTo>
                  <a:cubicBezTo>
                    <a:pt x="5961" y="59128"/>
                    <a:pt x="6495" y="59128"/>
                    <a:pt x="7024" y="59198"/>
                  </a:cubicBezTo>
                  <a:cubicBezTo>
                    <a:pt x="19501" y="59140"/>
                    <a:pt x="29585" y="48743"/>
                    <a:pt x="29585" y="35938"/>
                  </a:cubicBezTo>
                  <a:lnTo>
                    <a:pt x="29585" y="6391"/>
                  </a:lnTo>
                  <a:cubicBezTo>
                    <a:pt x="29585" y="2861"/>
                    <a:pt x="32373" y="0"/>
                    <a:pt x="35813" y="0"/>
                  </a:cubicBezTo>
                  <a:lnTo>
                    <a:pt x="219572" y="0"/>
                  </a:lnTo>
                  <a:cubicBezTo>
                    <a:pt x="223011" y="0"/>
                    <a:pt x="225799" y="2861"/>
                    <a:pt x="225799" y="6391"/>
                  </a:cubicBezTo>
                  <a:lnTo>
                    <a:pt x="225799" y="32690"/>
                  </a:lnTo>
                  <a:cubicBezTo>
                    <a:pt x="225745" y="54186"/>
                    <a:pt x="208868" y="71646"/>
                    <a:pt x="187925" y="71876"/>
                  </a:cubicBezTo>
                  <a:close/>
                  <a:moveTo>
                    <a:pt x="33261" y="59198"/>
                  </a:moveTo>
                  <a:lnTo>
                    <a:pt x="187925" y="59198"/>
                  </a:lnTo>
                  <a:cubicBezTo>
                    <a:pt x="202206" y="59198"/>
                    <a:pt x="213799" y="47347"/>
                    <a:pt x="213855" y="32690"/>
                  </a:cubicBezTo>
                  <a:lnTo>
                    <a:pt x="213855" y="12678"/>
                  </a:lnTo>
                  <a:lnTo>
                    <a:pt x="42040" y="12678"/>
                  </a:lnTo>
                  <a:lnTo>
                    <a:pt x="42040" y="35938"/>
                  </a:lnTo>
                  <a:cubicBezTo>
                    <a:pt x="41931" y="44522"/>
                    <a:pt x="38815" y="52779"/>
                    <a:pt x="33261" y="59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6156807" y="2068782"/>
              <a:ext cx="204330" cy="298818"/>
            </a:xfrm>
            <a:custGeom>
              <a:avLst/>
              <a:gdLst/>
              <a:ahLst/>
              <a:cxnLst/>
              <a:rect l="l" t="t" r="r" b="b"/>
              <a:pathLst>
                <a:path w="204330" h="298818" extrusionOk="0">
                  <a:moveTo>
                    <a:pt x="35017" y="298818"/>
                  </a:moveTo>
                  <a:cubicBezTo>
                    <a:pt x="15701" y="298761"/>
                    <a:pt x="57" y="282705"/>
                    <a:pt x="1" y="262880"/>
                  </a:cubicBezTo>
                  <a:lnTo>
                    <a:pt x="1" y="6496"/>
                  </a:lnTo>
                  <a:cubicBezTo>
                    <a:pt x="-56" y="2967"/>
                    <a:pt x="2686" y="59"/>
                    <a:pt x="6125" y="1"/>
                  </a:cubicBezTo>
                  <a:cubicBezTo>
                    <a:pt x="6160" y="0"/>
                    <a:pt x="6194" y="0"/>
                    <a:pt x="6228" y="0"/>
                  </a:cubicBezTo>
                  <a:lnTo>
                    <a:pt x="79732" y="0"/>
                  </a:lnTo>
                  <a:cubicBezTo>
                    <a:pt x="83115" y="0"/>
                    <a:pt x="85858" y="2814"/>
                    <a:pt x="85858" y="6286"/>
                  </a:cubicBezTo>
                  <a:cubicBezTo>
                    <a:pt x="85858" y="6321"/>
                    <a:pt x="85858" y="6356"/>
                    <a:pt x="85857" y="6391"/>
                  </a:cubicBezTo>
                  <a:cubicBezTo>
                    <a:pt x="85858" y="9881"/>
                    <a:pt x="83131" y="12725"/>
                    <a:pt x="79732" y="12783"/>
                  </a:cubicBezTo>
                  <a:lnTo>
                    <a:pt x="12354" y="12783"/>
                  </a:lnTo>
                  <a:lnTo>
                    <a:pt x="12354" y="262880"/>
                  </a:lnTo>
                  <a:cubicBezTo>
                    <a:pt x="11514" y="275698"/>
                    <a:pt x="20957" y="286787"/>
                    <a:pt x="33446" y="287648"/>
                  </a:cubicBezTo>
                  <a:cubicBezTo>
                    <a:pt x="45935" y="288510"/>
                    <a:pt x="56739" y="278818"/>
                    <a:pt x="57579" y="266001"/>
                  </a:cubicBezTo>
                  <a:cubicBezTo>
                    <a:pt x="57647" y="264962"/>
                    <a:pt x="57647" y="263920"/>
                    <a:pt x="57579" y="262881"/>
                  </a:cubicBezTo>
                  <a:lnTo>
                    <a:pt x="57579" y="233334"/>
                  </a:lnTo>
                  <a:cubicBezTo>
                    <a:pt x="57579" y="229804"/>
                    <a:pt x="60367" y="226943"/>
                    <a:pt x="63806" y="226943"/>
                  </a:cubicBezTo>
                  <a:lnTo>
                    <a:pt x="191927" y="226943"/>
                  </a:lnTo>
                  <a:lnTo>
                    <a:pt x="191927" y="194567"/>
                  </a:lnTo>
                  <a:cubicBezTo>
                    <a:pt x="191488" y="191066"/>
                    <a:pt x="193897" y="187863"/>
                    <a:pt x="197308" y="187412"/>
                  </a:cubicBezTo>
                  <a:cubicBezTo>
                    <a:pt x="200719" y="186961"/>
                    <a:pt x="203840" y="189433"/>
                    <a:pt x="204280" y="192934"/>
                  </a:cubicBezTo>
                  <a:cubicBezTo>
                    <a:pt x="204348" y="193476"/>
                    <a:pt x="204348" y="194025"/>
                    <a:pt x="204280" y="194567"/>
                  </a:cubicBezTo>
                  <a:lnTo>
                    <a:pt x="204280" y="233334"/>
                  </a:lnTo>
                  <a:cubicBezTo>
                    <a:pt x="204280" y="236806"/>
                    <a:pt x="201537" y="239620"/>
                    <a:pt x="198155" y="239620"/>
                  </a:cubicBezTo>
                  <a:lnTo>
                    <a:pt x="70034" y="239620"/>
                  </a:lnTo>
                  <a:lnTo>
                    <a:pt x="70034" y="262880"/>
                  </a:lnTo>
                  <a:cubicBezTo>
                    <a:pt x="69977" y="282705"/>
                    <a:pt x="54333" y="298761"/>
                    <a:pt x="35017" y="2988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6252669" y="2058304"/>
              <a:ext cx="119647" cy="211435"/>
            </a:xfrm>
            <a:custGeom>
              <a:avLst/>
              <a:gdLst/>
              <a:ahLst/>
              <a:cxnLst/>
              <a:rect l="l" t="t" r="r" b="b"/>
              <a:pathLst>
                <a:path w="119647" h="211435" extrusionOk="0">
                  <a:moveTo>
                    <a:pt x="90961" y="211436"/>
                  </a:moveTo>
                  <a:lnTo>
                    <a:pt x="28891" y="211436"/>
                  </a:lnTo>
                  <a:cubicBezTo>
                    <a:pt x="25452" y="211436"/>
                    <a:pt x="22664" y="208574"/>
                    <a:pt x="22664" y="205045"/>
                  </a:cubicBezTo>
                  <a:lnTo>
                    <a:pt x="22664" y="112319"/>
                  </a:lnTo>
                  <a:lnTo>
                    <a:pt x="6227" y="112319"/>
                  </a:lnTo>
                  <a:cubicBezTo>
                    <a:pt x="2845" y="112377"/>
                    <a:pt x="57" y="109609"/>
                    <a:pt x="1" y="106138"/>
                  </a:cubicBezTo>
                  <a:cubicBezTo>
                    <a:pt x="0" y="106103"/>
                    <a:pt x="0" y="106068"/>
                    <a:pt x="0" y="106032"/>
                  </a:cubicBezTo>
                  <a:lnTo>
                    <a:pt x="0" y="36252"/>
                  </a:lnTo>
                  <a:cubicBezTo>
                    <a:pt x="0" y="16231"/>
                    <a:pt x="15814" y="0"/>
                    <a:pt x="35323" y="0"/>
                  </a:cubicBezTo>
                  <a:lnTo>
                    <a:pt x="84427" y="0"/>
                  </a:lnTo>
                  <a:cubicBezTo>
                    <a:pt x="103879" y="0"/>
                    <a:pt x="119648" y="16184"/>
                    <a:pt x="119648" y="36147"/>
                  </a:cubicBezTo>
                  <a:cubicBezTo>
                    <a:pt x="119648" y="36182"/>
                    <a:pt x="119648" y="36217"/>
                    <a:pt x="119648" y="36252"/>
                  </a:cubicBezTo>
                  <a:lnTo>
                    <a:pt x="119648" y="106032"/>
                  </a:lnTo>
                  <a:cubicBezTo>
                    <a:pt x="119648" y="109504"/>
                    <a:pt x="116905" y="112319"/>
                    <a:pt x="113522" y="112319"/>
                  </a:cubicBezTo>
                  <a:lnTo>
                    <a:pt x="97086" y="112319"/>
                  </a:lnTo>
                  <a:lnTo>
                    <a:pt x="97086" y="205045"/>
                  </a:lnTo>
                  <a:cubicBezTo>
                    <a:pt x="97143" y="208516"/>
                    <a:pt x="94446" y="211377"/>
                    <a:pt x="91064" y="211435"/>
                  </a:cubicBezTo>
                  <a:cubicBezTo>
                    <a:pt x="91029" y="211436"/>
                    <a:pt x="90995" y="211436"/>
                    <a:pt x="90961" y="211436"/>
                  </a:cubicBezTo>
                  <a:close/>
                  <a:moveTo>
                    <a:pt x="35016" y="199073"/>
                  </a:moveTo>
                  <a:lnTo>
                    <a:pt x="84733" y="199073"/>
                  </a:lnTo>
                  <a:lnTo>
                    <a:pt x="84733" y="106032"/>
                  </a:lnTo>
                  <a:cubicBezTo>
                    <a:pt x="84733" y="102503"/>
                    <a:pt x="87522" y="99641"/>
                    <a:pt x="90961" y="99641"/>
                  </a:cubicBezTo>
                  <a:lnTo>
                    <a:pt x="107295" y="99641"/>
                  </a:lnTo>
                  <a:lnTo>
                    <a:pt x="107295" y="36776"/>
                  </a:lnTo>
                  <a:cubicBezTo>
                    <a:pt x="107295" y="23814"/>
                    <a:pt x="97057" y="13306"/>
                    <a:pt x="84427" y="13306"/>
                  </a:cubicBezTo>
                  <a:lnTo>
                    <a:pt x="35323" y="13306"/>
                  </a:lnTo>
                  <a:cubicBezTo>
                    <a:pt x="22693" y="13306"/>
                    <a:pt x="12455" y="23814"/>
                    <a:pt x="12455" y="36776"/>
                  </a:cubicBezTo>
                  <a:lnTo>
                    <a:pt x="12455" y="99641"/>
                  </a:lnTo>
                  <a:lnTo>
                    <a:pt x="28891" y="99641"/>
                  </a:lnTo>
                  <a:cubicBezTo>
                    <a:pt x="32274" y="99641"/>
                    <a:pt x="35017" y="102455"/>
                    <a:pt x="35017" y="105927"/>
                  </a:cubicBezTo>
                  <a:cubicBezTo>
                    <a:pt x="35017" y="105962"/>
                    <a:pt x="35017" y="105997"/>
                    <a:pt x="35016" y="1060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6306367" y="2173954"/>
              <a:ext cx="12353" cy="95786"/>
            </a:xfrm>
            <a:custGeom>
              <a:avLst/>
              <a:gdLst/>
              <a:ahLst/>
              <a:cxnLst/>
              <a:rect l="l" t="t" r="r" b="b"/>
              <a:pathLst>
                <a:path w="12353" h="95786" extrusionOk="0">
                  <a:moveTo>
                    <a:pt x="6227" y="95787"/>
                  </a:moveTo>
                  <a:cubicBezTo>
                    <a:pt x="2788" y="95787"/>
                    <a:pt x="0" y="92925"/>
                    <a:pt x="0" y="89395"/>
                  </a:cubicBezTo>
                  <a:lnTo>
                    <a:pt x="0" y="5575"/>
                  </a:lnTo>
                  <a:cubicBezTo>
                    <a:pt x="439" y="2074"/>
                    <a:pt x="3561" y="-398"/>
                    <a:pt x="6972" y="53"/>
                  </a:cubicBezTo>
                  <a:cubicBezTo>
                    <a:pt x="9780" y="424"/>
                    <a:pt x="11991" y="2693"/>
                    <a:pt x="12353" y="5575"/>
                  </a:cubicBezTo>
                  <a:lnTo>
                    <a:pt x="12353" y="89395"/>
                  </a:lnTo>
                  <a:cubicBezTo>
                    <a:pt x="12409" y="92867"/>
                    <a:pt x="9713" y="95728"/>
                    <a:pt x="6330" y="95786"/>
                  </a:cubicBezTo>
                  <a:cubicBezTo>
                    <a:pt x="6296" y="95786"/>
                    <a:pt x="6262" y="95787"/>
                    <a:pt x="6227" y="95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27528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633735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6286763" y="1995439"/>
              <a:ext cx="54417" cy="60664"/>
            </a:xfrm>
            <a:custGeom>
              <a:avLst/>
              <a:gdLst/>
              <a:ahLst/>
              <a:cxnLst/>
              <a:rect l="l" t="t" r="r" b="b"/>
              <a:pathLst>
                <a:path w="54417" h="60664" extrusionOk="0">
                  <a:moveTo>
                    <a:pt x="26444" y="60665"/>
                  </a:moveTo>
                  <a:cubicBezTo>
                    <a:pt x="16960" y="60201"/>
                    <a:pt x="8634" y="54039"/>
                    <a:pt x="5210" y="44948"/>
                  </a:cubicBezTo>
                  <a:cubicBezTo>
                    <a:pt x="1698" y="38030"/>
                    <a:pt x="-91" y="30327"/>
                    <a:pt x="4" y="22527"/>
                  </a:cubicBezTo>
                  <a:lnTo>
                    <a:pt x="4" y="15611"/>
                  </a:lnTo>
                  <a:cubicBezTo>
                    <a:pt x="7" y="14429"/>
                    <a:pt x="324" y="13270"/>
                    <a:pt x="922" y="12259"/>
                  </a:cubicBezTo>
                  <a:cubicBezTo>
                    <a:pt x="7483" y="4467"/>
                    <a:pt x="17023" y="-8"/>
                    <a:pt x="27057" y="0"/>
                  </a:cubicBezTo>
                  <a:cubicBezTo>
                    <a:pt x="40329" y="0"/>
                    <a:pt x="54417" y="8382"/>
                    <a:pt x="54417" y="16240"/>
                  </a:cubicBezTo>
                  <a:lnTo>
                    <a:pt x="54417" y="22527"/>
                  </a:lnTo>
                  <a:cubicBezTo>
                    <a:pt x="54462" y="30321"/>
                    <a:pt x="52676" y="38012"/>
                    <a:pt x="49210" y="44948"/>
                  </a:cubicBezTo>
                  <a:cubicBezTo>
                    <a:pt x="45634" y="54329"/>
                    <a:pt x="36871" y="60546"/>
                    <a:pt x="27057" y="60665"/>
                  </a:cubicBezTo>
                  <a:close/>
                  <a:moveTo>
                    <a:pt x="12356" y="18126"/>
                  </a:moveTo>
                  <a:lnTo>
                    <a:pt x="12356" y="22527"/>
                  </a:lnTo>
                  <a:cubicBezTo>
                    <a:pt x="12287" y="28244"/>
                    <a:pt x="13584" y="33892"/>
                    <a:pt x="16134" y="38976"/>
                  </a:cubicBezTo>
                  <a:cubicBezTo>
                    <a:pt x="19196" y="45053"/>
                    <a:pt x="22973" y="48301"/>
                    <a:pt x="27057" y="47987"/>
                  </a:cubicBezTo>
                  <a:cubicBezTo>
                    <a:pt x="31141" y="47673"/>
                    <a:pt x="35224" y="45053"/>
                    <a:pt x="38287" y="38976"/>
                  </a:cubicBezTo>
                  <a:cubicBezTo>
                    <a:pt x="40836" y="33892"/>
                    <a:pt x="42133" y="28244"/>
                    <a:pt x="42064" y="22527"/>
                  </a:cubicBezTo>
                  <a:lnTo>
                    <a:pt x="42064" y="17917"/>
                  </a:lnTo>
                  <a:cubicBezTo>
                    <a:pt x="33379" y="10790"/>
                    <a:pt x="21042" y="10790"/>
                    <a:pt x="12356" y="17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6190088" y="2257377"/>
              <a:ext cx="229290" cy="12363"/>
            </a:xfrm>
            <a:custGeom>
              <a:avLst/>
              <a:gdLst/>
              <a:ahLst/>
              <a:cxnLst/>
              <a:rect l="l" t="t" r="r" b="b"/>
              <a:pathLst>
                <a:path w="229290" h="12363" extrusionOk="0">
                  <a:moveTo>
                    <a:pt x="223063" y="12363"/>
                  </a:moveTo>
                  <a:lnTo>
                    <a:pt x="6227" y="12363"/>
                  </a:lnTo>
                  <a:cubicBezTo>
                    <a:pt x="2788" y="12363"/>
                    <a:pt x="0" y="9502"/>
                    <a:pt x="0" y="5972"/>
                  </a:cubicBezTo>
                  <a:cubicBezTo>
                    <a:pt x="215" y="2607"/>
                    <a:pt x="2941" y="-7"/>
                    <a:pt x="6227" y="0"/>
                  </a:cubicBezTo>
                  <a:lnTo>
                    <a:pt x="223063" y="0"/>
                  </a:lnTo>
                  <a:cubicBezTo>
                    <a:pt x="226480" y="56"/>
                    <a:pt x="229236" y="2885"/>
                    <a:pt x="229291" y="6391"/>
                  </a:cubicBezTo>
                  <a:cubicBezTo>
                    <a:pt x="229075" y="9756"/>
                    <a:pt x="226349" y="12371"/>
                    <a:pt x="223063" y="123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6376928" y="2095727"/>
              <a:ext cx="34920" cy="31309"/>
            </a:xfrm>
            <a:custGeom>
              <a:avLst/>
              <a:gdLst/>
              <a:ahLst/>
              <a:cxnLst/>
              <a:rect l="l" t="t" r="r" b="b"/>
              <a:pathLst>
                <a:path w="34920" h="31309" extrusionOk="0">
                  <a:moveTo>
                    <a:pt x="6108" y="31310"/>
                  </a:moveTo>
                  <a:cubicBezTo>
                    <a:pt x="4212" y="31293"/>
                    <a:pt x="2434" y="30362"/>
                    <a:pt x="1310" y="28795"/>
                  </a:cubicBezTo>
                  <a:cubicBezTo>
                    <a:pt x="-777" y="26039"/>
                    <a:pt x="-322" y="22074"/>
                    <a:pt x="2331" y="19889"/>
                  </a:cubicBezTo>
                  <a:lnTo>
                    <a:pt x="24892" y="1344"/>
                  </a:lnTo>
                  <a:cubicBezTo>
                    <a:pt x="27578" y="-797"/>
                    <a:pt x="31441" y="-331"/>
                    <a:pt x="33570" y="2392"/>
                  </a:cubicBezTo>
                  <a:cubicBezTo>
                    <a:pt x="35689" y="5098"/>
                    <a:pt x="35269" y="9055"/>
                    <a:pt x="32632" y="11230"/>
                  </a:cubicBezTo>
                  <a:cubicBezTo>
                    <a:pt x="32605" y="11253"/>
                    <a:pt x="32577" y="11275"/>
                    <a:pt x="32549" y="11298"/>
                  </a:cubicBezTo>
                  <a:lnTo>
                    <a:pt x="9681" y="29843"/>
                  </a:lnTo>
                  <a:cubicBezTo>
                    <a:pt x="8678" y="30720"/>
                    <a:pt x="7423" y="31235"/>
                    <a:pt x="6108" y="31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6212974" y="2095758"/>
              <a:ext cx="35287" cy="31279"/>
            </a:xfrm>
            <a:custGeom>
              <a:avLst/>
              <a:gdLst/>
              <a:ahLst/>
              <a:cxnLst/>
              <a:rect l="l" t="t" r="r" b="b"/>
              <a:pathLst>
                <a:path w="35287" h="31279" extrusionOk="0">
                  <a:moveTo>
                    <a:pt x="29078" y="31279"/>
                  </a:moveTo>
                  <a:cubicBezTo>
                    <a:pt x="27770" y="31170"/>
                    <a:pt x="26525" y="30658"/>
                    <a:pt x="25505" y="29812"/>
                  </a:cubicBezTo>
                  <a:lnTo>
                    <a:pt x="2331" y="11267"/>
                  </a:lnTo>
                  <a:cubicBezTo>
                    <a:pt x="-322" y="9083"/>
                    <a:pt x="-777" y="5118"/>
                    <a:pt x="1310" y="2361"/>
                  </a:cubicBezTo>
                  <a:cubicBezTo>
                    <a:pt x="3502" y="-323"/>
                    <a:pt x="7355" y="-783"/>
                    <a:pt x="10089" y="1314"/>
                  </a:cubicBezTo>
                  <a:lnTo>
                    <a:pt x="32957" y="19859"/>
                  </a:lnTo>
                  <a:cubicBezTo>
                    <a:pt x="35610" y="22043"/>
                    <a:pt x="36064" y="26008"/>
                    <a:pt x="33978" y="28765"/>
                  </a:cubicBezTo>
                  <a:cubicBezTo>
                    <a:pt x="32821" y="30348"/>
                    <a:pt x="31006" y="31279"/>
                    <a:pt x="29078" y="3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189292" y="2220548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10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6189292" y="2185972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09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" name="Google Shape;309;p24"/>
          <p:cNvGrpSpPr/>
          <p:nvPr/>
        </p:nvGrpSpPr>
        <p:grpSpPr>
          <a:xfrm>
            <a:off x="4677469" y="4918037"/>
            <a:ext cx="295725" cy="361051"/>
            <a:chOff x="6142837" y="2002517"/>
            <a:chExt cx="295725" cy="361051"/>
          </a:xfrm>
        </p:grpSpPr>
        <p:sp>
          <p:nvSpPr>
            <p:cNvPr id="310" name="Google Shape;310;p24"/>
            <p:cNvSpPr/>
            <p:nvPr/>
          </p:nvSpPr>
          <p:spPr>
            <a:xfrm>
              <a:off x="6251450" y="2002517"/>
              <a:ext cx="187112" cy="361051"/>
            </a:xfrm>
            <a:custGeom>
              <a:avLst/>
              <a:gdLst/>
              <a:ahLst/>
              <a:cxnLst/>
              <a:rect l="l" t="t" r="r" b="b"/>
              <a:pathLst>
                <a:path w="187112" h="361051" extrusionOk="0">
                  <a:moveTo>
                    <a:pt x="74896" y="361052"/>
                  </a:moveTo>
                  <a:lnTo>
                    <a:pt x="28968" y="361052"/>
                  </a:lnTo>
                  <a:cubicBezTo>
                    <a:pt x="25560" y="361052"/>
                    <a:pt x="22797" y="358217"/>
                    <a:pt x="22797" y="354721"/>
                  </a:cubicBezTo>
                  <a:cubicBezTo>
                    <a:pt x="22797" y="351225"/>
                    <a:pt x="25560" y="348391"/>
                    <a:pt x="28968" y="348391"/>
                  </a:cubicBezTo>
                  <a:lnTo>
                    <a:pt x="68725" y="348391"/>
                  </a:lnTo>
                  <a:lnTo>
                    <a:pt x="68725" y="292351"/>
                  </a:lnTo>
                  <a:cubicBezTo>
                    <a:pt x="68725" y="288912"/>
                    <a:pt x="71442" y="286124"/>
                    <a:pt x="74794" y="286124"/>
                  </a:cubicBezTo>
                  <a:cubicBezTo>
                    <a:pt x="74828" y="286124"/>
                    <a:pt x="74862" y="286124"/>
                    <a:pt x="74896" y="286124"/>
                  </a:cubicBezTo>
                  <a:lnTo>
                    <a:pt x="115361" y="286124"/>
                  </a:lnTo>
                  <a:cubicBezTo>
                    <a:pt x="132976" y="286067"/>
                    <a:pt x="147227" y="271402"/>
                    <a:pt x="147227" y="253331"/>
                  </a:cubicBezTo>
                  <a:lnTo>
                    <a:pt x="147227" y="248972"/>
                  </a:lnTo>
                  <a:lnTo>
                    <a:pt x="142270" y="245132"/>
                  </a:lnTo>
                  <a:cubicBezTo>
                    <a:pt x="141626" y="244573"/>
                    <a:pt x="141079" y="243907"/>
                    <a:pt x="140651" y="243161"/>
                  </a:cubicBezTo>
                  <a:cubicBezTo>
                    <a:pt x="136783" y="236122"/>
                    <a:pt x="139068" y="227204"/>
                    <a:pt x="145810" y="223028"/>
                  </a:cubicBezTo>
                  <a:lnTo>
                    <a:pt x="155927" y="216490"/>
                  </a:lnTo>
                  <a:lnTo>
                    <a:pt x="155927" y="203725"/>
                  </a:lnTo>
                  <a:cubicBezTo>
                    <a:pt x="155871" y="197478"/>
                    <a:pt x="160762" y="192368"/>
                    <a:pt x="166852" y="192310"/>
                  </a:cubicBezTo>
                  <a:cubicBezTo>
                    <a:pt x="166886" y="192310"/>
                    <a:pt x="166919" y="192310"/>
                    <a:pt x="166953" y="192310"/>
                  </a:cubicBezTo>
                  <a:lnTo>
                    <a:pt x="171202" y="192310"/>
                  </a:lnTo>
                  <a:cubicBezTo>
                    <a:pt x="172263" y="192318"/>
                    <a:pt x="173239" y="191717"/>
                    <a:pt x="173731" y="190753"/>
                  </a:cubicBezTo>
                  <a:cubicBezTo>
                    <a:pt x="174255" y="189822"/>
                    <a:pt x="174255" y="188675"/>
                    <a:pt x="173731" y="187744"/>
                  </a:cubicBezTo>
                  <a:lnTo>
                    <a:pt x="153499" y="156611"/>
                  </a:lnTo>
                  <a:cubicBezTo>
                    <a:pt x="150380" y="151897"/>
                    <a:pt x="149049" y="146176"/>
                    <a:pt x="149756" y="140525"/>
                  </a:cubicBezTo>
                  <a:cubicBezTo>
                    <a:pt x="150347" y="136123"/>
                    <a:pt x="150651" y="131685"/>
                    <a:pt x="150666" y="127242"/>
                  </a:cubicBezTo>
                  <a:cubicBezTo>
                    <a:pt x="150565" y="95422"/>
                    <a:pt x="137684" y="65051"/>
                    <a:pt x="115057" y="43286"/>
                  </a:cubicBezTo>
                  <a:cubicBezTo>
                    <a:pt x="86232" y="16008"/>
                    <a:pt x="45639" y="6099"/>
                    <a:pt x="7927" y="17134"/>
                  </a:cubicBezTo>
                  <a:cubicBezTo>
                    <a:pt x="4688" y="18149"/>
                    <a:pt x="1256" y="16297"/>
                    <a:pt x="238" y="12983"/>
                  </a:cubicBezTo>
                  <a:cubicBezTo>
                    <a:pt x="-685" y="9636"/>
                    <a:pt x="1152" y="6143"/>
                    <a:pt x="4386" y="5096"/>
                  </a:cubicBezTo>
                  <a:cubicBezTo>
                    <a:pt x="46483" y="-7467"/>
                    <a:pt x="91919" y="3565"/>
                    <a:pt x="124061" y="34154"/>
                  </a:cubicBezTo>
                  <a:cubicBezTo>
                    <a:pt x="149226" y="58357"/>
                    <a:pt x="163507" y="92165"/>
                    <a:pt x="163514" y="127553"/>
                  </a:cubicBezTo>
                  <a:cubicBezTo>
                    <a:pt x="163516" y="132518"/>
                    <a:pt x="163178" y="137477"/>
                    <a:pt x="162502" y="142393"/>
                  </a:cubicBezTo>
                  <a:cubicBezTo>
                    <a:pt x="162196" y="145061"/>
                    <a:pt x="162843" y="147753"/>
                    <a:pt x="164323" y="149969"/>
                  </a:cubicBezTo>
                  <a:lnTo>
                    <a:pt x="184556" y="181102"/>
                  </a:lnTo>
                  <a:cubicBezTo>
                    <a:pt x="189193" y="188194"/>
                    <a:pt x="187348" y="197800"/>
                    <a:pt x="180435" y="202557"/>
                  </a:cubicBezTo>
                  <a:cubicBezTo>
                    <a:pt x="177915" y="204291"/>
                    <a:pt x="174944" y="205205"/>
                    <a:pt x="171910" y="205178"/>
                  </a:cubicBezTo>
                  <a:lnTo>
                    <a:pt x="168875" y="205178"/>
                  </a:lnTo>
                  <a:lnTo>
                    <a:pt x="168875" y="219915"/>
                  </a:lnTo>
                  <a:cubicBezTo>
                    <a:pt x="168862" y="222082"/>
                    <a:pt x="167751" y="224087"/>
                    <a:pt x="165942" y="225207"/>
                  </a:cubicBezTo>
                  <a:lnTo>
                    <a:pt x="152487" y="233717"/>
                  </a:lnTo>
                  <a:cubicBezTo>
                    <a:pt x="151717" y="234194"/>
                    <a:pt x="151284" y="235082"/>
                    <a:pt x="151374" y="236000"/>
                  </a:cubicBezTo>
                  <a:lnTo>
                    <a:pt x="157343" y="240670"/>
                  </a:lnTo>
                  <a:cubicBezTo>
                    <a:pt x="158900" y="241868"/>
                    <a:pt x="159803" y="243759"/>
                    <a:pt x="159771" y="245755"/>
                  </a:cubicBezTo>
                  <a:lnTo>
                    <a:pt x="159771" y="253331"/>
                  </a:lnTo>
                  <a:cubicBezTo>
                    <a:pt x="159771" y="278337"/>
                    <a:pt x="140040" y="298624"/>
                    <a:pt x="115664" y="298681"/>
                  </a:cubicBezTo>
                  <a:lnTo>
                    <a:pt x="80966" y="298681"/>
                  </a:lnTo>
                  <a:lnTo>
                    <a:pt x="80966" y="354721"/>
                  </a:lnTo>
                  <a:cubicBezTo>
                    <a:pt x="80966" y="358177"/>
                    <a:pt x="78264" y="360995"/>
                    <a:pt x="74896" y="3610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6163980" y="2052238"/>
              <a:ext cx="151338" cy="155250"/>
            </a:xfrm>
            <a:custGeom>
              <a:avLst/>
              <a:gdLst/>
              <a:ahLst/>
              <a:cxnLst/>
              <a:rect l="l" t="t" r="r" b="b"/>
              <a:pathLst>
                <a:path w="151338" h="155250" extrusionOk="0">
                  <a:moveTo>
                    <a:pt x="75669" y="155251"/>
                  </a:moveTo>
                  <a:cubicBezTo>
                    <a:pt x="33878" y="155251"/>
                    <a:pt x="0" y="120497"/>
                    <a:pt x="0" y="77625"/>
                  </a:cubicBezTo>
                  <a:cubicBezTo>
                    <a:pt x="0" y="34754"/>
                    <a:pt x="33878" y="0"/>
                    <a:pt x="75669" y="0"/>
                  </a:cubicBezTo>
                  <a:cubicBezTo>
                    <a:pt x="117460" y="0"/>
                    <a:pt x="151338" y="34754"/>
                    <a:pt x="151338" y="77625"/>
                  </a:cubicBezTo>
                  <a:cubicBezTo>
                    <a:pt x="151283" y="120473"/>
                    <a:pt x="117437" y="155193"/>
                    <a:pt x="75669" y="155251"/>
                  </a:cubicBezTo>
                  <a:close/>
                  <a:moveTo>
                    <a:pt x="75669" y="12453"/>
                  </a:moveTo>
                  <a:cubicBezTo>
                    <a:pt x="40639" y="12453"/>
                    <a:pt x="12241" y="41585"/>
                    <a:pt x="12241" y="77522"/>
                  </a:cubicBezTo>
                  <a:cubicBezTo>
                    <a:pt x="12241" y="113458"/>
                    <a:pt x="40639" y="142590"/>
                    <a:pt x="75669" y="142590"/>
                  </a:cubicBezTo>
                  <a:cubicBezTo>
                    <a:pt x="110700" y="142590"/>
                    <a:pt x="139098" y="113458"/>
                    <a:pt x="139098" y="77522"/>
                  </a:cubicBezTo>
                  <a:cubicBezTo>
                    <a:pt x="139042" y="41609"/>
                    <a:pt x="110677" y="12510"/>
                    <a:pt x="75669" y="124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142837" y="2030548"/>
              <a:ext cx="193625" cy="228414"/>
            </a:xfrm>
            <a:custGeom>
              <a:avLst/>
              <a:gdLst/>
              <a:ahLst/>
              <a:cxnLst/>
              <a:rect l="l" t="t" r="r" b="b"/>
              <a:pathLst>
                <a:path w="193625" h="228414" extrusionOk="0">
                  <a:moveTo>
                    <a:pt x="138593" y="228413"/>
                  </a:moveTo>
                  <a:lnTo>
                    <a:pt x="55033" y="228413"/>
                  </a:lnTo>
                  <a:cubicBezTo>
                    <a:pt x="52282" y="228398"/>
                    <a:pt x="49863" y="226547"/>
                    <a:pt x="49064" y="223847"/>
                  </a:cubicBezTo>
                  <a:lnTo>
                    <a:pt x="36824" y="177148"/>
                  </a:lnTo>
                  <a:cubicBezTo>
                    <a:pt x="13491" y="158429"/>
                    <a:pt x="-101" y="129700"/>
                    <a:pt x="1" y="99315"/>
                  </a:cubicBezTo>
                  <a:cubicBezTo>
                    <a:pt x="1" y="44465"/>
                    <a:pt x="43345" y="0"/>
                    <a:pt x="96813" y="0"/>
                  </a:cubicBezTo>
                  <a:cubicBezTo>
                    <a:pt x="150281" y="0"/>
                    <a:pt x="193625" y="44465"/>
                    <a:pt x="193625" y="99315"/>
                  </a:cubicBezTo>
                  <a:cubicBezTo>
                    <a:pt x="193726" y="129700"/>
                    <a:pt x="180134" y="158429"/>
                    <a:pt x="156802" y="177148"/>
                  </a:cubicBezTo>
                  <a:lnTo>
                    <a:pt x="144561" y="223847"/>
                  </a:lnTo>
                  <a:cubicBezTo>
                    <a:pt x="143822" y="226589"/>
                    <a:pt x="141365" y="228469"/>
                    <a:pt x="138593" y="228414"/>
                  </a:cubicBezTo>
                  <a:close/>
                  <a:moveTo>
                    <a:pt x="59686" y="215856"/>
                  </a:moveTo>
                  <a:lnTo>
                    <a:pt x="133939" y="215856"/>
                  </a:lnTo>
                  <a:lnTo>
                    <a:pt x="145472" y="171855"/>
                  </a:lnTo>
                  <a:cubicBezTo>
                    <a:pt x="145896" y="170527"/>
                    <a:pt x="146665" y="169343"/>
                    <a:pt x="147697" y="168430"/>
                  </a:cubicBezTo>
                  <a:cubicBezTo>
                    <a:pt x="168973" y="152174"/>
                    <a:pt x="181472" y="126529"/>
                    <a:pt x="181384" y="99315"/>
                  </a:cubicBezTo>
                  <a:cubicBezTo>
                    <a:pt x="181384" y="51400"/>
                    <a:pt x="143520" y="12557"/>
                    <a:pt x="96813" y="12557"/>
                  </a:cubicBezTo>
                  <a:cubicBezTo>
                    <a:pt x="50105" y="12557"/>
                    <a:pt x="12241" y="51400"/>
                    <a:pt x="12241" y="99315"/>
                  </a:cubicBezTo>
                  <a:cubicBezTo>
                    <a:pt x="12153" y="126529"/>
                    <a:pt x="24652" y="152174"/>
                    <a:pt x="45928" y="168430"/>
                  </a:cubicBezTo>
                  <a:cubicBezTo>
                    <a:pt x="46990" y="169315"/>
                    <a:pt x="47766" y="170509"/>
                    <a:pt x="48154" y="1718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6214579" y="2192166"/>
              <a:ext cx="92518" cy="37011"/>
            </a:xfrm>
            <a:custGeom>
              <a:avLst/>
              <a:gdLst/>
              <a:ahLst/>
              <a:cxnLst/>
              <a:rect l="l" t="t" r="r" b="b"/>
              <a:pathLst>
                <a:path w="92518" h="37011" extrusionOk="0">
                  <a:moveTo>
                    <a:pt x="25070" y="37012"/>
                  </a:moveTo>
                  <a:cubicBezTo>
                    <a:pt x="18270" y="37024"/>
                    <a:pt x="11487" y="36294"/>
                    <a:pt x="4838" y="34833"/>
                  </a:cubicBezTo>
                  <a:cubicBezTo>
                    <a:pt x="1541" y="34116"/>
                    <a:pt x="-565" y="30794"/>
                    <a:pt x="134" y="27412"/>
                  </a:cubicBezTo>
                  <a:cubicBezTo>
                    <a:pt x="832" y="24031"/>
                    <a:pt x="4070" y="21870"/>
                    <a:pt x="7367" y="22587"/>
                  </a:cubicBezTo>
                  <a:cubicBezTo>
                    <a:pt x="34089" y="28380"/>
                    <a:pt x="61898" y="20659"/>
                    <a:pt x="82126" y="1831"/>
                  </a:cubicBezTo>
                  <a:cubicBezTo>
                    <a:pt x="84492" y="-604"/>
                    <a:pt x="88335" y="-611"/>
                    <a:pt x="90709" y="1816"/>
                  </a:cubicBezTo>
                  <a:cubicBezTo>
                    <a:pt x="90714" y="1821"/>
                    <a:pt x="90719" y="1826"/>
                    <a:pt x="90724" y="1831"/>
                  </a:cubicBezTo>
                  <a:cubicBezTo>
                    <a:pt x="93116" y="4300"/>
                    <a:pt x="93116" y="8287"/>
                    <a:pt x="90724" y="10756"/>
                  </a:cubicBezTo>
                  <a:cubicBezTo>
                    <a:pt x="72837" y="27667"/>
                    <a:pt x="49395" y="37041"/>
                    <a:pt x="25070" y="370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6200095" y="2246405"/>
              <a:ext cx="79109" cy="29992"/>
            </a:xfrm>
            <a:custGeom>
              <a:avLst/>
              <a:gdLst/>
              <a:ahLst/>
              <a:cxnLst/>
              <a:rect l="l" t="t" r="r" b="b"/>
              <a:pathLst>
                <a:path w="79109" h="29992" extrusionOk="0">
                  <a:moveTo>
                    <a:pt x="73039" y="29992"/>
                  </a:moveTo>
                  <a:lnTo>
                    <a:pt x="6171" y="29992"/>
                  </a:lnTo>
                  <a:cubicBezTo>
                    <a:pt x="2819" y="30049"/>
                    <a:pt x="57" y="27308"/>
                    <a:pt x="1" y="23870"/>
                  </a:cubicBezTo>
                  <a:cubicBezTo>
                    <a:pt x="0" y="23835"/>
                    <a:pt x="0" y="23800"/>
                    <a:pt x="0" y="23765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73039" y="0"/>
                  </a:lnTo>
                  <a:cubicBezTo>
                    <a:pt x="76391" y="0"/>
                    <a:pt x="79109" y="2787"/>
                    <a:pt x="79110" y="6226"/>
                  </a:cubicBezTo>
                  <a:cubicBezTo>
                    <a:pt x="79110" y="6261"/>
                    <a:pt x="79109" y="6296"/>
                    <a:pt x="79109" y="6330"/>
                  </a:cubicBezTo>
                  <a:lnTo>
                    <a:pt x="79109" y="23765"/>
                  </a:lnTo>
                  <a:cubicBezTo>
                    <a:pt x="79109" y="27204"/>
                    <a:pt x="76391" y="29992"/>
                    <a:pt x="73039" y="29992"/>
                  </a:cubicBezTo>
                  <a:close/>
                  <a:moveTo>
                    <a:pt x="12342" y="17435"/>
                  </a:moveTo>
                  <a:lnTo>
                    <a:pt x="66969" y="17435"/>
                  </a:lnTo>
                  <a:lnTo>
                    <a:pt x="66969" y="12557"/>
                  </a:lnTo>
                  <a:lnTo>
                    <a:pt x="12241" y="12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6185831" y="2263424"/>
              <a:ext cx="107737" cy="80427"/>
            </a:xfrm>
            <a:custGeom>
              <a:avLst/>
              <a:gdLst/>
              <a:ahLst/>
              <a:cxnLst/>
              <a:rect l="l" t="t" r="r" b="b"/>
              <a:pathLst>
                <a:path w="107737" h="80427" extrusionOk="0">
                  <a:moveTo>
                    <a:pt x="93879" y="80427"/>
                  </a:moveTo>
                  <a:lnTo>
                    <a:pt x="13860" y="80427"/>
                  </a:lnTo>
                  <a:cubicBezTo>
                    <a:pt x="6205" y="80428"/>
                    <a:pt x="0" y="74062"/>
                    <a:pt x="0" y="66210"/>
                  </a:cubicBezTo>
                  <a:cubicBezTo>
                    <a:pt x="0" y="66176"/>
                    <a:pt x="0" y="66141"/>
                    <a:pt x="0" y="66106"/>
                  </a:cubicBezTo>
                  <a:lnTo>
                    <a:pt x="0" y="14217"/>
                  </a:lnTo>
                  <a:cubicBezTo>
                    <a:pt x="0" y="6365"/>
                    <a:pt x="6205" y="0"/>
                    <a:pt x="13860" y="0"/>
                  </a:cubicBezTo>
                  <a:lnTo>
                    <a:pt x="93879" y="0"/>
                  </a:lnTo>
                  <a:cubicBezTo>
                    <a:pt x="101510" y="57"/>
                    <a:pt x="107683" y="6389"/>
                    <a:pt x="107738" y="14217"/>
                  </a:cubicBezTo>
                  <a:lnTo>
                    <a:pt x="107738" y="66106"/>
                  </a:lnTo>
                  <a:cubicBezTo>
                    <a:pt x="107738" y="73975"/>
                    <a:pt x="101549" y="80370"/>
                    <a:pt x="93879" y="80427"/>
                  </a:cubicBezTo>
                  <a:close/>
                  <a:moveTo>
                    <a:pt x="13860" y="12972"/>
                  </a:moveTo>
                  <a:cubicBezTo>
                    <a:pt x="12966" y="12972"/>
                    <a:pt x="12241" y="13716"/>
                    <a:pt x="12241" y="14633"/>
                  </a:cubicBezTo>
                  <a:lnTo>
                    <a:pt x="12241" y="66521"/>
                  </a:lnTo>
                  <a:cubicBezTo>
                    <a:pt x="12241" y="67438"/>
                    <a:pt x="12966" y="68182"/>
                    <a:pt x="13860" y="68182"/>
                  </a:cubicBezTo>
                  <a:lnTo>
                    <a:pt x="93879" y="68182"/>
                  </a:lnTo>
                  <a:cubicBezTo>
                    <a:pt x="94773" y="68182"/>
                    <a:pt x="95497" y="67438"/>
                    <a:pt x="95497" y="66521"/>
                  </a:cubicBezTo>
                  <a:lnTo>
                    <a:pt x="95497" y="14633"/>
                  </a:lnTo>
                  <a:cubicBezTo>
                    <a:pt x="95497" y="13716"/>
                    <a:pt x="94773" y="12972"/>
                    <a:pt x="93879" y="129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6186518" y="2284957"/>
              <a:ext cx="79615" cy="12661"/>
            </a:xfrm>
            <a:custGeom>
              <a:avLst/>
              <a:gdLst/>
              <a:ahLst/>
              <a:cxnLst/>
              <a:rect l="l" t="t" r="r" b="b"/>
              <a:pathLst>
                <a:path w="79615" h="12661" extrusionOk="0">
                  <a:moveTo>
                    <a:pt x="72656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72656" y="53"/>
                  </a:lnTo>
                  <a:cubicBezTo>
                    <a:pt x="76036" y="-394"/>
                    <a:pt x="79129" y="2055"/>
                    <a:pt x="79565" y="5522"/>
                  </a:cubicBezTo>
                  <a:cubicBezTo>
                    <a:pt x="80000" y="8990"/>
                    <a:pt x="77613" y="12163"/>
                    <a:pt x="74233" y="12610"/>
                  </a:cubicBezTo>
                  <a:cubicBezTo>
                    <a:pt x="73709" y="12679"/>
                    <a:pt x="73179" y="12679"/>
                    <a:pt x="72656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6186518" y="2309345"/>
              <a:ext cx="89023" cy="12661"/>
            </a:xfrm>
            <a:custGeom>
              <a:avLst/>
              <a:gdLst/>
              <a:ahLst/>
              <a:cxnLst/>
              <a:rect l="l" t="t" r="r" b="b"/>
              <a:pathLst>
                <a:path w="89023" h="12661" extrusionOk="0">
                  <a:moveTo>
                    <a:pt x="82064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82064" y="53"/>
                  </a:lnTo>
                  <a:cubicBezTo>
                    <a:pt x="85444" y="-394"/>
                    <a:pt x="88537" y="2055"/>
                    <a:pt x="88973" y="5522"/>
                  </a:cubicBezTo>
                  <a:cubicBezTo>
                    <a:pt x="89408" y="8990"/>
                    <a:pt x="87021" y="12163"/>
                    <a:pt x="83641" y="12610"/>
                  </a:cubicBezTo>
                  <a:cubicBezTo>
                    <a:pt x="83117" y="12679"/>
                    <a:pt x="82587" y="12679"/>
                    <a:pt x="82064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6215573" y="2331190"/>
              <a:ext cx="48153" cy="32378"/>
            </a:xfrm>
            <a:custGeom>
              <a:avLst/>
              <a:gdLst/>
              <a:ahLst/>
              <a:cxnLst/>
              <a:rect l="l" t="t" r="r" b="b"/>
              <a:pathLst>
                <a:path w="48153" h="32378" extrusionOk="0">
                  <a:moveTo>
                    <a:pt x="24077" y="32378"/>
                  </a:moveTo>
                  <a:cubicBezTo>
                    <a:pt x="10802" y="32322"/>
                    <a:pt x="55" y="21297"/>
                    <a:pt x="0" y="7679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41982" y="0"/>
                  </a:lnTo>
                  <a:cubicBezTo>
                    <a:pt x="45390" y="0"/>
                    <a:pt x="48153" y="2834"/>
                    <a:pt x="48153" y="6330"/>
                  </a:cubicBezTo>
                  <a:lnTo>
                    <a:pt x="48153" y="7679"/>
                  </a:lnTo>
                  <a:cubicBezTo>
                    <a:pt x="48098" y="21297"/>
                    <a:pt x="37351" y="32322"/>
                    <a:pt x="24077" y="32378"/>
                  </a:cubicBezTo>
                  <a:close/>
                  <a:moveTo>
                    <a:pt x="13353" y="12661"/>
                  </a:moveTo>
                  <a:cubicBezTo>
                    <a:pt x="15264" y="16972"/>
                    <a:pt x="19460" y="19734"/>
                    <a:pt x="24077" y="19718"/>
                  </a:cubicBezTo>
                  <a:cubicBezTo>
                    <a:pt x="28707" y="19697"/>
                    <a:pt x="32916" y="16953"/>
                    <a:pt x="34901" y="126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6623891" y="5228121"/>
            <a:ext cx="374553" cy="293527"/>
            <a:chOff x="6100826" y="2037245"/>
            <a:chExt cx="374553" cy="293527"/>
          </a:xfrm>
        </p:grpSpPr>
        <p:sp>
          <p:nvSpPr>
            <p:cNvPr id="320" name="Google Shape;320;p24"/>
            <p:cNvSpPr/>
            <p:nvPr/>
          </p:nvSpPr>
          <p:spPr>
            <a:xfrm>
              <a:off x="6234065" y="2279169"/>
              <a:ext cx="12450" cy="51551"/>
            </a:xfrm>
            <a:custGeom>
              <a:avLst/>
              <a:gdLst/>
              <a:ahLst/>
              <a:cxnLst/>
              <a:rect l="l" t="t" r="r" b="b"/>
              <a:pathLst>
                <a:path w="12450" h="51551" extrusionOk="0">
                  <a:moveTo>
                    <a:pt x="6219" y="51550"/>
                  </a:moveTo>
                  <a:cubicBezTo>
                    <a:pt x="2824" y="51551"/>
                    <a:pt x="56" y="48753"/>
                    <a:pt x="0" y="45264"/>
                  </a:cubicBezTo>
                  <a:lnTo>
                    <a:pt x="0" y="6287"/>
                  </a:lnTo>
                  <a:cubicBezTo>
                    <a:pt x="56" y="2799"/>
                    <a:pt x="2824" y="0"/>
                    <a:pt x="6219" y="1"/>
                  </a:cubicBezTo>
                  <a:cubicBezTo>
                    <a:pt x="9596" y="-57"/>
                    <a:pt x="12380" y="2710"/>
                    <a:pt x="12436" y="6182"/>
                  </a:cubicBezTo>
                  <a:cubicBezTo>
                    <a:pt x="12437" y="6217"/>
                    <a:pt x="12437" y="6252"/>
                    <a:pt x="12437" y="6287"/>
                  </a:cubicBezTo>
                  <a:lnTo>
                    <a:pt x="12437" y="44845"/>
                  </a:lnTo>
                  <a:cubicBezTo>
                    <a:pt x="12663" y="48309"/>
                    <a:pt x="10114" y="51305"/>
                    <a:pt x="6743" y="51537"/>
                  </a:cubicBezTo>
                  <a:cubicBezTo>
                    <a:pt x="6568" y="51549"/>
                    <a:pt x="6393" y="51554"/>
                    <a:pt x="6219" y="515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6325712" y="2279881"/>
              <a:ext cx="12348" cy="50839"/>
            </a:xfrm>
            <a:custGeom>
              <a:avLst/>
              <a:gdLst/>
              <a:ahLst/>
              <a:cxnLst/>
              <a:rect l="l" t="t" r="r" b="b"/>
              <a:pathLst>
                <a:path w="12348" h="50839" extrusionOk="0">
                  <a:moveTo>
                    <a:pt x="6219" y="50838"/>
                  </a:moveTo>
                  <a:cubicBezTo>
                    <a:pt x="2841" y="50896"/>
                    <a:pt x="57" y="48129"/>
                    <a:pt x="1" y="44657"/>
                  </a:cubicBezTo>
                  <a:cubicBezTo>
                    <a:pt x="0" y="44622"/>
                    <a:pt x="0" y="44587"/>
                    <a:pt x="0" y="44552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44133"/>
                  </a:lnTo>
                  <a:cubicBezTo>
                    <a:pt x="12560" y="47597"/>
                    <a:pt x="10011" y="50593"/>
                    <a:pt x="6640" y="50824"/>
                  </a:cubicBezTo>
                  <a:cubicBezTo>
                    <a:pt x="6500" y="50834"/>
                    <a:pt x="6359" y="50838"/>
                    <a:pt x="6219" y="508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6245276" y="2130075"/>
              <a:ext cx="85741" cy="96497"/>
            </a:xfrm>
            <a:custGeom>
              <a:avLst/>
              <a:gdLst/>
              <a:ahLst/>
              <a:cxnLst/>
              <a:rect l="l" t="t" r="r" b="b"/>
              <a:pathLst>
                <a:path w="85741" h="96497" extrusionOk="0">
                  <a:moveTo>
                    <a:pt x="41800" y="96498"/>
                  </a:moveTo>
                  <a:cubicBezTo>
                    <a:pt x="26986" y="95512"/>
                    <a:pt x="14048" y="85845"/>
                    <a:pt x="8567" y="71666"/>
                  </a:cubicBezTo>
                  <a:cubicBezTo>
                    <a:pt x="2825" y="60200"/>
                    <a:pt x="-114" y="47470"/>
                    <a:pt x="3" y="34576"/>
                  </a:cubicBezTo>
                  <a:lnTo>
                    <a:pt x="3" y="22527"/>
                  </a:lnTo>
                  <a:cubicBezTo>
                    <a:pt x="-10" y="21342"/>
                    <a:pt x="309" y="20178"/>
                    <a:pt x="921" y="19174"/>
                  </a:cubicBezTo>
                  <a:cubicBezTo>
                    <a:pt x="11596" y="7006"/>
                    <a:pt x="26777" y="42"/>
                    <a:pt x="42718" y="0"/>
                  </a:cubicBezTo>
                  <a:cubicBezTo>
                    <a:pt x="64432" y="0"/>
                    <a:pt x="85738" y="13411"/>
                    <a:pt x="85738" y="23574"/>
                  </a:cubicBezTo>
                  <a:lnTo>
                    <a:pt x="85738" y="34052"/>
                  </a:lnTo>
                  <a:cubicBezTo>
                    <a:pt x="85855" y="46946"/>
                    <a:pt x="82916" y="59677"/>
                    <a:pt x="77174" y="71142"/>
                  </a:cubicBezTo>
                  <a:cubicBezTo>
                    <a:pt x="71510" y="85721"/>
                    <a:pt x="57984" y="95469"/>
                    <a:pt x="42718" y="95974"/>
                  </a:cubicBezTo>
                  <a:close/>
                  <a:moveTo>
                    <a:pt x="12339" y="24832"/>
                  </a:moveTo>
                  <a:lnTo>
                    <a:pt x="12339" y="34576"/>
                  </a:lnTo>
                  <a:cubicBezTo>
                    <a:pt x="12145" y="45499"/>
                    <a:pt x="14598" y="56301"/>
                    <a:pt x="19475" y="66008"/>
                  </a:cubicBezTo>
                  <a:cubicBezTo>
                    <a:pt x="25795" y="78267"/>
                    <a:pt x="33339" y="84239"/>
                    <a:pt x="42718" y="84030"/>
                  </a:cubicBezTo>
                  <a:cubicBezTo>
                    <a:pt x="52096" y="83820"/>
                    <a:pt x="59946" y="78267"/>
                    <a:pt x="66267" y="66008"/>
                  </a:cubicBezTo>
                  <a:cubicBezTo>
                    <a:pt x="71131" y="56296"/>
                    <a:pt x="73583" y="45498"/>
                    <a:pt x="73403" y="34576"/>
                  </a:cubicBezTo>
                  <a:lnTo>
                    <a:pt x="73403" y="24727"/>
                  </a:lnTo>
                  <a:cubicBezTo>
                    <a:pt x="64993" y="17000"/>
                    <a:pt x="54099" y="12746"/>
                    <a:pt x="42820" y="12783"/>
                  </a:cubicBezTo>
                  <a:cubicBezTo>
                    <a:pt x="31610" y="13059"/>
                    <a:pt x="20839" y="17316"/>
                    <a:pt x="12339" y="248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6267705" y="2209953"/>
              <a:ext cx="39901" cy="43652"/>
            </a:xfrm>
            <a:custGeom>
              <a:avLst/>
              <a:gdLst/>
              <a:ahLst/>
              <a:cxnLst/>
              <a:rect l="l" t="t" r="r" b="b"/>
              <a:pathLst>
                <a:path w="39901" h="43652" extrusionOk="0">
                  <a:moveTo>
                    <a:pt x="20390" y="43652"/>
                  </a:moveTo>
                  <a:cubicBezTo>
                    <a:pt x="9074" y="43652"/>
                    <a:pt x="1" y="36842"/>
                    <a:pt x="1" y="28041"/>
                  </a:cubicBezTo>
                  <a:lnTo>
                    <a:pt x="1" y="6352"/>
                  </a:lnTo>
                  <a:cubicBezTo>
                    <a:pt x="-44" y="4093"/>
                    <a:pt x="1134" y="1995"/>
                    <a:pt x="3060" y="904"/>
                  </a:cubicBezTo>
                  <a:cubicBezTo>
                    <a:pt x="5003" y="-301"/>
                    <a:pt x="7436" y="-301"/>
                    <a:pt x="9380" y="904"/>
                  </a:cubicBezTo>
                  <a:cubicBezTo>
                    <a:pt x="12435" y="2853"/>
                    <a:pt x="15980" y="3837"/>
                    <a:pt x="19574" y="3733"/>
                  </a:cubicBezTo>
                  <a:cubicBezTo>
                    <a:pt x="23405" y="3946"/>
                    <a:pt x="27208" y="2959"/>
                    <a:pt x="30482" y="904"/>
                  </a:cubicBezTo>
                  <a:cubicBezTo>
                    <a:pt x="33440" y="-891"/>
                    <a:pt x="37253" y="118"/>
                    <a:pt x="38999" y="3157"/>
                  </a:cubicBezTo>
                  <a:cubicBezTo>
                    <a:pt x="39538" y="4095"/>
                    <a:pt x="39835" y="5159"/>
                    <a:pt x="39861" y="6248"/>
                  </a:cubicBezTo>
                  <a:lnTo>
                    <a:pt x="39861" y="27936"/>
                  </a:lnTo>
                  <a:cubicBezTo>
                    <a:pt x="40575" y="36947"/>
                    <a:pt x="31706" y="43652"/>
                    <a:pt x="20390" y="43652"/>
                  </a:cubicBezTo>
                  <a:close/>
                  <a:moveTo>
                    <a:pt x="12642" y="15992"/>
                  </a:moveTo>
                  <a:lnTo>
                    <a:pt x="12642" y="28250"/>
                  </a:lnTo>
                  <a:cubicBezTo>
                    <a:pt x="14636" y="30421"/>
                    <a:pt x="17503" y="31506"/>
                    <a:pt x="20390" y="31184"/>
                  </a:cubicBezTo>
                  <a:cubicBezTo>
                    <a:pt x="23305" y="31491"/>
                    <a:pt x="26197" y="30410"/>
                    <a:pt x="28240" y="28250"/>
                  </a:cubicBezTo>
                  <a:lnTo>
                    <a:pt x="28240" y="15992"/>
                  </a:lnTo>
                  <a:cubicBezTo>
                    <a:pt x="23097" y="17109"/>
                    <a:pt x="17785" y="17109"/>
                    <a:pt x="12642" y="159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6200832" y="2223849"/>
              <a:ext cx="170871" cy="106885"/>
            </a:xfrm>
            <a:custGeom>
              <a:avLst/>
              <a:gdLst/>
              <a:ahLst/>
              <a:cxnLst/>
              <a:rect l="l" t="t" r="r" b="b"/>
              <a:pathLst>
                <a:path w="170871" h="106885" extrusionOk="0">
                  <a:moveTo>
                    <a:pt x="164333" y="106871"/>
                  </a:moveTo>
                  <a:lnTo>
                    <a:pt x="6117" y="106871"/>
                  </a:lnTo>
                  <a:cubicBezTo>
                    <a:pt x="2738" y="106871"/>
                    <a:pt x="0" y="104056"/>
                    <a:pt x="0" y="100584"/>
                  </a:cubicBezTo>
                  <a:lnTo>
                    <a:pt x="0" y="50397"/>
                  </a:lnTo>
                  <a:cubicBezTo>
                    <a:pt x="56" y="22587"/>
                    <a:pt x="21977" y="58"/>
                    <a:pt x="49035" y="0"/>
                  </a:cubicBezTo>
                  <a:lnTo>
                    <a:pt x="73399" y="0"/>
                  </a:lnTo>
                  <a:cubicBezTo>
                    <a:pt x="76834" y="0"/>
                    <a:pt x="79618" y="2861"/>
                    <a:pt x="79618" y="6391"/>
                  </a:cubicBezTo>
                  <a:lnTo>
                    <a:pt x="79618" y="14145"/>
                  </a:lnTo>
                  <a:cubicBezTo>
                    <a:pt x="81611" y="16315"/>
                    <a:pt x="84478" y="17401"/>
                    <a:pt x="87365" y="17078"/>
                  </a:cubicBezTo>
                  <a:cubicBezTo>
                    <a:pt x="90281" y="17386"/>
                    <a:pt x="93173" y="16305"/>
                    <a:pt x="95215" y="14145"/>
                  </a:cubicBezTo>
                  <a:lnTo>
                    <a:pt x="95215" y="6391"/>
                  </a:lnTo>
                  <a:cubicBezTo>
                    <a:pt x="95215" y="2861"/>
                    <a:pt x="97999" y="0"/>
                    <a:pt x="101434" y="0"/>
                  </a:cubicBezTo>
                  <a:lnTo>
                    <a:pt x="121822" y="0"/>
                  </a:lnTo>
                  <a:cubicBezTo>
                    <a:pt x="148880" y="58"/>
                    <a:pt x="170801" y="22587"/>
                    <a:pt x="170857" y="50397"/>
                  </a:cubicBezTo>
                  <a:lnTo>
                    <a:pt x="170857" y="100165"/>
                  </a:lnTo>
                  <a:cubicBezTo>
                    <a:pt x="171090" y="103629"/>
                    <a:pt x="168547" y="106631"/>
                    <a:pt x="165177" y="106871"/>
                  </a:cubicBezTo>
                  <a:cubicBezTo>
                    <a:pt x="164896" y="106891"/>
                    <a:pt x="164614" y="106891"/>
                    <a:pt x="164333" y="106871"/>
                  </a:cubicBezTo>
                  <a:close/>
                  <a:moveTo>
                    <a:pt x="12233" y="93774"/>
                  </a:moveTo>
                  <a:lnTo>
                    <a:pt x="158216" y="93774"/>
                  </a:lnTo>
                  <a:lnTo>
                    <a:pt x="158216" y="50397"/>
                  </a:lnTo>
                  <a:cubicBezTo>
                    <a:pt x="158160" y="29589"/>
                    <a:pt x="141762" y="12735"/>
                    <a:pt x="121516" y="12678"/>
                  </a:cubicBezTo>
                  <a:lnTo>
                    <a:pt x="107448" y="12678"/>
                  </a:lnTo>
                  <a:lnTo>
                    <a:pt x="107448" y="14145"/>
                  </a:lnTo>
                  <a:cubicBezTo>
                    <a:pt x="107448" y="22946"/>
                    <a:pt x="98579" y="29756"/>
                    <a:pt x="87060" y="29756"/>
                  </a:cubicBezTo>
                  <a:cubicBezTo>
                    <a:pt x="75540" y="29756"/>
                    <a:pt x="66671" y="22946"/>
                    <a:pt x="66671" y="14145"/>
                  </a:cubicBezTo>
                  <a:lnTo>
                    <a:pt x="66671" y="12573"/>
                  </a:lnTo>
                  <a:lnTo>
                    <a:pt x="49035" y="12573"/>
                  </a:lnTo>
                  <a:cubicBezTo>
                    <a:pt x="28766" y="12573"/>
                    <a:pt x="12335" y="29460"/>
                    <a:pt x="12335" y="502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6436729" y="2287949"/>
              <a:ext cx="12349" cy="42771"/>
            </a:xfrm>
            <a:custGeom>
              <a:avLst/>
              <a:gdLst/>
              <a:ahLst/>
              <a:cxnLst/>
              <a:rect l="l" t="t" r="r" b="b"/>
              <a:pathLst>
                <a:path w="12349" h="42771" extrusionOk="0">
                  <a:moveTo>
                    <a:pt x="6117" y="42770"/>
                  </a:moveTo>
                  <a:cubicBezTo>
                    <a:pt x="2739" y="42770"/>
                    <a:pt x="0" y="39956"/>
                    <a:pt x="0" y="36484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36065"/>
                  </a:lnTo>
                  <a:cubicBezTo>
                    <a:pt x="12561" y="39529"/>
                    <a:pt x="10012" y="42525"/>
                    <a:pt x="6641" y="42758"/>
                  </a:cubicBezTo>
                  <a:cubicBezTo>
                    <a:pt x="6467" y="42770"/>
                    <a:pt x="6292" y="42774"/>
                    <a:pt x="6117" y="427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6373214" y="2169576"/>
              <a:ext cx="70246" cy="78790"/>
            </a:xfrm>
            <a:custGeom>
              <a:avLst/>
              <a:gdLst/>
              <a:ahLst/>
              <a:cxnLst/>
              <a:rect l="l" t="t" r="r" b="b"/>
              <a:pathLst>
                <a:path w="70246" h="78790" extrusionOk="0">
                  <a:moveTo>
                    <a:pt x="35684" y="78791"/>
                  </a:moveTo>
                  <a:lnTo>
                    <a:pt x="34970" y="78791"/>
                  </a:lnTo>
                  <a:cubicBezTo>
                    <a:pt x="22422" y="78590"/>
                    <a:pt x="11267" y="70531"/>
                    <a:pt x="6834" y="58464"/>
                  </a:cubicBezTo>
                  <a:cubicBezTo>
                    <a:pt x="2236" y="49227"/>
                    <a:pt x="-108" y="38979"/>
                    <a:pt x="4" y="28604"/>
                  </a:cubicBezTo>
                  <a:lnTo>
                    <a:pt x="4" y="19174"/>
                  </a:lnTo>
                  <a:cubicBezTo>
                    <a:pt x="-9" y="17989"/>
                    <a:pt x="309" y="16825"/>
                    <a:pt x="921" y="15821"/>
                  </a:cubicBezTo>
                  <a:cubicBezTo>
                    <a:pt x="9564" y="5809"/>
                    <a:pt x="21948" y="55"/>
                    <a:pt x="34970" y="0"/>
                  </a:cubicBezTo>
                  <a:cubicBezTo>
                    <a:pt x="51485" y="0"/>
                    <a:pt x="70243" y="10478"/>
                    <a:pt x="70243" y="20012"/>
                  </a:cubicBezTo>
                  <a:lnTo>
                    <a:pt x="70243" y="28604"/>
                  </a:lnTo>
                  <a:cubicBezTo>
                    <a:pt x="70354" y="38979"/>
                    <a:pt x="68010" y="49227"/>
                    <a:pt x="63413" y="58464"/>
                  </a:cubicBezTo>
                  <a:cubicBezTo>
                    <a:pt x="58902" y="70286"/>
                    <a:pt x="48028" y="78257"/>
                    <a:pt x="35684" y="78791"/>
                  </a:cubicBezTo>
                  <a:close/>
                  <a:moveTo>
                    <a:pt x="34970" y="66113"/>
                  </a:moveTo>
                  <a:cubicBezTo>
                    <a:pt x="42004" y="66113"/>
                    <a:pt x="47713" y="61712"/>
                    <a:pt x="52505" y="52492"/>
                  </a:cubicBezTo>
                  <a:cubicBezTo>
                    <a:pt x="56119" y="45081"/>
                    <a:pt x="57971" y="36894"/>
                    <a:pt x="57908" y="28604"/>
                  </a:cubicBezTo>
                  <a:lnTo>
                    <a:pt x="57908" y="21269"/>
                  </a:lnTo>
                  <a:cubicBezTo>
                    <a:pt x="51514" y="15666"/>
                    <a:pt x="43372" y="12616"/>
                    <a:pt x="34970" y="12678"/>
                  </a:cubicBezTo>
                  <a:cubicBezTo>
                    <a:pt x="26679" y="12914"/>
                    <a:pt x="18706" y="16014"/>
                    <a:pt x="12339" y="21479"/>
                  </a:cubicBezTo>
                  <a:lnTo>
                    <a:pt x="12339" y="28604"/>
                  </a:lnTo>
                  <a:cubicBezTo>
                    <a:pt x="12275" y="36894"/>
                    <a:pt x="14127" y="45081"/>
                    <a:pt x="17742" y="52492"/>
                  </a:cubicBezTo>
                  <a:cubicBezTo>
                    <a:pt x="22533" y="61712"/>
                    <a:pt x="28344" y="66846"/>
                    <a:pt x="34970" y="66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6391160" y="2232584"/>
              <a:ext cx="34355" cy="37274"/>
            </a:xfrm>
            <a:custGeom>
              <a:avLst/>
              <a:gdLst/>
              <a:ahLst/>
              <a:cxnLst/>
              <a:rect l="l" t="t" r="r" b="b"/>
              <a:pathLst>
                <a:path w="34355" h="37274" extrusionOk="0">
                  <a:moveTo>
                    <a:pt x="17229" y="37156"/>
                  </a:moveTo>
                  <a:cubicBezTo>
                    <a:pt x="7544" y="37156"/>
                    <a:pt x="0" y="31184"/>
                    <a:pt x="0" y="23535"/>
                  </a:cubicBezTo>
                  <a:lnTo>
                    <a:pt x="0" y="6352"/>
                  </a:lnTo>
                  <a:cubicBezTo>
                    <a:pt x="-23" y="4099"/>
                    <a:pt x="1149" y="2012"/>
                    <a:pt x="3059" y="904"/>
                  </a:cubicBezTo>
                  <a:cubicBezTo>
                    <a:pt x="5002" y="-301"/>
                    <a:pt x="7436" y="-301"/>
                    <a:pt x="9379" y="904"/>
                  </a:cubicBezTo>
                  <a:cubicBezTo>
                    <a:pt x="11680" y="2340"/>
                    <a:pt x="14334" y="3067"/>
                    <a:pt x="17025" y="3000"/>
                  </a:cubicBezTo>
                  <a:cubicBezTo>
                    <a:pt x="19815" y="3092"/>
                    <a:pt x="22574" y="2366"/>
                    <a:pt x="24976" y="904"/>
                  </a:cubicBezTo>
                  <a:cubicBezTo>
                    <a:pt x="26920" y="-301"/>
                    <a:pt x="29353" y="-301"/>
                    <a:pt x="31297" y="904"/>
                  </a:cubicBezTo>
                  <a:cubicBezTo>
                    <a:pt x="33206" y="2012"/>
                    <a:pt x="34378" y="4099"/>
                    <a:pt x="34355" y="6352"/>
                  </a:cubicBezTo>
                  <a:lnTo>
                    <a:pt x="34355" y="23535"/>
                  </a:lnTo>
                  <a:cubicBezTo>
                    <a:pt x="33244" y="32133"/>
                    <a:pt x="25605" y="38208"/>
                    <a:pt x="17229" y="37156"/>
                  </a:cubicBezTo>
                  <a:close/>
                  <a:moveTo>
                    <a:pt x="12335" y="23012"/>
                  </a:moveTo>
                  <a:cubicBezTo>
                    <a:pt x="13744" y="24086"/>
                    <a:pt x="15480" y="24606"/>
                    <a:pt x="17229" y="24478"/>
                  </a:cubicBezTo>
                  <a:cubicBezTo>
                    <a:pt x="18945" y="24590"/>
                    <a:pt x="20643" y="24070"/>
                    <a:pt x="22020" y="23012"/>
                  </a:cubicBezTo>
                  <a:lnTo>
                    <a:pt x="22020" y="15468"/>
                  </a:lnTo>
                  <a:cubicBezTo>
                    <a:pt x="20425" y="15575"/>
                    <a:pt x="18824" y="15575"/>
                    <a:pt x="17229" y="15468"/>
                  </a:cubicBezTo>
                  <a:cubicBezTo>
                    <a:pt x="15599" y="15578"/>
                    <a:pt x="13965" y="15578"/>
                    <a:pt x="12335" y="15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6371893" y="2243547"/>
              <a:ext cx="103486" cy="87225"/>
            </a:xfrm>
            <a:custGeom>
              <a:avLst/>
              <a:gdLst/>
              <a:ahLst/>
              <a:cxnLst/>
              <a:rect l="l" t="t" r="r" b="b"/>
              <a:pathLst>
                <a:path w="103486" h="87225" extrusionOk="0">
                  <a:moveTo>
                    <a:pt x="97254" y="87173"/>
                  </a:moveTo>
                  <a:lnTo>
                    <a:pt x="15699" y="87173"/>
                  </a:lnTo>
                  <a:cubicBezTo>
                    <a:pt x="12293" y="87624"/>
                    <a:pt x="9176" y="85151"/>
                    <a:pt x="8737" y="81651"/>
                  </a:cubicBezTo>
                  <a:cubicBezTo>
                    <a:pt x="8298" y="78150"/>
                    <a:pt x="10704" y="74946"/>
                    <a:pt x="14110" y="74495"/>
                  </a:cubicBezTo>
                  <a:cubicBezTo>
                    <a:pt x="14638" y="74425"/>
                    <a:pt x="15172" y="74425"/>
                    <a:pt x="15699" y="74495"/>
                  </a:cubicBezTo>
                  <a:lnTo>
                    <a:pt x="91035" y="74495"/>
                  </a:lnTo>
                  <a:lnTo>
                    <a:pt x="91035" y="41177"/>
                  </a:lnTo>
                  <a:cubicBezTo>
                    <a:pt x="91035" y="25495"/>
                    <a:pt x="78666" y="12783"/>
                    <a:pt x="63409" y="12783"/>
                  </a:cubicBezTo>
                  <a:lnTo>
                    <a:pt x="53214" y="12783"/>
                  </a:lnTo>
                  <a:cubicBezTo>
                    <a:pt x="52003" y="21295"/>
                    <a:pt x="44395" y="27253"/>
                    <a:pt x="36088" y="26194"/>
                  </a:cubicBezTo>
                  <a:cubicBezTo>
                    <a:pt x="26505" y="26194"/>
                    <a:pt x="18961" y="20326"/>
                    <a:pt x="18860" y="12783"/>
                  </a:cubicBezTo>
                  <a:lnTo>
                    <a:pt x="6219" y="12783"/>
                  </a:lnTo>
                  <a:cubicBezTo>
                    <a:pt x="2784" y="12783"/>
                    <a:pt x="0" y="9921"/>
                    <a:pt x="0" y="6391"/>
                  </a:cubicBezTo>
                  <a:cubicBezTo>
                    <a:pt x="0" y="2861"/>
                    <a:pt x="2784" y="0"/>
                    <a:pt x="6219" y="0"/>
                  </a:cubicBezTo>
                  <a:lnTo>
                    <a:pt x="25384" y="0"/>
                  </a:lnTo>
                  <a:cubicBezTo>
                    <a:pt x="28818" y="0"/>
                    <a:pt x="31602" y="2861"/>
                    <a:pt x="31602" y="6391"/>
                  </a:cubicBezTo>
                  <a:lnTo>
                    <a:pt x="31602" y="12049"/>
                  </a:lnTo>
                  <a:cubicBezTo>
                    <a:pt x="33011" y="13123"/>
                    <a:pt x="34746" y="13644"/>
                    <a:pt x="36496" y="13516"/>
                  </a:cubicBezTo>
                  <a:cubicBezTo>
                    <a:pt x="38212" y="13627"/>
                    <a:pt x="39910" y="13107"/>
                    <a:pt x="41287" y="12049"/>
                  </a:cubicBezTo>
                  <a:lnTo>
                    <a:pt x="41287" y="6391"/>
                  </a:lnTo>
                  <a:cubicBezTo>
                    <a:pt x="41287" y="2862"/>
                    <a:pt x="44071" y="0"/>
                    <a:pt x="47506" y="0"/>
                  </a:cubicBezTo>
                  <a:lnTo>
                    <a:pt x="63409" y="0"/>
                  </a:lnTo>
                  <a:cubicBezTo>
                    <a:pt x="85512" y="58"/>
                    <a:pt x="103416" y="18459"/>
                    <a:pt x="103472" y="41177"/>
                  </a:cubicBezTo>
                  <a:lnTo>
                    <a:pt x="103472" y="80467"/>
                  </a:lnTo>
                  <a:cubicBezTo>
                    <a:pt x="103698" y="83931"/>
                    <a:pt x="101149" y="86928"/>
                    <a:pt x="97778" y="87160"/>
                  </a:cubicBezTo>
                  <a:cubicBezTo>
                    <a:pt x="97604" y="87172"/>
                    <a:pt x="97429" y="87176"/>
                    <a:pt x="97254" y="871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6127229" y="2287949"/>
              <a:ext cx="12348" cy="42771"/>
            </a:xfrm>
            <a:custGeom>
              <a:avLst/>
              <a:gdLst/>
              <a:ahLst/>
              <a:cxnLst/>
              <a:rect l="l" t="t" r="r" b="b"/>
              <a:pathLst>
                <a:path w="12348" h="42771" extrusionOk="0">
                  <a:moveTo>
                    <a:pt x="6219" y="42770"/>
                  </a:moveTo>
                  <a:cubicBezTo>
                    <a:pt x="2841" y="42828"/>
                    <a:pt x="57" y="40061"/>
                    <a:pt x="1" y="36590"/>
                  </a:cubicBezTo>
                  <a:cubicBezTo>
                    <a:pt x="0" y="36554"/>
                    <a:pt x="0" y="36519"/>
                    <a:pt x="0" y="36484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36065"/>
                  </a:lnTo>
                  <a:cubicBezTo>
                    <a:pt x="12560" y="39529"/>
                    <a:pt x="10011" y="42525"/>
                    <a:pt x="6640" y="42756"/>
                  </a:cubicBezTo>
                  <a:cubicBezTo>
                    <a:pt x="6500" y="42766"/>
                    <a:pt x="6359" y="42771"/>
                    <a:pt x="6219" y="427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6132832" y="2169576"/>
              <a:ext cx="70247" cy="78790"/>
            </a:xfrm>
            <a:custGeom>
              <a:avLst/>
              <a:gdLst/>
              <a:ahLst/>
              <a:cxnLst/>
              <a:rect l="l" t="t" r="r" b="b"/>
              <a:pathLst>
                <a:path w="70247" h="78790" extrusionOk="0">
                  <a:moveTo>
                    <a:pt x="34155" y="78791"/>
                  </a:moveTo>
                  <a:cubicBezTo>
                    <a:pt x="21962" y="78096"/>
                    <a:pt x="11285" y="70152"/>
                    <a:pt x="6834" y="58464"/>
                  </a:cubicBezTo>
                  <a:cubicBezTo>
                    <a:pt x="2236" y="49227"/>
                    <a:pt x="-108" y="38979"/>
                    <a:pt x="4" y="28604"/>
                  </a:cubicBezTo>
                  <a:lnTo>
                    <a:pt x="4" y="20012"/>
                  </a:lnTo>
                  <a:cubicBezTo>
                    <a:pt x="4" y="10687"/>
                    <a:pt x="18761" y="0"/>
                    <a:pt x="35276" y="0"/>
                  </a:cubicBezTo>
                  <a:cubicBezTo>
                    <a:pt x="48299" y="55"/>
                    <a:pt x="60682" y="5809"/>
                    <a:pt x="69325" y="15821"/>
                  </a:cubicBezTo>
                  <a:cubicBezTo>
                    <a:pt x="69922" y="16832"/>
                    <a:pt x="70240" y="17991"/>
                    <a:pt x="70243" y="19174"/>
                  </a:cubicBezTo>
                  <a:lnTo>
                    <a:pt x="70243" y="28604"/>
                  </a:lnTo>
                  <a:cubicBezTo>
                    <a:pt x="70368" y="38993"/>
                    <a:pt x="67987" y="49253"/>
                    <a:pt x="63311" y="58464"/>
                  </a:cubicBezTo>
                  <a:cubicBezTo>
                    <a:pt x="58851" y="70602"/>
                    <a:pt x="47593" y="78676"/>
                    <a:pt x="34970" y="78791"/>
                  </a:cubicBezTo>
                  <a:close/>
                  <a:moveTo>
                    <a:pt x="34970" y="66113"/>
                  </a:moveTo>
                  <a:cubicBezTo>
                    <a:pt x="42004" y="66113"/>
                    <a:pt x="47713" y="61712"/>
                    <a:pt x="52403" y="52492"/>
                  </a:cubicBezTo>
                  <a:cubicBezTo>
                    <a:pt x="56106" y="45110"/>
                    <a:pt x="57996" y="36909"/>
                    <a:pt x="57908" y="28604"/>
                  </a:cubicBezTo>
                  <a:lnTo>
                    <a:pt x="57908" y="21479"/>
                  </a:lnTo>
                  <a:cubicBezTo>
                    <a:pt x="51513" y="16064"/>
                    <a:pt x="43557" y="12970"/>
                    <a:pt x="35276" y="12678"/>
                  </a:cubicBezTo>
                  <a:cubicBezTo>
                    <a:pt x="26874" y="12616"/>
                    <a:pt x="18732" y="15666"/>
                    <a:pt x="12339" y="21269"/>
                  </a:cubicBezTo>
                  <a:lnTo>
                    <a:pt x="12339" y="28604"/>
                  </a:lnTo>
                  <a:cubicBezTo>
                    <a:pt x="12215" y="36900"/>
                    <a:pt x="14070" y="45102"/>
                    <a:pt x="17742" y="52492"/>
                  </a:cubicBezTo>
                  <a:cubicBezTo>
                    <a:pt x="22533" y="61712"/>
                    <a:pt x="28446" y="66846"/>
                    <a:pt x="34970" y="66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6150676" y="2232580"/>
              <a:ext cx="34456" cy="37279"/>
            </a:xfrm>
            <a:custGeom>
              <a:avLst/>
              <a:gdLst/>
              <a:ahLst/>
              <a:cxnLst/>
              <a:rect l="l" t="t" r="r" b="b"/>
              <a:pathLst>
                <a:path w="34456" h="37279" extrusionOk="0">
                  <a:moveTo>
                    <a:pt x="17228" y="37160"/>
                  </a:moveTo>
                  <a:cubicBezTo>
                    <a:pt x="8831" y="38215"/>
                    <a:pt x="1162" y="32152"/>
                    <a:pt x="0" y="23539"/>
                  </a:cubicBezTo>
                  <a:lnTo>
                    <a:pt x="0" y="6356"/>
                  </a:lnTo>
                  <a:cubicBezTo>
                    <a:pt x="19" y="4087"/>
                    <a:pt x="1227" y="2005"/>
                    <a:pt x="3160" y="908"/>
                  </a:cubicBezTo>
                  <a:cubicBezTo>
                    <a:pt x="5066" y="-303"/>
                    <a:pt x="7473" y="-303"/>
                    <a:pt x="9379" y="908"/>
                  </a:cubicBezTo>
                  <a:cubicBezTo>
                    <a:pt x="11722" y="2331"/>
                    <a:pt x="14405" y="3057"/>
                    <a:pt x="17126" y="3004"/>
                  </a:cubicBezTo>
                  <a:cubicBezTo>
                    <a:pt x="19918" y="3108"/>
                    <a:pt x="22680" y="2381"/>
                    <a:pt x="25078" y="908"/>
                  </a:cubicBezTo>
                  <a:cubicBezTo>
                    <a:pt x="28035" y="-887"/>
                    <a:pt x="31848" y="122"/>
                    <a:pt x="33595" y="3161"/>
                  </a:cubicBezTo>
                  <a:cubicBezTo>
                    <a:pt x="34134" y="4099"/>
                    <a:pt x="34430" y="5163"/>
                    <a:pt x="34457" y="6252"/>
                  </a:cubicBezTo>
                  <a:lnTo>
                    <a:pt x="34457" y="23435"/>
                  </a:lnTo>
                  <a:cubicBezTo>
                    <a:pt x="34457" y="31188"/>
                    <a:pt x="26913" y="37160"/>
                    <a:pt x="17228" y="37160"/>
                  </a:cubicBezTo>
                  <a:close/>
                  <a:moveTo>
                    <a:pt x="12437" y="23016"/>
                  </a:moveTo>
                  <a:cubicBezTo>
                    <a:pt x="13814" y="24074"/>
                    <a:pt x="15512" y="24594"/>
                    <a:pt x="17228" y="24482"/>
                  </a:cubicBezTo>
                  <a:cubicBezTo>
                    <a:pt x="18978" y="24610"/>
                    <a:pt x="20713" y="24090"/>
                    <a:pt x="22122" y="23016"/>
                  </a:cubicBezTo>
                  <a:lnTo>
                    <a:pt x="22122" y="15472"/>
                  </a:lnTo>
                  <a:cubicBezTo>
                    <a:pt x="20492" y="15576"/>
                    <a:pt x="18858" y="15576"/>
                    <a:pt x="17228" y="15472"/>
                  </a:cubicBezTo>
                  <a:cubicBezTo>
                    <a:pt x="15633" y="15579"/>
                    <a:pt x="14032" y="15579"/>
                    <a:pt x="12437" y="15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6100826" y="2243547"/>
              <a:ext cx="103574" cy="87173"/>
            </a:xfrm>
            <a:custGeom>
              <a:avLst/>
              <a:gdLst/>
              <a:ahLst/>
              <a:cxnLst/>
              <a:rect l="l" t="t" r="r" b="b"/>
              <a:pathLst>
                <a:path w="103574" h="87173" extrusionOk="0">
                  <a:moveTo>
                    <a:pt x="87773" y="87173"/>
                  </a:moveTo>
                  <a:lnTo>
                    <a:pt x="6219" y="87173"/>
                  </a:lnTo>
                  <a:cubicBezTo>
                    <a:pt x="2841" y="87231"/>
                    <a:pt x="57" y="84463"/>
                    <a:pt x="1" y="80992"/>
                  </a:cubicBezTo>
                  <a:cubicBezTo>
                    <a:pt x="0" y="80957"/>
                    <a:pt x="0" y="80922"/>
                    <a:pt x="0" y="80886"/>
                  </a:cubicBezTo>
                  <a:lnTo>
                    <a:pt x="0" y="41177"/>
                  </a:lnTo>
                  <a:cubicBezTo>
                    <a:pt x="56" y="18459"/>
                    <a:pt x="17960" y="58"/>
                    <a:pt x="40064" y="0"/>
                  </a:cubicBezTo>
                  <a:lnTo>
                    <a:pt x="56069" y="0"/>
                  </a:lnTo>
                  <a:cubicBezTo>
                    <a:pt x="59480" y="56"/>
                    <a:pt x="62233" y="2885"/>
                    <a:pt x="62287" y="6391"/>
                  </a:cubicBezTo>
                  <a:lnTo>
                    <a:pt x="62287" y="12049"/>
                  </a:lnTo>
                  <a:cubicBezTo>
                    <a:pt x="63664" y="13107"/>
                    <a:pt x="65363" y="13627"/>
                    <a:pt x="67079" y="13516"/>
                  </a:cubicBezTo>
                  <a:cubicBezTo>
                    <a:pt x="68828" y="13643"/>
                    <a:pt x="70564" y="13123"/>
                    <a:pt x="71972" y="12049"/>
                  </a:cubicBezTo>
                  <a:lnTo>
                    <a:pt x="71972" y="6391"/>
                  </a:lnTo>
                  <a:cubicBezTo>
                    <a:pt x="71972" y="2861"/>
                    <a:pt x="74756" y="0"/>
                    <a:pt x="78190" y="0"/>
                  </a:cubicBezTo>
                  <a:lnTo>
                    <a:pt x="97356" y="0"/>
                  </a:lnTo>
                  <a:cubicBezTo>
                    <a:pt x="100790" y="0"/>
                    <a:pt x="103574" y="2861"/>
                    <a:pt x="103574" y="6391"/>
                  </a:cubicBezTo>
                  <a:cubicBezTo>
                    <a:pt x="103574" y="9921"/>
                    <a:pt x="100790" y="12783"/>
                    <a:pt x="97356" y="12783"/>
                  </a:cubicBezTo>
                  <a:lnTo>
                    <a:pt x="84307" y="12783"/>
                  </a:lnTo>
                  <a:cubicBezTo>
                    <a:pt x="84307" y="20326"/>
                    <a:pt x="76661" y="26194"/>
                    <a:pt x="67079" y="26194"/>
                  </a:cubicBezTo>
                  <a:cubicBezTo>
                    <a:pt x="58765" y="27200"/>
                    <a:pt x="51161" y="21280"/>
                    <a:pt x="49850" y="12783"/>
                  </a:cubicBezTo>
                  <a:lnTo>
                    <a:pt x="40166" y="12783"/>
                  </a:lnTo>
                  <a:cubicBezTo>
                    <a:pt x="24908" y="12725"/>
                    <a:pt x="12494" y="25390"/>
                    <a:pt x="12437" y="41072"/>
                  </a:cubicBezTo>
                  <a:cubicBezTo>
                    <a:pt x="12437" y="41107"/>
                    <a:pt x="12437" y="41142"/>
                    <a:pt x="12437" y="41177"/>
                  </a:cubicBezTo>
                  <a:lnTo>
                    <a:pt x="12437" y="74076"/>
                  </a:lnTo>
                  <a:lnTo>
                    <a:pt x="87773" y="74076"/>
                  </a:lnTo>
                  <a:cubicBezTo>
                    <a:pt x="91292" y="74076"/>
                    <a:pt x="94145" y="77008"/>
                    <a:pt x="94145" y="80624"/>
                  </a:cubicBezTo>
                  <a:cubicBezTo>
                    <a:pt x="94145" y="84241"/>
                    <a:pt x="91292" y="87173"/>
                    <a:pt x="87773" y="871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6281979" y="2087514"/>
              <a:ext cx="12335" cy="35750"/>
            </a:xfrm>
            <a:custGeom>
              <a:avLst/>
              <a:gdLst/>
              <a:ahLst/>
              <a:cxnLst/>
              <a:rect l="l" t="t" r="r" b="b"/>
              <a:pathLst>
                <a:path w="12335" h="35750" extrusionOk="0">
                  <a:moveTo>
                    <a:pt x="6117" y="35751"/>
                  </a:moveTo>
                  <a:cubicBezTo>
                    <a:pt x="2722" y="35693"/>
                    <a:pt x="0" y="32849"/>
                    <a:pt x="0" y="29359"/>
                  </a:cubicBezTo>
                  <a:lnTo>
                    <a:pt x="0" y="5575"/>
                  </a:lnTo>
                  <a:cubicBezTo>
                    <a:pt x="439" y="2074"/>
                    <a:pt x="3556" y="-398"/>
                    <a:pt x="6962" y="53"/>
                  </a:cubicBezTo>
                  <a:cubicBezTo>
                    <a:pt x="9766" y="424"/>
                    <a:pt x="11974" y="2693"/>
                    <a:pt x="12335" y="5575"/>
                  </a:cubicBezTo>
                  <a:lnTo>
                    <a:pt x="12335" y="29359"/>
                  </a:lnTo>
                  <a:cubicBezTo>
                    <a:pt x="12335" y="32889"/>
                    <a:pt x="9551" y="35751"/>
                    <a:pt x="6117" y="357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6344862" y="2087089"/>
              <a:ext cx="65839" cy="76619"/>
            </a:xfrm>
            <a:custGeom>
              <a:avLst/>
              <a:gdLst/>
              <a:ahLst/>
              <a:cxnLst/>
              <a:rect l="l" t="t" r="r" b="b"/>
              <a:pathLst>
                <a:path w="65839" h="76619" extrusionOk="0">
                  <a:moveTo>
                    <a:pt x="59245" y="76619"/>
                  </a:moveTo>
                  <a:cubicBezTo>
                    <a:pt x="56228" y="76662"/>
                    <a:pt x="53631" y="74438"/>
                    <a:pt x="53128" y="71380"/>
                  </a:cubicBezTo>
                  <a:cubicBezTo>
                    <a:pt x="46706" y="34080"/>
                    <a:pt x="3686" y="12287"/>
                    <a:pt x="3176" y="12077"/>
                  </a:cubicBezTo>
                  <a:cubicBezTo>
                    <a:pt x="233" y="10418"/>
                    <a:pt x="-859" y="6630"/>
                    <a:pt x="729" y="3591"/>
                  </a:cubicBezTo>
                  <a:cubicBezTo>
                    <a:pt x="2123" y="491"/>
                    <a:pt x="5697" y="-860"/>
                    <a:pt x="8712" y="571"/>
                  </a:cubicBezTo>
                  <a:cubicBezTo>
                    <a:pt x="8770" y="599"/>
                    <a:pt x="8828" y="627"/>
                    <a:pt x="8885" y="657"/>
                  </a:cubicBezTo>
                  <a:cubicBezTo>
                    <a:pt x="10924" y="1600"/>
                    <a:pt x="58123" y="25070"/>
                    <a:pt x="65769" y="69180"/>
                  </a:cubicBezTo>
                  <a:cubicBezTo>
                    <a:pt x="66270" y="72659"/>
                    <a:pt x="64028" y="75931"/>
                    <a:pt x="60672" y="766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6165966" y="2087084"/>
              <a:ext cx="66141" cy="76624"/>
            </a:xfrm>
            <a:custGeom>
              <a:avLst/>
              <a:gdLst/>
              <a:ahLst/>
              <a:cxnLst/>
              <a:rect l="l" t="t" r="r" b="b"/>
              <a:pathLst>
                <a:path w="66141" h="76624" extrusionOk="0">
                  <a:moveTo>
                    <a:pt x="6322" y="76624"/>
                  </a:moveTo>
                  <a:lnTo>
                    <a:pt x="5098" y="76624"/>
                  </a:lnTo>
                  <a:cubicBezTo>
                    <a:pt x="1720" y="75988"/>
                    <a:pt x="-516" y="72657"/>
                    <a:pt x="103" y="69185"/>
                  </a:cubicBezTo>
                  <a:cubicBezTo>
                    <a:pt x="7749" y="25075"/>
                    <a:pt x="54949" y="1605"/>
                    <a:pt x="57293" y="662"/>
                  </a:cubicBezTo>
                  <a:cubicBezTo>
                    <a:pt x="60316" y="-887"/>
                    <a:pt x="63989" y="375"/>
                    <a:pt x="65497" y="3482"/>
                  </a:cubicBezTo>
                  <a:cubicBezTo>
                    <a:pt x="65515" y="3520"/>
                    <a:pt x="65533" y="3558"/>
                    <a:pt x="65551" y="3596"/>
                  </a:cubicBezTo>
                  <a:cubicBezTo>
                    <a:pt x="67004" y="6779"/>
                    <a:pt x="65683" y="10571"/>
                    <a:pt x="62594" y="12083"/>
                  </a:cubicBezTo>
                  <a:cubicBezTo>
                    <a:pt x="62594" y="12083"/>
                    <a:pt x="18759" y="34085"/>
                    <a:pt x="12336" y="71385"/>
                  </a:cubicBezTo>
                  <a:cubicBezTo>
                    <a:pt x="11802" y="74382"/>
                    <a:pt x="9285" y="76574"/>
                    <a:pt x="6322" y="766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6266687" y="2037245"/>
              <a:ext cx="42816" cy="44005"/>
            </a:xfrm>
            <a:custGeom>
              <a:avLst/>
              <a:gdLst/>
              <a:ahLst/>
              <a:cxnLst/>
              <a:rect l="l" t="t" r="r" b="b"/>
              <a:pathLst>
                <a:path w="42816" h="44005" extrusionOk="0">
                  <a:moveTo>
                    <a:pt x="21408" y="44006"/>
                  </a:moveTo>
                  <a:cubicBezTo>
                    <a:pt x="9585" y="44006"/>
                    <a:pt x="0" y="34155"/>
                    <a:pt x="0" y="22003"/>
                  </a:cubicBezTo>
                  <a:cubicBezTo>
                    <a:pt x="0" y="9851"/>
                    <a:pt x="9585" y="0"/>
                    <a:pt x="21408" y="0"/>
                  </a:cubicBezTo>
                  <a:cubicBezTo>
                    <a:pt x="33231" y="0"/>
                    <a:pt x="42816" y="9851"/>
                    <a:pt x="42816" y="22003"/>
                  </a:cubicBezTo>
                  <a:cubicBezTo>
                    <a:pt x="42816" y="34155"/>
                    <a:pt x="33231" y="44006"/>
                    <a:pt x="21408" y="44006"/>
                  </a:cubicBezTo>
                  <a:close/>
                  <a:moveTo>
                    <a:pt x="21408" y="12573"/>
                  </a:moveTo>
                  <a:cubicBezTo>
                    <a:pt x="16397" y="12573"/>
                    <a:pt x="12335" y="16749"/>
                    <a:pt x="12336" y="21899"/>
                  </a:cubicBezTo>
                  <a:cubicBezTo>
                    <a:pt x="12336" y="27049"/>
                    <a:pt x="16398" y="31223"/>
                    <a:pt x="21409" y="31223"/>
                  </a:cubicBezTo>
                  <a:cubicBezTo>
                    <a:pt x="26420" y="31223"/>
                    <a:pt x="30482" y="27047"/>
                    <a:pt x="30482" y="21897"/>
                  </a:cubicBezTo>
                  <a:cubicBezTo>
                    <a:pt x="30482" y="21863"/>
                    <a:pt x="30481" y="21828"/>
                    <a:pt x="30481" y="21793"/>
                  </a:cubicBezTo>
                  <a:cubicBezTo>
                    <a:pt x="30316" y="16766"/>
                    <a:pt x="26302" y="12780"/>
                    <a:pt x="21408" y="127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7" name="Google Shape;337;p24"/>
          <p:cNvSpPr txBox="1"/>
          <p:nvPr/>
        </p:nvSpPr>
        <p:spPr>
          <a:xfrm>
            <a:off x="5560386" y="5053417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4536258" y="381592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5407986" y="2450425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6968562" y="287104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7041714" y="4480393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 flipH="1">
            <a:off x="5357136" y="3543330"/>
            <a:ext cx="13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Open Sans"/>
              <a:buNone/>
            </a:pPr>
            <a:r>
              <a:rPr lang="en-US" sz="2000" b="1">
                <a:solidFill>
                  <a:srgbClr val="3B4550"/>
                </a:solidFill>
                <a:latin typeface="Open Sans"/>
                <a:ea typeface="Open Sans"/>
                <a:cs typeface="Open Sans"/>
                <a:sym typeface="Open Sans"/>
              </a:rPr>
              <a:t>SDLC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Development Life Cycle</a:t>
            </a:r>
            <a:endParaRPr sz="2500" dirty="0"/>
          </a:p>
        </p:txBody>
      </p:sp>
      <p:cxnSp>
        <p:nvCxnSpPr>
          <p:cNvPr id="344" name="Google Shape;344;p24"/>
          <p:cNvCxnSpPr/>
          <p:nvPr/>
        </p:nvCxnSpPr>
        <p:spPr>
          <a:xfrm>
            <a:off x="3630411" y="247562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24"/>
          <p:cNvCxnSpPr/>
          <p:nvPr/>
        </p:nvCxnSpPr>
        <p:spPr>
          <a:xfrm>
            <a:off x="7314517" y="1901006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24"/>
          <p:cNvCxnSpPr/>
          <p:nvPr/>
        </p:nvCxnSpPr>
        <p:spPr>
          <a:xfrm>
            <a:off x="8517455" y="360368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24"/>
          <p:cNvCxnSpPr/>
          <p:nvPr/>
        </p:nvCxnSpPr>
        <p:spPr>
          <a:xfrm>
            <a:off x="7542881" y="5518019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3909657" y="4954541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BB8660E-7A7D-443B-56A4-C2E23ED6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35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 txBox="1"/>
          <p:nvPr/>
        </p:nvSpPr>
        <p:spPr>
          <a:xfrm>
            <a:off x="2723813" y="689507"/>
            <a:ext cx="7162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SDLC Involvement</a:t>
            </a:r>
            <a:endParaRPr/>
          </a:p>
        </p:txBody>
      </p:sp>
      <p:sp>
        <p:nvSpPr>
          <p:cNvPr id="356" name="Google Shape;356;p2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cxnSp>
        <p:nvCxnSpPr>
          <p:cNvPr id="357" name="Google Shape;357;p25"/>
          <p:cNvCxnSpPr/>
          <p:nvPr/>
        </p:nvCxnSpPr>
        <p:spPr>
          <a:xfrm>
            <a:off x="1020820" y="4665393"/>
            <a:ext cx="9962400" cy="0"/>
          </a:xfrm>
          <a:prstGeom prst="straightConnector1">
            <a:avLst/>
          </a:prstGeom>
          <a:noFill/>
          <a:ln w="63500" cap="rnd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8" name="Google Shape;358;p25"/>
          <p:cNvSpPr/>
          <p:nvPr/>
        </p:nvSpPr>
        <p:spPr>
          <a:xfrm>
            <a:off x="1708062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1020820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3761690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3074448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5815318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5128076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7868946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7181704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9922574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9235332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1118637" y="1843085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Product Owner 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Project Manager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Business Analyst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CTO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3172265" y="1843085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Software Architect</a:t>
            </a:r>
            <a:endParaRPr sz="11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Solution Architect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Software Engineer</a:t>
            </a:r>
            <a:endParaRPr sz="11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UI / UX Designer </a:t>
            </a:r>
            <a:endParaRPr dirty="0"/>
          </a:p>
        </p:txBody>
      </p:sp>
      <p:sp>
        <p:nvSpPr>
          <p:cNvPr id="370" name="Google Shape;370;p25"/>
          <p:cNvSpPr/>
          <p:nvPr/>
        </p:nvSpPr>
        <p:spPr>
          <a:xfrm>
            <a:off x="5207528" y="1831917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Front-End Developers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Back-End Developers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Dev Ops </a:t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7261156" y="1831917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Solution Architect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QA Engineers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Testers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9333149" y="1843085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Dev Ops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Users 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Support Managers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1020825" y="513895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Requirement Analysis</a:t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3074450" y="513280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Design and Architecture</a:t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5133837" y="513280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Development and Implementation</a:t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7163350" y="513280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Testing and </a:t>
            </a:r>
            <a:b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Debugging</a:t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9246825" y="513895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Deployment and Evolutions</a:t>
            </a:r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528D8DA5-574F-1393-D69A-FD1DB59A8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"/>
          <p:cNvSpPr txBox="1"/>
          <p:nvPr/>
        </p:nvSpPr>
        <p:spPr>
          <a:xfrm>
            <a:off x="1736978" y="689500"/>
            <a:ext cx="8768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Common Mistakes to Avoid in SDLC</a:t>
            </a:r>
            <a:endParaRPr sz="3300"/>
          </a:p>
        </p:txBody>
      </p:sp>
      <p:sp>
        <p:nvSpPr>
          <p:cNvPr id="384" name="Google Shape;384;p2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cxnSp>
        <p:nvCxnSpPr>
          <p:cNvPr id="385" name="Google Shape;385;p26"/>
          <p:cNvCxnSpPr/>
          <p:nvPr/>
        </p:nvCxnSpPr>
        <p:spPr>
          <a:xfrm>
            <a:off x="1020820" y="4665393"/>
            <a:ext cx="9962400" cy="0"/>
          </a:xfrm>
          <a:prstGeom prst="straightConnector1">
            <a:avLst/>
          </a:prstGeom>
          <a:noFill/>
          <a:ln w="63500" cap="rnd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6" name="Google Shape;386;p26"/>
          <p:cNvSpPr/>
          <p:nvPr/>
        </p:nvSpPr>
        <p:spPr>
          <a:xfrm>
            <a:off x="1708062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1020820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3761690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3074448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5815318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5128076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7868946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7181704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9922574" y="4359718"/>
            <a:ext cx="611400" cy="611400"/>
          </a:xfrm>
          <a:prstGeom prst="ellipse">
            <a:avLst/>
          </a:prstGeom>
          <a:solidFill>
            <a:srgbClr val="570D15"/>
          </a:solidFill>
          <a:ln w="38100" cap="flat" cmpd="sng">
            <a:solidFill>
              <a:srgbClr val="DBC3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9235332" y="1596908"/>
            <a:ext cx="1985700" cy="259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1118637" y="1843085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Client always “right”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Not educating stakeholders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Ambiguous Requirements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3172265" y="1843085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Fail timeframe</a:t>
            </a:r>
            <a:endParaRPr sz="11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No risk management</a:t>
            </a:r>
            <a:endParaRPr sz="11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Incomplete design</a:t>
            </a: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No architecture framework</a:t>
            </a:r>
            <a:endParaRPr sz="11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5207528" y="1831917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Bad task allocations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No team communication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Last minute dev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7261156" y="1831917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Small time and budget allocations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9333149" y="1843085"/>
            <a:ext cx="17901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Poppins"/>
              <a:buChar char="-"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No versioning documentation (patch note)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1020825" y="513895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Requirement Analysis</a:t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3074450" y="513280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Design and Architecture</a:t>
            </a: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5133837" y="513280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Development and Implementation</a:t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7163350" y="513280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Testing and </a:t>
            </a:r>
            <a:b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Debugging</a:t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9246825" y="5138950"/>
            <a:ext cx="19857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Deployment and Evolutions</a:t>
            </a:r>
            <a:endParaRPr/>
          </a:p>
        </p:txBody>
      </p:sp>
      <p:sp>
        <p:nvSpPr>
          <p:cNvPr id="406" name="Google Shape;406;p26" descr="Arrow: Slight curve"/>
          <p:cNvSpPr/>
          <p:nvPr/>
        </p:nvSpPr>
        <p:spPr>
          <a:xfrm rot="-10784445" flipH="1">
            <a:off x="6737476" y="3358031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26" descr="Arrow: Slight curve"/>
          <p:cNvSpPr/>
          <p:nvPr/>
        </p:nvSpPr>
        <p:spPr>
          <a:xfrm rot="15555" flipH="1">
            <a:off x="6730789" y="3706547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26" descr="Arrow: Slight curve"/>
          <p:cNvSpPr/>
          <p:nvPr/>
        </p:nvSpPr>
        <p:spPr>
          <a:xfrm rot="-10784445" flipH="1">
            <a:off x="4634951" y="3358031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9" name="Google Shape;409;p26" descr="Arrow: Slight curve"/>
          <p:cNvSpPr/>
          <p:nvPr/>
        </p:nvSpPr>
        <p:spPr>
          <a:xfrm rot="15555" flipH="1">
            <a:off x="4628264" y="3706547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0" name="Google Shape;410;p26" descr="Arrow: Slight curve"/>
          <p:cNvSpPr/>
          <p:nvPr/>
        </p:nvSpPr>
        <p:spPr>
          <a:xfrm rot="-10784445" flipH="1">
            <a:off x="2626726" y="3358031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26" descr="Arrow: Slight curve"/>
          <p:cNvSpPr/>
          <p:nvPr/>
        </p:nvSpPr>
        <p:spPr>
          <a:xfrm rot="15555" flipH="1">
            <a:off x="2620039" y="3706547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26" descr="Arrow: Slight curve"/>
          <p:cNvSpPr/>
          <p:nvPr/>
        </p:nvSpPr>
        <p:spPr>
          <a:xfrm rot="-10784445" flipH="1">
            <a:off x="8798926" y="3390506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p26" descr="Arrow: Slight curve"/>
          <p:cNvSpPr/>
          <p:nvPr/>
        </p:nvSpPr>
        <p:spPr>
          <a:xfrm rot="15555" flipH="1">
            <a:off x="8792239" y="3739022"/>
            <a:ext cx="827205" cy="379730"/>
          </a:xfrm>
          <a:custGeom>
            <a:avLst/>
            <a:gdLst/>
            <a:ahLst/>
            <a:cxnLst/>
            <a:rect l="l" t="t" r="r" b="b"/>
            <a:pathLst>
              <a:path w="1497189" h="816623" extrusionOk="0">
                <a:moveTo>
                  <a:pt x="1497142" y="408312"/>
                </a:moveTo>
                <a:cubicBezTo>
                  <a:pt x="1502246" y="408312"/>
                  <a:pt x="1088831" y="0"/>
                  <a:pt x="1088831" y="0"/>
                </a:cubicBezTo>
                <a:lnTo>
                  <a:pt x="1088831" y="255195"/>
                </a:lnTo>
                <a:cubicBezTo>
                  <a:pt x="818324" y="377688"/>
                  <a:pt x="0" y="255195"/>
                  <a:pt x="0" y="255195"/>
                </a:cubicBezTo>
                <a:cubicBezTo>
                  <a:pt x="0" y="255195"/>
                  <a:pt x="580143" y="699233"/>
                  <a:pt x="1088831" y="646493"/>
                </a:cubicBezTo>
                <a:lnTo>
                  <a:pt x="1088831" y="816623"/>
                </a:lnTo>
                <a:lnTo>
                  <a:pt x="1497142" y="408312"/>
                </a:lnTo>
                <a:close/>
              </a:path>
            </a:pathLst>
          </a:custGeom>
          <a:gradFill>
            <a:gsLst>
              <a:gs pos="0">
                <a:srgbClr val="931926"/>
              </a:gs>
              <a:gs pos="99000">
                <a:schemeClr val="accent3"/>
              </a:gs>
              <a:gs pos="100000">
                <a:schemeClr val="accent3"/>
              </a:gs>
            </a:gsLst>
            <a:lin ang="9000021" scaled="0"/>
          </a:gradFill>
          <a:ln>
            <a:noFill/>
          </a:ln>
          <a:effectLst>
            <a:outerShdw blurRad="127000" dist="38100" dir="135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66484B0B-6626-C70C-9765-D18323351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27"/>
          <p:cNvCxnSpPr/>
          <p:nvPr/>
        </p:nvCxnSpPr>
        <p:spPr>
          <a:xfrm rot="10800000" flipH="1">
            <a:off x="2613089" y="3251237"/>
            <a:ext cx="6647100" cy="150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20" name="Google Shape;420;p27"/>
          <p:cNvSpPr/>
          <p:nvPr/>
        </p:nvSpPr>
        <p:spPr>
          <a:xfrm>
            <a:off x="2487359" y="2692157"/>
            <a:ext cx="962700" cy="9627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5416243" y="2639948"/>
            <a:ext cx="961200" cy="96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8542641" y="2639948"/>
            <a:ext cx="961200" cy="962700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3" name="Google Shape;423;p27"/>
          <p:cNvGrpSpPr/>
          <p:nvPr/>
        </p:nvGrpSpPr>
        <p:grpSpPr>
          <a:xfrm>
            <a:off x="5636484" y="2925660"/>
            <a:ext cx="528103" cy="545072"/>
            <a:chOff x="2500313" y="3883026"/>
            <a:chExt cx="395287" cy="407988"/>
          </a:xfrm>
        </p:grpSpPr>
        <p:sp>
          <p:nvSpPr>
            <p:cNvPr id="424" name="Google Shape;424;p27"/>
            <p:cNvSpPr/>
            <p:nvPr/>
          </p:nvSpPr>
          <p:spPr>
            <a:xfrm>
              <a:off x="2500313" y="4076701"/>
              <a:ext cx="261937" cy="214313"/>
            </a:xfrm>
            <a:custGeom>
              <a:avLst/>
              <a:gdLst/>
              <a:ahLst/>
              <a:cxnLst/>
              <a:rect l="l" t="t" r="r" b="b"/>
              <a:pathLst>
                <a:path w="72" h="57" extrusionOk="0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2547938" y="3927476"/>
              <a:ext cx="147637" cy="138113"/>
            </a:xfrm>
            <a:custGeom>
              <a:avLst/>
              <a:gdLst/>
              <a:ahLst/>
              <a:cxnLst/>
              <a:rect l="l" t="t" r="r" b="b"/>
              <a:pathLst>
                <a:path w="41" h="37" extrusionOk="0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663825" y="3883026"/>
              <a:ext cx="231775" cy="193675"/>
            </a:xfrm>
            <a:custGeom>
              <a:avLst/>
              <a:gdLst/>
              <a:ahLst/>
              <a:cxnLst/>
              <a:rect l="l" t="t" r="r" b="b"/>
              <a:pathLst>
                <a:path w="64" h="52" extrusionOk="0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7" name="Google Shape;427;p27"/>
          <p:cNvSpPr/>
          <p:nvPr/>
        </p:nvSpPr>
        <p:spPr>
          <a:xfrm>
            <a:off x="8770295" y="2900262"/>
            <a:ext cx="596675" cy="528805"/>
          </a:xfrm>
          <a:custGeom>
            <a:avLst/>
            <a:gdLst/>
            <a:ahLst/>
            <a:cxnLst/>
            <a:rect l="l" t="t" r="r" b="b"/>
            <a:pathLst>
              <a:path w="123" h="106" extrusionOk="0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2330429" y="453747"/>
            <a:ext cx="7531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Foundation</a:t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4808145" y="4478518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Importances of detailed designs.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Importances of scalability, performances and maintenance.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7728769" y="4468236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Clear and concise process and documentation.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Version control documentation.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875735" y="4488700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Always get verification and validation with stakeholders.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Understanding user needs and project requirements.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4808145" y="396014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DESIGNS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7802550" y="3946850"/>
            <a:ext cx="2491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 AND DOCUMENTATIONS</a:t>
            </a:r>
            <a:endParaRPr dirty="0"/>
          </a:p>
        </p:txBody>
      </p:sp>
      <p:sp>
        <p:nvSpPr>
          <p:cNvPr id="434" name="Google Shape;434;p27"/>
          <p:cNvSpPr txBox="1"/>
          <p:nvPr/>
        </p:nvSpPr>
        <p:spPr>
          <a:xfrm>
            <a:off x="1868504" y="394998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</a:t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4170730" y="3142407"/>
            <a:ext cx="291600" cy="2916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7374122" y="3142408"/>
            <a:ext cx="294300" cy="291600"/>
          </a:xfrm>
          <a:prstGeom prst="ellipse">
            <a:avLst/>
          </a:prstGeom>
          <a:solidFill>
            <a:srgbClr val="7D26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2086128" y="1320365"/>
            <a:ext cx="79746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Why? 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To help to accomplish project quickly and efficiently.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To reduce frustrations and confusion along the way.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27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2774995" y="2834283"/>
            <a:ext cx="387413" cy="574051"/>
          </a:xfrm>
          <a:custGeom>
            <a:avLst/>
            <a:gdLst/>
            <a:ahLst/>
            <a:cxnLst/>
            <a:rect l="l" t="t" r="r" b="b"/>
            <a:pathLst>
              <a:path w="80" h="115" extrusionOk="0">
                <a:moveTo>
                  <a:pt x="65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2" y="47"/>
                  <a:pt x="22" y="45"/>
                  <a:pt x="22" y="44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1"/>
                  <a:pt x="30" y="11"/>
                  <a:pt x="39" y="11"/>
                </a:cubicBezTo>
                <a:cubicBezTo>
                  <a:pt x="49" y="11"/>
                  <a:pt x="56" y="21"/>
                  <a:pt x="5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5"/>
                  <a:pt x="54" y="0"/>
                  <a:pt x="39" y="0"/>
                </a:cubicBezTo>
                <a:cubicBezTo>
                  <a:pt x="24" y="0"/>
                  <a:pt x="12" y="15"/>
                  <a:pt x="12" y="33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9"/>
                  <a:pt x="0" y="55"/>
                  <a:pt x="0" y="62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08"/>
                  <a:pt x="6" y="115"/>
                  <a:pt x="14" y="115"/>
                </a:cubicBezTo>
                <a:cubicBezTo>
                  <a:pt x="66" y="115"/>
                  <a:pt x="66" y="115"/>
                  <a:pt x="66" y="115"/>
                </a:cubicBezTo>
                <a:cubicBezTo>
                  <a:pt x="74" y="115"/>
                  <a:pt x="80" y="108"/>
                  <a:pt x="80" y="10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54"/>
                  <a:pt x="73" y="48"/>
                  <a:pt x="65" y="48"/>
                </a:cubicBezTo>
                <a:close/>
                <a:moveTo>
                  <a:pt x="45" y="81"/>
                </a:moveTo>
                <a:cubicBezTo>
                  <a:pt x="48" y="94"/>
                  <a:pt x="48" y="94"/>
                  <a:pt x="48" y="94"/>
                </a:cubicBezTo>
                <a:cubicBezTo>
                  <a:pt x="48" y="99"/>
                  <a:pt x="45" y="103"/>
                  <a:pt x="41" y="103"/>
                </a:cubicBezTo>
                <a:cubicBezTo>
                  <a:pt x="37" y="103"/>
                  <a:pt x="33" y="99"/>
                  <a:pt x="33" y="94"/>
                </a:cubicBezTo>
                <a:cubicBezTo>
                  <a:pt x="36" y="80"/>
                  <a:pt x="36" y="80"/>
                  <a:pt x="36" y="80"/>
                </a:cubicBezTo>
                <a:cubicBezTo>
                  <a:pt x="33" y="79"/>
                  <a:pt x="31" y="76"/>
                  <a:pt x="31" y="72"/>
                </a:cubicBezTo>
                <a:cubicBezTo>
                  <a:pt x="31" y="67"/>
                  <a:pt x="35" y="63"/>
                  <a:pt x="40" y="63"/>
                </a:cubicBezTo>
                <a:cubicBezTo>
                  <a:pt x="46" y="63"/>
                  <a:pt x="50" y="67"/>
                  <a:pt x="50" y="72"/>
                </a:cubicBezTo>
                <a:cubicBezTo>
                  <a:pt x="50" y="76"/>
                  <a:pt x="48" y="79"/>
                  <a:pt x="45" y="80"/>
                </a:cubicBezTo>
                <a:cubicBezTo>
                  <a:pt x="45" y="80"/>
                  <a:pt x="45" y="80"/>
                  <a:pt x="45" y="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45A40768-2F62-F1AC-6C79-121568ECC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4988428" y="1907462"/>
            <a:ext cx="1910159" cy="1089632"/>
          </a:xfrm>
          <a:custGeom>
            <a:avLst/>
            <a:gdLst/>
            <a:ahLst/>
            <a:cxnLst/>
            <a:rect l="l" t="t" r="r" b="b"/>
            <a:pathLst>
              <a:path w="757" h="432" extrusionOk="0">
                <a:moveTo>
                  <a:pt x="89" y="332"/>
                </a:moveTo>
                <a:cubicBezTo>
                  <a:pt x="122" y="432"/>
                  <a:pt x="122" y="432"/>
                  <a:pt x="122" y="432"/>
                </a:cubicBezTo>
                <a:cubicBezTo>
                  <a:pt x="195" y="377"/>
                  <a:pt x="286" y="344"/>
                  <a:pt x="384" y="344"/>
                </a:cubicBezTo>
                <a:cubicBezTo>
                  <a:pt x="469" y="344"/>
                  <a:pt x="547" y="368"/>
                  <a:pt x="614" y="410"/>
                </a:cubicBezTo>
                <a:cubicBezTo>
                  <a:pt x="699" y="347"/>
                  <a:pt x="699" y="347"/>
                  <a:pt x="699" y="347"/>
                </a:cubicBezTo>
                <a:cubicBezTo>
                  <a:pt x="757" y="68"/>
                  <a:pt x="757" y="68"/>
                  <a:pt x="757" y="68"/>
                </a:cubicBezTo>
                <a:cubicBezTo>
                  <a:pt x="467" y="0"/>
                  <a:pt x="200" y="105"/>
                  <a:pt x="0" y="278"/>
                </a:cubicBezTo>
                <a:lnTo>
                  <a:pt x="89" y="33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760800" y="1741280"/>
            <a:ext cx="895122" cy="8932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6587938" y="2560863"/>
            <a:ext cx="1370065" cy="1733590"/>
          </a:xfrm>
          <a:custGeom>
            <a:avLst/>
            <a:gdLst/>
            <a:ahLst/>
            <a:cxnLst/>
            <a:rect l="l" t="t" r="r" b="b"/>
            <a:pathLst>
              <a:path w="543" h="687" extrusionOk="0">
                <a:moveTo>
                  <a:pt x="85" y="102"/>
                </a:moveTo>
                <a:cubicBezTo>
                  <a:pt x="0" y="164"/>
                  <a:pt x="0" y="164"/>
                  <a:pt x="0" y="164"/>
                </a:cubicBezTo>
                <a:cubicBezTo>
                  <a:pt x="75" y="217"/>
                  <a:pt x="134" y="293"/>
                  <a:pt x="165" y="387"/>
                </a:cubicBezTo>
                <a:cubicBezTo>
                  <a:pt x="191" y="467"/>
                  <a:pt x="192" y="549"/>
                  <a:pt x="173" y="625"/>
                </a:cubicBezTo>
                <a:cubicBezTo>
                  <a:pt x="259" y="687"/>
                  <a:pt x="259" y="687"/>
                  <a:pt x="259" y="687"/>
                </a:cubicBezTo>
                <a:cubicBezTo>
                  <a:pt x="543" y="655"/>
                  <a:pt x="543" y="655"/>
                  <a:pt x="543" y="655"/>
                </a:cubicBezTo>
                <a:cubicBezTo>
                  <a:pt x="518" y="358"/>
                  <a:pt x="336" y="137"/>
                  <a:pt x="109" y="0"/>
                </a:cubicBezTo>
                <a:lnTo>
                  <a:pt x="85" y="102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029833" y="2980098"/>
            <a:ext cx="1226543" cy="1226544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449"/>
                </a:moveTo>
                <a:cubicBezTo>
                  <a:pt x="196" y="486"/>
                  <a:pt x="74" y="423"/>
                  <a:pt x="37" y="310"/>
                </a:cubicBezTo>
                <a:cubicBezTo>
                  <a:pt x="0" y="196"/>
                  <a:pt x="62" y="74"/>
                  <a:pt x="176" y="37"/>
                </a:cubicBezTo>
                <a:cubicBezTo>
                  <a:pt x="290" y="0"/>
                  <a:pt x="412" y="62"/>
                  <a:pt x="449" y="176"/>
                </a:cubicBezTo>
                <a:cubicBezTo>
                  <a:pt x="486" y="290"/>
                  <a:pt x="423" y="412"/>
                  <a:pt x="310" y="449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27000" dist="38100" dir="108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7140307" y="3090571"/>
            <a:ext cx="1001818" cy="1001819"/>
          </a:xfrm>
          <a:custGeom>
            <a:avLst/>
            <a:gdLst/>
            <a:ahLst/>
            <a:cxnLst/>
            <a:rect l="l" t="t" r="r" b="b"/>
            <a:pathLst>
              <a:path w="397" h="397" extrusionOk="0">
                <a:moveTo>
                  <a:pt x="30" y="253"/>
                </a:moveTo>
                <a:cubicBezTo>
                  <a:pt x="0" y="161"/>
                  <a:pt x="51" y="60"/>
                  <a:pt x="144" y="30"/>
                </a:cubicBezTo>
                <a:cubicBezTo>
                  <a:pt x="237" y="0"/>
                  <a:pt x="337" y="51"/>
                  <a:pt x="367" y="144"/>
                </a:cubicBezTo>
                <a:cubicBezTo>
                  <a:pt x="397" y="237"/>
                  <a:pt x="346" y="337"/>
                  <a:pt x="253" y="367"/>
                </a:cubicBezTo>
                <a:cubicBezTo>
                  <a:pt x="161" y="397"/>
                  <a:pt x="60" y="346"/>
                  <a:pt x="30" y="2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957198" y="4199088"/>
            <a:ext cx="1531526" cy="1685435"/>
          </a:xfrm>
          <a:custGeom>
            <a:avLst/>
            <a:gdLst/>
            <a:ahLst/>
            <a:cxnLst/>
            <a:rect l="l" t="t" r="r" b="b"/>
            <a:pathLst>
              <a:path w="607" h="668" extrusionOk="0">
                <a:moveTo>
                  <a:pt x="503" y="61"/>
                </a:moveTo>
                <a:cubicBezTo>
                  <a:pt x="417" y="0"/>
                  <a:pt x="417" y="0"/>
                  <a:pt x="417" y="0"/>
                </a:cubicBezTo>
                <a:cubicBezTo>
                  <a:pt x="390" y="87"/>
                  <a:pt x="336" y="167"/>
                  <a:pt x="257" y="225"/>
                </a:cubicBezTo>
                <a:cubicBezTo>
                  <a:pt x="188" y="274"/>
                  <a:pt x="111" y="301"/>
                  <a:pt x="32" y="307"/>
                </a:cubicBezTo>
                <a:cubicBezTo>
                  <a:pt x="0" y="408"/>
                  <a:pt x="0" y="408"/>
                  <a:pt x="0" y="408"/>
                </a:cubicBezTo>
                <a:cubicBezTo>
                  <a:pt x="118" y="668"/>
                  <a:pt x="118" y="668"/>
                  <a:pt x="118" y="668"/>
                </a:cubicBezTo>
                <a:cubicBezTo>
                  <a:pt x="392" y="552"/>
                  <a:pt x="547" y="311"/>
                  <a:pt x="607" y="53"/>
                </a:cubicBezTo>
                <a:lnTo>
                  <a:pt x="503" y="6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129046" y="4369844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372"/>
                </a:moveTo>
                <a:cubicBezTo>
                  <a:pt x="0" y="276"/>
                  <a:pt x="21" y="140"/>
                  <a:pt x="118" y="70"/>
                </a:cubicBezTo>
                <a:cubicBezTo>
                  <a:pt x="215" y="0"/>
                  <a:pt x="351" y="21"/>
                  <a:pt x="421" y="118"/>
                </a:cubicBezTo>
                <a:cubicBezTo>
                  <a:pt x="491" y="215"/>
                  <a:pt x="470" y="350"/>
                  <a:pt x="373" y="420"/>
                </a:cubicBezTo>
                <a:cubicBezTo>
                  <a:pt x="276" y="491"/>
                  <a:pt x="141" y="469"/>
                  <a:pt x="70" y="372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27000" dist="38100" dir="162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242352" y="4882704"/>
            <a:ext cx="1012205" cy="1014094"/>
          </a:xfrm>
          <a:custGeom>
            <a:avLst/>
            <a:gdLst/>
            <a:ahLst/>
            <a:cxnLst/>
            <a:rect l="l" t="t" r="r" b="b"/>
            <a:pathLst>
              <a:path w="401" h="402" extrusionOk="0">
                <a:moveTo>
                  <a:pt x="96" y="58"/>
                </a:moveTo>
                <a:cubicBezTo>
                  <a:pt x="176" y="0"/>
                  <a:pt x="286" y="18"/>
                  <a:pt x="344" y="97"/>
                </a:cubicBezTo>
                <a:cubicBezTo>
                  <a:pt x="401" y="176"/>
                  <a:pt x="384" y="287"/>
                  <a:pt x="305" y="344"/>
                </a:cubicBezTo>
                <a:cubicBezTo>
                  <a:pt x="226" y="402"/>
                  <a:pt x="115" y="384"/>
                  <a:pt x="57" y="305"/>
                </a:cubicBezTo>
                <a:cubicBezTo>
                  <a:pt x="0" y="226"/>
                  <a:pt x="17" y="115"/>
                  <a:pt x="9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141461" y="4291621"/>
            <a:ext cx="1856338" cy="1236930"/>
          </a:xfrm>
          <a:custGeom>
            <a:avLst/>
            <a:gdLst/>
            <a:ahLst/>
            <a:cxnLst/>
            <a:rect l="l" t="t" r="r" b="b"/>
            <a:pathLst>
              <a:path w="736" h="490" extrusionOk="0">
                <a:moveTo>
                  <a:pt x="696" y="372"/>
                </a:moveTo>
                <a:cubicBezTo>
                  <a:pt x="728" y="271"/>
                  <a:pt x="728" y="271"/>
                  <a:pt x="728" y="271"/>
                </a:cubicBezTo>
                <a:cubicBezTo>
                  <a:pt x="636" y="272"/>
                  <a:pt x="544" y="246"/>
                  <a:pt x="464" y="188"/>
                </a:cubicBezTo>
                <a:cubicBezTo>
                  <a:pt x="396" y="138"/>
                  <a:pt x="346" y="73"/>
                  <a:pt x="317" y="0"/>
                </a:cubicBezTo>
                <a:cubicBezTo>
                  <a:pt x="211" y="1"/>
                  <a:pt x="211" y="1"/>
                  <a:pt x="211" y="1"/>
                </a:cubicBezTo>
                <a:cubicBezTo>
                  <a:pt x="0" y="193"/>
                  <a:pt x="0" y="193"/>
                  <a:pt x="0" y="193"/>
                </a:cubicBezTo>
                <a:cubicBezTo>
                  <a:pt x="195" y="418"/>
                  <a:pt x="472" y="490"/>
                  <a:pt x="736" y="468"/>
                </a:cubicBezTo>
                <a:lnTo>
                  <a:pt x="696" y="37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143350" y="4476689"/>
            <a:ext cx="1238818" cy="1238818"/>
          </a:xfrm>
          <a:custGeom>
            <a:avLst/>
            <a:gdLst/>
            <a:ahLst/>
            <a:cxnLst/>
            <a:rect l="l" t="t" r="r" b="b"/>
            <a:pathLst>
              <a:path w="491" h="491" extrusionOk="0">
                <a:moveTo>
                  <a:pt x="70" y="118"/>
                </a:moveTo>
                <a:cubicBezTo>
                  <a:pt x="141" y="21"/>
                  <a:pt x="276" y="0"/>
                  <a:pt x="373" y="70"/>
                </a:cubicBezTo>
                <a:cubicBezTo>
                  <a:pt x="470" y="141"/>
                  <a:pt x="491" y="276"/>
                  <a:pt x="421" y="373"/>
                </a:cubicBezTo>
                <a:cubicBezTo>
                  <a:pt x="351" y="470"/>
                  <a:pt x="215" y="491"/>
                  <a:pt x="118" y="421"/>
                </a:cubicBezTo>
                <a:cubicBezTo>
                  <a:pt x="21" y="350"/>
                  <a:pt x="0" y="215"/>
                  <a:pt x="70" y="1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27000" dist="38100" dir="189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4256656" y="4589995"/>
            <a:ext cx="1012205" cy="1012205"/>
          </a:xfrm>
          <a:custGeom>
            <a:avLst/>
            <a:gdLst/>
            <a:ahLst/>
            <a:cxnLst/>
            <a:rect l="l" t="t" r="r" b="b"/>
            <a:pathLst>
              <a:path w="401" h="401" extrusionOk="0">
                <a:moveTo>
                  <a:pt x="305" y="57"/>
                </a:moveTo>
                <a:cubicBezTo>
                  <a:pt x="384" y="115"/>
                  <a:pt x="401" y="226"/>
                  <a:pt x="344" y="305"/>
                </a:cubicBezTo>
                <a:cubicBezTo>
                  <a:pt x="286" y="384"/>
                  <a:pt x="175" y="401"/>
                  <a:pt x="96" y="344"/>
                </a:cubicBezTo>
                <a:cubicBezTo>
                  <a:pt x="17" y="286"/>
                  <a:pt x="0" y="175"/>
                  <a:pt x="57" y="96"/>
                </a:cubicBezTo>
                <a:cubicBezTo>
                  <a:pt x="115" y="17"/>
                  <a:pt x="226" y="0"/>
                  <a:pt x="305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150903" y="2426784"/>
            <a:ext cx="1098129" cy="1980976"/>
          </a:xfrm>
          <a:custGeom>
            <a:avLst/>
            <a:gdLst/>
            <a:ahLst/>
            <a:cxnLst/>
            <a:rect l="l" t="t" r="r" b="b"/>
            <a:pathLst>
              <a:path w="435" h="785" extrusionOk="0">
                <a:moveTo>
                  <a:pt x="199" y="717"/>
                </a:moveTo>
                <a:cubicBezTo>
                  <a:pt x="304" y="716"/>
                  <a:pt x="304" y="716"/>
                  <a:pt x="304" y="716"/>
                </a:cubicBezTo>
                <a:cubicBezTo>
                  <a:pt x="275" y="629"/>
                  <a:pt x="271" y="533"/>
                  <a:pt x="302" y="440"/>
                </a:cubicBezTo>
                <a:cubicBezTo>
                  <a:pt x="328" y="359"/>
                  <a:pt x="375" y="292"/>
                  <a:pt x="435" y="241"/>
                </a:cubicBezTo>
                <a:cubicBezTo>
                  <a:pt x="402" y="141"/>
                  <a:pt x="402" y="141"/>
                  <a:pt x="402" y="141"/>
                </a:cubicBezTo>
                <a:cubicBezTo>
                  <a:pt x="154" y="0"/>
                  <a:pt x="154" y="0"/>
                  <a:pt x="154" y="0"/>
                </a:cubicBezTo>
                <a:cubicBezTo>
                  <a:pt x="0" y="255"/>
                  <a:pt x="17" y="541"/>
                  <a:pt x="120" y="785"/>
                </a:cubicBezTo>
                <a:lnTo>
                  <a:pt x="199" y="717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815705" y="2503266"/>
            <a:ext cx="1225599" cy="1225599"/>
          </a:xfrm>
          <a:custGeom>
            <a:avLst/>
            <a:gdLst/>
            <a:ahLst/>
            <a:cxnLst/>
            <a:rect l="l" t="t" r="r" b="b"/>
            <a:pathLst>
              <a:path w="486" h="486" extrusionOk="0">
                <a:moveTo>
                  <a:pt x="310" y="37"/>
                </a:moveTo>
                <a:cubicBezTo>
                  <a:pt x="424" y="74"/>
                  <a:pt x="486" y="196"/>
                  <a:pt x="449" y="310"/>
                </a:cubicBezTo>
                <a:cubicBezTo>
                  <a:pt x="412" y="424"/>
                  <a:pt x="290" y="486"/>
                  <a:pt x="176" y="449"/>
                </a:cubicBezTo>
                <a:cubicBezTo>
                  <a:pt x="63" y="412"/>
                  <a:pt x="0" y="290"/>
                  <a:pt x="37" y="176"/>
                </a:cubicBezTo>
                <a:cubicBezTo>
                  <a:pt x="74" y="62"/>
                  <a:pt x="196" y="0"/>
                  <a:pt x="310" y="37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27000" dist="381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929011" y="2613740"/>
            <a:ext cx="1001818" cy="1004652"/>
          </a:xfrm>
          <a:custGeom>
            <a:avLst/>
            <a:gdLst/>
            <a:ahLst/>
            <a:cxnLst/>
            <a:rect l="l" t="t" r="r" b="b"/>
            <a:pathLst>
              <a:path w="397" h="398" extrusionOk="0">
                <a:moveTo>
                  <a:pt x="367" y="254"/>
                </a:moveTo>
                <a:cubicBezTo>
                  <a:pt x="337" y="347"/>
                  <a:pt x="236" y="398"/>
                  <a:pt x="144" y="367"/>
                </a:cubicBezTo>
                <a:cubicBezTo>
                  <a:pt x="51" y="337"/>
                  <a:pt x="0" y="237"/>
                  <a:pt x="30" y="144"/>
                </a:cubicBezTo>
                <a:cubicBezTo>
                  <a:pt x="60" y="51"/>
                  <a:pt x="160" y="0"/>
                  <a:pt x="253" y="31"/>
                </a:cubicBezTo>
                <a:cubicBezTo>
                  <a:pt x="346" y="61"/>
                  <a:pt x="397" y="161"/>
                  <a:pt x="367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082479" y="2768625"/>
            <a:ext cx="694882" cy="694882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rgbClr val="5F473D"/>
              </a:gs>
            </a:gsLst>
            <a:lin ang="1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860920" y="1840456"/>
            <a:ext cx="694882" cy="6948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570D15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7293775" y="3244039"/>
            <a:ext cx="694882" cy="694882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7D262F"/>
              </a:gs>
            </a:gsLst>
            <a:lin ang="48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01013" y="5042310"/>
            <a:ext cx="694882" cy="69488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rgbClr val="931926"/>
              </a:gs>
            </a:gsLst>
            <a:lin ang="36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415317" y="4748656"/>
            <a:ext cx="694882" cy="694882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rgbClr val="8D7654"/>
              </a:gs>
            </a:gsLst>
            <a:lin ang="6000000" scaled="0"/>
          </a:gradFill>
          <a:ln>
            <a:noFill/>
          </a:ln>
          <a:effectLst>
            <a:outerShdw blurRad="1524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4917449" y="2839411"/>
            <a:ext cx="2098384" cy="2100435"/>
          </a:xfrm>
          <a:custGeom>
            <a:avLst/>
            <a:gdLst/>
            <a:ahLst/>
            <a:cxnLst/>
            <a:rect l="l" t="t" r="r" b="b"/>
            <a:pathLst>
              <a:path w="1152" h="1153" extrusionOk="0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653155" y="2126896"/>
            <a:ext cx="2687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05.MANAGEMENT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Managing design influences. </a:t>
            </a:r>
            <a:endParaRPr sz="1600" dirty="0"/>
          </a:p>
        </p:txBody>
      </p:sp>
      <p:sp>
        <p:nvSpPr>
          <p:cNvPr id="259" name="Google Shape;259;p24"/>
          <p:cNvSpPr txBox="1"/>
          <p:nvPr/>
        </p:nvSpPr>
        <p:spPr>
          <a:xfrm>
            <a:off x="497072" y="4649194"/>
            <a:ext cx="3109432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04.ETHICS 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Ethical and professional practices.</a:t>
            </a:r>
            <a:b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Tight schedule, negotiation and motivating </a:t>
            </a:r>
            <a:endParaRPr sz="1600" dirty="0"/>
          </a:p>
        </p:txBody>
      </p:sp>
      <p:sp>
        <p:nvSpPr>
          <p:cNvPr id="260" name="Google Shape;260;p24"/>
          <p:cNvSpPr txBox="1"/>
          <p:nvPr/>
        </p:nvSpPr>
        <p:spPr>
          <a:xfrm flipH="1">
            <a:off x="7459586" y="1552280"/>
            <a:ext cx="2687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01. REQUIREMENTS</a:t>
            </a:r>
            <a:b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Requirement volatility</a:t>
            </a:r>
            <a:endParaRPr sz="1600" dirty="0"/>
          </a:p>
        </p:txBody>
      </p:sp>
      <p:sp>
        <p:nvSpPr>
          <p:cNvPr id="261" name="Google Shape;261;p24"/>
          <p:cNvSpPr txBox="1"/>
          <p:nvPr/>
        </p:nvSpPr>
        <p:spPr>
          <a:xfrm flipH="1">
            <a:off x="8658615" y="3184027"/>
            <a:ext cx="340480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02. PROCESSES</a:t>
            </a:r>
            <a:b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Inconsistent development processes.</a:t>
            </a:r>
            <a:b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Most company not well define process </a:t>
            </a:r>
            <a:endParaRPr lang="en-US" sz="1600" dirty="0"/>
          </a:p>
        </p:txBody>
      </p:sp>
      <p:sp>
        <p:nvSpPr>
          <p:cNvPr id="262" name="Google Shape;262;p24"/>
          <p:cNvSpPr txBox="1"/>
          <p:nvPr/>
        </p:nvSpPr>
        <p:spPr>
          <a:xfrm flipH="1">
            <a:off x="7721973" y="5174482"/>
            <a:ext cx="3309528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oto Sans Symbols"/>
              <a:buNone/>
            </a:pPr>
            <a: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03.TECHNOLOGY</a:t>
            </a:r>
            <a:br>
              <a:rPr lang="en-US" b="1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Fast, and ever-changing technology. </a:t>
            </a:r>
            <a:b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Co-exist old new tech.</a:t>
            </a:r>
            <a:endParaRPr sz="1600" dirty="0"/>
          </a:p>
        </p:txBody>
      </p:sp>
      <p:grpSp>
        <p:nvGrpSpPr>
          <p:cNvPr id="263" name="Google Shape;263;p24"/>
          <p:cNvGrpSpPr/>
          <p:nvPr/>
        </p:nvGrpSpPr>
        <p:grpSpPr>
          <a:xfrm>
            <a:off x="6023399" y="2040168"/>
            <a:ext cx="390337" cy="266195"/>
            <a:chOff x="6093139" y="2051320"/>
            <a:chExt cx="390337" cy="266195"/>
          </a:xfrm>
        </p:grpSpPr>
        <p:sp>
          <p:nvSpPr>
            <p:cNvPr id="264" name="Google Shape;264;p24"/>
            <p:cNvSpPr/>
            <p:nvPr/>
          </p:nvSpPr>
          <p:spPr>
            <a:xfrm>
              <a:off x="6140830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331" y="63581"/>
                  </a:moveTo>
                  <a:cubicBezTo>
                    <a:pt x="2921" y="63637"/>
                    <a:pt x="110" y="60941"/>
                    <a:pt x="53" y="57558"/>
                  </a:cubicBezTo>
                  <a:cubicBezTo>
                    <a:pt x="52" y="57524"/>
                    <a:pt x="52" y="57490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2" y="63581"/>
                    <a:pt x="6331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6223694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6117927" y="2212313"/>
              <a:ext cx="140715" cy="105150"/>
            </a:xfrm>
            <a:custGeom>
              <a:avLst/>
              <a:gdLst/>
              <a:ahLst/>
              <a:cxnLst/>
              <a:rect l="l" t="t" r="r" b="b"/>
              <a:pathLst>
                <a:path w="140715" h="105150" extrusionOk="0">
                  <a:moveTo>
                    <a:pt x="135053" y="105151"/>
                  </a:moveTo>
                  <a:lnTo>
                    <a:pt x="6279" y="105151"/>
                  </a:lnTo>
                  <a:cubicBezTo>
                    <a:pt x="2811" y="105151"/>
                    <a:pt x="0" y="102363"/>
                    <a:pt x="0" y="98924"/>
                  </a:cubicBezTo>
                  <a:lnTo>
                    <a:pt x="0" y="32056"/>
                  </a:lnTo>
                  <a:cubicBezTo>
                    <a:pt x="0" y="32056"/>
                    <a:pt x="0" y="32056"/>
                    <a:pt x="0" y="31443"/>
                  </a:cubicBezTo>
                  <a:cubicBezTo>
                    <a:pt x="1366" y="17590"/>
                    <a:pt x="11980" y="6393"/>
                    <a:pt x="25837" y="4185"/>
                  </a:cubicBezTo>
                  <a:lnTo>
                    <a:pt x="50645" y="102"/>
                  </a:lnTo>
                  <a:cubicBezTo>
                    <a:pt x="54000" y="-509"/>
                    <a:pt x="57219" y="1692"/>
                    <a:pt x="57835" y="5020"/>
                  </a:cubicBezTo>
                  <a:cubicBezTo>
                    <a:pt x="57841" y="5048"/>
                    <a:pt x="57846" y="5076"/>
                    <a:pt x="57851" y="5104"/>
                  </a:cubicBezTo>
                  <a:cubicBezTo>
                    <a:pt x="58458" y="8433"/>
                    <a:pt x="56229" y="11620"/>
                    <a:pt x="52873" y="12222"/>
                  </a:cubicBezTo>
                  <a:cubicBezTo>
                    <a:pt x="52817" y="12233"/>
                    <a:pt x="52760" y="12242"/>
                    <a:pt x="52704" y="12250"/>
                  </a:cubicBezTo>
                  <a:lnTo>
                    <a:pt x="27896" y="16436"/>
                  </a:lnTo>
                  <a:cubicBezTo>
                    <a:pt x="19585" y="17845"/>
                    <a:pt x="13281" y="24643"/>
                    <a:pt x="12558" y="32974"/>
                  </a:cubicBezTo>
                  <a:lnTo>
                    <a:pt x="12558" y="93309"/>
                  </a:lnTo>
                  <a:lnTo>
                    <a:pt x="128877" y="93309"/>
                  </a:lnTo>
                  <a:lnTo>
                    <a:pt x="128877" y="32974"/>
                  </a:lnTo>
                  <a:cubicBezTo>
                    <a:pt x="127925" y="24808"/>
                    <a:pt x="121619" y="18262"/>
                    <a:pt x="113436" y="16946"/>
                  </a:cubicBezTo>
                  <a:lnTo>
                    <a:pt x="88320" y="12557"/>
                  </a:lnTo>
                  <a:cubicBezTo>
                    <a:pt x="84937" y="11965"/>
                    <a:pt x="82679" y="8765"/>
                    <a:pt x="83276" y="5410"/>
                  </a:cubicBezTo>
                  <a:cubicBezTo>
                    <a:pt x="83873" y="2056"/>
                    <a:pt x="87099" y="-184"/>
                    <a:pt x="90481" y="408"/>
                  </a:cubicBezTo>
                  <a:lnTo>
                    <a:pt x="115289" y="4492"/>
                  </a:lnTo>
                  <a:cubicBezTo>
                    <a:pt x="128884" y="6833"/>
                    <a:pt x="139262" y="17835"/>
                    <a:pt x="140715" y="31443"/>
                  </a:cubicBezTo>
                  <a:lnTo>
                    <a:pt x="140715" y="98924"/>
                  </a:lnTo>
                  <a:cubicBezTo>
                    <a:pt x="140772" y="102306"/>
                    <a:pt x="138053" y="105094"/>
                    <a:pt x="134642" y="105150"/>
                  </a:cubicBezTo>
                  <a:cubicBezTo>
                    <a:pt x="134608" y="105151"/>
                    <a:pt x="134573" y="105151"/>
                    <a:pt x="134538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6332086" y="2253883"/>
              <a:ext cx="12558" cy="63581"/>
            </a:xfrm>
            <a:custGeom>
              <a:avLst/>
              <a:gdLst/>
              <a:ahLst/>
              <a:cxnLst/>
              <a:rect l="l" t="t" r="r" b="b"/>
              <a:pathLst>
                <a:path w="12558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6414950" y="2253883"/>
              <a:ext cx="12559" cy="63581"/>
            </a:xfrm>
            <a:custGeom>
              <a:avLst/>
              <a:gdLst/>
              <a:ahLst/>
              <a:cxnLst/>
              <a:rect l="l" t="t" r="r" b="b"/>
              <a:pathLst>
                <a:path w="12559" h="63581" extrusionOk="0">
                  <a:moveTo>
                    <a:pt x="6228" y="63581"/>
                  </a:moveTo>
                  <a:cubicBezTo>
                    <a:pt x="2817" y="63581"/>
                    <a:pt x="52" y="60838"/>
                    <a:pt x="52" y="57455"/>
                  </a:cubicBezTo>
                  <a:lnTo>
                    <a:pt x="52" y="7024"/>
                  </a:lnTo>
                  <a:cubicBezTo>
                    <a:pt x="-391" y="3613"/>
                    <a:pt x="2038" y="491"/>
                    <a:pt x="5478" y="52"/>
                  </a:cubicBezTo>
                  <a:cubicBezTo>
                    <a:pt x="8917" y="-388"/>
                    <a:pt x="12064" y="2021"/>
                    <a:pt x="12508" y="5432"/>
                  </a:cubicBezTo>
                  <a:cubicBezTo>
                    <a:pt x="12576" y="5961"/>
                    <a:pt x="12576" y="6496"/>
                    <a:pt x="12508" y="7024"/>
                  </a:cubicBezTo>
                  <a:lnTo>
                    <a:pt x="12508" y="57455"/>
                  </a:lnTo>
                  <a:cubicBezTo>
                    <a:pt x="12508" y="60838"/>
                    <a:pt x="9743" y="63581"/>
                    <a:pt x="6332" y="63582"/>
                  </a:cubicBezTo>
                  <a:cubicBezTo>
                    <a:pt x="6298" y="63582"/>
                    <a:pt x="6263" y="63581"/>
                    <a:pt x="6228" y="635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6309147" y="2212313"/>
              <a:ext cx="141164" cy="105171"/>
            </a:xfrm>
            <a:custGeom>
              <a:avLst/>
              <a:gdLst/>
              <a:ahLst/>
              <a:cxnLst/>
              <a:rect l="l" t="t" r="r" b="b"/>
              <a:pathLst>
                <a:path w="141164" h="105171" extrusionOk="0">
                  <a:moveTo>
                    <a:pt x="134780" y="105151"/>
                  </a:moveTo>
                  <a:lnTo>
                    <a:pt x="6212" y="105151"/>
                  </a:lnTo>
                  <a:cubicBezTo>
                    <a:pt x="2801" y="105151"/>
                    <a:pt x="36" y="102409"/>
                    <a:pt x="35" y="99026"/>
                  </a:cubicBezTo>
                  <a:cubicBezTo>
                    <a:pt x="35" y="98992"/>
                    <a:pt x="36" y="98958"/>
                    <a:pt x="36" y="98924"/>
                  </a:cubicBezTo>
                  <a:lnTo>
                    <a:pt x="36" y="32056"/>
                  </a:lnTo>
                  <a:cubicBezTo>
                    <a:pt x="-12" y="31854"/>
                    <a:pt x="-12" y="31644"/>
                    <a:pt x="36" y="31443"/>
                  </a:cubicBezTo>
                  <a:cubicBezTo>
                    <a:pt x="1391" y="17622"/>
                    <a:pt x="11953" y="6435"/>
                    <a:pt x="25770" y="4185"/>
                  </a:cubicBezTo>
                  <a:lnTo>
                    <a:pt x="50681" y="102"/>
                  </a:lnTo>
                  <a:cubicBezTo>
                    <a:pt x="54036" y="-509"/>
                    <a:pt x="57255" y="1692"/>
                    <a:pt x="57872" y="5020"/>
                  </a:cubicBezTo>
                  <a:cubicBezTo>
                    <a:pt x="57877" y="5048"/>
                    <a:pt x="57882" y="5076"/>
                    <a:pt x="57887" y="5104"/>
                  </a:cubicBezTo>
                  <a:cubicBezTo>
                    <a:pt x="58445" y="8485"/>
                    <a:pt x="56145" y="11678"/>
                    <a:pt x="52740" y="12250"/>
                  </a:cubicBezTo>
                  <a:lnTo>
                    <a:pt x="27829" y="16436"/>
                  </a:lnTo>
                  <a:cubicBezTo>
                    <a:pt x="19536" y="17879"/>
                    <a:pt x="13249" y="24658"/>
                    <a:pt x="12491" y="32974"/>
                  </a:cubicBezTo>
                  <a:lnTo>
                    <a:pt x="12491" y="93309"/>
                  </a:lnTo>
                  <a:lnTo>
                    <a:pt x="128810" y="93309"/>
                  </a:lnTo>
                  <a:lnTo>
                    <a:pt x="128810" y="32974"/>
                  </a:lnTo>
                  <a:cubicBezTo>
                    <a:pt x="127825" y="24823"/>
                    <a:pt x="121535" y="18294"/>
                    <a:pt x="113370" y="16946"/>
                  </a:cubicBezTo>
                  <a:lnTo>
                    <a:pt x="88356" y="12557"/>
                  </a:lnTo>
                  <a:cubicBezTo>
                    <a:pt x="84993" y="11992"/>
                    <a:pt x="82728" y="8831"/>
                    <a:pt x="83297" y="5495"/>
                  </a:cubicBezTo>
                  <a:cubicBezTo>
                    <a:pt x="83302" y="5467"/>
                    <a:pt x="83307" y="5439"/>
                    <a:pt x="83312" y="5410"/>
                  </a:cubicBezTo>
                  <a:cubicBezTo>
                    <a:pt x="83825" y="2123"/>
                    <a:pt x="86928" y="-129"/>
                    <a:pt x="90243" y="379"/>
                  </a:cubicBezTo>
                  <a:cubicBezTo>
                    <a:pt x="90300" y="388"/>
                    <a:pt x="90357" y="398"/>
                    <a:pt x="90415" y="408"/>
                  </a:cubicBezTo>
                  <a:lnTo>
                    <a:pt x="115325" y="4492"/>
                  </a:lnTo>
                  <a:cubicBezTo>
                    <a:pt x="129183" y="6699"/>
                    <a:pt x="139796" y="17896"/>
                    <a:pt x="141163" y="31749"/>
                  </a:cubicBezTo>
                  <a:lnTo>
                    <a:pt x="141163" y="99230"/>
                  </a:lnTo>
                  <a:cubicBezTo>
                    <a:pt x="141204" y="100888"/>
                    <a:pt x="140530" y="102485"/>
                    <a:pt x="139310" y="103620"/>
                  </a:cubicBezTo>
                  <a:cubicBezTo>
                    <a:pt x="138081" y="104734"/>
                    <a:pt x="136439" y="105289"/>
                    <a:pt x="134780" y="105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6163255" y="2212478"/>
              <a:ext cx="50169" cy="32819"/>
            </a:xfrm>
            <a:custGeom>
              <a:avLst/>
              <a:gdLst/>
              <a:ahLst/>
              <a:cxnLst/>
              <a:rect l="l" t="t" r="r" b="b"/>
              <a:pathLst>
                <a:path w="50169" h="32819" extrusionOk="0">
                  <a:moveTo>
                    <a:pt x="24669" y="32809"/>
                  </a:moveTo>
                  <a:cubicBezTo>
                    <a:pt x="22891" y="32766"/>
                    <a:pt x="21212" y="31989"/>
                    <a:pt x="20036" y="30665"/>
                  </a:cubicBezTo>
                  <a:lnTo>
                    <a:pt x="1817" y="10248"/>
                  </a:lnTo>
                  <a:cubicBezTo>
                    <a:pt x="-600" y="7860"/>
                    <a:pt x="-606" y="3981"/>
                    <a:pt x="1801" y="1585"/>
                  </a:cubicBezTo>
                  <a:cubicBezTo>
                    <a:pt x="1806" y="1580"/>
                    <a:pt x="1811" y="1575"/>
                    <a:pt x="1817" y="1570"/>
                  </a:cubicBezTo>
                  <a:cubicBezTo>
                    <a:pt x="4405" y="-708"/>
                    <a:pt x="8364" y="-480"/>
                    <a:pt x="10669" y="2080"/>
                  </a:cubicBezTo>
                  <a:lnTo>
                    <a:pt x="24360" y="17598"/>
                  </a:lnTo>
                  <a:lnTo>
                    <a:pt x="39491" y="2183"/>
                  </a:lnTo>
                  <a:cubicBezTo>
                    <a:pt x="41870" y="-242"/>
                    <a:pt x="45781" y="-295"/>
                    <a:pt x="48225" y="2065"/>
                  </a:cubicBezTo>
                  <a:cubicBezTo>
                    <a:pt x="48265" y="2103"/>
                    <a:pt x="48305" y="2143"/>
                    <a:pt x="48344" y="2183"/>
                  </a:cubicBezTo>
                  <a:cubicBezTo>
                    <a:pt x="50778" y="4611"/>
                    <a:pt x="50778" y="8533"/>
                    <a:pt x="48344" y="10962"/>
                  </a:cubicBezTo>
                  <a:lnTo>
                    <a:pt x="28889" y="31380"/>
                  </a:lnTo>
                  <a:cubicBezTo>
                    <a:pt x="27727" y="32389"/>
                    <a:pt x="26210" y="32902"/>
                    <a:pt x="24669" y="32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6354736" y="2211923"/>
              <a:ext cx="50476" cy="30913"/>
            </a:xfrm>
            <a:custGeom>
              <a:avLst/>
              <a:gdLst/>
              <a:ahLst/>
              <a:cxnLst/>
              <a:rect l="l" t="t" r="r" b="b"/>
              <a:pathLst>
                <a:path w="50476" h="30913" extrusionOk="0">
                  <a:moveTo>
                    <a:pt x="25062" y="30914"/>
                  </a:moveTo>
                  <a:cubicBezTo>
                    <a:pt x="23449" y="30907"/>
                    <a:pt x="21901" y="30286"/>
                    <a:pt x="20738" y="29178"/>
                  </a:cubicBezTo>
                  <a:lnTo>
                    <a:pt x="1901" y="11007"/>
                  </a:lnTo>
                  <a:cubicBezTo>
                    <a:pt x="-572" y="8639"/>
                    <a:pt x="-641" y="4731"/>
                    <a:pt x="1747" y="2278"/>
                  </a:cubicBezTo>
                  <a:cubicBezTo>
                    <a:pt x="4134" y="-174"/>
                    <a:pt x="8075" y="-243"/>
                    <a:pt x="10548" y="2125"/>
                  </a:cubicBezTo>
                  <a:lnTo>
                    <a:pt x="25062" y="16111"/>
                  </a:lnTo>
                  <a:lnTo>
                    <a:pt x="39473" y="2125"/>
                  </a:lnTo>
                  <a:cubicBezTo>
                    <a:pt x="41757" y="-462"/>
                    <a:pt x="45724" y="-723"/>
                    <a:pt x="48333" y="1542"/>
                  </a:cubicBezTo>
                  <a:cubicBezTo>
                    <a:pt x="50943" y="3808"/>
                    <a:pt x="51206" y="7742"/>
                    <a:pt x="48921" y="10330"/>
                  </a:cubicBezTo>
                  <a:cubicBezTo>
                    <a:pt x="48706" y="10573"/>
                    <a:pt x="48473" y="10799"/>
                    <a:pt x="48223" y="11007"/>
                  </a:cubicBezTo>
                  <a:lnTo>
                    <a:pt x="29385" y="29178"/>
                  </a:lnTo>
                  <a:cubicBezTo>
                    <a:pt x="28211" y="30269"/>
                    <a:pt x="26670" y="30887"/>
                    <a:pt x="25062" y="30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6093139" y="2305060"/>
              <a:ext cx="390337" cy="12455"/>
            </a:xfrm>
            <a:custGeom>
              <a:avLst/>
              <a:gdLst/>
              <a:ahLst/>
              <a:cxnLst/>
              <a:rect l="l" t="t" r="r" b="b"/>
              <a:pathLst>
                <a:path w="390337" h="12455" extrusionOk="0">
                  <a:moveTo>
                    <a:pt x="384860" y="12404"/>
                  </a:moveTo>
                  <a:lnTo>
                    <a:pt x="7082" y="12404"/>
                  </a:lnTo>
                  <a:cubicBezTo>
                    <a:pt x="3643" y="12843"/>
                    <a:pt x="495" y="10434"/>
                    <a:pt x="52" y="7023"/>
                  </a:cubicBezTo>
                  <a:cubicBezTo>
                    <a:pt x="-391" y="3612"/>
                    <a:pt x="2038" y="490"/>
                    <a:pt x="5478" y="51"/>
                  </a:cubicBezTo>
                  <a:cubicBezTo>
                    <a:pt x="6010" y="-17"/>
                    <a:pt x="6549" y="-17"/>
                    <a:pt x="7082" y="51"/>
                  </a:cubicBezTo>
                  <a:lnTo>
                    <a:pt x="384860" y="51"/>
                  </a:lnTo>
                  <a:cubicBezTo>
                    <a:pt x="388300" y="491"/>
                    <a:pt x="390729" y="3612"/>
                    <a:pt x="390286" y="7023"/>
                  </a:cubicBezTo>
                  <a:cubicBezTo>
                    <a:pt x="389921" y="9831"/>
                    <a:pt x="387692" y="12042"/>
                    <a:pt x="384860" y="124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6152616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5925" y="71258"/>
                  </a:moveTo>
                  <a:cubicBezTo>
                    <a:pt x="16084" y="71258"/>
                    <a:pt x="0" y="55306"/>
                    <a:pt x="0" y="35629"/>
                  </a:cubicBezTo>
                  <a:cubicBezTo>
                    <a:pt x="0" y="15952"/>
                    <a:pt x="16084" y="0"/>
                    <a:pt x="35925" y="0"/>
                  </a:cubicBezTo>
                  <a:cubicBezTo>
                    <a:pt x="55766" y="0"/>
                    <a:pt x="71850" y="15952"/>
                    <a:pt x="71850" y="35629"/>
                  </a:cubicBezTo>
                  <a:cubicBezTo>
                    <a:pt x="71793" y="55283"/>
                    <a:pt x="55742" y="71202"/>
                    <a:pt x="35925" y="71258"/>
                  </a:cubicBezTo>
                  <a:close/>
                  <a:moveTo>
                    <a:pt x="35925" y="12353"/>
                  </a:moveTo>
                  <a:cubicBezTo>
                    <a:pt x="22963" y="12353"/>
                    <a:pt x="12455" y="22774"/>
                    <a:pt x="12455" y="35629"/>
                  </a:cubicBezTo>
                  <a:cubicBezTo>
                    <a:pt x="12455" y="48484"/>
                    <a:pt x="22963" y="58905"/>
                    <a:pt x="35925" y="58905"/>
                  </a:cubicBezTo>
                  <a:cubicBezTo>
                    <a:pt x="48887" y="58905"/>
                    <a:pt x="59395" y="48484"/>
                    <a:pt x="59395" y="35629"/>
                  </a:cubicBezTo>
                  <a:cubicBezTo>
                    <a:pt x="59395" y="22774"/>
                    <a:pt x="48887" y="12353"/>
                    <a:pt x="35925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343770" y="2131459"/>
              <a:ext cx="71849" cy="71257"/>
            </a:xfrm>
            <a:custGeom>
              <a:avLst/>
              <a:gdLst/>
              <a:ahLst/>
              <a:cxnLst/>
              <a:rect l="l" t="t" r="r" b="b"/>
              <a:pathLst>
                <a:path w="71849" h="71257" extrusionOk="0">
                  <a:moveTo>
                    <a:pt x="36028" y="71258"/>
                  </a:moveTo>
                  <a:cubicBezTo>
                    <a:pt x="16187" y="71314"/>
                    <a:pt x="57" y="55408"/>
                    <a:pt x="0" y="35731"/>
                  </a:cubicBezTo>
                  <a:cubicBezTo>
                    <a:pt x="-57" y="16054"/>
                    <a:pt x="15981" y="57"/>
                    <a:pt x="35822" y="0"/>
                  </a:cubicBezTo>
                  <a:cubicBezTo>
                    <a:pt x="55663" y="-56"/>
                    <a:pt x="71793" y="15850"/>
                    <a:pt x="71850" y="35527"/>
                  </a:cubicBezTo>
                  <a:cubicBezTo>
                    <a:pt x="71850" y="35561"/>
                    <a:pt x="71850" y="35595"/>
                    <a:pt x="71850" y="35629"/>
                  </a:cubicBezTo>
                  <a:cubicBezTo>
                    <a:pt x="71850" y="55266"/>
                    <a:pt x="55828" y="71201"/>
                    <a:pt x="36028" y="71258"/>
                  </a:cubicBezTo>
                  <a:close/>
                  <a:moveTo>
                    <a:pt x="36028" y="12353"/>
                  </a:moveTo>
                  <a:cubicBezTo>
                    <a:pt x="23069" y="12071"/>
                    <a:pt x="12333" y="22261"/>
                    <a:pt x="12049" y="35113"/>
                  </a:cubicBezTo>
                  <a:cubicBezTo>
                    <a:pt x="11765" y="47965"/>
                    <a:pt x="22040" y="58612"/>
                    <a:pt x="34999" y="58894"/>
                  </a:cubicBezTo>
                  <a:cubicBezTo>
                    <a:pt x="47957" y="59176"/>
                    <a:pt x="58693" y="48986"/>
                    <a:pt x="58977" y="36134"/>
                  </a:cubicBezTo>
                  <a:cubicBezTo>
                    <a:pt x="58981" y="35965"/>
                    <a:pt x="58983" y="35797"/>
                    <a:pt x="58983" y="35629"/>
                  </a:cubicBezTo>
                  <a:cubicBezTo>
                    <a:pt x="58986" y="22970"/>
                    <a:pt x="48788" y="12630"/>
                    <a:pt x="36028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218599" y="2078475"/>
              <a:ext cx="99540" cy="70543"/>
            </a:xfrm>
            <a:custGeom>
              <a:avLst/>
              <a:gdLst/>
              <a:ahLst/>
              <a:cxnLst/>
              <a:rect l="l" t="t" r="r" b="b"/>
              <a:pathLst>
                <a:path w="99540" h="70543" extrusionOk="0">
                  <a:moveTo>
                    <a:pt x="16470" y="70543"/>
                  </a:moveTo>
                  <a:cubicBezTo>
                    <a:pt x="15510" y="70536"/>
                    <a:pt x="14563" y="70327"/>
                    <a:pt x="13691" y="69931"/>
                  </a:cubicBezTo>
                  <a:cubicBezTo>
                    <a:pt x="11734" y="68887"/>
                    <a:pt x="10452" y="66922"/>
                    <a:pt x="10294" y="64724"/>
                  </a:cubicBezTo>
                  <a:lnTo>
                    <a:pt x="10294" y="48492"/>
                  </a:lnTo>
                  <a:cubicBezTo>
                    <a:pt x="4062" y="46084"/>
                    <a:pt x="-30" y="40118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276" y="0"/>
                  </a:lnTo>
                  <a:cubicBezTo>
                    <a:pt x="92275" y="56"/>
                    <a:pt x="99540" y="7307"/>
                    <a:pt x="99540" y="16232"/>
                  </a:cubicBezTo>
                  <a:lnTo>
                    <a:pt x="99540" y="33485"/>
                  </a:lnTo>
                  <a:cubicBezTo>
                    <a:pt x="99540" y="42393"/>
                    <a:pt x="92258" y="49615"/>
                    <a:pt x="83276" y="49615"/>
                  </a:cubicBezTo>
                  <a:lnTo>
                    <a:pt x="45704" y="49615"/>
                  </a:lnTo>
                  <a:lnTo>
                    <a:pt x="20279" y="69216"/>
                  </a:lnTo>
                  <a:cubicBezTo>
                    <a:pt x="19180" y="70043"/>
                    <a:pt x="17848" y="70507"/>
                    <a:pt x="16470" y="70543"/>
                  </a:cubicBezTo>
                  <a:close/>
                  <a:moveTo>
                    <a:pt x="16470" y="12353"/>
                  </a:moveTo>
                  <a:cubicBezTo>
                    <a:pt x="14367" y="12352"/>
                    <a:pt x="12661" y="14042"/>
                    <a:pt x="12660" y="16129"/>
                  </a:cubicBezTo>
                  <a:cubicBezTo>
                    <a:pt x="12660" y="16163"/>
                    <a:pt x="12660" y="16198"/>
                    <a:pt x="12661" y="16232"/>
                  </a:cubicBezTo>
                  <a:lnTo>
                    <a:pt x="12661" y="33485"/>
                  </a:lnTo>
                  <a:cubicBezTo>
                    <a:pt x="12661" y="35571"/>
                    <a:pt x="14367" y="37262"/>
                    <a:pt x="16470" y="37262"/>
                  </a:cubicBezTo>
                  <a:cubicBezTo>
                    <a:pt x="20031" y="37203"/>
                    <a:pt x="22995" y="39961"/>
                    <a:pt x="23161" y="43490"/>
                  </a:cubicBezTo>
                  <a:lnTo>
                    <a:pt x="23161" y="51657"/>
                  </a:lnTo>
                  <a:lnTo>
                    <a:pt x="40043" y="38589"/>
                  </a:lnTo>
                  <a:cubicBezTo>
                    <a:pt x="41122" y="37729"/>
                    <a:pt x="42466" y="37261"/>
                    <a:pt x="43851" y="37262"/>
                  </a:cubicBezTo>
                  <a:lnTo>
                    <a:pt x="83276" y="37262"/>
                  </a:lnTo>
                  <a:cubicBezTo>
                    <a:pt x="85357" y="37209"/>
                    <a:pt x="87031" y="35549"/>
                    <a:pt x="87085" y="33485"/>
                  </a:cubicBezTo>
                  <a:lnTo>
                    <a:pt x="87085" y="16232"/>
                  </a:lnTo>
                  <a:cubicBezTo>
                    <a:pt x="87085" y="14129"/>
                    <a:pt x="85396" y="12408"/>
                    <a:pt x="83276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6247524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263171" y="2099301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6279230" y="2099300"/>
              <a:ext cx="10293" cy="10208"/>
            </a:xfrm>
            <a:custGeom>
              <a:avLst/>
              <a:gdLst/>
              <a:ahLst/>
              <a:cxnLst/>
              <a:rect l="l" t="t" r="r" b="b"/>
              <a:pathLst>
                <a:path w="10293" h="10208" extrusionOk="0">
                  <a:moveTo>
                    <a:pt x="10293" y="5003"/>
                  </a:moveTo>
                  <a:cubicBezTo>
                    <a:pt x="10349" y="7822"/>
                    <a:pt x="8091" y="10152"/>
                    <a:pt x="5249" y="10208"/>
                  </a:cubicBezTo>
                  <a:cubicBezTo>
                    <a:pt x="2407" y="10264"/>
                    <a:pt x="57" y="8024"/>
                    <a:pt x="1" y="5206"/>
                  </a:cubicBezTo>
                  <a:cubicBezTo>
                    <a:pt x="-55" y="2387"/>
                    <a:pt x="2203" y="57"/>
                    <a:pt x="5045" y="1"/>
                  </a:cubicBezTo>
                  <a:cubicBezTo>
                    <a:pt x="5113" y="0"/>
                    <a:pt x="5181" y="0"/>
                    <a:pt x="5249" y="1"/>
                  </a:cubicBezTo>
                  <a:cubicBezTo>
                    <a:pt x="8034" y="1"/>
                    <a:pt x="10293" y="2241"/>
                    <a:pt x="10293" y="50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329874" y="2051320"/>
              <a:ext cx="99539" cy="70543"/>
            </a:xfrm>
            <a:custGeom>
              <a:avLst/>
              <a:gdLst/>
              <a:ahLst/>
              <a:cxnLst/>
              <a:rect l="l" t="t" r="r" b="b"/>
              <a:pathLst>
                <a:path w="99539" h="70543" extrusionOk="0">
                  <a:moveTo>
                    <a:pt x="83173" y="70543"/>
                  </a:moveTo>
                  <a:cubicBezTo>
                    <a:pt x="81787" y="70553"/>
                    <a:pt x="80440" y="70084"/>
                    <a:pt x="79364" y="69216"/>
                  </a:cubicBezTo>
                  <a:lnTo>
                    <a:pt x="53836" y="49717"/>
                  </a:lnTo>
                  <a:lnTo>
                    <a:pt x="16367" y="49717"/>
                  </a:lnTo>
                  <a:cubicBezTo>
                    <a:pt x="7328" y="49717"/>
                    <a:pt x="0" y="42450"/>
                    <a:pt x="0" y="33485"/>
                  </a:cubicBezTo>
                  <a:lnTo>
                    <a:pt x="0" y="16232"/>
                  </a:lnTo>
                  <a:cubicBezTo>
                    <a:pt x="0" y="7267"/>
                    <a:pt x="7328" y="0"/>
                    <a:pt x="16367" y="0"/>
                  </a:cubicBezTo>
                  <a:lnTo>
                    <a:pt x="83173" y="0"/>
                  </a:lnTo>
                  <a:cubicBezTo>
                    <a:pt x="92212" y="0"/>
                    <a:pt x="99540" y="7267"/>
                    <a:pt x="99540" y="16232"/>
                  </a:cubicBezTo>
                  <a:lnTo>
                    <a:pt x="99540" y="33485"/>
                  </a:lnTo>
                  <a:cubicBezTo>
                    <a:pt x="99526" y="40129"/>
                    <a:pt x="95456" y="46103"/>
                    <a:pt x="89246" y="48594"/>
                  </a:cubicBezTo>
                  <a:lnTo>
                    <a:pt x="89246" y="64316"/>
                  </a:lnTo>
                  <a:cubicBezTo>
                    <a:pt x="89234" y="66690"/>
                    <a:pt x="87883" y="68858"/>
                    <a:pt x="85746" y="69931"/>
                  </a:cubicBezTo>
                  <a:cubicBezTo>
                    <a:pt x="84937" y="70300"/>
                    <a:pt x="84063" y="70508"/>
                    <a:pt x="83173" y="70543"/>
                  </a:cubicBezTo>
                  <a:close/>
                  <a:moveTo>
                    <a:pt x="16470" y="12353"/>
                  </a:moveTo>
                  <a:cubicBezTo>
                    <a:pt x="14310" y="12353"/>
                    <a:pt x="12558" y="14090"/>
                    <a:pt x="12558" y="16232"/>
                  </a:cubicBezTo>
                  <a:lnTo>
                    <a:pt x="12558" y="33485"/>
                  </a:lnTo>
                  <a:cubicBezTo>
                    <a:pt x="12558" y="35628"/>
                    <a:pt x="14310" y="37364"/>
                    <a:pt x="16470" y="37364"/>
                  </a:cubicBezTo>
                  <a:lnTo>
                    <a:pt x="56101" y="37364"/>
                  </a:lnTo>
                  <a:cubicBezTo>
                    <a:pt x="57473" y="37334"/>
                    <a:pt x="58816" y="37766"/>
                    <a:pt x="59909" y="38589"/>
                  </a:cubicBezTo>
                  <a:lnTo>
                    <a:pt x="76894" y="51759"/>
                  </a:lnTo>
                  <a:lnTo>
                    <a:pt x="76894" y="43490"/>
                  </a:lnTo>
                  <a:cubicBezTo>
                    <a:pt x="76893" y="40107"/>
                    <a:pt x="79658" y="37364"/>
                    <a:pt x="83069" y="37364"/>
                  </a:cubicBezTo>
                  <a:cubicBezTo>
                    <a:pt x="83104" y="37364"/>
                    <a:pt x="83138" y="37364"/>
                    <a:pt x="83173" y="37364"/>
                  </a:cubicBezTo>
                  <a:cubicBezTo>
                    <a:pt x="85384" y="37534"/>
                    <a:pt x="87314" y="35894"/>
                    <a:pt x="87485" y="33702"/>
                  </a:cubicBezTo>
                  <a:cubicBezTo>
                    <a:pt x="87491" y="33630"/>
                    <a:pt x="87495" y="33557"/>
                    <a:pt x="87496" y="33485"/>
                  </a:cubicBezTo>
                  <a:lnTo>
                    <a:pt x="87496" y="16232"/>
                  </a:lnTo>
                  <a:cubicBezTo>
                    <a:pt x="87508" y="14090"/>
                    <a:pt x="85767" y="12343"/>
                    <a:pt x="83607" y="12331"/>
                  </a:cubicBezTo>
                  <a:cubicBezTo>
                    <a:pt x="83462" y="12330"/>
                    <a:pt x="83317" y="12338"/>
                    <a:pt x="83173" y="12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6390401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6374737" y="2071737"/>
              <a:ext cx="10088" cy="10004"/>
            </a:xfrm>
            <a:custGeom>
              <a:avLst/>
              <a:gdLst/>
              <a:ahLst/>
              <a:cxnLst/>
              <a:rect l="l" t="t" r="r" b="b"/>
              <a:pathLst>
                <a:path w="10088" h="10004" extrusionOk="0">
                  <a:moveTo>
                    <a:pt x="17" y="5411"/>
                  </a:moveTo>
                  <a:cubicBezTo>
                    <a:pt x="244" y="8164"/>
                    <a:pt x="2679" y="10214"/>
                    <a:pt x="5456" y="9988"/>
                  </a:cubicBezTo>
                  <a:cubicBezTo>
                    <a:pt x="8232" y="9762"/>
                    <a:pt x="10298" y="7347"/>
                    <a:pt x="10071" y="4594"/>
                  </a:cubicBezTo>
                  <a:cubicBezTo>
                    <a:pt x="9857" y="2005"/>
                    <a:pt x="7680" y="9"/>
                    <a:pt x="5061" y="0"/>
                  </a:cubicBezTo>
                  <a:cubicBezTo>
                    <a:pt x="2275" y="-9"/>
                    <a:pt x="9" y="2223"/>
                    <a:pt x="0" y="4986"/>
                  </a:cubicBezTo>
                  <a:cubicBezTo>
                    <a:pt x="0" y="5128"/>
                    <a:pt x="5" y="5269"/>
                    <a:pt x="17" y="54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6359005" y="2072146"/>
              <a:ext cx="10087" cy="10004"/>
            </a:xfrm>
            <a:custGeom>
              <a:avLst/>
              <a:gdLst/>
              <a:ahLst/>
              <a:cxnLst/>
              <a:rect l="l" t="t" r="r" b="b"/>
              <a:pathLst>
                <a:path w="10087" h="10004" extrusionOk="0">
                  <a:moveTo>
                    <a:pt x="10088" y="5002"/>
                  </a:moveTo>
                  <a:cubicBezTo>
                    <a:pt x="10088" y="7765"/>
                    <a:pt x="7830" y="10005"/>
                    <a:pt x="5044" y="10005"/>
                  </a:cubicBezTo>
                  <a:cubicBezTo>
                    <a:pt x="2258" y="10005"/>
                    <a:pt x="0" y="7765"/>
                    <a:pt x="0" y="5002"/>
                  </a:cubicBezTo>
                  <a:cubicBezTo>
                    <a:pt x="0" y="2240"/>
                    <a:pt x="2258" y="0"/>
                    <a:pt x="5044" y="0"/>
                  </a:cubicBezTo>
                  <a:cubicBezTo>
                    <a:pt x="7830" y="0"/>
                    <a:pt x="10088" y="2240"/>
                    <a:pt x="10088" y="5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7518984" y="3386279"/>
            <a:ext cx="249147" cy="372348"/>
            <a:chOff x="6163008" y="1995439"/>
            <a:chExt cx="249147" cy="372348"/>
          </a:xfrm>
        </p:grpSpPr>
        <p:sp>
          <p:nvSpPr>
            <p:cNvPr id="284" name="Google Shape;284;p24"/>
            <p:cNvSpPr/>
            <p:nvPr/>
          </p:nvSpPr>
          <p:spPr>
            <a:xfrm>
              <a:off x="6195357" y="1995439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6195357" y="2322983"/>
              <a:ext cx="185111" cy="44753"/>
            </a:xfrm>
            <a:custGeom>
              <a:avLst/>
              <a:gdLst/>
              <a:ahLst/>
              <a:cxnLst/>
              <a:rect l="l" t="t" r="r" b="b"/>
              <a:pathLst>
                <a:path w="185111" h="44753" extrusionOk="0">
                  <a:moveTo>
                    <a:pt x="164473" y="44753"/>
                  </a:moveTo>
                  <a:lnTo>
                    <a:pt x="20638" y="44753"/>
                  </a:lnTo>
                  <a:cubicBezTo>
                    <a:pt x="8445" y="43918"/>
                    <a:pt x="-772" y="33224"/>
                    <a:pt x="51" y="20865"/>
                  </a:cubicBezTo>
                  <a:cubicBezTo>
                    <a:pt x="797" y="9670"/>
                    <a:pt x="9592" y="756"/>
                    <a:pt x="20638" y="0"/>
                  </a:cubicBezTo>
                  <a:lnTo>
                    <a:pt x="164473" y="0"/>
                  </a:lnTo>
                  <a:cubicBezTo>
                    <a:pt x="176667" y="835"/>
                    <a:pt x="185884" y="11530"/>
                    <a:pt x="185061" y="23888"/>
                  </a:cubicBezTo>
                  <a:cubicBezTo>
                    <a:pt x="184315" y="35083"/>
                    <a:pt x="175520" y="43997"/>
                    <a:pt x="164473" y="44753"/>
                  </a:cubicBezTo>
                  <a:close/>
                  <a:moveTo>
                    <a:pt x="20638" y="12335"/>
                  </a:moveTo>
                  <a:cubicBezTo>
                    <a:pt x="15083" y="12335"/>
                    <a:pt x="10580" y="16899"/>
                    <a:pt x="10580" y="22529"/>
                  </a:cubicBezTo>
                  <a:cubicBezTo>
                    <a:pt x="10580" y="28160"/>
                    <a:pt x="15083" y="32724"/>
                    <a:pt x="20638" y="32724"/>
                  </a:cubicBezTo>
                  <a:lnTo>
                    <a:pt x="164473" y="32724"/>
                  </a:lnTo>
                  <a:cubicBezTo>
                    <a:pt x="170029" y="32724"/>
                    <a:pt x="174532" y="28160"/>
                    <a:pt x="174532" y="22529"/>
                  </a:cubicBezTo>
                  <a:cubicBezTo>
                    <a:pt x="174532" y="16899"/>
                    <a:pt x="170029" y="12335"/>
                    <a:pt x="164473" y="12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6209959" y="2027857"/>
              <a:ext cx="155906" cy="307460"/>
            </a:xfrm>
            <a:custGeom>
              <a:avLst/>
              <a:gdLst/>
              <a:ahLst/>
              <a:cxnLst/>
              <a:rect l="l" t="t" r="r" b="b"/>
              <a:pathLst>
                <a:path w="155906" h="307460" extrusionOk="0">
                  <a:moveTo>
                    <a:pt x="149872" y="307461"/>
                  </a:moveTo>
                  <a:lnTo>
                    <a:pt x="6037" y="307461"/>
                  </a:lnTo>
                  <a:cubicBezTo>
                    <a:pt x="2704" y="307461"/>
                    <a:pt x="2" y="304722"/>
                    <a:pt x="2" y="301344"/>
                  </a:cubicBezTo>
                  <a:lnTo>
                    <a:pt x="2" y="261586"/>
                  </a:lnTo>
                  <a:cubicBezTo>
                    <a:pt x="-130" y="236751"/>
                    <a:pt x="7125" y="212451"/>
                    <a:pt x="20823" y="191857"/>
                  </a:cubicBezTo>
                  <a:lnTo>
                    <a:pt x="36514" y="168104"/>
                  </a:lnTo>
                  <a:cubicBezTo>
                    <a:pt x="42413" y="159157"/>
                    <a:pt x="42413" y="147489"/>
                    <a:pt x="36514" y="138541"/>
                  </a:cubicBezTo>
                  <a:lnTo>
                    <a:pt x="20823" y="115094"/>
                  </a:lnTo>
                  <a:cubicBezTo>
                    <a:pt x="7194" y="94658"/>
                    <a:pt x="-60" y="70541"/>
                    <a:pt x="2" y="45874"/>
                  </a:cubicBezTo>
                  <a:lnTo>
                    <a:pt x="2" y="6117"/>
                  </a:lnTo>
                  <a:cubicBezTo>
                    <a:pt x="2" y="2738"/>
                    <a:pt x="2704" y="0"/>
                    <a:pt x="6037" y="0"/>
                  </a:cubicBezTo>
                  <a:lnTo>
                    <a:pt x="149872" y="0"/>
                  </a:lnTo>
                  <a:cubicBezTo>
                    <a:pt x="153205" y="0"/>
                    <a:pt x="155907" y="2738"/>
                    <a:pt x="155907" y="6117"/>
                  </a:cubicBezTo>
                  <a:lnTo>
                    <a:pt x="155907" y="45874"/>
                  </a:lnTo>
                  <a:cubicBezTo>
                    <a:pt x="155867" y="70556"/>
                    <a:pt x="148546" y="94662"/>
                    <a:pt x="134885" y="115094"/>
                  </a:cubicBezTo>
                  <a:lnTo>
                    <a:pt x="119093" y="138949"/>
                  </a:lnTo>
                  <a:cubicBezTo>
                    <a:pt x="113194" y="147896"/>
                    <a:pt x="113194" y="159564"/>
                    <a:pt x="119093" y="168512"/>
                  </a:cubicBezTo>
                  <a:lnTo>
                    <a:pt x="134885" y="191857"/>
                  </a:lnTo>
                  <a:cubicBezTo>
                    <a:pt x="148430" y="212366"/>
                    <a:pt x="155644" y="236499"/>
                    <a:pt x="155605" y="261179"/>
                  </a:cubicBezTo>
                  <a:lnTo>
                    <a:pt x="155605" y="300936"/>
                  </a:lnTo>
                  <a:cubicBezTo>
                    <a:pt x="155831" y="304307"/>
                    <a:pt x="153319" y="307225"/>
                    <a:pt x="149993" y="307454"/>
                  </a:cubicBezTo>
                  <a:cubicBezTo>
                    <a:pt x="149953" y="307457"/>
                    <a:pt x="149912" y="307459"/>
                    <a:pt x="149872" y="307461"/>
                  </a:cubicBezTo>
                  <a:close/>
                  <a:moveTo>
                    <a:pt x="12172" y="295126"/>
                  </a:moveTo>
                  <a:lnTo>
                    <a:pt x="143736" y="295126"/>
                  </a:lnTo>
                  <a:lnTo>
                    <a:pt x="143736" y="261586"/>
                  </a:lnTo>
                  <a:cubicBezTo>
                    <a:pt x="143712" y="239344"/>
                    <a:pt x="137127" y="217617"/>
                    <a:pt x="124827" y="199197"/>
                  </a:cubicBezTo>
                  <a:lnTo>
                    <a:pt x="109035" y="175342"/>
                  </a:lnTo>
                  <a:cubicBezTo>
                    <a:pt x="100448" y="162249"/>
                    <a:pt x="100448" y="145212"/>
                    <a:pt x="109035" y="132118"/>
                  </a:cubicBezTo>
                  <a:lnTo>
                    <a:pt x="124827" y="108264"/>
                  </a:lnTo>
                  <a:cubicBezTo>
                    <a:pt x="137056" y="89821"/>
                    <a:pt x="143571" y="68095"/>
                    <a:pt x="143535" y="45874"/>
                  </a:cubicBezTo>
                  <a:lnTo>
                    <a:pt x="143535" y="12335"/>
                  </a:lnTo>
                  <a:lnTo>
                    <a:pt x="12172" y="12335"/>
                  </a:lnTo>
                  <a:lnTo>
                    <a:pt x="12172" y="45874"/>
                  </a:lnTo>
                  <a:cubicBezTo>
                    <a:pt x="12137" y="68095"/>
                    <a:pt x="18652" y="89821"/>
                    <a:pt x="30881" y="108264"/>
                  </a:cubicBezTo>
                  <a:lnTo>
                    <a:pt x="46673" y="132118"/>
                  </a:lnTo>
                  <a:cubicBezTo>
                    <a:pt x="55259" y="145212"/>
                    <a:pt x="55259" y="162249"/>
                    <a:pt x="46673" y="175342"/>
                  </a:cubicBezTo>
                  <a:lnTo>
                    <a:pt x="30881" y="199197"/>
                  </a:lnTo>
                  <a:cubicBezTo>
                    <a:pt x="18635" y="217632"/>
                    <a:pt x="12118" y="239363"/>
                    <a:pt x="12172" y="2615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6210281" y="2060593"/>
              <a:ext cx="155612" cy="27736"/>
            </a:xfrm>
            <a:custGeom>
              <a:avLst/>
              <a:gdLst/>
              <a:ahLst/>
              <a:cxnLst/>
              <a:rect l="l" t="t" r="r" b="b"/>
              <a:pathLst>
                <a:path w="155612" h="27736" extrusionOk="0">
                  <a:moveTo>
                    <a:pt x="6117" y="27717"/>
                  </a:moveTo>
                  <a:cubicBezTo>
                    <a:pt x="2729" y="27707"/>
                    <a:pt x="-10" y="24914"/>
                    <a:pt x="0" y="21480"/>
                  </a:cubicBezTo>
                  <a:cubicBezTo>
                    <a:pt x="5" y="19741"/>
                    <a:pt x="728" y="18085"/>
                    <a:pt x="1993" y="16911"/>
                  </a:cubicBezTo>
                  <a:cubicBezTo>
                    <a:pt x="21336" y="580"/>
                    <a:pt x="47689" y="-4329"/>
                    <a:pt x="71497" y="3964"/>
                  </a:cubicBezTo>
                  <a:cubicBezTo>
                    <a:pt x="96251" y="12269"/>
                    <a:pt x="122986" y="12269"/>
                    <a:pt x="147740" y="3964"/>
                  </a:cubicBezTo>
                  <a:cubicBezTo>
                    <a:pt x="150934" y="2951"/>
                    <a:pt x="154334" y="4754"/>
                    <a:pt x="155334" y="7991"/>
                  </a:cubicBezTo>
                  <a:cubicBezTo>
                    <a:pt x="156334" y="11228"/>
                    <a:pt x="154555" y="14674"/>
                    <a:pt x="151361" y="15688"/>
                  </a:cubicBezTo>
                  <a:cubicBezTo>
                    <a:pt x="124156" y="24802"/>
                    <a:pt x="94779" y="24802"/>
                    <a:pt x="67574" y="15688"/>
                  </a:cubicBezTo>
                  <a:cubicBezTo>
                    <a:pt x="47853" y="9062"/>
                    <a:pt x="26156" y="13182"/>
                    <a:pt x="10141" y="26596"/>
                  </a:cubicBezTo>
                  <a:cubicBezTo>
                    <a:pt x="8970" y="27434"/>
                    <a:pt x="7546" y="27831"/>
                    <a:pt x="6117" y="277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6211001" y="2257738"/>
              <a:ext cx="151016" cy="21832"/>
            </a:xfrm>
            <a:custGeom>
              <a:avLst/>
              <a:gdLst/>
              <a:ahLst/>
              <a:cxnLst/>
              <a:rect l="l" t="t" r="r" b="b"/>
              <a:pathLst>
                <a:path w="151016" h="21832" extrusionOk="0">
                  <a:moveTo>
                    <a:pt x="107490" y="21817"/>
                  </a:moveTo>
                  <a:cubicBezTo>
                    <a:pt x="96602" y="21733"/>
                    <a:pt x="85774" y="20155"/>
                    <a:pt x="75303" y="17128"/>
                  </a:cubicBezTo>
                  <a:cubicBezTo>
                    <a:pt x="53646" y="9873"/>
                    <a:pt x="30106" y="10998"/>
                    <a:pt x="9220" y="20288"/>
                  </a:cubicBezTo>
                  <a:cubicBezTo>
                    <a:pt x="6275" y="22005"/>
                    <a:pt x="2515" y="20978"/>
                    <a:pt x="821" y="17994"/>
                  </a:cubicBezTo>
                  <a:cubicBezTo>
                    <a:pt x="-874" y="15010"/>
                    <a:pt x="140" y="11199"/>
                    <a:pt x="3084" y="9482"/>
                  </a:cubicBezTo>
                  <a:cubicBezTo>
                    <a:pt x="26780" y="-1463"/>
                    <a:pt x="53667" y="-2991"/>
                    <a:pt x="78421" y="5201"/>
                  </a:cubicBezTo>
                  <a:cubicBezTo>
                    <a:pt x="99528" y="12426"/>
                    <a:pt x="122581" y="11036"/>
                    <a:pt x="142694" y="1327"/>
                  </a:cubicBezTo>
                  <a:cubicBezTo>
                    <a:pt x="145861" y="103"/>
                    <a:pt x="149406" y="1712"/>
                    <a:pt x="150614" y="4921"/>
                  </a:cubicBezTo>
                  <a:cubicBezTo>
                    <a:pt x="151473" y="7205"/>
                    <a:pt x="150933" y="9787"/>
                    <a:pt x="149232" y="11521"/>
                  </a:cubicBezTo>
                  <a:cubicBezTo>
                    <a:pt x="136429" y="18550"/>
                    <a:pt x="122048" y="22097"/>
                    <a:pt x="107490" y="21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6269958" y="2138792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61" y="23015"/>
                    <a:pt x="9405" y="2557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626995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187" y="28320"/>
                  </a:moveTo>
                  <a:cubicBezTo>
                    <a:pt x="2798" y="28320"/>
                    <a:pt x="51" y="2553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496"/>
                    <a:pt x="9536" y="28264"/>
                    <a:pt x="6187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626995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187" y="25567"/>
                  </a:moveTo>
                  <a:cubicBezTo>
                    <a:pt x="2798" y="25567"/>
                    <a:pt x="51" y="22783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44"/>
                    <a:pt x="9536" y="25512"/>
                    <a:pt x="6187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6294501" y="2138792"/>
              <a:ext cx="12271" cy="25581"/>
            </a:xfrm>
            <a:custGeom>
              <a:avLst/>
              <a:gdLst/>
              <a:ahLst/>
              <a:cxnLst/>
              <a:rect l="l" t="t" r="r" b="b"/>
              <a:pathLst>
                <a:path w="12271" h="25581" extrusionOk="0">
                  <a:moveTo>
                    <a:pt x="5684" y="25567"/>
                  </a:moveTo>
                  <a:cubicBezTo>
                    <a:pt x="2622" y="25364"/>
                    <a:pt x="198" y="22863"/>
                    <a:pt x="51" y="19757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757"/>
                  </a:lnTo>
                  <a:cubicBezTo>
                    <a:pt x="12007" y="23184"/>
                    <a:pt x="9092" y="25787"/>
                    <a:pt x="5710" y="25569"/>
                  </a:cubicBezTo>
                  <a:cubicBezTo>
                    <a:pt x="5701" y="25569"/>
                    <a:pt x="5692" y="25568"/>
                    <a:pt x="5684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6294098" y="2166215"/>
              <a:ext cx="12271" cy="28319"/>
            </a:xfrm>
            <a:custGeom>
              <a:avLst/>
              <a:gdLst/>
              <a:ahLst/>
              <a:cxnLst/>
              <a:rect l="l" t="t" r="r" b="b"/>
              <a:pathLst>
                <a:path w="12271" h="28319" extrusionOk="0">
                  <a:moveTo>
                    <a:pt x="6086" y="28320"/>
                  </a:moveTo>
                  <a:cubicBezTo>
                    <a:pt x="2737" y="28264"/>
                    <a:pt x="51" y="25496"/>
                    <a:pt x="51" y="22101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22101"/>
                  </a:lnTo>
                  <a:cubicBezTo>
                    <a:pt x="12222" y="25536"/>
                    <a:pt x="9475" y="28320"/>
                    <a:pt x="6086" y="283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6294098" y="2196390"/>
              <a:ext cx="12271" cy="25567"/>
            </a:xfrm>
            <a:custGeom>
              <a:avLst/>
              <a:gdLst/>
              <a:ahLst/>
              <a:cxnLst/>
              <a:rect l="l" t="t" r="r" b="b"/>
              <a:pathLst>
                <a:path w="12271" h="25567" extrusionOk="0">
                  <a:moveTo>
                    <a:pt x="6086" y="25567"/>
                  </a:moveTo>
                  <a:cubicBezTo>
                    <a:pt x="2737" y="25512"/>
                    <a:pt x="51" y="22744"/>
                    <a:pt x="51" y="19349"/>
                  </a:cubicBezTo>
                  <a:lnTo>
                    <a:pt x="51" y="7014"/>
                  </a:lnTo>
                  <a:cubicBezTo>
                    <a:pt x="-382" y="3608"/>
                    <a:pt x="1991" y="490"/>
                    <a:pt x="5352" y="52"/>
                  </a:cubicBezTo>
                  <a:cubicBezTo>
                    <a:pt x="8713" y="-387"/>
                    <a:pt x="11789" y="2018"/>
                    <a:pt x="12222" y="5425"/>
                  </a:cubicBezTo>
                  <a:cubicBezTo>
                    <a:pt x="12289" y="5952"/>
                    <a:pt x="12289" y="6486"/>
                    <a:pt x="12222" y="7014"/>
                  </a:cubicBezTo>
                  <a:lnTo>
                    <a:pt x="12222" y="19349"/>
                  </a:lnTo>
                  <a:cubicBezTo>
                    <a:pt x="12222" y="22783"/>
                    <a:pt x="9475" y="25567"/>
                    <a:pt x="6086" y="255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6163008" y="2355350"/>
              <a:ext cx="249147" cy="12437"/>
            </a:xfrm>
            <a:custGeom>
              <a:avLst/>
              <a:gdLst/>
              <a:ahLst/>
              <a:cxnLst/>
              <a:rect l="l" t="t" r="r" b="b"/>
              <a:pathLst>
                <a:path w="249147" h="12437" extrusionOk="0">
                  <a:moveTo>
                    <a:pt x="243796" y="12386"/>
                  </a:moveTo>
                  <a:lnTo>
                    <a:pt x="6920" y="12386"/>
                  </a:lnTo>
                  <a:cubicBezTo>
                    <a:pt x="3559" y="12825"/>
                    <a:pt x="484" y="10419"/>
                    <a:pt x="51" y="7013"/>
                  </a:cubicBezTo>
                  <a:cubicBezTo>
                    <a:pt x="-382" y="3607"/>
                    <a:pt x="1991" y="490"/>
                    <a:pt x="5352" y="51"/>
                  </a:cubicBezTo>
                  <a:cubicBezTo>
                    <a:pt x="5873" y="-17"/>
                    <a:pt x="6400" y="-17"/>
                    <a:pt x="6920" y="51"/>
                  </a:cubicBezTo>
                  <a:lnTo>
                    <a:pt x="243796" y="51"/>
                  </a:lnTo>
                  <a:cubicBezTo>
                    <a:pt x="247156" y="490"/>
                    <a:pt x="249530" y="3607"/>
                    <a:pt x="249097" y="7013"/>
                  </a:cubicBezTo>
                  <a:cubicBezTo>
                    <a:pt x="248741" y="9817"/>
                    <a:pt x="246562" y="12025"/>
                    <a:pt x="243796" y="123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6" name="Google Shape;296;p24"/>
          <p:cNvGrpSpPr/>
          <p:nvPr/>
        </p:nvGrpSpPr>
        <p:grpSpPr>
          <a:xfrm>
            <a:off x="4298298" y="2935618"/>
            <a:ext cx="262571" cy="372214"/>
            <a:chOff x="6156807" y="1995439"/>
            <a:chExt cx="262571" cy="372214"/>
          </a:xfrm>
        </p:grpSpPr>
        <p:sp>
          <p:nvSpPr>
            <p:cNvPr id="297" name="Google Shape;297;p24"/>
            <p:cNvSpPr/>
            <p:nvPr/>
          </p:nvSpPr>
          <p:spPr>
            <a:xfrm>
              <a:off x="6184800" y="2295725"/>
              <a:ext cx="225799" cy="71928"/>
            </a:xfrm>
            <a:custGeom>
              <a:avLst/>
              <a:gdLst/>
              <a:ahLst/>
              <a:cxnLst/>
              <a:rect l="l" t="t" r="r" b="b"/>
              <a:pathLst>
                <a:path w="225799" h="71928" extrusionOk="0">
                  <a:moveTo>
                    <a:pt x="187925" y="71876"/>
                  </a:moveTo>
                  <a:lnTo>
                    <a:pt x="7024" y="71876"/>
                  </a:lnTo>
                  <a:cubicBezTo>
                    <a:pt x="3613" y="72327"/>
                    <a:pt x="491" y="69854"/>
                    <a:pt x="52" y="66353"/>
                  </a:cubicBezTo>
                  <a:cubicBezTo>
                    <a:pt x="-388" y="62853"/>
                    <a:pt x="2021" y="59649"/>
                    <a:pt x="5432" y="59198"/>
                  </a:cubicBezTo>
                  <a:cubicBezTo>
                    <a:pt x="5961" y="59128"/>
                    <a:pt x="6495" y="59128"/>
                    <a:pt x="7024" y="59198"/>
                  </a:cubicBezTo>
                  <a:cubicBezTo>
                    <a:pt x="19501" y="59140"/>
                    <a:pt x="29585" y="48743"/>
                    <a:pt x="29585" y="35938"/>
                  </a:cubicBezTo>
                  <a:lnTo>
                    <a:pt x="29585" y="6391"/>
                  </a:lnTo>
                  <a:cubicBezTo>
                    <a:pt x="29585" y="2861"/>
                    <a:pt x="32373" y="0"/>
                    <a:pt x="35813" y="0"/>
                  </a:cubicBezTo>
                  <a:lnTo>
                    <a:pt x="219572" y="0"/>
                  </a:lnTo>
                  <a:cubicBezTo>
                    <a:pt x="223011" y="0"/>
                    <a:pt x="225799" y="2861"/>
                    <a:pt x="225799" y="6391"/>
                  </a:cubicBezTo>
                  <a:lnTo>
                    <a:pt x="225799" y="32690"/>
                  </a:lnTo>
                  <a:cubicBezTo>
                    <a:pt x="225745" y="54186"/>
                    <a:pt x="208868" y="71646"/>
                    <a:pt x="187925" y="71876"/>
                  </a:cubicBezTo>
                  <a:close/>
                  <a:moveTo>
                    <a:pt x="33261" y="59198"/>
                  </a:moveTo>
                  <a:lnTo>
                    <a:pt x="187925" y="59198"/>
                  </a:lnTo>
                  <a:cubicBezTo>
                    <a:pt x="202206" y="59198"/>
                    <a:pt x="213799" y="47347"/>
                    <a:pt x="213855" y="32690"/>
                  </a:cubicBezTo>
                  <a:lnTo>
                    <a:pt x="213855" y="12678"/>
                  </a:lnTo>
                  <a:lnTo>
                    <a:pt x="42040" y="12678"/>
                  </a:lnTo>
                  <a:lnTo>
                    <a:pt x="42040" y="35938"/>
                  </a:lnTo>
                  <a:cubicBezTo>
                    <a:pt x="41931" y="44522"/>
                    <a:pt x="38815" y="52779"/>
                    <a:pt x="33261" y="59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6156807" y="2068782"/>
              <a:ext cx="204330" cy="298818"/>
            </a:xfrm>
            <a:custGeom>
              <a:avLst/>
              <a:gdLst/>
              <a:ahLst/>
              <a:cxnLst/>
              <a:rect l="l" t="t" r="r" b="b"/>
              <a:pathLst>
                <a:path w="204330" h="298818" extrusionOk="0">
                  <a:moveTo>
                    <a:pt x="35017" y="298818"/>
                  </a:moveTo>
                  <a:cubicBezTo>
                    <a:pt x="15701" y="298761"/>
                    <a:pt x="57" y="282705"/>
                    <a:pt x="1" y="262880"/>
                  </a:cubicBezTo>
                  <a:lnTo>
                    <a:pt x="1" y="6496"/>
                  </a:lnTo>
                  <a:cubicBezTo>
                    <a:pt x="-56" y="2967"/>
                    <a:pt x="2686" y="59"/>
                    <a:pt x="6125" y="1"/>
                  </a:cubicBezTo>
                  <a:cubicBezTo>
                    <a:pt x="6160" y="0"/>
                    <a:pt x="6194" y="0"/>
                    <a:pt x="6228" y="0"/>
                  </a:cubicBezTo>
                  <a:lnTo>
                    <a:pt x="79732" y="0"/>
                  </a:lnTo>
                  <a:cubicBezTo>
                    <a:pt x="83115" y="0"/>
                    <a:pt x="85858" y="2814"/>
                    <a:pt x="85858" y="6286"/>
                  </a:cubicBezTo>
                  <a:cubicBezTo>
                    <a:pt x="85858" y="6321"/>
                    <a:pt x="85858" y="6356"/>
                    <a:pt x="85857" y="6391"/>
                  </a:cubicBezTo>
                  <a:cubicBezTo>
                    <a:pt x="85858" y="9881"/>
                    <a:pt x="83131" y="12725"/>
                    <a:pt x="79732" y="12783"/>
                  </a:cubicBezTo>
                  <a:lnTo>
                    <a:pt x="12354" y="12783"/>
                  </a:lnTo>
                  <a:lnTo>
                    <a:pt x="12354" y="262880"/>
                  </a:lnTo>
                  <a:cubicBezTo>
                    <a:pt x="11514" y="275698"/>
                    <a:pt x="20957" y="286787"/>
                    <a:pt x="33446" y="287648"/>
                  </a:cubicBezTo>
                  <a:cubicBezTo>
                    <a:pt x="45935" y="288510"/>
                    <a:pt x="56739" y="278818"/>
                    <a:pt x="57579" y="266001"/>
                  </a:cubicBezTo>
                  <a:cubicBezTo>
                    <a:pt x="57647" y="264962"/>
                    <a:pt x="57647" y="263920"/>
                    <a:pt x="57579" y="262881"/>
                  </a:cubicBezTo>
                  <a:lnTo>
                    <a:pt x="57579" y="233334"/>
                  </a:lnTo>
                  <a:cubicBezTo>
                    <a:pt x="57579" y="229804"/>
                    <a:pt x="60367" y="226943"/>
                    <a:pt x="63806" y="226943"/>
                  </a:cubicBezTo>
                  <a:lnTo>
                    <a:pt x="191927" y="226943"/>
                  </a:lnTo>
                  <a:lnTo>
                    <a:pt x="191927" y="194567"/>
                  </a:lnTo>
                  <a:cubicBezTo>
                    <a:pt x="191488" y="191066"/>
                    <a:pt x="193897" y="187863"/>
                    <a:pt x="197308" y="187412"/>
                  </a:cubicBezTo>
                  <a:cubicBezTo>
                    <a:pt x="200719" y="186961"/>
                    <a:pt x="203840" y="189433"/>
                    <a:pt x="204280" y="192934"/>
                  </a:cubicBezTo>
                  <a:cubicBezTo>
                    <a:pt x="204348" y="193476"/>
                    <a:pt x="204348" y="194025"/>
                    <a:pt x="204280" y="194567"/>
                  </a:cubicBezTo>
                  <a:lnTo>
                    <a:pt x="204280" y="233334"/>
                  </a:lnTo>
                  <a:cubicBezTo>
                    <a:pt x="204280" y="236806"/>
                    <a:pt x="201537" y="239620"/>
                    <a:pt x="198155" y="239620"/>
                  </a:cubicBezTo>
                  <a:lnTo>
                    <a:pt x="70034" y="239620"/>
                  </a:lnTo>
                  <a:lnTo>
                    <a:pt x="70034" y="262880"/>
                  </a:lnTo>
                  <a:cubicBezTo>
                    <a:pt x="69977" y="282705"/>
                    <a:pt x="54333" y="298761"/>
                    <a:pt x="35017" y="2988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6252669" y="2058304"/>
              <a:ext cx="119647" cy="211435"/>
            </a:xfrm>
            <a:custGeom>
              <a:avLst/>
              <a:gdLst/>
              <a:ahLst/>
              <a:cxnLst/>
              <a:rect l="l" t="t" r="r" b="b"/>
              <a:pathLst>
                <a:path w="119647" h="211435" extrusionOk="0">
                  <a:moveTo>
                    <a:pt x="90961" y="211436"/>
                  </a:moveTo>
                  <a:lnTo>
                    <a:pt x="28891" y="211436"/>
                  </a:lnTo>
                  <a:cubicBezTo>
                    <a:pt x="25452" y="211436"/>
                    <a:pt x="22664" y="208574"/>
                    <a:pt x="22664" y="205045"/>
                  </a:cubicBezTo>
                  <a:lnTo>
                    <a:pt x="22664" y="112319"/>
                  </a:lnTo>
                  <a:lnTo>
                    <a:pt x="6227" y="112319"/>
                  </a:lnTo>
                  <a:cubicBezTo>
                    <a:pt x="2845" y="112377"/>
                    <a:pt x="57" y="109609"/>
                    <a:pt x="1" y="106138"/>
                  </a:cubicBezTo>
                  <a:cubicBezTo>
                    <a:pt x="0" y="106103"/>
                    <a:pt x="0" y="106068"/>
                    <a:pt x="0" y="106032"/>
                  </a:cubicBezTo>
                  <a:lnTo>
                    <a:pt x="0" y="36252"/>
                  </a:lnTo>
                  <a:cubicBezTo>
                    <a:pt x="0" y="16231"/>
                    <a:pt x="15814" y="0"/>
                    <a:pt x="35323" y="0"/>
                  </a:cubicBezTo>
                  <a:lnTo>
                    <a:pt x="84427" y="0"/>
                  </a:lnTo>
                  <a:cubicBezTo>
                    <a:pt x="103879" y="0"/>
                    <a:pt x="119648" y="16184"/>
                    <a:pt x="119648" y="36147"/>
                  </a:cubicBezTo>
                  <a:cubicBezTo>
                    <a:pt x="119648" y="36182"/>
                    <a:pt x="119648" y="36217"/>
                    <a:pt x="119648" y="36252"/>
                  </a:cubicBezTo>
                  <a:lnTo>
                    <a:pt x="119648" y="106032"/>
                  </a:lnTo>
                  <a:cubicBezTo>
                    <a:pt x="119648" y="109504"/>
                    <a:pt x="116905" y="112319"/>
                    <a:pt x="113522" y="112319"/>
                  </a:cubicBezTo>
                  <a:lnTo>
                    <a:pt x="97086" y="112319"/>
                  </a:lnTo>
                  <a:lnTo>
                    <a:pt x="97086" y="205045"/>
                  </a:lnTo>
                  <a:cubicBezTo>
                    <a:pt x="97143" y="208516"/>
                    <a:pt x="94446" y="211377"/>
                    <a:pt x="91064" y="211435"/>
                  </a:cubicBezTo>
                  <a:cubicBezTo>
                    <a:pt x="91029" y="211436"/>
                    <a:pt x="90995" y="211436"/>
                    <a:pt x="90961" y="211436"/>
                  </a:cubicBezTo>
                  <a:close/>
                  <a:moveTo>
                    <a:pt x="35016" y="199073"/>
                  </a:moveTo>
                  <a:lnTo>
                    <a:pt x="84733" y="199073"/>
                  </a:lnTo>
                  <a:lnTo>
                    <a:pt x="84733" y="106032"/>
                  </a:lnTo>
                  <a:cubicBezTo>
                    <a:pt x="84733" y="102503"/>
                    <a:pt x="87522" y="99641"/>
                    <a:pt x="90961" y="99641"/>
                  </a:cubicBezTo>
                  <a:lnTo>
                    <a:pt x="107295" y="99641"/>
                  </a:lnTo>
                  <a:lnTo>
                    <a:pt x="107295" y="36776"/>
                  </a:lnTo>
                  <a:cubicBezTo>
                    <a:pt x="107295" y="23814"/>
                    <a:pt x="97057" y="13306"/>
                    <a:pt x="84427" y="13306"/>
                  </a:cubicBezTo>
                  <a:lnTo>
                    <a:pt x="35323" y="13306"/>
                  </a:lnTo>
                  <a:cubicBezTo>
                    <a:pt x="22693" y="13306"/>
                    <a:pt x="12455" y="23814"/>
                    <a:pt x="12455" y="36776"/>
                  </a:cubicBezTo>
                  <a:lnTo>
                    <a:pt x="12455" y="99641"/>
                  </a:lnTo>
                  <a:lnTo>
                    <a:pt x="28891" y="99641"/>
                  </a:lnTo>
                  <a:cubicBezTo>
                    <a:pt x="32274" y="99641"/>
                    <a:pt x="35017" y="102455"/>
                    <a:pt x="35017" y="105927"/>
                  </a:cubicBezTo>
                  <a:cubicBezTo>
                    <a:pt x="35017" y="105962"/>
                    <a:pt x="35017" y="105997"/>
                    <a:pt x="35016" y="1060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6306367" y="2173954"/>
              <a:ext cx="12353" cy="95786"/>
            </a:xfrm>
            <a:custGeom>
              <a:avLst/>
              <a:gdLst/>
              <a:ahLst/>
              <a:cxnLst/>
              <a:rect l="l" t="t" r="r" b="b"/>
              <a:pathLst>
                <a:path w="12353" h="95786" extrusionOk="0">
                  <a:moveTo>
                    <a:pt x="6227" y="95787"/>
                  </a:moveTo>
                  <a:cubicBezTo>
                    <a:pt x="2788" y="95787"/>
                    <a:pt x="0" y="92925"/>
                    <a:pt x="0" y="89395"/>
                  </a:cubicBezTo>
                  <a:lnTo>
                    <a:pt x="0" y="5575"/>
                  </a:lnTo>
                  <a:cubicBezTo>
                    <a:pt x="439" y="2074"/>
                    <a:pt x="3561" y="-398"/>
                    <a:pt x="6972" y="53"/>
                  </a:cubicBezTo>
                  <a:cubicBezTo>
                    <a:pt x="9780" y="424"/>
                    <a:pt x="11991" y="2693"/>
                    <a:pt x="12353" y="5575"/>
                  </a:cubicBezTo>
                  <a:lnTo>
                    <a:pt x="12353" y="89395"/>
                  </a:lnTo>
                  <a:cubicBezTo>
                    <a:pt x="12409" y="92867"/>
                    <a:pt x="9713" y="95728"/>
                    <a:pt x="6330" y="95786"/>
                  </a:cubicBezTo>
                  <a:cubicBezTo>
                    <a:pt x="6296" y="95786"/>
                    <a:pt x="6262" y="95787"/>
                    <a:pt x="6227" y="957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627528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6337350" y="2094892"/>
              <a:ext cx="12455" cy="75732"/>
            </a:xfrm>
            <a:custGeom>
              <a:avLst/>
              <a:gdLst/>
              <a:ahLst/>
              <a:cxnLst/>
              <a:rect l="l" t="t" r="r" b="b"/>
              <a:pathLst>
                <a:path w="12455" h="75732" extrusionOk="0">
                  <a:moveTo>
                    <a:pt x="6279" y="75731"/>
                  </a:moveTo>
                  <a:cubicBezTo>
                    <a:pt x="2897" y="75789"/>
                    <a:pt x="109" y="73022"/>
                    <a:pt x="53" y="69551"/>
                  </a:cubicBezTo>
                  <a:cubicBezTo>
                    <a:pt x="52" y="69515"/>
                    <a:pt x="52" y="69480"/>
                    <a:pt x="52" y="69445"/>
                  </a:cubicBezTo>
                  <a:lnTo>
                    <a:pt x="52" y="7209"/>
                  </a:lnTo>
                  <a:cubicBezTo>
                    <a:pt x="-388" y="3708"/>
                    <a:pt x="2021" y="504"/>
                    <a:pt x="5432" y="53"/>
                  </a:cubicBezTo>
                  <a:cubicBezTo>
                    <a:pt x="8843" y="-398"/>
                    <a:pt x="11965" y="2074"/>
                    <a:pt x="12404" y="5575"/>
                  </a:cubicBezTo>
                  <a:cubicBezTo>
                    <a:pt x="12472" y="6118"/>
                    <a:pt x="12472" y="6666"/>
                    <a:pt x="12404" y="7209"/>
                  </a:cubicBezTo>
                  <a:lnTo>
                    <a:pt x="12404" y="69445"/>
                  </a:lnTo>
                  <a:cubicBezTo>
                    <a:pt x="12404" y="72917"/>
                    <a:pt x="9662" y="75731"/>
                    <a:pt x="6279" y="75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6286763" y="1995439"/>
              <a:ext cx="54417" cy="60664"/>
            </a:xfrm>
            <a:custGeom>
              <a:avLst/>
              <a:gdLst/>
              <a:ahLst/>
              <a:cxnLst/>
              <a:rect l="l" t="t" r="r" b="b"/>
              <a:pathLst>
                <a:path w="54417" h="60664" extrusionOk="0">
                  <a:moveTo>
                    <a:pt x="26444" y="60665"/>
                  </a:moveTo>
                  <a:cubicBezTo>
                    <a:pt x="16960" y="60201"/>
                    <a:pt x="8634" y="54039"/>
                    <a:pt x="5210" y="44948"/>
                  </a:cubicBezTo>
                  <a:cubicBezTo>
                    <a:pt x="1698" y="38030"/>
                    <a:pt x="-91" y="30327"/>
                    <a:pt x="4" y="22527"/>
                  </a:cubicBezTo>
                  <a:lnTo>
                    <a:pt x="4" y="15611"/>
                  </a:lnTo>
                  <a:cubicBezTo>
                    <a:pt x="7" y="14429"/>
                    <a:pt x="324" y="13270"/>
                    <a:pt x="922" y="12259"/>
                  </a:cubicBezTo>
                  <a:cubicBezTo>
                    <a:pt x="7483" y="4467"/>
                    <a:pt x="17023" y="-8"/>
                    <a:pt x="27057" y="0"/>
                  </a:cubicBezTo>
                  <a:cubicBezTo>
                    <a:pt x="40329" y="0"/>
                    <a:pt x="54417" y="8382"/>
                    <a:pt x="54417" y="16240"/>
                  </a:cubicBezTo>
                  <a:lnTo>
                    <a:pt x="54417" y="22527"/>
                  </a:lnTo>
                  <a:cubicBezTo>
                    <a:pt x="54462" y="30321"/>
                    <a:pt x="52676" y="38012"/>
                    <a:pt x="49210" y="44948"/>
                  </a:cubicBezTo>
                  <a:cubicBezTo>
                    <a:pt x="45634" y="54329"/>
                    <a:pt x="36871" y="60546"/>
                    <a:pt x="27057" y="60665"/>
                  </a:cubicBezTo>
                  <a:close/>
                  <a:moveTo>
                    <a:pt x="12356" y="18126"/>
                  </a:moveTo>
                  <a:lnTo>
                    <a:pt x="12356" y="22527"/>
                  </a:lnTo>
                  <a:cubicBezTo>
                    <a:pt x="12287" y="28244"/>
                    <a:pt x="13584" y="33892"/>
                    <a:pt x="16134" y="38976"/>
                  </a:cubicBezTo>
                  <a:cubicBezTo>
                    <a:pt x="19196" y="45053"/>
                    <a:pt x="22973" y="48301"/>
                    <a:pt x="27057" y="47987"/>
                  </a:cubicBezTo>
                  <a:cubicBezTo>
                    <a:pt x="31141" y="47673"/>
                    <a:pt x="35224" y="45053"/>
                    <a:pt x="38287" y="38976"/>
                  </a:cubicBezTo>
                  <a:cubicBezTo>
                    <a:pt x="40836" y="33892"/>
                    <a:pt x="42133" y="28244"/>
                    <a:pt x="42064" y="22527"/>
                  </a:cubicBezTo>
                  <a:lnTo>
                    <a:pt x="42064" y="17917"/>
                  </a:lnTo>
                  <a:cubicBezTo>
                    <a:pt x="33379" y="10790"/>
                    <a:pt x="21042" y="10790"/>
                    <a:pt x="12356" y="179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6190088" y="2257377"/>
              <a:ext cx="229290" cy="12363"/>
            </a:xfrm>
            <a:custGeom>
              <a:avLst/>
              <a:gdLst/>
              <a:ahLst/>
              <a:cxnLst/>
              <a:rect l="l" t="t" r="r" b="b"/>
              <a:pathLst>
                <a:path w="229290" h="12363" extrusionOk="0">
                  <a:moveTo>
                    <a:pt x="223063" y="12363"/>
                  </a:moveTo>
                  <a:lnTo>
                    <a:pt x="6227" y="12363"/>
                  </a:lnTo>
                  <a:cubicBezTo>
                    <a:pt x="2788" y="12363"/>
                    <a:pt x="0" y="9502"/>
                    <a:pt x="0" y="5972"/>
                  </a:cubicBezTo>
                  <a:cubicBezTo>
                    <a:pt x="215" y="2607"/>
                    <a:pt x="2941" y="-7"/>
                    <a:pt x="6227" y="0"/>
                  </a:cubicBezTo>
                  <a:lnTo>
                    <a:pt x="223063" y="0"/>
                  </a:lnTo>
                  <a:cubicBezTo>
                    <a:pt x="226480" y="56"/>
                    <a:pt x="229236" y="2885"/>
                    <a:pt x="229291" y="6391"/>
                  </a:cubicBezTo>
                  <a:cubicBezTo>
                    <a:pt x="229075" y="9756"/>
                    <a:pt x="226349" y="12371"/>
                    <a:pt x="223063" y="123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6376928" y="2095727"/>
              <a:ext cx="34920" cy="31309"/>
            </a:xfrm>
            <a:custGeom>
              <a:avLst/>
              <a:gdLst/>
              <a:ahLst/>
              <a:cxnLst/>
              <a:rect l="l" t="t" r="r" b="b"/>
              <a:pathLst>
                <a:path w="34920" h="31309" extrusionOk="0">
                  <a:moveTo>
                    <a:pt x="6108" y="31310"/>
                  </a:moveTo>
                  <a:cubicBezTo>
                    <a:pt x="4212" y="31293"/>
                    <a:pt x="2434" y="30362"/>
                    <a:pt x="1310" y="28795"/>
                  </a:cubicBezTo>
                  <a:cubicBezTo>
                    <a:pt x="-777" y="26039"/>
                    <a:pt x="-322" y="22074"/>
                    <a:pt x="2331" y="19889"/>
                  </a:cubicBezTo>
                  <a:lnTo>
                    <a:pt x="24892" y="1344"/>
                  </a:lnTo>
                  <a:cubicBezTo>
                    <a:pt x="27578" y="-797"/>
                    <a:pt x="31441" y="-331"/>
                    <a:pt x="33570" y="2392"/>
                  </a:cubicBezTo>
                  <a:cubicBezTo>
                    <a:pt x="35689" y="5098"/>
                    <a:pt x="35269" y="9055"/>
                    <a:pt x="32632" y="11230"/>
                  </a:cubicBezTo>
                  <a:cubicBezTo>
                    <a:pt x="32605" y="11253"/>
                    <a:pt x="32577" y="11275"/>
                    <a:pt x="32549" y="11298"/>
                  </a:cubicBezTo>
                  <a:lnTo>
                    <a:pt x="9681" y="29843"/>
                  </a:lnTo>
                  <a:cubicBezTo>
                    <a:pt x="8678" y="30720"/>
                    <a:pt x="7423" y="31235"/>
                    <a:pt x="6108" y="31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6212974" y="2095758"/>
              <a:ext cx="35287" cy="31279"/>
            </a:xfrm>
            <a:custGeom>
              <a:avLst/>
              <a:gdLst/>
              <a:ahLst/>
              <a:cxnLst/>
              <a:rect l="l" t="t" r="r" b="b"/>
              <a:pathLst>
                <a:path w="35287" h="31279" extrusionOk="0">
                  <a:moveTo>
                    <a:pt x="29078" y="31279"/>
                  </a:moveTo>
                  <a:cubicBezTo>
                    <a:pt x="27770" y="31170"/>
                    <a:pt x="26525" y="30658"/>
                    <a:pt x="25505" y="29812"/>
                  </a:cubicBezTo>
                  <a:lnTo>
                    <a:pt x="2331" y="11267"/>
                  </a:lnTo>
                  <a:cubicBezTo>
                    <a:pt x="-322" y="9083"/>
                    <a:pt x="-777" y="5118"/>
                    <a:pt x="1310" y="2361"/>
                  </a:cubicBezTo>
                  <a:cubicBezTo>
                    <a:pt x="3502" y="-323"/>
                    <a:pt x="7355" y="-783"/>
                    <a:pt x="10089" y="1314"/>
                  </a:cubicBezTo>
                  <a:lnTo>
                    <a:pt x="32957" y="19859"/>
                  </a:lnTo>
                  <a:cubicBezTo>
                    <a:pt x="35610" y="22043"/>
                    <a:pt x="36064" y="26008"/>
                    <a:pt x="33978" y="28765"/>
                  </a:cubicBezTo>
                  <a:cubicBezTo>
                    <a:pt x="32821" y="30348"/>
                    <a:pt x="31006" y="31279"/>
                    <a:pt x="29078" y="3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189292" y="2220548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10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6189292" y="2185972"/>
              <a:ext cx="67031" cy="12783"/>
            </a:xfrm>
            <a:custGeom>
              <a:avLst/>
              <a:gdLst/>
              <a:ahLst/>
              <a:cxnLst/>
              <a:rect l="l" t="t" r="r" b="b"/>
              <a:pathLst>
                <a:path w="67031" h="12783" extrusionOk="0">
                  <a:moveTo>
                    <a:pt x="60008" y="12731"/>
                  </a:moveTo>
                  <a:lnTo>
                    <a:pt x="7024" y="12731"/>
                  </a:lnTo>
                  <a:cubicBezTo>
                    <a:pt x="3613" y="13182"/>
                    <a:pt x="491" y="10709"/>
                    <a:pt x="52" y="7209"/>
                  </a:cubicBezTo>
                  <a:cubicBezTo>
                    <a:pt x="-388" y="3708"/>
                    <a:pt x="2021" y="504"/>
                    <a:pt x="5432" y="53"/>
                  </a:cubicBezTo>
                  <a:cubicBezTo>
                    <a:pt x="5961" y="-17"/>
                    <a:pt x="6495" y="-17"/>
                    <a:pt x="7024" y="53"/>
                  </a:cubicBezTo>
                  <a:lnTo>
                    <a:pt x="60008" y="53"/>
                  </a:lnTo>
                  <a:cubicBezTo>
                    <a:pt x="63419" y="-398"/>
                    <a:pt x="66540" y="2074"/>
                    <a:pt x="66980" y="5575"/>
                  </a:cubicBezTo>
                  <a:cubicBezTo>
                    <a:pt x="67419" y="9076"/>
                    <a:pt x="65010" y="12280"/>
                    <a:pt x="61599" y="12731"/>
                  </a:cubicBezTo>
                  <a:cubicBezTo>
                    <a:pt x="61071" y="12801"/>
                    <a:pt x="60536" y="12801"/>
                    <a:pt x="60008" y="12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" name="Google Shape;309;p24"/>
          <p:cNvGrpSpPr/>
          <p:nvPr/>
        </p:nvGrpSpPr>
        <p:grpSpPr>
          <a:xfrm>
            <a:off x="4617509" y="4918037"/>
            <a:ext cx="295725" cy="361051"/>
            <a:chOff x="6142837" y="2002517"/>
            <a:chExt cx="295725" cy="361051"/>
          </a:xfrm>
        </p:grpSpPr>
        <p:sp>
          <p:nvSpPr>
            <p:cNvPr id="310" name="Google Shape;310;p24"/>
            <p:cNvSpPr/>
            <p:nvPr/>
          </p:nvSpPr>
          <p:spPr>
            <a:xfrm>
              <a:off x="6251450" y="2002517"/>
              <a:ext cx="187112" cy="361051"/>
            </a:xfrm>
            <a:custGeom>
              <a:avLst/>
              <a:gdLst/>
              <a:ahLst/>
              <a:cxnLst/>
              <a:rect l="l" t="t" r="r" b="b"/>
              <a:pathLst>
                <a:path w="187112" h="361051" extrusionOk="0">
                  <a:moveTo>
                    <a:pt x="74896" y="361052"/>
                  </a:moveTo>
                  <a:lnTo>
                    <a:pt x="28968" y="361052"/>
                  </a:lnTo>
                  <a:cubicBezTo>
                    <a:pt x="25560" y="361052"/>
                    <a:pt x="22797" y="358217"/>
                    <a:pt x="22797" y="354721"/>
                  </a:cubicBezTo>
                  <a:cubicBezTo>
                    <a:pt x="22797" y="351225"/>
                    <a:pt x="25560" y="348391"/>
                    <a:pt x="28968" y="348391"/>
                  </a:cubicBezTo>
                  <a:lnTo>
                    <a:pt x="68725" y="348391"/>
                  </a:lnTo>
                  <a:lnTo>
                    <a:pt x="68725" y="292351"/>
                  </a:lnTo>
                  <a:cubicBezTo>
                    <a:pt x="68725" y="288912"/>
                    <a:pt x="71442" y="286124"/>
                    <a:pt x="74794" y="286124"/>
                  </a:cubicBezTo>
                  <a:cubicBezTo>
                    <a:pt x="74828" y="286124"/>
                    <a:pt x="74862" y="286124"/>
                    <a:pt x="74896" y="286124"/>
                  </a:cubicBezTo>
                  <a:lnTo>
                    <a:pt x="115361" y="286124"/>
                  </a:lnTo>
                  <a:cubicBezTo>
                    <a:pt x="132976" y="286067"/>
                    <a:pt x="147227" y="271402"/>
                    <a:pt x="147227" y="253331"/>
                  </a:cubicBezTo>
                  <a:lnTo>
                    <a:pt x="147227" y="248972"/>
                  </a:lnTo>
                  <a:lnTo>
                    <a:pt x="142270" y="245132"/>
                  </a:lnTo>
                  <a:cubicBezTo>
                    <a:pt x="141626" y="244573"/>
                    <a:pt x="141079" y="243907"/>
                    <a:pt x="140651" y="243161"/>
                  </a:cubicBezTo>
                  <a:cubicBezTo>
                    <a:pt x="136783" y="236122"/>
                    <a:pt x="139068" y="227204"/>
                    <a:pt x="145810" y="223028"/>
                  </a:cubicBezTo>
                  <a:lnTo>
                    <a:pt x="155927" y="216490"/>
                  </a:lnTo>
                  <a:lnTo>
                    <a:pt x="155927" y="203725"/>
                  </a:lnTo>
                  <a:cubicBezTo>
                    <a:pt x="155871" y="197478"/>
                    <a:pt x="160762" y="192368"/>
                    <a:pt x="166852" y="192310"/>
                  </a:cubicBezTo>
                  <a:cubicBezTo>
                    <a:pt x="166886" y="192310"/>
                    <a:pt x="166919" y="192310"/>
                    <a:pt x="166953" y="192310"/>
                  </a:cubicBezTo>
                  <a:lnTo>
                    <a:pt x="171202" y="192310"/>
                  </a:lnTo>
                  <a:cubicBezTo>
                    <a:pt x="172263" y="192318"/>
                    <a:pt x="173239" y="191717"/>
                    <a:pt x="173731" y="190753"/>
                  </a:cubicBezTo>
                  <a:cubicBezTo>
                    <a:pt x="174255" y="189822"/>
                    <a:pt x="174255" y="188675"/>
                    <a:pt x="173731" y="187744"/>
                  </a:cubicBezTo>
                  <a:lnTo>
                    <a:pt x="153499" y="156611"/>
                  </a:lnTo>
                  <a:cubicBezTo>
                    <a:pt x="150380" y="151897"/>
                    <a:pt x="149049" y="146176"/>
                    <a:pt x="149756" y="140525"/>
                  </a:cubicBezTo>
                  <a:cubicBezTo>
                    <a:pt x="150347" y="136123"/>
                    <a:pt x="150651" y="131685"/>
                    <a:pt x="150666" y="127242"/>
                  </a:cubicBezTo>
                  <a:cubicBezTo>
                    <a:pt x="150565" y="95422"/>
                    <a:pt x="137684" y="65051"/>
                    <a:pt x="115057" y="43286"/>
                  </a:cubicBezTo>
                  <a:cubicBezTo>
                    <a:pt x="86232" y="16008"/>
                    <a:pt x="45639" y="6099"/>
                    <a:pt x="7927" y="17134"/>
                  </a:cubicBezTo>
                  <a:cubicBezTo>
                    <a:pt x="4688" y="18149"/>
                    <a:pt x="1256" y="16297"/>
                    <a:pt x="238" y="12983"/>
                  </a:cubicBezTo>
                  <a:cubicBezTo>
                    <a:pt x="-685" y="9636"/>
                    <a:pt x="1152" y="6143"/>
                    <a:pt x="4386" y="5096"/>
                  </a:cubicBezTo>
                  <a:cubicBezTo>
                    <a:pt x="46483" y="-7467"/>
                    <a:pt x="91919" y="3565"/>
                    <a:pt x="124061" y="34154"/>
                  </a:cubicBezTo>
                  <a:cubicBezTo>
                    <a:pt x="149226" y="58357"/>
                    <a:pt x="163507" y="92165"/>
                    <a:pt x="163514" y="127553"/>
                  </a:cubicBezTo>
                  <a:cubicBezTo>
                    <a:pt x="163516" y="132518"/>
                    <a:pt x="163178" y="137477"/>
                    <a:pt x="162502" y="142393"/>
                  </a:cubicBezTo>
                  <a:cubicBezTo>
                    <a:pt x="162196" y="145061"/>
                    <a:pt x="162843" y="147753"/>
                    <a:pt x="164323" y="149969"/>
                  </a:cubicBezTo>
                  <a:lnTo>
                    <a:pt x="184556" y="181102"/>
                  </a:lnTo>
                  <a:cubicBezTo>
                    <a:pt x="189193" y="188194"/>
                    <a:pt x="187348" y="197800"/>
                    <a:pt x="180435" y="202557"/>
                  </a:cubicBezTo>
                  <a:cubicBezTo>
                    <a:pt x="177915" y="204291"/>
                    <a:pt x="174944" y="205205"/>
                    <a:pt x="171910" y="205178"/>
                  </a:cubicBezTo>
                  <a:lnTo>
                    <a:pt x="168875" y="205178"/>
                  </a:lnTo>
                  <a:lnTo>
                    <a:pt x="168875" y="219915"/>
                  </a:lnTo>
                  <a:cubicBezTo>
                    <a:pt x="168862" y="222082"/>
                    <a:pt x="167751" y="224087"/>
                    <a:pt x="165942" y="225207"/>
                  </a:cubicBezTo>
                  <a:lnTo>
                    <a:pt x="152487" y="233717"/>
                  </a:lnTo>
                  <a:cubicBezTo>
                    <a:pt x="151717" y="234194"/>
                    <a:pt x="151284" y="235082"/>
                    <a:pt x="151374" y="236000"/>
                  </a:cubicBezTo>
                  <a:lnTo>
                    <a:pt x="157343" y="240670"/>
                  </a:lnTo>
                  <a:cubicBezTo>
                    <a:pt x="158900" y="241868"/>
                    <a:pt x="159803" y="243759"/>
                    <a:pt x="159771" y="245755"/>
                  </a:cubicBezTo>
                  <a:lnTo>
                    <a:pt x="159771" y="253331"/>
                  </a:lnTo>
                  <a:cubicBezTo>
                    <a:pt x="159771" y="278337"/>
                    <a:pt x="140040" y="298624"/>
                    <a:pt x="115664" y="298681"/>
                  </a:cubicBezTo>
                  <a:lnTo>
                    <a:pt x="80966" y="298681"/>
                  </a:lnTo>
                  <a:lnTo>
                    <a:pt x="80966" y="354721"/>
                  </a:lnTo>
                  <a:cubicBezTo>
                    <a:pt x="80966" y="358177"/>
                    <a:pt x="78264" y="360995"/>
                    <a:pt x="74896" y="3610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6163980" y="2052238"/>
              <a:ext cx="151338" cy="155250"/>
            </a:xfrm>
            <a:custGeom>
              <a:avLst/>
              <a:gdLst/>
              <a:ahLst/>
              <a:cxnLst/>
              <a:rect l="l" t="t" r="r" b="b"/>
              <a:pathLst>
                <a:path w="151338" h="155250" extrusionOk="0">
                  <a:moveTo>
                    <a:pt x="75669" y="155251"/>
                  </a:moveTo>
                  <a:cubicBezTo>
                    <a:pt x="33878" y="155251"/>
                    <a:pt x="0" y="120497"/>
                    <a:pt x="0" y="77625"/>
                  </a:cubicBezTo>
                  <a:cubicBezTo>
                    <a:pt x="0" y="34754"/>
                    <a:pt x="33878" y="0"/>
                    <a:pt x="75669" y="0"/>
                  </a:cubicBezTo>
                  <a:cubicBezTo>
                    <a:pt x="117460" y="0"/>
                    <a:pt x="151338" y="34754"/>
                    <a:pt x="151338" y="77625"/>
                  </a:cubicBezTo>
                  <a:cubicBezTo>
                    <a:pt x="151283" y="120473"/>
                    <a:pt x="117437" y="155193"/>
                    <a:pt x="75669" y="155251"/>
                  </a:cubicBezTo>
                  <a:close/>
                  <a:moveTo>
                    <a:pt x="75669" y="12453"/>
                  </a:moveTo>
                  <a:cubicBezTo>
                    <a:pt x="40639" y="12453"/>
                    <a:pt x="12241" y="41585"/>
                    <a:pt x="12241" y="77522"/>
                  </a:cubicBezTo>
                  <a:cubicBezTo>
                    <a:pt x="12241" y="113458"/>
                    <a:pt x="40639" y="142590"/>
                    <a:pt x="75669" y="142590"/>
                  </a:cubicBezTo>
                  <a:cubicBezTo>
                    <a:pt x="110700" y="142590"/>
                    <a:pt x="139098" y="113458"/>
                    <a:pt x="139098" y="77522"/>
                  </a:cubicBezTo>
                  <a:cubicBezTo>
                    <a:pt x="139042" y="41609"/>
                    <a:pt x="110677" y="12510"/>
                    <a:pt x="75669" y="124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142837" y="2030548"/>
              <a:ext cx="193625" cy="228414"/>
            </a:xfrm>
            <a:custGeom>
              <a:avLst/>
              <a:gdLst/>
              <a:ahLst/>
              <a:cxnLst/>
              <a:rect l="l" t="t" r="r" b="b"/>
              <a:pathLst>
                <a:path w="193625" h="228414" extrusionOk="0">
                  <a:moveTo>
                    <a:pt x="138593" y="228413"/>
                  </a:moveTo>
                  <a:lnTo>
                    <a:pt x="55033" y="228413"/>
                  </a:lnTo>
                  <a:cubicBezTo>
                    <a:pt x="52282" y="228398"/>
                    <a:pt x="49863" y="226547"/>
                    <a:pt x="49064" y="223847"/>
                  </a:cubicBezTo>
                  <a:lnTo>
                    <a:pt x="36824" y="177148"/>
                  </a:lnTo>
                  <a:cubicBezTo>
                    <a:pt x="13491" y="158429"/>
                    <a:pt x="-101" y="129700"/>
                    <a:pt x="1" y="99315"/>
                  </a:cubicBezTo>
                  <a:cubicBezTo>
                    <a:pt x="1" y="44465"/>
                    <a:pt x="43345" y="0"/>
                    <a:pt x="96813" y="0"/>
                  </a:cubicBezTo>
                  <a:cubicBezTo>
                    <a:pt x="150281" y="0"/>
                    <a:pt x="193625" y="44465"/>
                    <a:pt x="193625" y="99315"/>
                  </a:cubicBezTo>
                  <a:cubicBezTo>
                    <a:pt x="193726" y="129700"/>
                    <a:pt x="180134" y="158429"/>
                    <a:pt x="156802" y="177148"/>
                  </a:cubicBezTo>
                  <a:lnTo>
                    <a:pt x="144561" y="223847"/>
                  </a:lnTo>
                  <a:cubicBezTo>
                    <a:pt x="143822" y="226589"/>
                    <a:pt x="141365" y="228469"/>
                    <a:pt x="138593" y="228414"/>
                  </a:cubicBezTo>
                  <a:close/>
                  <a:moveTo>
                    <a:pt x="59686" y="215856"/>
                  </a:moveTo>
                  <a:lnTo>
                    <a:pt x="133939" y="215856"/>
                  </a:lnTo>
                  <a:lnTo>
                    <a:pt x="145472" y="171855"/>
                  </a:lnTo>
                  <a:cubicBezTo>
                    <a:pt x="145896" y="170527"/>
                    <a:pt x="146665" y="169343"/>
                    <a:pt x="147697" y="168430"/>
                  </a:cubicBezTo>
                  <a:cubicBezTo>
                    <a:pt x="168973" y="152174"/>
                    <a:pt x="181472" y="126529"/>
                    <a:pt x="181384" y="99315"/>
                  </a:cubicBezTo>
                  <a:cubicBezTo>
                    <a:pt x="181384" y="51400"/>
                    <a:pt x="143520" y="12557"/>
                    <a:pt x="96813" y="12557"/>
                  </a:cubicBezTo>
                  <a:cubicBezTo>
                    <a:pt x="50105" y="12557"/>
                    <a:pt x="12241" y="51400"/>
                    <a:pt x="12241" y="99315"/>
                  </a:cubicBezTo>
                  <a:cubicBezTo>
                    <a:pt x="12153" y="126529"/>
                    <a:pt x="24652" y="152174"/>
                    <a:pt x="45928" y="168430"/>
                  </a:cubicBezTo>
                  <a:cubicBezTo>
                    <a:pt x="46990" y="169315"/>
                    <a:pt x="47766" y="170509"/>
                    <a:pt x="48154" y="1718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6214579" y="2192166"/>
              <a:ext cx="92518" cy="37011"/>
            </a:xfrm>
            <a:custGeom>
              <a:avLst/>
              <a:gdLst/>
              <a:ahLst/>
              <a:cxnLst/>
              <a:rect l="l" t="t" r="r" b="b"/>
              <a:pathLst>
                <a:path w="92518" h="37011" extrusionOk="0">
                  <a:moveTo>
                    <a:pt x="25070" y="37012"/>
                  </a:moveTo>
                  <a:cubicBezTo>
                    <a:pt x="18270" y="37024"/>
                    <a:pt x="11487" y="36294"/>
                    <a:pt x="4838" y="34833"/>
                  </a:cubicBezTo>
                  <a:cubicBezTo>
                    <a:pt x="1541" y="34116"/>
                    <a:pt x="-565" y="30794"/>
                    <a:pt x="134" y="27412"/>
                  </a:cubicBezTo>
                  <a:cubicBezTo>
                    <a:pt x="832" y="24031"/>
                    <a:pt x="4070" y="21870"/>
                    <a:pt x="7367" y="22587"/>
                  </a:cubicBezTo>
                  <a:cubicBezTo>
                    <a:pt x="34089" y="28380"/>
                    <a:pt x="61898" y="20659"/>
                    <a:pt x="82126" y="1831"/>
                  </a:cubicBezTo>
                  <a:cubicBezTo>
                    <a:pt x="84492" y="-604"/>
                    <a:pt x="88335" y="-611"/>
                    <a:pt x="90709" y="1816"/>
                  </a:cubicBezTo>
                  <a:cubicBezTo>
                    <a:pt x="90714" y="1821"/>
                    <a:pt x="90719" y="1826"/>
                    <a:pt x="90724" y="1831"/>
                  </a:cubicBezTo>
                  <a:cubicBezTo>
                    <a:pt x="93116" y="4300"/>
                    <a:pt x="93116" y="8287"/>
                    <a:pt x="90724" y="10756"/>
                  </a:cubicBezTo>
                  <a:cubicBezTo>
                    <a:pt x="72837" y="27667"/>
                    <a:pt x="49395" y="37041"/>
                    <a:pt x="25070" y="370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6200095" y="2246405"/>
              <a:ext cx="79109" cy="29992"/>
            </a:xfrm>
            <a:custGeom>
              <a:avLst/>
              <a:gdLst/>
              <a:ahLst/>
              <a:cxnLst/>
              <a:rect l="l" t="t" r="r" b="b"/>
              <a:pathLst>
                <a:path w="79109" h="29992" extrusionOk="0">
                  <a:moveTo>
                    <a:pt x="73039" y="29992"/>
                  </a:moveTo>
                  <a:lnTo>
                    <a:pt x="6171" y="29992"/>
                  </a:lnTo>
                  <a:cubicBezTo>
                    <a:pt x="2819" y="30049"/>
                    <a:pt x="57" y="27308"/>
                    <a:pt x="1" y="23870"/>
                  </a:cubicBezTo>
                  <a:cubicBezTo>
                    <a:pt x="0" y="23835"/>
                    <a:pt x="0" y="23800"/>
                    <a:pt x="0" y="23765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73039" y="0"/>
                  </a:lnTo>
                  <a:cubicBezTo>
                    <a:pt x="76391" y="0"/>
                    <a:pt x="79109" y="2787"/>
                    <a:pt x="79110" y="6226"/>
                  </a:cubicBezTo>
                  <a:cubicBezTo>
                    <a:pt x="79110" y="6261"/>
                    <a:pt x="79109" y="6296"/>
                    <a:pt x="79109" y="6330"/>
                  </a:cubicBezTo>
                  <a:lnTo>
                    <a:pt x="79109" y="23765"/>
                  </a:lnTo>
                  <a:cubicBezTo>
                    <a:pt x="79109" y="27204"/>
                    <a:pt x="76391" y="29992"/>
                    <a:pt x="73039" y="29992"/>
                  </a:cubicBezTo>
                  <a:close/>
                  <a:moveTo>
                    <a:pt x="12342" y="17435"/>
                  </a:moveTo>
                  <a:lnTo>
                    <a:pt x="66969" y="17435"/>
                  </a:lnTo>
                  <a:lnTo>
                    <a:pt x="66969" y="12557"/>
                  </a:lnTo>
                  <a:lnTo>
                    <a:pt x="12241" y="12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6185831" y="2263424"/>
              <a:ext cx="107737" cy="80427"/>
            </a:xfrm>
            <a:custGeom>
              <a:avLst/>
              <a:gdLst/>
              <a:ahLst/>
              <a:cxnLst/>
              <a:rect l="l" t="t" r="r" b="b"/>
              <a:pathLst>
                <a:path w="107737" h="80427" extrusionOk="0">
                  <a:moveTo>
                    <a:pt x="93879" y="80427"/>
                  </a:moveTo>
                  <a:lnTo>
                    <a:pt x="13860" y="80427"/>
                  </a:lnTo>
                  <a:cubicBezTo>
                    <a:pt x="6205" y="80428"/>
                    <a:pt x="0" y="74062"/>
                    <a:pt x="0" y="66210"/>
                  </a:cubicBezTo>
                  <a:cubicBezTo>
                    <a:pt x="0" y="66176"/>
                    <a:pt x="0" y="66141"/>
                    <a:pt x="0" y="66106"/>
                  </a:cubicBezTo>
                  <a:lnTo>
                    <a:pt x="0" y="14217"/>
                  </a:lnTo>
                  <a:cubicBezTo>
                    <a:pt x="0" y="6365"/>
                    <a:pt x="6205" y="0"/>
                    <a:pt x="13860" y="0"/>
                  </a:cubicBezTo>
                  <a:lnTo>
                    <a:pt x="93879" y="0"/>
                  </a:lnTo>
                  <a:cubicBezTo>
                    <a:pt x="101510" y="57"/>
                    <a:pt x="107683" y="6389"/>
                    <a:pt x="107738" y="14217"/>
                  </a:cubicBezTo>
                  <a:lnTo>
                    <a:pt x="107738" y="66106"/>
                  </a:lnTo>
                  <a:cubicBezTo>
                    <a:pt x="107738" y="73975"/>
                    <a:pt x="101549" y="80370"/>
                    <a:pt x="93879" y="80427"/>
                  </a:cubicBezTo>
                  <a:close/>
                  <a:moveTo>
                    <a:pt x="13860" y="12972"/>
                  </a:moveTo>
                  <a:cubicBezTo>
                    <a:pt x="12966" y="12972"/>
                    <a:pt x="12241" y="13716"/>
                    <a:pt x="12241" y="14633"/>
                  </a:cubicBezTo>
                  <a:lnTo>
                    <a:pt x="12241" y="66521"/>
                  </a:lnTo>
                  <a:cubicBezTo>
                    <a:pt x="12241" y="67438"/>
                    <a:pt x="12966" y="68182"/>
                    <a:pt x="13860" y="68182"/>
                  </a:cubicBezTo>
                  <a:lnTo>
                    <a:pt x="93879" y="68182"/>
                  </a:lnTo>
                  <a:cubicBezTo>
                    <a:pt x="94773" y="68182"/>
                    <a:pt x="95497" y="67438"/>
                    <a:pt x="95497" y="66521"/>
                  </a:cubicBezTo>
                  <a:lnTo>
                    <a:pt x="95497" y="14633"/>
                  </a:lnTo>
                  <a:cubicBezTo>
                    <a:pt x="95497" y="13716"/>
                    <a:pt x="94773" y="12972"/>
                    <a:pt x="93879" y="129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6186518" y="2284957"/>
              <a:ext cx="79615" cy="12661"/>
            </a:xfrm>
            <a:custGeom>
              <a:avLst/>
              <a:gdLst/>
              <a:ahLst/>
              <a:cxnLst/>
              <a:rect l="l" t="t" r="r" b="b"/>
              <a:pathLst>
                <a:path w="79615" h="12661" extrusionOk="0">
                  <a:moveTo>
                    <a:pt x="72656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72656" y="53"/>
                  </a:lnTo>
                  <a:cubicBezTo>
                    <a:pt x="76036" y="-394"/>
                    <a:pt x="79129" y="2055"/>
                    <a:pt x="79565" y="5522"/>
                  </a:cubicBezTo>
                  <a:cubicBezTo>
                    <a:pt x="80000" y="8990"/>
                    <a:pt x="77613" y="12163"/>
                    <a:pt x="74233" y="12610"/>
                  </a:cubicBezTo>
                  <a:cubicBezTo>
                    <a:pt x="73709" y="12679"/>
                    <a:pt x="73179" y="12679"/>
                    <a:pt x="72656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6186518" y="2309345"/>
              <a:ext cx="89023" cy="12661"/>
            </a:xfrm>
            <a:custGeom>
              <a:avLst/>
              <a:gdLst/>
              <a:ahLst/>
              <a:cxnLst/>
              <a:rect l="l" t="t" r="r" b="b"/>
              <a:pathLst>
                <a:path w="89023" h="12661" extrusionOk="0">
                  <a:moveTo>
                    <a:pt x="82064" y="12610"/>
                  </a:moveTo>
                  <a:lnTo>
                    <a:pt x="5383" y="12610"/>
                  </a:lnTo>
                  <a:cubicBezTo>
                    <a:pt x="2003" y="12163"/>
                    <a:pt x="-384" y="8990"/>
                    <a:pt x="51" y="5522"/>
                  </a:cubicBezTo>
                  <a:cubicBezTo>
                    <a:pt x="410" y="2668"/>
                    <a:pt x="2600" y="420"/>
                    <a:pt x="5383" y="53"/>
                  </a:cubicBezTo>
                  <a:lnTo>
                    <a:pt x="82064" y="53"/>
                  </a:lnTo>
                  <a:cubicBezTo>
                    <a:pt x="85444" y="-394"/>
                    <a:pt x="88537" y="2055"/>
                    <a:pt x="88973" y="5522"/>
                  </a:cubicBezTo>
                  <a:cubicBezTo>
                    <a:pt x="89408" y="8990"/>
                    <a:pt x="87021" y="12163"/>
                    <a:pt x="83641" y="12610"/>
                  </a:cubicBezTo>
                  <a:cubicBezTo>
                    <a:pt x="83117" y="12679"/>
                    <a:pt x="82587" y="12679"/>
                    <a:pt x="82064" y="126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6215573" y="2331190"/>
              <a:ext cx="48153" cy="32378"/>
            </a:xfrm>
            <a:custGeom>
              <a:avLst/>
              <a:gdLst/>
              <a:ahLst/>
              <a:cxnLst/>
              <a:rect l="l" t="t" r="r" b="b"/>
              <a:pathLst>
                <a:path w="48153" h="32378" extrusionOk="0">
                  <a:moveTo>
                    <a:pt x="24077" y="32378"/>
                  </a:moveTo>
                  <a:cubicBezTo>
                    <a:pt x="10802" y="32322"/>
                    <a:pt x="55" y="21297"/>
                    <a:pt x="0" y="7679"/>
                  </a:cubicBezTo>
                  <a:lnTo>
                    <a:pt x="0" y="6330"/>
                  </a:lnTo>
                  <a:cubicBezTo>
                    <a:pt x="0" y="2834"/>
                    <a:pt x="2763" y="0"/>
                    <a:pt x="6171" y="0"/>
                  </a:cubicBezTo>
                  <a:lnTo>
                    <a:pt x="41982" y="0"/>
                  </a:lnTo>
                  <a:cubicBezTo>
                    <a:pt x="45390" y="0"/>
                    <a:pt x="48153" y="2834"/>
                    <a:pt x="48153" y="6330"/>
                  </a:cubicBezTo>
                  <a:lnTo>
                    <a:pt x="48153" y="7679"/>
                  </a:lnTo>
                  <a:cubicBezTo>
                    <a:pt x="48098" y="21297"/>
                    <a:pt x="37351" y="32322"/>
                    <a:pt x="24077" y="32378"/>
                  </a:cubicBezTo>
                  <a:close/>
                  <a:moveTo>
                    <a:pt x="13353" y="12661"/>
                  </a:moveTo>
                  <a:cubicBezTo>
                    <a:pt x="15264" y="16972"/>
                    <a:pt x="19460" y="19734"/>
                    <a:pt x="24077" y="19718"/>
                  </a:cubicBezTo>
                  <a:cubicBezTo>
                    <a:pt x="28707" y="19697"/>
                    <a:pt x="32916" y="16953"/>
                    <a:pt x="34901" y="126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7" name="Google Shape;337;p24"/>
          <p:cNvSpPr txBox="1"/>
          <p:nvPr/>
        </p:nvSpPr>
        <p:spPr>
          <a:xfrm>
            <a:off x="5500426" y="5053417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4476298" y="381592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5348026" y="2450425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6908602" y="2871049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6981754" y="4480393"/>
            <a:ext cx="26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Design Challenges</a:t>
            </a:r>
            <a:endParaRPr sz="2500" dirty="0"/>
          </a:p>
        </p:txBody>
      </p:sp>
      <p:cxnSp>
        <p:nvCxnSpPr>
          <p:cNvPr id="344" name="Google Shape;344;p24"/>
          <p:cNvCxnSpPr/>
          <p:nvPr/>
        </p:nvCxnSpPr>
        <p:spPr>
          <a:xfrm>
            <a:off x="3570451" y="247562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24"/>
          <p:cNvCxnSpPr/>
          <p:nvPr/>
        </p:nvCxnSpPr>
        <p:spPr>
          <a:xfrm>
            <a:off x="7254557" y="1901006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24"/>
          <p:cNvCxnSpPr/>
          <p:nvPr/>
        </p:nvCxnSpPr>
        <p:spPr>
          <a:xfrm>
            <a:off x="8457495" y="3603683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24"/>
          <p:cNvCxnSpPr/>
          <p:nvPr/>
        </p:nvCxnSpPr>
        <p:spPr>
          <a:xfrm>
            <a:off x="7482921" y="5518019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3849697" y="4954541"/>
            <a:ext cx="0" cy="592556"/>
          </a:xfrm>
          <a:prstGeom prst="straightConnector1">
            <a:avLst/>
          </a:prstGeom>
          <a:noFill/>
          <a:ln w="34925" cap="rnd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1D9843E8-BD3C-719C-4DC7-9DBB36545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2857">
            <a:extLst>
              <a:ext uri="{FF2B5EF4-FFF2-40B4-BE49-F238E27FC236}">
                <a16:creationId xmlns:a16="http://schemas.microsoft.com/office/drawing/2014/main" id="{50C6BD56-CB41-4428-C370-721F6B0FAB18}"/>
              </a:ext>
            </a:extLst>
          </p:cNvPr>
          <p:cNvSpPr/>
          <p:nvPr/>
        </p:nvSpPr>
        <p:spPr>
          <a:xfrm>
            <a:off x="6528832" y="5198923"/>
            <a:ext cx="388258" cy="381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" name="Shape 2593">
            <a:extLst>
              <a:ext uri="{FF2B5EF4-FFF2-40B4-BE49-F238E27FC236}">
                <a16:creationId xmlns:a16="http://schemas.microsoft.com/office/drawing/2014/main" id="{E8A8F614-19A4-FC76-99BF-5B98DCE04324}"/>
              </a:ext>
            </a:extLst>
          </p:cNvPr>
          <p:cNvSpPr/>
          <p:nvPr/>
        </p:nvSpPr>
        <p:spPr>
          <a:xfrm>
            <a:off x="5553524" y="3504725"/>
            <a:ext cx="836777" cy="740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2C00D12-289B-CEE9-9E3A-2047A2F7B96C}"/>
              </a:ext>
            </a:extLst>
          </p:cNvPr>
          <p:cNvGrpSpPr/>
          <p:nvPr/>
        </p:nvGrpSpPr>
        <p:grpSpPr>
          <a:xfrm>
            <a:off x="1146143" y="1471614"/>
            <a:ext cx="2152650" cy="1781175"/>
            <a:chOff x="1504950" y="1849398"/>
            <a:chExt cx="2152650" cy="1781175"/>
          </a:xfrm>
        </p:grpSpPr>
        <p:pic>
          <p:nvPicPr>
            <p:cNvPr id="6" name="Google Shape;172;p8" descr="C:\Users\cotero\AppData\Local\Microsoft\Windows\Temporary Internet Files\Content.IE5\6QQ1AAQV\MC900048773[1].wmf">
              <a:extLst>
                <a:ext uri="{FF2B5EF4-FFF2-40B4-BE49-F238E27FC236}">
                  <a16:creationId xmlns:a16="http://schemas.microsoft.com/office/drawing/2014/main" id="{CA927ECF-EA9E-4B02-0189-DE9D4CCEC1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04950" y="3020973"/>
              <a:ext cx="6858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73;p8">
              <a:extLst>
                <a:ext uri="{FF2B5EF4-FFF2-40B4-BE49-F238E27FC236}">
                  <a16:creationId xmlns:a16="http://schemas.microsoft.com/office/drawing/2014/main" id="{49ECCF1F-C387-C16D-CCAC-0D4E72F7FF35}"/>
                </a:ext>
              </a:extLst>
            </p:cNvPr>
            <p:cNvSpPr/>
            <p:nvPr/>
          </p:nvSpPr>
          <p:spPr>
            <a:xfrm>
              <a:off x="1752600" y="1849398"/>
              <a:ext cx="1905000" cy="990600"/>
            </a:xfrm>
            <a:prstGeom prst="cloudCallout">
              <a:avLst>
                <a:gd name="adj1" fmla="val -35968"/>
                <a:gd name="adj2" fmla="val 68689"/>
              </a:avLst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74;p8">
              <a:extLst>
                <a:ext uri="{FF2B5EF4-FFF2-40B4-BE49-F238E27FC236}">
                  <a16:creationId xmlns:a16="http://schemas.microsoft.com/office/drawing/2014/main" id="{08FBC034-10CB-1151-F4D5-E3DDA7815C68}"/>
                </a:ext>
              </a:extLst>
            </p:cNvPr>
            <p:cNvSpPr txBox="1"/>
            <p:nvPr/>
          </p:nvSpPr>
          <p:spPr>
            <a:xfrm>
              <a:off x="2057400" y="1925598"/>
              <a:ext cx="14478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Oops… I don’t remember seeing a requirement  for this…</a:t>
              </a: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0BFA80-9B46-9C7F-BEFC-46098DB0A63A}"/>
              </a:ext>
            </a:extLst>
          </p:cNvPr>
          <p:cNvGrpSpPr/>
          <p:nvPr/>
        </p:nvGrpSpPr>
        <p:grpSpPr>
          <a:xfrm>
            <a:off x="3075156" y="1561156"/>
            <a:ext cx="2362200" cy="1600541"/>
            <a:chOff x="4114800" y="2050324"/>
            <a:chExt cx="2362200" cy="1600541"/>
          </a:xfrm>
        </p:grpSpPr>
        <p:pic>
          <p:nvPicPr>
            <p:cNvPr id="10" name="Google Shape;221;p8" descr="C:\Users\cotero\AppData\Local\Microsoft\Windows\Temporary Internet Files\Content.IE5\MFZE6V1B\MC900230760[1].wmf">
              <a:extLst>
                <a:ext uri="{FF2B5EF4-FFF2-40B4-BE49-F238E27FC236}">
                  <a16:creationId xmlns:a16="http://schemas.microsoft.com/office/drawing/2014/main" id="{15758D3D-29FD-0416-CE67-49CDD388822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14800" y="2888524"/>
              <a:ext cx="1016152" cy="7623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22;p8">
              <a:extLst>
                <a:ext uri="{FF2B5EF4-FFF2-40B4-BE49-F238E27FC236}">
                  <a16:creationId xmlns:a16="http://schemas.microsoft.com/office/drawing/2014/main" id="{05203BF6-AC72-92E2-7B92-792BC1AF329E}"/>
                </a:ext>
              </a:extLst>
            </p:cNvPr>
            <p:cNvSpPr/>
            <p:nvPr/>
          </p:nvSpPr>
          <p:spPr>
            <a:xfrm>
              <a:off x="4572000" y="2050324"/>
              <a:ext cx="1905000" cy="914400"/>
            </a:xfrm>
            <a:prstGeom prst="cloudCallout">
              <a:avLst>
                <a:gd name="adj1" fmla="val -35968"/>
                <a:gd name="adj2" fmla="val 68689"/>
              </a:avLst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23;p8">
              <a:extLst>
                <a:ext uri="{FF2B5EF4-FFF2-40B4-BE49-F238E27FC236}">
                  <a16:creationId xmlns:a16="http://schemas.microsoft.com/office/drawing/2014/main" id="{E891F119-AA3D-CEA9-BF5B-FB60FDF85FE9}"/>
                </a:ext>
              </a:extLst>
            </p:cNvPr>
            <p:cNvSpPr txBox="1"/>
            <p:nvPr/>
          </p:nvSpPr>
          <p:spPr>
            <a:xfrm>
              <a:off x="4829175" y="2099318"/>
              <a:ext cx="1524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Customers now want a bigger house and more windows by next week!</a:t>
              </a: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5CE4E1-5BA8-8EAA-65D4-59AA89479DC5}"/>
              </a:ext>
            </a:extLst>
          </p:cNvPr>
          <p:cNvGrpSpPr/>
          <p:nvPr/>
        </p:nvGrpSpPr>
        <p:grpSpPr>
          <a:xfrm>
            <a:off x="5214593" y="1676402"/>
            <a:ext cx="2209800" cy="1371600"/>
            <a:chOff x="4143375" y="3838754"/>
            <a:chExt cx="2209800" cy="1371600"/>
          </a:xfrm>
        </p:grpSpPr>
        <p:pic>
          <p:nvPicPr>
            <p:cNvPr id="13" name="Google Shape;224;p8" descr="C:\Users\cotero\AppData\Local\Microsoft\Windows\Temporary Internet Files\Content.IE5\6QQ1AAQV\MC900048773[1].wmf">
              <a:extLst>
                <a:ext uri="{FF2B5EF4-FFF2-40B4-BE49-F238E27FC236}">
                  <a16:creationId xmlns:a16="http://schemas.microsoft.com/office/drawing/2014/main" id="{A370D449-1678-631F-C9A3-5D9B0A4FDA1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43375" y="4600754"/>
              <a:ext cx="6858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225;p8">
              <a:extLst>
                <a:ext uri="{FF2B5EF4-FFF2-40B4-BE49-F238E27FC236}">
                  <a16:creationId xmlns:a16="http://schemas.microsoft.com/office/drawing/2014/main" id="{6DB883E2-74C8-F2D2-4F10-1BE474A5D1A1}"/>
                </a:ext>
              </a:extLst>
            </p:cNvPr>
            <p:cNvSpPr/>
            <p:nvPr/>
          </p:nvSpPr>
          <p:spPr>
            <a:xfrm>
              <a:off x="4600575" y="3838754"/>
              <a:ext cx="1752600" cy="762000"/>
            </a:xfrm>
            <a:prstGeom prst="cloudCallout">
              <a:avLst>
                <a:gd name="adj1" fmla="val -35968"/>
                <a:gd name="adj2" fmla="val 68689"/>
              </a:avLst>
            </a:pr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26;p8">
              <a:extLst>
                <a:ext uri="{FF2B5EF4-FFF2-40B4-BE49-F238E27FC236}">
                  <a16:creationId xmlns:a16="http://schemas.microsoft.com/office/drawing/2014/main" id="{DFEF03E9-B957-46F3-5405-E9F45F326904}"/>
                </a:ext>
              </a:extLst>
            </p:cNvPr>
            <p:cNvSpPr txBox="1"/>
            <p:nvPr/>
          </p:nvSpPr>
          <p:spPr>
            <a:xfrm>
              <a:off x="4829175" y="3991154"/>
              <a:ext cx="14478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There goes my job again!!</a:t>
              </a: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984F370-5AC3-CD0E-24F2-A7CEF19F225A}"/>
              </a:ext>
            </a:extLst>
          </p:cNvPr>
          <p:cNvGrpSpPr/>
          <p:nvPr/>
        </p:nvGrpSpPr>
        <p:grpSpPr>
          <a:xfrm>
            <a:off x="7200197" y="1978213"/>
            <a:ext cx="1313723" cy="1143341"/>
            <a:chOff x="7842354" y="4067013"/>
            <a:chExt cx="1313723" cy="1143341"/>
          </a:xfrm>
        </p:grpSpPr>
        <p:pic>
          <p:nvPicPr>
            <p:cNvPr id="16" name="Google Shape;175;p8" descr="C:\Users\cotero\AppData\Local\Microsoft\Windows\Temporary Internet Files\Content.IE5\MFZE6V1B\MC900230760[1].wmf">
              <a:extLst>
                <a:ext uri="{FF2B5EF4-FFF2-40B4-BE49-F238E27FC236}">
                  <a16:creationId xmlns:a16="http://schemas.microsoft.com/office/drawing/2014/main" id="{FB048C6B-C6B4-4BDA-F153-8D534748A57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2354" y="4448013"/>
              <a:ext cx="1016152" cy="762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6;p8" descr="C:\Users\cotero\AppData\Local\Microsoft\Windows\Temporary Internet Files\Content.IE5\6QQ1AAQV\MP900442412[1].jpg">
              <a:extLst>
                <a:ext uri="{FF2B5EF4-FFF2-40B4-BE49-F238E27FC236}">
                  <a16:creationId xmlns:a16="http://schemas.microsoft.com/office/drawing/2014/main" id="{505A2ED7-A7F8-0473-81E7-5DC0E3BD9D7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451954" y="4067013"/>
              <a:ext cx="704123" cy="533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343;p24">
            <a:extLst>
              <a:ext uri="{FF2B5EF4-FFF2-40B4-BE49-F238E27FC236}">
                <a16:creationId xmlns:a16="http://schemas.microsoft.com/office/drawing/2014/main" id="{86D2728C-8DBC-0357-A54E-43DB56909C82}"/>
              </a:ext>
            </a:extLst>
          </p:cNvPr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Design Challenges</a:t>
            </a:r>
            <a:endParaRPr sz="2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4707BC-11B2-5020-C50E-505866B00692}"/>
              </a:ext>
            </a:extLst>
          </p:cNvPr>
          <p:cNvSpPr txBox="1"/>
          <p:nvPr/>
        </p:nvSpPr>
        <p:spPr>
          <a:xfrm>
            <a:off x="8973246" y="1640132"/>
            <a:ext cx="27974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Must have a strong understanding of the principles of software design and develop skills to manage complexity and change in software projects</a:t>
            </a:r>
            <a:endParaRPr lang="en-MY" dirty="0"/>
          </a:p>
        </p:txBody>
      </p:sp>
      <p:grpSp>
        <p:nvGrpSpPr>
          <p:cNvPr id="26" name="Google Shape;276;p14">
            <a:extLst>
              <a:ext uri="{FF2B5EF4-FFF2-40B4-BE49-F238E27FC236}">
                <a16:creationId xmlns:a16="http://schemas.microsoft.com/office/drawing/2014/main" id="{52F52A1D-673F-CD71-0D80-770FEBF61FE4}"/>
              </a:ext>
            </a:extLst>
          </p:cNvPr>
          <p:cNvGrpSpPr/>
          <p:nvPr/>
        </p:nvGrpSpPr>
        <p:grpSpPr>
          <a:xfrm>
            <a:off x="342234" y="3625090"/>
            <a:ext cx="4953000" cy="2845085"/>
            <a:chOff x="3886200" y="3276600"/>
            <a:chExt cx="4953000" cy="2845085"/>
          </a:xfrm>
        </p:grpSpPr>
        <p:sp>
          <p:nvSpPr>
            <p:cNvPr id="27" name="Google Shape;277;p14">
              <a:extLst>
                <a:ext uri="{FF2B5EF4-FFF2-40B4-BE49-F238E27FC236}">
                  <a16:creationId xmlns:a16="http://schemas.microsoft.com/office/drawing/2014/main" id="{4D5A4CDA-1D8C-43F6-A20E-269F12CB6A0F}"/>
                </a:ext>
              </a:extLst>
            </p:cNvPr>
            <p:cNvSpPr/>
            <p:nvPr/>
          </p:nvSpPr>
          <p:spPr>
            <a:xfrm>
              <a:off x="3886200" y="4343400"/>
              <a:ext cx="3124200" cy="12954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78;p14">
              <a:extLst>
                <a:ext uri="{FF2B5EF4-FFF2-40B4-BE49-F238E27FC236}">
                  <a16:creationId xmlns:a16="http://schemas.microsoft.com/office/drawing/2014/main" id="{77FA6273-0F9A-AF80-54B3-A24DD02D07C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flipH="1">
              <a:off x="7620000" y="4343400"/>
              <a:ext cx="1066800" cy="163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79;p14">
              <a:extLst>
                <a:ext uri="{FF2B5EF4-FFF2-40B4-BE49-F238E27FC236}">
                  <a16:creationId xmlns:a16="http://schemas.microsoft.com/office/drawing/2014/main" id="{F5A6BC01-BDDD-466F-B27D-85E9FF0639C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0" y="3924300"/>
              <a:ext cx="648260" cy="9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280;p14" descr="C:\Users\cotero\AppData\Local\Microsoft\Windows\Temporary Internet Files\Content.IE5\6QQ1AAQV\MC900048773[1].wmf">
              <a:extLst>
                <a:ext uri="{FF2B5EF4-FFF2-40B4-BE49-F238E27FC236}">
                  <a16:creationId xmlns:a16="http://schemas.microsoft.com/office/drawing/2014/main" id="{52EEAC21-AE79-94E4-8453-77E5562C723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72200" y="5029200"/>
              <a:ext cx="6858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281;p14">
              <a:extLst>
                <a:ext uri="{FF2B5EF4-FFF2-40B4-BE49-F238E27FC236}">
                  <a16:creationId xmlns:a16="http://schemas.microsoft.com/office/drawing/2014/main" id="{08ED5602-946E-06D6-EF28-EAD23C21FDBD}"/>
                </a:ext>
              </a:extLst>
            </p:cNvPr>
            <p:cNvSpPr/>
            <p:nvPr/>
          </p:nvSpPr>
          <p:spPr>
            <a:xfrm>
              <a:off x="6629400" y="4572000"/>
              <a:ext cx="1143000" cy="457200"/>
            </a:xfrm>
            <a:prstGeom prst="cloudCallout">
              <a:avLst>
                <a:gd name="adj1" fmla="val -35968"/>
                <a:gd name="adj2" fmla="val 68689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82;p14">
              <a:extLst>
                <a:ext uri="{FF2B5EF4-FFF2-40B4-BE49-F238E27FC236}">
                  <a16:creationId xmlns:a16="http://schemas.microsoft.com/office/drawing/2014/main" id="{B2DBF42C-7FB1-CE3F-748F-914BA12DAAB3}"/>
                </a:ext>
              </a:extLst>
            </p:cNvPr>
            <p:cNvSpPr txBox="1"/>
            <p:nvPr/>
          </p:nvSpPr>
          <p:spPr>
            <a:xfrm>
              <a:off x="6934200" y="4648200"/>
              <a:ext cx="6858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Yikes!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" name="Google Shape;283;p14">
              <a:extLst>
                <a:ext uri="{FF2B5EF4-FFF2-40B4-BE49-F238E27FC236}">
                  <a16:creationId xmlns:a16="http://schemas.microsoft.com/office/drawing/2014/main" id="{076FA9AF-D22E-6C7C-34CE-9C373F8C41C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29200" y="4724400"/>
              <a:ext cx="914400" cy="1397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Google Shape;284;p14">
              <a:extLst>
                <a:ext uri="{FF2B5EF4-FFF2-40B4-BE49-F238E27FC236}">
                  <a16:creationId xmlns:a16="http://schemas.microsoft.com/office/drawing/2014/main" id="{AA613604-9267-0161-E6A3-063DF035E156}"/>
                </a:ext>
              </a:extLst>
            </p:cNvPr>
            <p:cNvSpPr/>
            <p:nvPr/>
          </p:nvSpPr>
          <p:spPr>
            <a:xfrm>
              <a:off x="6019800" y="3276600"/>
              <a:ext cx="1447800" cy="685800"/>
            </a:xfrm>
            <a:prstGeom prst="cloudCallout">
              <a:avLst>
                <a:gd name="adj1" fmla="val -35968"/>
                <a:gd name="adj2" fmla="val 68689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5;p14">
              <a:extLst>
                <a:ext uri="{FF2B5EF4-FFF2-40B4-BE49-F238E27FC236}">
                  <a16:creationId xmlns:a16="http://schemas.microsoft.com/office/drawing/2014/main" id="{CDAD56F1-F7A2-929B-A216-77EC643A7FFA}"/>
                </a:ext>
              </a:extLst>
            </p:cNvPr>
            <p:cNvSpPr txBox="1"/>
            <p:nvPr/>
          </p:nvSpPr>
          <p:spPr>
            <a:xfrm>
              <a:off x="6172200" y="3352800"/>
              <a:ext cx="1219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want performance!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86;p14">
              <a:extLst>
                <a:ext uri="{FF2B5EF4-FFF2-40B4-BE49-F238E27FC236}">
                  <a16:creationId xmlns:a16="http://schemas.microsoft.com/office/drawing/2014/main" id="{372E755A-F4E5-89AF-39B2-0E08CFA14396}"/>
                </a:ext>
              </a:extLst>
            </p:cNvPr>
            <p:cNvSpPr/>
            <p:nvPr/>
          </p:nvSpPr>
          <p:spPr>
            <a:xfrm>
              <a:off x="4295775" y="4191000"/>
              <a:ext cx="1447800" cy="533400"/>
            </a:xfrm>
            <a:prstGeom prst="cloudCallout">
              <a:avLst>
                <a:gd name="adj1" fmla="val 16006"/>
                <a:gd name="adj2" fmla="val 7226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87;p14">
              <a:extLst>
                <a:ext uri="{FF2B5EF4-FFF2-40B4-BE49-F238E27FC236}">
                  <a16:creationId xmlns:a16="http://schemas.microsoft.com/office/drawing/2014/main" id="{98DFAEF5-3C5C-EC9E-DBAB-E61FC6A68440}"/>
                </a:ext>
              </a:extLst>
            </p:cNvPr>
            <p:cNvSpPr txBox="1"/>
            <p:nvPr/>
          </p:nvSpPr>
          <p:spPr>
            <a:xfrm>
              <a:off x="4371975" y="4295001"/>
              <a:ext cx="12192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want Security!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88;p14">
              <a:extLst>
                <a:ext uri="{FF2B5EF4-FFF2-40B4-BE49-F238E27FC236}">
                  <a16:creationId xmlns:a16="http://schemas.microsoft.com/office/drawing/2014/main" id="{9CB7B415-0B6D-FAB4-7167-0AE7689C4A1A}"/>
                </a:ext>
              </a:extLst>
            </p:cNvPr>
            <p:cNvSpPr txBox="1"/>
            <p:nvPr/>
          </p:nvSpPr>
          <p:spPr>
            <a:xfrm>
              <a:off x="7467600" y="3676650"/>
              <a:ext cx="12192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want Usability!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89;p14">
              <a:extLst>
                <a:ext uri="{FF2B5EF4-FFF2-40B4-BE49-F238E27FC236}">
                  <a16:creationId xmlns:a16="http://schemas.microsoft.com/office/drawing/2014/main" id="{126B0DFD-1FC9-B72A-8FC6-ADAEEB1656C3}"/>
                </a:ext>
              </a:extLst>
            </p:cNvPr>
            <p:cNvSpPr/>
            <p:nvPr/>
          </p:nvSpPr>
          <p:spPr>
            <a:xfrm>
              <a:off x="7391400" y="3581400"/>
              <a:ext cx="1447800" cy="533400"/>
            </a:xfrm>
            <a:prstGeom prst="cloudCallout">
              <a:avLst>
                <a:gd name="adj1" fmla="val 216"/>
                <a:gd name="adj2" fmla="val 9726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A7E3757-F85C-8942-93C2-7815B6225140}"/>
              </a:ext>
            </a:extLst>
          </p:cNvPr>
          <p:cNvSpPr txBox="1"/>
          <p:nvPr/>
        </p:nvSpPr>
        <p:spPr>
          <a:xfrm>
            <a:off x="6090416" y="4386537"/>
            <a:ext cx="28536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Managing these influences is challenging because it requires designers to span out of the technical domain to have keen interest in the organization as a whole</a:t>
            </a:r>
            <a:endParaRPr lang="en-MY" dirty="0"/>
          </a:p>
        </p:txBody>
      </p:sp>
      <p:pic>
        <p:nvPicPr>
          <p:cNvPr id="42" name="Picture 4" descr="UTMSPACE">
            <a:extLst>
              <a:ext uri="{FF2B5EF4-FFF2-40B4-BE49-F238E27FC236}">
                <a16:creationId xmlns:a16="http://schemas.microsoft.com/office/drawing/2014/main" id="{F1910376-38E9-D516-517F-DC0D67F6A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55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9"/>
          <p:cNvGrpSpPr/>
          <p:nvPr/>
        </p:nvGrpSpPr>
        <p:grpSpPr>
          <a:xfrm>
            <a:off x="2423166" y="1654062"/>
            <a:ext cx="7276530" cy="3908589"/>
            <a:chOff x="3008395" y="2195153"/>
            <a:chExt cx="6175210" cy="3317015"/>
          </a:xfrm>
        </p:grpSpPr>
        <p:grpSp>
          <p:nvGrpSpPr>
            <p:cNvPr id="461" name="Google Shape;461;p29"/>
            <p:cNvGrpSpPr/>
            <p:nvPr/>
          </p:nvGrpSpPr>
          <p:grpSpPr>
            <a:xfrm>
              <a:off x="5029532" y="2830633"/>
              <a:ext cx="2116264" cy="2131115"/>
              <a:chOff x="2743200" y="2292651"/>
              <a:chExt cx="1127354" cy="1135266"/>
            </a:xfrm>
          </p:grpSpPr>
          <p:sp>
            <p:nvSpPr>
              <p:cNvPr id="462" name="Google Shape;462;p29"/>
              <p:cNvSpPr/>
              <p:nvPr/>
            </p:nvSpPr>
            <p:spPr>
              <a:xfrm>
                <a:off x="2743200" y="2292651"/>
                <a:ext cx="1127354" cy="1135266"/>
              </a:xfrm>
              <a:prstGeom prst="ellipse">
                <a:avLst/>
              </a:prstGeom>
              <a:solidFill>
                <a:srgbClr val="D6D6D6"/>
              </a:solidFill>
              <a:ln>
                <a:noFill/>
              </a:ln>
              <a:effectLst>
                <a:outerShdw blurRad="127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2794624" y="2351987"/>
                <a:ext cx="1024508" cy="1024508"/>
              </a:xfrm>
              <a:prstGeom prst="ellipse">
                <a:avLst/>
              </a:prstGeom>
              <a:solidFill>
                <a:srgbClr val="FFFFFF">
                  <a:alpha val="49803"/>
                </a:srgbClr>
              </a:solidFill>
              <a:ln>
                <a:noFill/>
              </a:ln>
              <a:effectLst>
                <a:outerShdw blurRad="127000" sx="102000" sy="102000" algn="ctr" rotWithShape="0">
                  <a:schemeClr val="dk2">
                    <a:alpha val="9803"/>
                  </a:scheme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4" name="Google Shape;464;p29"/>
              <p:cNvSpPr/>
              <p:nvPr/>
            </p:nvSpPr>
            <p:spPr>
              <a:xfrm>
                <a:off x="2865232" y="2422990"/>
                <a:ext cx="883292" cy="874590"/>
              </a:xfrm>
              <a:prstGeom prst="ellipse">
                <a:avLst/>
              </a:prstGeom>
              <a:solidFill>
                <a:schemeClr val="dk2">
                  <a:alpha val="20000"/>
                </a:schemeClr>
              </a:solidFill>
              <a:ln>
                <a:noFill/>
              </a:ln>
              <a:effectLst>
                <a:outerShdw blurRad="76200" algn="ctr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1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66" name="Google Shape;466;p29"/>
            <p:cNvGrpSpPr/>
            <p:nvPr/>
          </p:nvGrpSpPr>
          <p:grpSpPr>
            <a:xfrm>
              <a:off x="3008395" y="2195153"/>
              <a:ext cx="6175210" cy="3317015"/>
              <a:chOff x="2699635" y="2029302"/>
              <a:chExt cx="6792731" cy="3648717"/>
            </a:xfrm>
          </p:grpSpPr>
          <p:grpSp>
            <p:nvGrpSpPr>
              <p:cNvPr id="467" name="Google Shape;467;p29"/>
              <p:cNvGrpSpPr/>
              <p:nvPr/>
            </p:nvGrpSpPr>
            <p:grpSpPr>
              <a:xfrm>
                <a:off x="4679617" y="2122108"/>
                <a:ext cx="2816095" cy="3548163"/>
                <a:chOff x="4559728" y="2048241"/>
                <a:chExt cx="2816095" cy="3548163"/>
              </a:xfrm>
            </p:grpSpPr>
            <p:sp>
              <p:nvSpPr>
                <p:cNvPr id="468" name="Google Shape;468;p29"/>
                <p:cNvSpPr/>
                <p:nvPr/>
              </p:nvSpPr>
              <p:spPr>
                <a:xfrm>
                  <a:off x="4559728" y="4824717"/>
                  <a:ext cx="2763101" cy="771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101" h="771687" extrusionOk="0">
                      <a:moveTo>
                        <a:pt x="1392364" y="771688"/>
                      </a:moveTo>
                      <a:cubicBezTo>
                        <a:pt x="875241" y="771688"/>
                        <a:pt x="362742" y="545870"/>
                        <a:pt x="15091" y="111870"/>
                      </a:cubicBezTo>
                      <a:cubicBezTo>
                        <a:pt x="-8665" y="82176"/>
                        <a:pt x="-3850" y="38846"/>
                        <a:pt x="25844" y="15091"/>
                      </a:cubicBezTo>
                      <a:cubicBezTo>
                        <a:pt x="55538" y="-8665"/>
                        <a:pt x="98868" y="-3850"/>
                        <a:pt x="122623" y="25844"/>
                      </a:cubicBezTo>
                      <a:cubicBezTo>
                        <a:pt x="682651" y="725180"/>
                        <a:pt x="1707003" y="838412"/>
                        <a:pt x="2406285" y="278276"/>
                      </a:cubicBezTo>
                      <a:cubicBezTo>
                        <a:pt x="2492252" y="209353"/>
                        <a:pt x="2571010" y="131892"/>
                        <a:pt x="2641351" y="47081"/>
                      </a:cubicBezTo>
                      <a:cubicBezTo>
                        <a:pt x="2665596" y="17832"/>
                        <a:pt x="2708962" y="13776"/>
                        <a:pt x="2738211" y="38022"/>
                      </a:cubicBezTo>
                      <a:cubicBezTo>
                        <a:pt x="2767459" y="62267"/>
                        <a:pt x="2771516" y="105633"/>
                        <a:pt x="2747270" y="134881"/>
                      </a:cubicBezTo>
                      <a:cubicBezTo>
                        <a:pt x="2412922" y="538226"/>
                        <a:pt x="1916267" y="771654"/>
                        <a:pt x="1392364" y="771688"/>
                      </a:cubicBezTo>
                      <a:close/>
                    </a:path>
                  </a:pathLst>
                </a:custGeom>
                <a:solidFill>
                  <a:srgbClr val="CBCBC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9" name="Google Shape;469;p29"/>
                <p:cNvSpPr/>
                <p:nvPr/>
              </p:nvSpPr>
              <p:spPr>
                <a:xfrm>
                  <a:off x="4645145" y="2048241"/>
                  <a:ext cx="2730678" cy="8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678" h="816736" extrusionOk="0">
                      <a:moveTo>
                        <a:pt x="2661853" y="816736"/>
                      </a:moveTo>
                      <a:cubicBezTo>
                        <a:pt x="2640157" y="816766"/>
                        <a:pt x="2619723" y="806539"/>
                        <a:pt x="2606743" y="789154"/>
                      </a:cubicBezTo>
                      <a:cubicBezTo>
                        <a:pt x="2549176" y="712139"/>
                        <a:pt x="2484908" y="640369"/>
                        <a:pt x="2414690" y="574681"/>
                      </a:cubicBezTo>
                      <a:cubicBezTo>
                        <a:pt x="1760357" y="-37285"/>
                        <a:pt x="730090" y="-2660"/>
                        <a:pt x="118178" y="651782"/>
                      </a:cubicBezTo>
                      <a:cubicBezTo>
                        <a:pt x="91763" y="679071"/>
                        <a:pt x="48228" y="679779"/>
                        <a:pt x="20940" y="653365"/>
                      </a:cubicBezTo>
                      <a:cubicBezTo>
                        <a:pt x="-5689" y="627590"/>
                        <a:pt x="-7102" y="585350"/>
                        <a:pt x="17743" y="557852"/>
                      </a:cubicBezTo>
                      <a:cubicBezTo>
                        <a:pt x="681432" y="-151861"/>
                        <a:pt x="1798907" y="-189497"/>
                        <a:pt x="2508727" y="474246"/>
                      </a:cubicBezTo>
                      <a:cubicBezTo>
                        <a:pt x="2584857" y="545505"/>
                        <a:pt x="2654557" y="623338"/>
                        <a:pt x="2717017" y="706838"/>
                      </a:cubicBezTo>
                      <a:cubicBezTo>
                        <a:pt x="2739733" y="737275"/>
                        <a:pt x="2733475" y="780363"/>
                        <a:pt x="2703038" y="803080"/>
                      </a:cubicBezTo>
                      <a:cubicBezTo>
                        <a:pt x="2691143" y="811957"/>
                        <a:pt x="2676696" y="816748"/>
                        <a:pt x="2661853" y="816736"/>
                      </a:cubicBezTo>
                      <a:close/>
                    </a:path>
                  </a:pathLst>
                </a:custGeom>
                <a:solidFill>
                  <a:srgbClr val="CBCBC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70" name="Google Shape;470;p29"/>
              <p:cNvGrpSpPr/>
              <p:nvPr/>
            </p:nvGrpSpPr>
            <p:grpSpPr>
              <a:xfrm>
                <a:off x="7193798" y="2029302"/>
                <a:ext cx="2298568" cy="3648717"/>
                <a:chOff x="7060419" y="1967755"/>
                <a:chExt cx="2298568" cy="3648717"/>
              </a:xfrm>
            </p:grpSpPr>
            <p:grpSp>
              <p:nvGrpSpPr>
                <p:cNvPr id="471" name="Google Shape;471;p29"/>
                <p:cNvGrpSpPr/>
                <p:nvPr/>
              </p:nvGrpSpPr>
              <p:grpSpPr>
                <a:xfrm rot="5400000">
                  <a:off x="7777320" y="4522091"/>
                  <a:ext cx="881610" cy="1307152"/>
                  <a:chOff x="5726265" y="927160"/>
                  <a:chExt cx="881610" cy="1307152"/>
                </a:xfrm>
              </p:grpSpPr>
              <p:sp>
                <p:nvSpPr>
                  <p:cNvPr id="472" name="Google Shape;472;p29"/>
                  <p:cNvSpPr/>
                  <p:nvPr/>
                </p:nvSpPr>
                <p:spPr>
                  <a:xfrm>
                    <a:off x="5730077" y="931333"/>
                    <a:ext cx="873575" cy="130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575" h="1302979" extrusionOk="0">
                        <a:moveTo>
                          <a:pt x="873576" y="437395"/>
                        </a:moveTo>
                        <a:cubicBezTo>
                          <a:pt x="873738" y="567970"/>
                          <a:pt x="815452" y="691743"/>
                          <a:pt x="714746" y="774676"/>
                        </a:cubicBezTo>
                        <a:cubicBezTo>
                          <a:pt x="711988" y="776866"/>
                          <a:pt x="709230" y="779057"/>
                          <a:pt x="706567" y="781343"/>
                        </a:cubicBezTo>
                        <a:cubicBezTo>
                          <a:pt x="607361" y="862723"/>
                          <a:pt x="548982" y="983733"/>
                          <a:pt x="546976" y="1112146"/>
                        </a:cubicBezTo>
                        <a:cubicBezTo>
                          <a:pt x="546744" y="1131237"/>
                          <a:pt x="547696" y="1150324"/>
                          <a:pt x="549829" y="1169296"/>
                        </a:cubicBezTo>
                        <a:cubicBezTo>
                          <a:pt x="549829" y="1172535"/>
                          <a:pt x="550495" y="1175678"/>
                          <a:pt x="550971" y="1178821"/>
                        </a:cubicBezTo>
                        <a:cubicBezTo>
                          <a:pt x="551388" y="1181979"/>
                          <a:pt x="551578" y="1185162"/>
                          <a:pt x="551541" y="1188346"/>
                        </a:cubicBezTo>
                        <a:cubicBezTo>
                          <a:pt x="551541" y="1251657"/>
                          <a:pt x="500295" y="1302980"/>
                          <a:pt x="437079" y="1302980"/>
                        </a:cubicBezTo>
                        <a:cubicBezTo>
                          <a:pt x="373864" y="1302980"/>
                          <a:pt x="322617" y="1251657"/>
                          <a:pt x="322617" y="1188346"/>
                        </a:cubicBezTo>
                        <a:cubicBezTo>
                          <a:pt x="322445" y="1185174"/>
                          <a:pt x="322445" y="1181994"/>
                          <a:pt x="322617" y="1178821"/>
                        </a:cubicBezTo>
                        <a:cubicBezTo>
                          <a:pt x="323093" y="1175869"/>
                          <a:pt x="323378" y="1172916"/>
                          <a:pt x="323758" y="1169868"/>
                        </a:cubicBezTo>
                        <a:cubicBezTo>
                          <a:pt x="325375" y="1156438"/>
                          <a:pt x="326326" y="1142722"/>
                          <a:pt x="326612" y="1128815"/>
                        </a:cubicBezTo>
                        <a:cubicBezTo>
                          <a:pt x="329760" y="994509"/>
                          <a:pt x="270918" y="866247"/>
                          <a:pt x="167116" y="781153"/>
                        </a:cubicBezTo>
                        <a:lnTo>
                          <a:pt x="158556" y="774295"/>
                        </a:lnTo>
                        <a:cubicBezTo>
                          <a:pt x="-27332" y="620530"/>
                          <a:pt x="-53560" y="344961"/>
                          <a:pt x="99975" y="158794"/>
                        </a:cubicBezTo>
                        <a:cubicBezTo>
                          <a:pt x="253510" y="-27373"/>
                          <a:pt x="528667" y="-53640"/>
                          <a:pt x="714556" y="100124"/>
                        </a:cubicBezTo>
                        <a:cubicBezTo>
                          <a:pt x="814960" y="183178"/>
                          <a:pt x="873099" y="306786"/>
                          <a:pt x="873100" y="437205"/>
                        </a:cubicBezTo>
                        <a:close/>
                      </a:path>
                    </a:pathLst>
                  </a:custGeom>
                  <a:solidFill>
                    <a:srgbClr val="D6D6D6"/>
                  </a:solidFill>
                  <a:ln>
                    <a:noFill/>
                  </a:ln>
                  <a:effectLst>
                    <a:outerShdw blurRad="114300" dist="38100" dir="5400000" algn="ctr" rotWithShape="0">
                      <a:srgbClr val="000000">
                        <a:alpha val="9803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3" name="Google Shape;473;p29"/>
                  <p:cNvSpPr/>
                  <p:nvPr/>
                </p:nvSpPr>
                <p:spPr>
                  <a:xfrm>
                    <a:off x="5726265" y="927160"/>
                    <a:ext cx="881610" cy="882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610" h="882930" extrusionOk="0">
                        <a:moveTo>
                          <a:pt x="523806" y="83125"/>
                        </a:moveTo>
                        <a:cubicBezTo>
                          <a:pt x="721416" y="129033"/>
                          <a:pt x="844450" y="326684"/>
                          <a:pt x="798610" y="524590"/>
                        </a:cubicBezTo>
                        <a:cubicBezTo>
                          <a:pt x="752770" y="722496"/>
                          <a:pt x="555415" y="845714"/>
                          <a:pt x="357805" y="799806"/>
                        </a:cubicBezTo>
                        <a:cubicBezTo>
                          <a:pt x="160195" y="753897"/>
                          <a:pt x="37161" y="556247"/>
                          <a:pt x="83001" y="358341"/>
                        </a:cubicBezTo>
                        <a:cubicBezTo>
                          <a:pt x="128840" y="160434"/>
                          <a:pt x="326196" y="37216"/>
                          <a:pt x="523806" y="83125"/>
                        </a:cubicBezTo>
                        <a:close/>
                      </a:path>
                    </a:pathLst>
                  </a:custGeom>
                  <a:solidFill>
                    <a:srgbClr val="ADADA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4" name="Google Shape;474;p29"/>
                  <p:cNvSpPr/>
                  <p:nvPr/>
                </p:nvSpPr>
                <p:spPr>
                  <a:xfrm>
                    <a:off x="5764764" y="965626"/>
                    <a:ext cx="804856" cy="806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856" h="806060" extrusionOk="0">
                        <a:moveTo>
                          <a:pt x="478300" y="75985"/>
                        </a:moveTo>
                        <a:cubicBezTo>
                          <a:pt x="658652" y="117951"/>
                          <a:pt x="770887" y="298394"/>
                          <a:pt x="728984" y="479016"/>
                        </a:cubicBezTo>
                        <a:cubicBezTo>
                          <a:pt x="687081" y="659638"/>
                          <a:pt x="506908" y="772041"/>
                          <a:pt x="326556" y="730076"/>
                        </a:cubicBezTo>
                        <a:cubicBezTo>
                          <a:pt x="146204" y="688110"/>
                          <a:pt x="33969" y="507667"/>
                          <a:pt x="75872" y="327045"/>
                        </a:cubicBezTo>
                        <a:cubicBezTo>
                          <a:pt x="117775" y="146423"/>
                          <a:pt x="297948" y="34020"/>
                          <a:pt x="478300" y="759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31926"/>
                      </a:gs>
                      <a:gs pos="99000">
                        <a:schemeClr val="accent3"/>
                      </a:gs>
                      <a:gs pos="100000">
                        <a:schemeClr val="accent3"/>
                      </a:gs>
                    </a:gsLst>
                    <a:lin ang="6000000" scaled="0"/>
                  </a:gradFill>
                  <a:ln w="25400" cap="flat" cmpd="sng">
                    <a:solidFill>
                      <a:srgbClr val="FFFFFF">
                        <a:alpha val="49803"/>
                      </a:srgbClr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5" name="Google Shape;475;p29"/>
                  <p:cNvSpPr/>
                  <p:nvPr/>
                </p:nvSpPr>
                <p:spPr>
                  <a:xfrm>
                    <a:off x="6130725" y="2091414"/>
                    <a:ext cx="79251" cy="79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31" h="116204" extrusionOk="0">
                        <a:moveTo>
                          <a:pt x="116031" y="58103"/>
                        </a:moveTo>
                        <a:cubicBezTo>
                          <a:pt x="116031" y="90192"/>
                          <a:pt x="90057" y="116205"/>
                          <a:pt x="58016" y="116205"/>
                        </a:cubicBezTo>
                        <a:cubicBezTo>
                          <a:pt x="25974" y="116205"/>
                          <a:pt x="0" y="90192"/>
                          <a:pt x="0" y="58103"/>
                        </a:cubicBezTo>
                        <a:cubicBezTo>
                          <a:pt x="0" y="26014"/>
                          <a:pt x="25974" y="0"/>
                          <a:pt x="58016" y="0"/>
                        </a:cubicBezTo>
                        <a:cubicBezTo>
                          <a:pt x="90057" y="0"/>
                          <a:pt x="116031" y="26014"/>
                          <a:pt x="116031" y="58103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76" name="Google Shape;476;p29"/>
                <p:cNvGrpSpPr/>
                <p:nvPr/>
              </p:nvGrpSpPr>
              <p:grpSpPr>
                <a:xfrm rot="5400000">
                  <a:off x="8264606" y="3141399"/>
                  <a:ext cx="881610" cy="1307152"/>
                  <a:chOff x="5726265" y="927160"/>
                  <a:chExt cx="881610" cy="1307152"/>
                </a:xfrm>
              </p:grpSpPr>
              <p:sp>
                <p:nvSpPr>
                  <p:cNvPr id="477" name="Google Shape;477;p29"/>
                  <p:cNvSpPr/>
                  <p:nvPr/>
                </p:nvSpPr>
                <p:spPr>
                  <a:xfrm>
                    <a:off x="5730077" y="931333"/>
                    <a:ext cx="873575" cy="130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575" h="1302979" extrusionOk="0">
                        <a:moveTo>
                          <a:pt x="873576" y="437395"/>
                        </a:moveTo>
                        <a:cubicBezTo>
                          <a:pt x="873738" y="567970"/>
                          <a:pt x="815452" y="691743"/>
                          <a:pt x="714746" y="774676"/>
                        </a:cubicBezTo>
                        <a:cubicBezTo>
                          <a:pt x="711988" y="776866"/>
                          <a:pt x="709230" y="779057"/>
                          <a:pt x="706567" y="781343"/>
                        </a:cubicBezTo>
                        <a:cubicBezTo>
                          <a:pt x="607361" y="862723"/>
                          <a:pt x="548982" y="983733"/>
                          <a:pt x="546976" y="1112146"/>
                        </a:cubicBezTo>
                        <a:cubicBezTo>
                          <a:pt x="546744" y="1131237"/>
                          <a:pt x="547696" y="1150324"/>
                          <a:pt x="549829" y="1169296"/>
                        </a:cubicBezTo>
                        <a:cubicBezTo>
                          <a:pt x="549829" y="1172535"/>
                          <a:pt x="550495" y="1175678"/>
                          <a:pt x="550971" y="1178821"/>
                        </a:cubicBezTo>
                        <a:cubicBezTo>
                          <a:pt x="551388" y="1181979"/>
                          <a:pt x="551578" y="1185162"/>
                          <a:pt x="551541" y="1188346"/>
                        </a:cubicBezTo>
                        <a:cubicBezTo>
                          <a:pt x="551541" y="1251657"/>
                          <a:pt x="500295" y="1302980"/>
                          <a:pt x="437079" y="1302980"/>
                        </a:cubicBezTo>
                        <a:cubicBezTo>
                          <a:pt x="373864" y="1302980"/>
                          <a:pt x="322617" y="1251657"/>
                          <a:pt x="322617" y="1188346"/>
                        </a:cubicBezTo>
                        <a:cubicBezTo>
                          <a:pt x="322445" y="1185174"/>
                          <a:pt x="322445" y="1181994"/>
                          <a:pt x="322617" y="1178821"/>
                        </a:cubicBezTo>
                        <a:cubicBezTo>
                          <a:pt x="323093" y="1175869"/>
                          <a:pt x="323378" y="1172916"/>
                          <a:pt x="323758" y="1169868"/>
                        </a:cubicBezTo>
                        <a:cubicBezTo>
                          <a:pt x="325375" y="1156438"/>
                          <a:pt x="326326" y="1142722"/>
                          <a:pt x="326612" y="1128815"/>
                        </a:cubicBezTo>
                        <a:cubicBezTo>
                          <a:pt x="329760" y="994509"/>
                          <a:pt x="270918" y="866247"/>
                          <a:pt x="167116" y="781153"/>
                        </a:cubicBezTo>
                        <a:lnTo>
                          <a:pt x="158556" y="774295"/>
                        </a:lnTo>
                        <a:cubicBezTo>
                          <a:pt x="-27332" y="620530"/>
                          <a:pt x="-53560" y="344961"/>
                          <a:pt x="99975" y="158794"/>
                        </a:cubicBezTo>
                        <a:cubicBezTo>
                          <a:pt x="253510" y="-27373"/>
                          <a:pt x="528667" y="-53640"/>
                          <a:pt x="714556" y="100124"/>
                        </a:cubicBezTo>
                        <a:cubicBezTo>
                          <a:pt x="814960" y="183178"/>
                          <a:pt x="873099" y="306786"/>
                          <a:pt x="873100" y="437205"/>
                        </a:cubicBezTo>
                        <a:close/>
                      </a:path>
                    </a:pathLst>
                  </a:custGeom>
                  <a:solidFill>
                    <a:srgbClr val="D6D6D6"/>
                  </a:solidFill>
                  <a:ln>
                    <a:noFill/>
                  </a:ln>
                  <a:effectLst>
                    <a:outerShdw blurRad="127000" dist="38100" dir="10800000" algn="r" rotWithShape="0">
                      <a:srgbClr val="000000">
                        <a:alpha val="9803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8" name="Google Shape;478;p29"/>
                  <p:cNvSpPr/>
                  <p:nvPr/>
                </p:nvSpPr>
                <p:spPr>
                  <a:xfrm>
                    <a:off x="5726265" y="927160"/>
                    <a:ext cx="881610" cy="882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610" h="882930" extrusionOk="0">
                        <a:moveTo>
                          <a:pt x="523806" y="83125"/>
                        </a:moveTo>
                        <a:cubicBezTo>
                          <a:pt x="721416" y="129033"/>
                          <a:pt x="844450" y="326684"/>
                          <a:pt x="798610" y="524590"/>
                        </a:cubicBezTo>
                        <a:cubicBezTo>
                          <a:pt x="752770" y="722496"/>
                          <a:pt x="555415" y="845714"/>
                          <a:pt x="357805" y="799806"/>
                        </a:cubicBezTo>
                        <a:cubicBezTo>
                          <a:pt x="160195" y="753897"/>
                          <a:pt x="37161" y="556247"/>
                          <a:pt x="83001" y="358341"/>
                        </a:cubicBezTo>
                        <a:cubicBezTo>
                          <a:pt x="128840" y="160434"/>
                          <a:pt x="326196" y="37216"/>
                          <a:pt x="523806" y="83125"/>
                        </a:cubicBezTo>
                        <a:close/>
                      </a:path>
                    </a:pathLst>
                  </a:custGeom>
                  <a:solidFill>
                    <a:srgbClr val="ADADA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9" name="Google Shape;479;p29"/>
                  <p:cNvSpPr/>
                  <p:nvPr/>
                </p:nvSpPr>
                <p:spPr>
                  <a:xfrm>
                    <a:off x="5764764" y="965626"/>
                    <a:ext cx="804856" cy="806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856" h="806060" extrusionOk="0">
                        <a:moveTo>
                          <a:pt x="478300" y="75985"/>
                        </a:moveTo>
                        <a:cubicBezTo>
                          <a:pt x="658652" y="117951"/>
                          <a:pt x="770887" y="298394"/>
                          <a:pt x="728984" y="479016"/>
                        </a:cubicBezTo>
                        <a:cubicBezTo>
                          <a:pt x="687081" y="659638"/>
                          <a:pt x="506908" y="772041"/>
                          <a:pt x="326556" y="730076"/>
                        </a:cubicBezTo>
                        <a:cubicBezTo>
                          <a:pt x="146204" y="688110"/>
                          <a:pt x="33969" y="507667"/>
                          <a:pt x="75872" y="327045"/>
                        </a:cubicBezTo>
                        <a:cubicBezTo>
                          <a:pt x="117775" y="146423"/>
                          <a:pt x="297948" y="34020"/>
                          <a:pt x="478300" y="759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D262F"/>
                      </a:gs>
                      <a:gs pos="99000">
                        <a:schemeClr val="accent2"/>
                      </a:gs>
                      <a:gs pos="100000">
                        <a:schemeClr val="accent2"/>
                      </a:gs>
                    </a:gsLst>
                    <a:lin ang="6000000" scaled="0"/>
                  </a:gradFill>
                  <a:ln w="25400" cap="flat" cmpd="sng">
                    <a:solidFill>
                      <a:srgbClr val="FFFFFF">
                        <a:alpha val="49803"/>
                      </a:srgbClr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0" name="Google Shape;480;p29"/>
                  <p:cNvSpPr/>
                  <p:nvPr/>
                </p:nvSpPr>
                <p:spPr>
                  <a:xfrm>
                    <a:off x="6127486" y="2091043"/>
                    <a:ext cx="79251" cy="79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31" h="116204" extrusionOk="0">
                        <a:moveTo>
                          <a:pt x="116031" y="58103"/>
                        </a:moveTo>
                        <a:cubicBezTo>
                          <a:pt x="116031" y="90192"/>
                          <a:pt x="90057" y="116205"/>
                          <a:pt x="58016" y="116205"/>
                        </a:cubicBezTo>
                        <a:cubicBezTo>
                          <a:pt x="25974" y="116205"/>
                          <a:pt x="0" y="90192"/>
                          <a:pt x="0" y="58103"/>
                        </a:cubicBezTo>
                        <a:cubicBezTo>
                          <a:pt x="0" y="26014"/>
                          <a:pt x="25974" y="0"/>
                          <a:pt x="58016" y="0"/>
                        </a:cubicBezTo>
                        <a:cubicBezTo>
                          <a:pt x="90057" y="0"/>
                          <a:pt x="116031" y="26014"/>
                          <a:pt x="116031" y="58103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81" name="Google Shape;481;p29"/>
                <p:cNvGrpSpPr/>
                <p:nvPr/>
              </p:nvGrpSpPr>
              <p:grpSpPr>
                <a:xfrm rot="5400000">
                  <a:off x="7777320" y="1754984"/>
                  <a:ext cx="881610" cy="1307152"/>
                  <a:chOff x="5726265" y="927160"/>
                  <a:chExt cx="881610" cy="1307152"/>
                </a:xfrm>
              </p:grpSpPr>
              <p:sp>
                <p:nvSpPr>
                  <p:cNvPr id="482" name="Google Shape;482;p29"/>
                  <p:cNvSpPr/>
                  <p:nvPr/>
                </p:nvSpPr>
                <p:spPr>
                  <a:xfrm>
                    <a:off x="5730077" y="931333"/>
                    <a:ext cx="873575" cy="130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575" h="1302979" extrusionOk="0">
                        <a:moveTo>
                          <a:pt x="873576" y="437395"/>
                        </a:moveTo>
                        <a:cubicBezTo>
                          <a:pt x="873738" y="567970"/>
                          <a:pt x="815452" y="691743"/>
                          <a:pt x="714746" y="774676"/>
                        </a:cubicBezTo>
                        <a:cubicBezTo>
                          <a:pt x="711988" y="776866"/>
                          <a:pt x="709230" y="779057"/>
                          <a:pt x="706567" y="781343"/>
                        </a:cubicBezTo>
                        <a:cubicBezTo>
                          <a:pt x="607361" y="862723"/>
                          <a:pt x="548982" y="983733"/>
                          <a:pt x="546976" y="1112146"/>
                        </a:cubicBezTo>
                        <a:cubicBezTo>
                          <a:pt x="546744" y="1131237"/>
                          <a:pt x="547696" y="1150324"/>
                          <a:pt x="549829" y="1169296"/>
                        </a:cubicBezTo>
                        <a:cubicBezTo>
                          <a:pt x="549829" y="1172535"/>
                          <a:pt x="550495" y="1175678"/>
                          <a:pt x="550971" y="1178821"/>
                        </a:cubicBezTo>
                        <a:cubicBezTo>
                          <a:pt x="551388" y="1181979"/>
                          <a:pt x="551578" y="1185162"/>
                          <a:pt x="551541" y="1188346"/>
                        </a:cubicBezTo>
                        <a:cubicBezTo>
                          <a:pt x="551541" y="1251657"/>
                          <a:pt x="500295" y="1302980"/>
                          <a:pt x="437079" y="1302980"/>
                        </a:cubicBezTo>
                        <a:cubicBezTo>
                          <a:pt x="373864" y="1302980"/>
                          <a:pt x="322617" y="1251657"/>
                          <a:pt x="322617" y="1188346"/>
                        </a:cubicBezTo>
                        <a:cubicBezTo>
                          <a:pt x="322445" y="1185174"/>
                          <a:pt x="322445" y="1181994"/>
                          <a:pt x="322617" y="1178821"/>
                        </a:cubicBezTo>
                        <a:cubicBezTo>
                          <a:pt x="323093" y="1175869"/>
                          <a:pt x="323378" y="1172916"/>
                          <a:pt x="323758" y="1169868"/>
                        </a:cubicBezTo>
                        <a:cubicBezTo>
                          <a:pt x="325375" y="1156438"/>
                          <a:pt x="326326" y="1142722"/>
                          <a:pt x="326612" y="1128815"/>
                        </a:cubicBezTo>
                        <a:cubicBezTo>
                          <a:pt x="329760" y="994509"/>
                          <a:pt x="270918" y="866247"/>
                          <a:pt x="167116" y="781153"/>
                        </a:cubicBezTo>
                        <a:lnTo>
                          <a:pt x="158556" y="774295"/>
                        </a:lnTo>
                        <a:cubicBezTo>
                          <a:pt x="-27332" y="620530"/>
                          <a:pt x="-53560" y="344961"/>
                          <a:pt x="99975" y="158794"/>
                        </a:cubicBezTo>
                        <a:cubicBezTo>
                          <a:pt x="253510" y="-27373"/>
                          <a:pt x="528667" y="-53640"/>
                          <a:pt x="714556" y="100124"/>
                        </a:cubicBezTo>
                        <a:cubicBezTo>
                          <a:pt x="814960" y="183178"/>
                          <a:pt x="873099" y="306786"/>
                          <a:pt x="873100" y="437205"/>
                        </a:cubicBezTo>
                        <a:close/>
                      </a:path>
                    </a:pathLst>
                  </a:custGeom>
                  <a:solidFill>
                    <a:srgbClr val="D6D6D6"/>
                  </a:solidFill>
                  <a:ln>
                    <a:noFill/>
                  </a:ln>
                  <a:effectLst>
                    <a:outerShdw blurRad="114300" dist="38100" dir="5400000" algn="ctr" rotWithShape="0">
                      <a:srgbClr val="000000">
                        <a:alpha val="9803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3" name="Google Shape;483;p29"/>
                  <p:cNvSpPr/>
                  <p:nvPr/>
                </p:nvSpPr>
                <p:spPr>
                  <a:xfrm>
                    <a:off x="5726265" y="927160"/>
                    <a:ext cx="881610" cy="882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610" h="882930" extrusionOk="0">
                        <a:moveTo>
                          <a:pt x="523806" y="83125"/>
                        </a:moveTo>
                        <a:cubicBezTo>
                          <a:pt x="721416" y="129033"/>
                          <a:pt x="844450" y="326684"/>
                          <a:pt x="798610" y="524590"/>
                        </a:cubicBezTo>
                        <a:cubicBezTo>
                          <a:pt x="752770" y="722496"/>
                          <a:pt x="555415" y="845714"/>
                          <a:pt x="357805" y="799806"/>
                        </a:cubicBezTo>
                        <a:cubicBezTo>
                          <a:pt x="160195" y="753897"/>
                          <a:pt x="37161" y="556247"/>
                          <a:pt x="83001" y="358341"/>
                        </a:cubicBezTo>
                        <a:cubicBezTo>
                          <a:pt x="128840" y="160434"/>
                          <a:pt x="326196" y="37216"/>
                          <a:pt x="523806" y="83125"/>
                        </a:cubicBezTo>
                        <a:close/>
                      </a:path>
                    </a:pathLst>
                  </a:custGeom>
                  <a:solidFill>
                    <a:srgbClr val="ADADA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4" name="Google Shape;484;p29"/>
                  <p:cNvSpPr/>
                  <p:nvPr/>
                </p:nvSpPr>
                <p:spPr>
                  <a:xfrm>
                    <a:off x="5764764" y="965626"/>
                    <a:ext cx="804856" cy="806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856" h="806060" extrusionOk="0">
                        <a:moveTo>
                          <a:pt x="478300" y="75985"/>
                        </a:moveTo>
                        <a:cubicBezTo>
                          <a:pt x="658652" y="117951"/>
                          <a:pt x="770887" y="298394"/>
                          <a:pt x="728984" y="479016"/>
                        </a:cubicBezTo>
                        <a:cubicBezTo>
                          <a:pt x="687081" y="659638"/>
                          <a:pt x="506908" y="772041"/>
                          <a:pt x="326556" y="730076"/>
                        </a:cubicBezTo>
                        <a:cubicBezTo>
                          <a:pt x="146204" y="688110"/>
                          <a:pt x="33969" y="507667"/>
                          <a:pt x="75872" y="327045"/>
                        </a:cubicBezTo>
                        <a:cubicBezTo>
                          <a:pt x="117775" y="146423"/>
                          <a:pt x="297948" y="34020"/>
                          <a:pt x="478300" y="759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70D15"/>
                      </a:gs>
                      <a:gs pos="99000">
                        <a:schemeClr val="accent1"/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ln w="25400" cap="flat" cmpd="sng">
                    <a:solidFill>
                      <a:srgbClr val="FFFFFF">
                        <a:alpha val="49803"/>
                      </a:srgbClr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5" name="Google Shape;485;p29"/>
                  <p:cNvSpPr/>
                  <p:nvPr/>
                </p:nvSpPr>
                <p:spPr>
                  <a:xfrm>
                    <a:off x="6126723" y="2091475"/>
                    <a:ext cx="79251" cy="79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31" h="116204" extrusionOk="0">
                        <a:moveTo>
                          <a:pt x="116031" y="58103"/>
                        </a:moveTo>
                        <a:cubicBezTo>
                          <a:pt x="116031" y="90192"/>
                          <a:pt x="90057" y="116205"/>
                          <a:pt x="58016" y="116205"/>
                        </a:cubicBezTo>
                        <a:cubicBezTo>
                          <a:pt x="25974" y="116205"/>
                          <a:pt x="0" y="90192"/>
                          <a:pt x="0" y="58103"/>
                        </a:cubicBezTo>
                        <a:cubicBezTo>
                          <a:pt x="0" y="26014"/>
                          <a:pt x="25974" y="0"/>
                          <a:pt x="58016" y="0"/>
                        </a:cubicBezTo>
                        <a:cubicBezTo>
                          <a:pt x="90057" y="0"/>
                          <a:pt x="116031" y="26014"/>
                          <a:pt x="116031" y="5810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sp>
              <p:nvSpPr>
                <p:cNvPr id="486" name="Google Shape;486;p29"/>
                <p:cNvSpPr/>
                <p:nvPr/>
              </p:nvSpPr>
              <p:spPr>
                <a:xfrm rot="5400000" flipH="1">
                  <a:off x="6966762" y="3038355"/>
                  <a:ext cx="1057804" cy="443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813" h="275368" extrusionOk="0">
                      <a:moveTo>
                        <a:pt x="608689" y="275368"/>
                      </a:moveTo>
                      <a:lnTo>
                        <a:pt x="656813" y="211932"/>
                      </a:lnTo>
                      <a:cubicBezTo>
                        <a:pt x="465533" y="73957"/>
                        <a:pt x="235729" y="-193"/>
                        <a:pt x="0" y="0"/>
                      </a:cubicBezTo>
                      <a:lnTo>
                        <a:pt x="0" y="79725"/>
                      </a:lnTo>
                      <a:cubicBezTo>
                        <a:pt x="218340" y="79540"/>
                        <a:pt x="431234" y="147969"/>
                        <a:pt x="608689" y="27536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87" name="Google Shape;487;p29"/>
                <p:cNvSpPr/>
                <p:nvPr/>
              </p:nvSpPr>
              <p:spPr>
                <a:xfrm rot="5400000" flipH="1">
                  <a:off x="6966686" y="4096390"/>
                  <a:ext cx="1058110" cy="443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03" h="275273" extrusionOk="0">
                      <a:moveTo>
                        <a:pt x="657004" y="79725"/>
                      </a:moveTo>
                      <a:lnTo>
                        <a:pt x="657004" y="79725"/>
                      </a:lnTo>
                      <a:lnTo>
                        <a:pt x="657004" y="1"/>
                      </a:lnTo>
                      <a:lnTo>
                        <a:pt x="657004" y="1"/>
                      </a:lnTo>
                      <a:cubicBezTo>
                        <a:pt x="421220" y="-260"/>
                        <a:pt x="191344" y="73858"/>
                        <a:pt x="0" y="211837"/>
                      </a:cubicBezTo>
                      <a:lnTo>
                        <a:pt x="48315" y="275273"/>
                      </a:lnTo>
                      <a:cubicBezTo>
                        <a:pt x="225769" y="147884"/>
                        <a:pt x="438670" y="79487"/>
                        <a:pt x="657004" y="7972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grpSp>
              <p:nvGrpSpPr>
                <p:cNvPr id="488" name="Google Shape;488;p29"/>
                <p:cNvGrpSpPr/>
                <p:nvPr/>
              </p:nvGrpSpPr>
              <p:grpSpPr>
                <a:xfrm rot="5400000" flipH="1">
                  <a:off x="7041892" y="2349780"/>
                  <a:ext cx="721039" cy="683985"/>
                  <a:chOff x="6634729" y="2648698"/>
                  <a:chExt cx="447709" cy="424701"/>
                </a:xfrm>
              </p:grpSpPr>
              <p:sp>
                <p:nvSpPr>
                  <p:cNvPr id="489" name="Google Shape;489;p29"/>
                  <p:cNvSpPr/>
                  <p:nvPr/>
                </p:nvSpPr>
                <p:spPr>
                  <a:xfrm>
                    <a:off x="6850084" y="2725755"/>
                    <a:ext cx="155025" cy="153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25" h="153447" extrusionOk="0">
                        <a:moveTo>
                          <a:pt x="0" y="153448"/>
                        </a:moveTo>
                        <a:lnTo>
                          <a:pt x="155026" y="0"/>
                        </a:lnTo>
                      </a:path>
                    </a:pathLst>
                  </a:custGeom>
                  <a:noFill/>
                  <a:ln w="1862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0" name="Google Shape;490;p29"/>
                  <p:cNvSpPr/>
                  <p:nvPr/>
                </p:nvSpPr>
                <p:spPr>
                  <a:xfrm>
                    <a:off x="6987331" y="2648698"/>
                    <a:ext cx="95107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7" h="95250" extrusionOk="0">
                        <a:moveTo>
                          <a:pt x="13971" y="13906"/>
                        </a:moveTo>
                        <a:cubicBezTo>
                          <a:pt x="32565" y="-4669"/>
                          <a:pt x="62674" y="-4631"/>
                          <a:pt x="81222" y="13992"/>
                        </a:cubicBezTo>
                        <a:cubicBezTo>
                          <a:pt x="99770" y="32614"/>
                          <a:pt x="99731" y="62768"/>
                          <a:pt x="81137" y="81344"/>
                        </a:cubicBezTo>
                        <a:cubicBezTo>
                          <a:pt x="62576" y="99886"/>
                          <a:pt x="32532" y="99886"/>
                          <a:pt x="13971" y="81344"/>
                        </a:cubicBezTo>
                        <a:cubicBezTo>
                          <a:pt x="-4624" y="62768"/>
                          <a:pt x="-4662" y="32614"/>
                          <a:pt x="13886" y="13992"/>
                        </a:cubicBezTo>
                        <a:cubicBezTo>
                          <a:pt x="13914" y="13963"/>
                          <a:pt x="13942" y="13935"/>
                          <a:pt x="13971" y="13906"/>
                        </a:cubicBezTo>
                        <a:close/>
                        <a:moveTo>
                          <a:pt x="73032" y="73723"/>
                        </a:moveTo>
                        <a:cubicBezTo>
                          <a:pt x="87248" y="59468"/>
                          <a:pt x="87233" y="36369"/>
                          <a:pt x="72998" y="22132"/>
                        </a:cubicBezTo>
                        <a:cubicBezTo>
                          <a:pt x="58764" y="7895"/>
                          <a:pt x="35700" y="7910"/>
                          <a:pt x="21484" y="22166"/>
                        </a:cubicBezTo>
                        <a:cubicBezTo>
                          <a:pt x="7281" y="36409"/>
                          <a:pt x="7281" y="59481"/>
                          <a:pt x="21484" y="73723"/>
                        </a:cubicBezTo>
                        <a:cubicBezTo>
                          <a:pt x="35626" y="87979"/>
                          <a:pt x="58629" y="88055"/>
                          <a:pt x="72863" y="73892"/>
                        </a:cubicBezTo>
                        <a:cubicBezTo>
                          <a:pt x="72920" y="73836"/>
                          <a:pt x="72976" y="73780"/>
                          <a:pt x="73032" y="7372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1" name="Google Shape;491;p29"/>
                  <p:cNvSpPr/>
                  <p:nvPr/>
                </p:nvSpPr>
                <p:spPr>
                  <a:xfrm>
                    <a:off x="6634729" y="2734215"/>
                    <a:ext cx="338678" cy="33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677" h="339184" extrusionOk="0">
                        <a:moveTo>
                          <a:pt x="254008" y="84796"/>
                        </a:moveTo>
                        <a:cubicBezTo>
                          <a:pt x="300770" y="131628"/>
                          <a:pt x="300769" y="207557"/>
                          <a:pt x="254008" y="254388"/>
                        </a:cubicBezTo>
                        <a:cubicBezTo>
                          <a:pt x="207246" y="301220"/>
                          <a:pt x="131431" y="301220"/>
                          <a:pt x="84669" y="254388"/>
                        </a:cubicBezTo>
                        <a:cubicBezTo>
                          <a:pt x="37908" y="207557"/>
                          <a:pt x="37908" y="131628"/>
                          <a:pt x="84669" y="84796"/>
                        </a:cubicBezTo>
                        <a:cubicBezTo>
                          <a:pt x="131431" y="37965"/>
                          <a:pt x="207246" y="37965"/>
                          <a:pt x="254008" y="8479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2" name="Google Shape;492;p29"/>
                  <p:cNvSpPr/>
                  <p:nvPr/>
                </p:nvSpPr>
                <p:spPr>
                  <a:xfrm>
                    <a:off x="6685696" y="2785266"/>
                    <a:ext cx="236724" cy="237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724" h="237078" extrusionOk="0">
                        <a:moveTo>
                          <a:pt x="177543" y="59270"/>
                        </a:moveTo>
                        <a:cubicBezTo>
                          <a:pt x="210228" y="92003"/>
                          <a:pt x="210228" y="145075"/>
                          <a:pt x="177544" y="177809"/>
                        </a:cubicBezTo>
                        <a:cubicBezTo>
                          <a:pt x="144859" y="210543"/>
                          <a:pt x="91866" y="210543"/>
                          <a:pt x="59181" y="177809"/>
                        </a:cubicBezTo>
                        <a:cubicBezTo>
                          <a:pt x="26497" y="145075"/>
                          <a:pt x="26496" y="92003"/>
                          <a:pt x="59181" y="59270"/>
                        </a:cubicBezTo>
                        <a:cubicBezTo>
                          <a:pt x="91866" y="26536"/>
                          <a:pt x="144859" y="26536"/>
                          <a:pt x="177543" y="5927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70D15"/>
                      </a:gs>
                      <a:gs pos="99000">
                        <a:schemeClr val="accent1"/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ln>
                    <a:noFill/>
                  </a:ln>
                  <a:effectLst>
                    <a:outerShdw blurRad="127000" sx="101000" sy="101000" algn="ctr" rotWithShape="0">
                      <a:srgbClr val="000000">
                        <a:alpha val="14901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93" name="Google Shape;493;p29"/>
                <p:cNvGrpSpPr/>
                <p:nvPr/>
              </p:nvGrpSpPr>
              <p:grpSpPr>
                <a:xfrm rot="5400000" flipH="1">
                  <a:off x="7653679" y="3409027"/>
                  <a:ext cx="385931" cy="770843"/>
                  <a:chOff x="6054084" y="2345897"/>
                  <a:chExt cx="239633" cy="478633"/>
                </a:xfrm>
              </p:grpSpPr>
              <p:sp>
                <p:nvSpPr>
                  <p:cNvPr id="494" name="Google Shape;494;p29"/>
                  <p:cNvSpPr/>
                  <p:nvPr/>
                </p:nvSpPr>
                <p:spPr>
                  <a:xfrm>
                    <a:off x="6175573" y="2435242"/>
                    <a:ext cx="9510" cy="218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" h="218313" extrusionOk="0">
                        <a:moveTo>
                          <a:pt x="0" y="218313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accent2"/>
                  </a:solidFill>
                  <a:ln w="18625" cap="flat" cmpd="sng">
                    <a:solidFill>
                      <a:schemeClr val="accent2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5" name="Google Shape;495;p29"/>
                  <p:cNvSpPr/>
                  <p:nvPr/>
                </p:nvSpPr>
                <p:spPr>
                  <a:xfrm>
                    <a:off x="6128019" y="2345897"/>
                    <a:ext cx="95107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7" h="95250" extrusionOk="0">
                        <a:moveTo>
                          <a:pt x="95108" y="47625"/>
                        </a:moveTo>
                        <a:cubicBezTo>
                          <a:pt x="95108" y="73928"/>
                          <a:pt x="73817" y="95250"/>
                          <a:pt x="47554" y="95250"/>
                        </a:cubicBezTo>
                        <a:cubicBezTo>
                          <a:pt x="21291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291" y="0"/>
                          <a:pt x="47554" y="0"/>
                        </a:cubicBezTo>
                        <a:cubicBezTo>
                          <a:pt x="73817" y="0"/>
                          <a:pt x="95108" y="21322"/>
                          <a:pt x="95108" y="47625"/>
                        </a:cubicBezTo>
                        <a:close/>
                        <a:moveTo>
                          <a:pt x="11128" y="47625"/>
                        </a:moveTo>
                        <a:cubicBezTo>
                          <a:pt x="11128" y="67773"/>
                          <a:pt x="27436" y="84106"/>
                          <a:pt x="47554" y="84106"/>
                        </a:cubicBezTo>
                        <a:cubicBezTo>
                          <a:pt x="67671" y="84106"/>
                          <a:pt x="83980" y="67773"/>
                          <a:pt x="83980" y="47625"/>
                        </a:cubicBezTo>
                        <a:cubicBezTo>
                          <a:pt x="83980" y="27477"/>
                          <a:pt x="67671" y="11144"/>
                          <a:pt x="47554" y="11144"/>
                        </a:cubicBezTo>
                        <a:cubicBezTo>
                          <a:pt x="27458" y="11197"/>
                          <a:pt x="11180" y="27499"/>
                          <a:pt x="11128" y="4762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6" name="Google Shape;496;p29"/>
                  <p:cNvSpPr/>
                  <p:nvPr/>
                </p:nvSpPr>
                <p:spPr>
                  <a:xfrm>
                    <a:off x="6054084" y="2584499"/>
                    <a:ext cx="239633" cy="2400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633" h="240031" extrusionOk="0">
                        <a:moveTo>
                          <a:pt x="208036" y="201262"/>
                        </a:moveTo>
                        <a:cubicBezTo>
                          <a:pt x="163232" y="250047"/>
                          <a:pt x="87423" y="253219"/>
                          <a:pt x="38711" y="208348"/>
                        </a:cubicBezTo>
                        <a:cubicBezTo>
                          <a:pt x="-10001" y="163476"/>
                          <a:pt x="-13168" y="87553"/>
                          <a:pt x="31636" y="38769"/>
                        </a:cubicBezTo>
                        <a:cubicBezTo>
                          <a:pt x="76441" y="-10016"/>
                          <a:pt x="152250" y="-13188"/>
                          <a:pt x="200962" y="31684"/>
                        </a:cubicBezTo>
                        <a:cubicBezTo>
                          <a:pt x="200974" y="31695"/>
                          <a:pt x="200986" y="31706"/>
                          <a:pt x="200998" y="31717"/>
                        </a:cubicBezTo>
                        <a:cubicBezTo>
                          <a:pt x="249625" y="76620"/>
                          <a:pt x="252774" y="152473"/>
                          <a:pt x="208036" y="2012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7" name="Google Shape;497;p29"/>
                  <p:cNvSpPr/>
                  <p:nvPr/>
                </p:nvSpPr>
                <p:spPr>
                  <a:xfrm>
                    <a:off x="6090320" y="2620691"/>
                    <a:ext cx="167351" cy="167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351" h="167640" extrusionOk="0">
                        <a:moveTo>
                          <a:pt x="145270" y="140592"/>
                        </a:moveTo>
                        <a:cubicBezTo>
                          <a:pt x="113963" y="174649"/>
                          <a:pt x="61016" y="176841"/>
                          <a:pt x="27009" y="145487"/>
                        </a:cubicBezTo>
                        <a:cubicBezTo>
                          <a:pt x="-6998" y="114134"/>
                          <a:pt x="-9187" y="61107"/>
                          <a:pt x="22120" y="27049"/>
                        </a:cubicBezTo>
                        <a:cubicBezTo>
                          <a:pt x="53407" y="-6986"/>
                          <a:pt x="106311" y="-9201"/>
                          <a:pt x="140324" y="22101"/>
                        </a:cubicBezTo>
                        <a:cubicBezTo>
                          <a:pt x="174331" y="53468"/>
                          <a:pt x="176544" y="106492"/>
                          <a:pt x="145270" y="14059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D262F"/>
                      </a:gs>
                      <a:gs pos="99000">
                        <a:schemeClr val="accent2"/>
                      </a:gs>
                      <a:gs pos="100000">
                        <a:schemeClr val="accent2"/>
                      </a:gs>
                    </a:gsLst>
                    <a:lin ang="9600000" scaled="0"/>
                  </a:gradFill>
                  <a:ln>
                    <a:noFill/>
                  </a:ln>
                  <a:effectLst>
                    <a:outerShdw blurRad="127000" sx="101000" sy="101000" algn="ctr" rotWithShape="0">
                      <a:srgbClr val="000000">
                        <a:alpha val="14901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98" name="Google Shape;498;p29"/>
                <p:cNvGrpSpPr/>
                <p:nvPr/>
              </p:nvGrpSpPr>
              <p:grpSpPr>
                <a:xfrm rot="5400000" flipH="1">
                  <a:off x="7052589" y="4563654"/>
                  <a:ext cx="699711" cy="684037"/>
                  <a:chOff x="5266683" y="2648660"/>
                  <a:chExt cx="434465" cy="424733"/>
                </a:xfrm>
              </p:grpSpPr>
              <p:sp>
                <p:nvSpPr>
                  <p:cNvPr id="499" name="Google Shape;499;p29"/>
                  <p:cNvSpPr/>
                  <p:nvPr/>
                </p:nvSpPr>
                <p:spPr>
                  <a:xfrm>
                    <a:off x="5351941" y="2725754"/>
                    <a:ext cx="155025" cy="153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25" h="153447" extrusionOk="0">
                        <a:moveTo>
                          <a:pt x="155025" y="1534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8625" cap="flat" cmpd="sng">
                    <a:solidFill>
                      <a:schemeClr val="accent3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500" name="Google Shape;500;p29"/>
                  <p:cNvSpPr/>
                  <p:nvPr/>
                </p:nvSpPr>
                <p:spPr>
                  <a:xfrm>
                    <a:off x="5266683" y="2648660"/>
                    <a:ext cx="95107" cy="95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7" h="95249" extrusionOk="0">
                        <a:moveTo>
                          <a:pt x="81174" y="13944"/>
                        </a:moveTo>
                        <a:cubicBezTo>
                          <a:pt x="99748" y="32540"/>
                          <a:pt x="99753" y="62694"/>
                          <a:pt x="81184" y="81296"/>
                        </a:cubicBezTo>
                        <a:cubicBezTo>
                          <a:pt x="62616" y="99897"/>
                          <a:pt x="32507" y="99902"/>
                          <a:pt x="13933" y="81306"/>
                        </a:cubicBezTo>
                        <a:cubicBezTo>
                          <a:pt x="-4640" y="62710"/>
                          <a:pt x="-4645" y="32556"/>
                          <a:pt x="13923" y="13954"/>
                        </a:cubicBezTo>
                        <a:cubicBezTo>
                          <a:pt x="13926" y="13951"/>
                          <a:pt x="13930" y="13947"/>
                          <a:pt x="13933" y="13944"/>
                        </a:cubicBezTo>
                        <a:cubicBezTo>
                          <a:pt x="32503" y="-4648"/>
                          <a:pt x="62605" y="-4648"/>
                          <a:pt x="81174" y="13944"/>
                        </a:cubicBezTo>
                        <a:close/>
                        <a:moveTo>
                          <a:pt x="22113" y="73761"/>
                        </a:moveTo>
                        <a:cubicBezTo>
                          <a:pt x="36321" y="88024"/>
                          <a:pt x="59385" y="88052"/>
                          <a:pt x="73627" y="73822"/>
                        </a:cubicBezTo>
                        <a:cubicBezTo>
                          <a:pt x="87869" y="59593"/>
                          <a:pt x="87897" y="36494"/>
                          <a:pt x="73688" y="22231"/>
                        </a:cubicBezTo>
                        <a:cubicBezTo>
                          <a:pt x="59480" y="7967"/>
                          <a:pt x="36416" y="7940"/>
                          <a:pt x="22174" y="22169"/>
                        </a:cubicBezTo>
                        <a:cubicBezTo>
                          <a:pt x="22153" y="22190"/>
                          <a:pt x="22133" y="22210"/>
                          <a:pt x="22113" y="22231"/>
                        </a:cubicBezTo>
                        <a:cubicBezTo>
                          <a:pt x="7980" y="36492"/>
                          <a:pt x="7980" y="59500"/>
                          <a:pt x="22113" y="7376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501" name="Google Shape;501;p29"/>
                  <p:cNvSpPr/>
                  <p:nvPr/>
                </p:nvSpPr>
                <p:spPr>
                  <a:xfrm>
                    <a:off x="5362471" y="2734209"/>
                    <a:ext cx="338677" cy="33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677" h="339184" extrusionOk="0">
                        <a:moveTo>
                          <a:pt x="254008" y="84796"/>
                        </a:moveTo>
                        <a:cubicBezTo>
                          <a:pt x="300770" y="131628"/>
                          <a:pt x="300770" y="207557"/>
                          <a:pt x="254008" y="254388"/>
                        </a:cubicBezTo>
                        <a:cubicBezTo>
                          <a:pt x="207246" y="301220"/>
                          <a:pt x="131431" y="301220"/>
                          <a:pt x="84669" y="254388"/>
                        </a:cubicBezTo>
                        <a:cubicBezTo>
                          <a:pt x="37908" y="207557"/>
                          <a:pt x="37908" y="131628"/>
                          <a:pt x="84669" y="84796"/>
                        </a:cubicBezTo>
                        <a:cubicBezTo>
                          <a:pt x="131431" y="37965"/>
                          <a:pt x="207246" y="37965"/>
                          <a:pt x="254008" y="8479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502" name="Google Shape;502;p29"/>
                  <p:cNvSpPr/>
                  <p:nvPr/>
                </p:nvSpPr>
                <p:spPr>
                  <a:xfrm>
                    <a:off x="5413448" y="2785262"/>
                    <a:ext cx="236724" cy="237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724" h="237078" extrusionOk="0">
                        <a:moveTo>
                          <a:pt x="177543" y="59270"/>
                        </a:moveTo>
                        <a:cubicBezTo>
                          <a:pt x="210228" y="92004"/>
                          <a:pt x="210228" y="145075"/>
                          <a:pt x="177543" y="177809"/>
                        </a:cubicBezTo>
                        <a:cubicBezTo>
                          <a:pt x="144858" y="210543"/>
                          <a:pt x="91866" y="210543"/>
                          <a:pt x="59181" y="177809"/>
                        </a:cubicBezTo>
                        <a:cubicBezTo>
                          <a:pt x="26496" y="145075"/>
                          <a:pt x="26496" y="92004"/>
                          <a:pt x="59181" y="59270"/>
                        </a:cubicBezTo>
                        <a:cubicBezTo>
                          <a:pt x="91866" y="26536"/>
                          <a:pt x="144858" y="26536"/>
                          <a:pt x="177543" y="5927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31926"/>
                      </a:gs>
                      <a:gs pos="99000">
                        <a:schemeClr val="accent3"/>
                      </a:gs>
                      <a:gs pos="100000">
                        <a:schemeClr val="accent3"/>
                      </a:gs>
                    </a:gsLst>
                    <a:lin ang="6000000" scaled="0"/>
                  </a:gradFill>
                  <a:ln>
                    <a:noFill/>
                  </a:ln>
                  <a:effectLst>
                    <a:outerShdw blurRad="127000" sx="101000" sy="101000" algn="ctr" rotWithShape="0">
                      <a:srgbClr val="000000">
                        <a:alpha val="14901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</p:grpSp>
          <p:grpSp>
            <p:nvGrpSpPr>
              <p:cNvPr id="503" name="Google Shape;503;p29"/>
              <p:cNvGrpSpPr/>
              <p:nvPr/>
            </p:nvGrpSpPr>
            <p:grpSpPr>
              <a:xfrm rot="-5400000" flipH="1">
                <a:off x="3399692" y="4583638"/>
                <a:ext cx="881610" cy="1307152"/>
                <a:chOff x="5726265" y="927160"/>
                <a:chExt cx="881610" cy="1307152"/>
              </a:xfrm>
            </p:grpSpPr>
            <p:sp>
              <p:nvSpPr>
                <p:cNvPr id="504" name="Google Shape;504;p29"/>
                <p:cNvSpPr/>
                <p:nvPr/>
              </p:nvSpPr>
              <p:spPr>
                <a:xfrm>
                  <a:off x="5730077" y="931333"/>
                  <a:ext cx="873575" cy="130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575" h="1302979" extrusionOk="0">
                      <a:moveTo>
                        <a:pt x="873576" y="437395"/>
                      </a:moveTo>
                      <a:cubicBezTo>
                        <a:pt x="873738" y="567970"/>
                        <a:pt x="815452" y="691743"/>
                        <a:pt x="714746" y="774676"/>
                      </a:cubicBezTo>
                      <a:cubicBezTo>
                        <a:pt x="711988" y="776866"/>
                        <a:pt x="709230" y="779057"/>
                        <a:pt x="706567" y="781343"/>
                      </a:cubicBezTo>
                      <a:cubicBezTo>
                        <a:pt x="607361" y="862723"/>
                        <a:pt x="548982" y="983733"/>
                        <a:pt x="546976" y="1112146"/>
                      </a:cubicBezTo>
                      <a:cubicBezTo>
                        <a:pt x="546744" y="1131237"/>
                        <a:pt x="547696" y="1150324"/>
                        <a:pt x="549829" y="1169296"/>
                      </a:cubicBezTo>
                      <a:cubicBezTo>
                        <a:pt x="549829" y="1172535"/>
                        <a:pt x="550495" y="1175678"/>
                        <a:pt x="550971" y="1178821"/>
                      </a:cubicBezTo>
                      <a:cubicBezTo>
                        <a:pt x="551388" y="1181979"/>
                        <a:pt x="551578" y="1185162"/>
                        <a:pt x="551541" y="1188346"/>
                      </a:cubicBezTo>
                      <a:cubicBezTo>
                        <a:pt x="551541" y="1251657"/>
                        <a:pt x="500295" y="1302980"/>
                        <a:pt x="437079" y="1302980"/>
                      </a:cubicBezTo>
                      <a:cubicBezTo>
                        <a:pt x="373864" y="1302980"/>
                        <a:pt x="322617" y="1251657"/>
                        <a:pt x="322617" y="1188346"/>
                      </a:cubicBezTo>
                      <a:cubicBezTo>
                        <a:pt x="322445" y="1185174"/>
                        <a:pt x="322445" y="1181994"/>
                        <a:pt x="322617" y="1178821"/>
                      </a:cubicBezTo>
                      <a:cubicBezTo>
                        <a:pt x="323093" y="1175869"/>
                        <a:pt x="323378" y="1172916"/>
                        <a:pt x="323758" y="1169868"/>
                      </a:cubicBezTo>
                      <a:cubicBezTo>
                        <a:pt x="325375" y="1156438"/>
                        <a:pt x="326326" y="1142722"/>
                        <a:pt x="326612" y="1128815"/>
                      </a:cubicBezTo>
                      <a:cubicBezTo>
                        <a:pt x="329760" y="994509"/>
                        <a:pt x="270918" y="866247"/>
                        <a:pt x="167116" y="781153"/>
                      </a:cubicBezTo>
                      <a:lnTo>
                        <a:pt x="158556" y="774295"/>
                      </a:lnTo>
                      <a:cubicBezTo>
                        <a:pt x="-27332" y="620530"/>
                        <a:pt x="-53560" y="344961"/>
                        <a:pt x="99975" y="158794"/>
                      </a:cubicBezTo>
                      <a:cubicBezTo>
                        <a:pt x="253510" y="-27373"/>
                        <a:pt x="528667" y="-53640"/>
                        <a:pt x="714556" y="100124"/>
                      </a:cubicBezTo>
                      <a:cubicBezTo>
                        <a:pt x="814960" y="183178"/>
                        <a:pt x="873099" y="306786"/>
                        <a:pt x="873100" y="437205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ffectLst>
                  <a:outerShdw blurRad="114300" dist="38100" dir="5400000" algn="ctr" rotWithShape="0">
                    <a:srgbClr val="000000">
                      <a:alpha val="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5" name="Google Shape;505;p29"/>
                <p:cNvSpPr/>
                <p:nvPr/>
              </p:nvSpPr>
              <p:spPr>
                <a:xfrm>
                  <a:off x="5726265" y="927160"/>
                  <a:ext cx="881610" cy="882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610" h="882930" extrusionOk="0">
                      <a:moveTo>
                        <a:pt x="523806" y="83125"/>
                      </a:moveTo>
                      <a:cubicBezTo>
                        <a:pt x="721416" y="129033"/>
                        <a:pt x="844450" y="326684"/>
                        <a:pt x="798610" y="524590"/>
                      </a:cubicBezTo>
                      <a:cubicBezTo>
                        <a:pt x="752770" y="722496"/>
                        <a:pt x="555415" y="845714"/>
                        <a:pt x="357805" y="799806"/>
                      </a:cubicBezTo>
                      <a:cubicBezTo>
                        <a:pt x="160195" y="753897"/>
                        <a:pt x="37161" y="556247"/>
                        <a:pt x="83001" y="358341"/>
                      </a:cubicBezTo>
                      <a:cubicBezTo>
                        <a:pt x="128840" y="160434"/>
                        <a:pt x="326196" y="37216"/>
                        <a:pt x="523806" y="83125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6" name="Google Shape;506;p29"/>
                <p:cNvSpPr/>
                <p:nvPr/>
              </p:nvSpPr>
              <p:spPr>
                <a:xfrm>
                  <a:off x="5764764" y="965626"/>
                  <a:ext cx="804856" cy="80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856" h="806060" extrusionOk="0">
                      <a:moveTo>
                        <a:pt x="478300" y="75985"/>
                      </a:moveTo>
                      <a:cubicBezTo>
                        <a:pt x="658652" y="117951"/>
                        <a:pt x="770887" y="298394"/>
                        <a:pt x="728984" y="479016"/>
                      </a:cubicBezTo>
                      <a:cubicBezTo>
                        <a:pt x="687081" y="659638"/>
                        <a:pt x="506908" y="772041"/>
                        <a:pt x="326556" y="730076"/>
                      </a:cubicBezTo>
                      <a:cubicBezTo>
                        <a:pt x="146204" y="688110"/>
                        <a:pt x="33969" y="507667"/>
                        <a:pt x="75872" y="327045"/>
                      </a:cubicBezTo>
                      <a:cubicBezTo>
                        <a:pt x="117775" y="146423"/>
                        <a:pt x="297948" y="34020"/>
                        <a:pt x="478300" y="7598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D7654"/>
                    </a:gs>
                    <a:gs pos="99000">
                      <a:schemeClr val="accent4"/>
                    </a:gs>
                    <a:gs pos="100000">
                      <a:schemeClr val="accent4"/>
                    </a:gs>
                  </a:gsLst>
                  <a:lin ang="6000000" scaled="0"/>
                </a:gradFill>
                <a:ln w="25400" cap="flat" cmpd="sng">
                  <a:solidFill>
                    <a:srgbClr val="FFFFFF">
                      <a:alpha val="49803"/>
                    </a:srgb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7" name="Google Shape;507;p29"/>
                <p:cNvSpPr/>
                <p:nvPr/>
              </p:nvSpPr>
              <p:spPr>
                <a:xfrm>
                  <a:off x="6130725" y="2091414"/>
                  <a:ext cx="79251" cy="79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31" h="116204" extrusionOk="0">
                      <a:moveTo>
                        <a:pt x="116031" y="58103"/>
                      </a:moveTo>
                      <a:cubicBezTo>
                        <a:pt x="116031" y="90192"/>
                        <a:pt x="90057" y="116205"/>
                        <a:pt x="58016" y="116205"/>
                      </a:cubicBezTo>
                      <a:cubicBezTo>
                        <a:pt x="25974" y="116205"/>
                        <a:pt x="0" y="90192"/>
                        <a:pt x="0" y="58103"/>
                      </a:cubicBezTo>
                      <a:cubicBezTo>
                        <a:pt x="0" y="26014"/>
                        <a:pt x="25974" y="0"/>
                        <a:pt x="58016" y="0"/>
                      </a:cubicBezTo>
                      <a:cubicBezTo>
                        <a:pt x="90057" y="0"/>
                        <a:pt x="116031" y="26014"/>
                        <a:pt x="116031" y="5810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08" name="Google Shape;508;p29"/>
              <p:cNvGrpSpPr/>
              <p:nvPr/>
            </p:nvGrpSpPr>
            <p:grpSpPr>
              <a:xfrm rot="-5400000" flipH="1">
                <a:off x="2912406" y="3202946"/>
                <a:ext cx="881610" cy="1307152"/>
                <a:chOff x="5726265" y="927160"/>
                <a:chExt cx="881610" cy="1307152"/>
              </a:xfrm>
            </p:grpSpPr>
            <p:sp>
              <p:nvSpPr>
                <p:cNvPr id="509" name="Google Shape;509;p29"/>
                <p:cNvSpPr/>
                <p:nvPr/>
              </p:nvSpPr>
              <p:spPr>
                <a:xfrm>
                  <a:off x="5730077" y="931333"/>
                  <a:ext cx="873575" cy="130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575" h="1302979" extrusionOk="0">
                      <a:moveTo>
                        <a:pt x="873576" y="437395"/>
                      </a:moveTo>
                      <a:cubicBezTo>
                        <a:pt x="873738" y="567970"/>
                        <a:pt x="815452" y="691743"/>
                        <a:pt x="714746" y="774676"/>
                      </a:cubicBezTo>
                      <a:cubicBezTo>
                        <a:pt x="711988" y="776866"/>
                        <a:pt x="709230" y="779057"/>
                        <a:pt x="706567" y="781343"/>
                      </a:cubicBezTo>
                      <a:cubicBezTo>
                        <a:pt x="607361" y="862723"/>
                        <a:pt x="548982" y="983733"/>
                        <a:pt x="546976" y="1112146"/>
                      </a:cubicBezTo>
                      <a:cubicBezTo>
                        <a:pt x="546744" y="1131237"/>
                        <a:pt x="547696" y="1150324"/>
                        <a:pt x="549829" y="1169296"/>
                      </a:cubicBezTo>
                      <a:cubicBezTo>
                        <a:pt x="549829" y="1172535"/>
                        <a:pt x="550495" y="1175678"/>
                        <a:pt x="550971" y="1178821"/>
                      </a:cubicBezTo>
                      <a:cubicBezTo>
                        <a:pt x="551388" y="1181979"/>
                        <a:pt x="551578" y="1185162"/>
                        <a:pt x="551541" y="1188346"/>
                      </a:cubicBezTo>
                      <a:cubicBezTo>
                        <a:pt x="551541" y="1251657"/>
                        <a:pt x="500295" y="1302980"/>
                        <a:pt x="437079" y="1302980"/>
                      </a:cubicBezTo>
                      <a:cubicBezTo>
                        <a:pt x="373864" y="1302980"/>
                        <a:pt x="322617" y="1251657"/>
                        <a:pt x="322617" y="1188346"/>
                      </a:cubicBezTo>
                      <a:cubicBezTo>
                        <a:pt x="322445" y="1185174"/>
                        <a:pt x="322445" y="1181994"/>
                        <a:pt x="322617" y="1178821"/>
                      </a:cubicBezTo>
                      <a:cubicBezTo>
                        <a:pt x="323093" y="1175869"/>
                        <a:pt x="323378" y="1172916"/>
                        <a:pt x="323758" y="1169868"/>
                      </a:cubicBezTo>
                      <a:cubicBezTo>
                        <a:pt x="325375" y="1156438"/>
                        <a:pt x="326326" y="1142722"/>
                        <a:pt x="326612" y="1128815"/>
                      </a:cubicBezTo>
                      <a:cubicBezTo>
                        <a:pt x="329760" y="994509"/>
                        <a:pt x="270918" y="866247"/>
                        <a:pt x="167116" y="781153"/>
                      </a:cubicBezTo>
                      <a:lnTo>
                        <a:pt x="158556" y="774295"/>
                      </a:lnTo>
                      <a:cubicBezTo>
                        <a:pt x="-27332" y="620530"/>
                        <a:pt x="-53560" y="344961"/>
                        <a:pt x="99975" y="158794"/>
                      </a:cubicBezTo>
                      <a:cubicBezTo>
                        <a:pt x="253510" y="-27373"/>
                        <a:pt x="528667" y="-53640"/>
                        <a:pt x="714556" y="100124"/>
                      </a:cubicBezTo>
                      <a:cubicBezTo>
                        <a:pt x="814960" y="183178"/>
                        <a:pt x="873099" y="306786"/>
                        <a:pt x="873100" y="437205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ffectLst>
                  <a:outerShdw blurRad="127000" dist="38100" dir="10800000" algn="r" rotWithShape="0">
                    <a:srgbClr val="000000">
                      <a:alpha val="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0" name="Google Shape;510;p29"/>
                <p:cNvSpPr/>
                <p:nvPr/>
              </p:nvSpPr>
              <p:spPr>
                <a:xfrm>
                  <a:off x="5726265" y="927160"/>
                  <a:ext cx="881610" cy="882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610" h="882930" extrusionOk="0">
                      <a:moveTo>
                        <a:pt x="523806" y="83125"/>
                      </a:moveTo>
                      <a:cubicBezTo>
                        <a:pt x="721416" y="129033"/>
                        <a:pt x="844450" y="326684"/>
                        <a:pt x="798610" y="524590"/>
                      </a:cubicBezTo>
                      <a:cubicBezTo>
                        <a:pt x="752770" y="722496"/>
                        <a:pt x="555415" y="845714"/>
                        <a:pt x="357805" y="799806"/>
                      </a:cubicBezTo>
                      <a:cubicBezTo>
                        <a:pt x="160195" y="753897"/>
                        <a:pt x="37161" y="556247"/>
                        <a:pt x="83001" y="358341"/>
                      </a:cubicBezTo>
                      <a:cubicBezTo>
                        <a:pt x="128840" y="160434"/>
                        <a:pt x="326196" y="37216"/>
                        <a:pt x="523806" y="83125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1" name="Google Shape;511;p29"/>
                <p:cNvSpPr/>
                <p:nvPr/>
              </p:nvSpPr>
              <p:spPr>
                <a:xfrm>
                  <a:off x="5764764" y="965626"/>
                  <a:ext cx="804856" cy="80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856" h="806060" extrusionOk="0">
                      <a:moveTo>
                        <a:pt x="478300" y="75985"/>
                      </a:moveTo>
                      <a:cubicBezTo>
                        <a:pt x="658652" y="117951"/>
                        <a:pt x="770887" y="298394"/>
                        <a:pt x="728984" y="479016"/>
                      </a:cubicBezTo>
                      <a:cubicBezTo>
                        <a:pt x="687081" y="659638"/>
                        <a:pt x="506908" y="772041"/>
                        <a:pt x="326556" y="730076"/>
                      </a:cubicBezTo>
                      <a:cubicBezTo>
                        <a:pt x="146204" y="688110"/>
                        <a:pt x="33969" y="507667"/>
                        <a:pt x="75872" y="327045"/>
                      </a:cubicBezTo>
                      <a:cubicBezTo>
                        <a:pt x="117775" y="146423"/>
                        <a:pt x="297948" y="34020"/>
                        <a:pt x="478300" y="7598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F473D"/>
                    </a:gs>
                    <a:gs pos="99000">
                      <a:schemeClr val="accent5"/>
                    </a:gs>
                    <a:gs pos="100000">
                      <a:schemeClr val="accent5"/>
                    </a:gs>
                  </a:gsLst>
                  <a:lin ang="6000000" scaled="0"/>
                </a:gradFill>
                <a:ln w="25400" cap="flat" cmpd="sng">
                  <a:solidFill>
                    <a:srgbClr val="FFFFFF">
                      <a:alpha val="49803"/>
                    </a:srgb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2" name="Google Shape;512;p29"/>
                <p:cNvSpPr/>
                <p:nvPr/>
              </p:nvSpPr>
              <p:spPr>
                <a:xfrm>
                  <a:off x="6127486" y="2091043"/>
                  <a:ext cx="79251" cy="79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31" h="116204" extrusionOk="0">
                      <a:moveTo>
                        <a:pt x="116031" y="58103"/>
                      </a:moveTo>
                      <a:cubicBezTo>
                        <a:pt x="116031" y="90192"/>
                        <a:pt x="90057" y="116205"/>
                        <a:pt x="58016" y="116205"/>
                      </a:cubicBezTo>
                      <a:cubicBezTo>
                        <a:pt x="25974" y="116205"/>
                        <a:pt x="0" y="90192"/>
                        <a:pt x="0" y="58103"/>
                      </a:cubicBezTo>
                      <a:cubicBezTo>
                        <a:pt x="0" y="26014"/>
                        <a:pt x="25974" y="0"/>
                        <a:pt x="58016" y="0"/>
                      </a:cubicBezTo>
                      <a:cubicBezTo>
                        <a:pt x="90057" y="0"/>
                        <a:pt x="116031" y="26014"/>
                        <a:pt x="116031" y="5810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13" name="Google Shape;513;p29"/>
              <p:cNvGrpSpPr/>
              <p:nvPr/>
            </p:nvGrpSpPr>
            <p:grpSpPr>
              <a:xfrm rot="-5400000" flipH="1">
                <a:off x="3399693" y="1816532"/>
                <a:ext cx="881610" cy="1307152"/>
                <a:chOff x="5726265" y="927160"/>
                <a:chExt cx="881610" cy="1307152"/>
              </a:xfrm>
            </p:grpSpPr>
            <p:sp>
              <p:nvSpPr>
                <p:cNvPr id="514" name="Google Shape;514;p29"/>
                <p:cNvSpPr/>
                <p:nvPr/>
              </p:nvSpPr>
              <p:spPr>
                <a:xfrm>
                  <a:off x="5730077" y="931333"/>
                  <a:ext cx="873575" cy="130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575" h="1302979" extrusionOk="0">
                      <a:moveTo>
                        <a:pt x="873576" y="437395"/>
                      </a:moveTo>
                      <a:cubicBezTo>
                        <a:pt x="873738" y="567970"/>
                        <a:pt x="815452" y="691743"/>
                        <a:pt x="714746" y="774676"/>
                      </a:cubicBezTo>
                      <a:cubicBezTo>
                        <a:pt x="711988" y="776866"/>
                        <a:pt x="709230" y="779057"/>
                        <a:pt x="706567" y="781343"/>
                      </a:cubicBezTo>
                      <a:cubicBezTo>
                        <a:pt x="607361" y="862723"/>
                        <a:pt x="548982" y="983733"/>
                        <a:pt x="546976" y="1112146"/>
                      </a:cubicBezTo>
                      <a:cubicBezTo>
                        <a:pt x="546744" y="1131237"/>
                        <a:pt x="547696" y="1150324"/>
                        <a:pt x="549829" y="1169296"/>
                      </a:cubicBezTo>
                      <a:cubicBezTo>
                        <a:pt x="549829" y="1172535"/>
                        <a:pt x="550495" y="1175678"/>
                        <a:pt x="550971" y="1178821"/>
                      </a:cubicBezTo>
                      <a:cubicBezTo>
                        <a:pt x="551388" y="1181979"/>
                        <a:pt x="551578" y="1185162"/>
                        <a:pt x="551541" y="1188346"/>
                      </a:cubicBezTo>
                      <a:cubicBezTo>
                        <a:pt x="551541" y="1251657"/>
                        <a:pt x="500295" y="1302980"/>
                        <a:pt x="437079" y="1302980"/>
                      </a:cubicBezTo>
                      <a:cubicBezTo>
                        <a:pt x="373864" y="1302980"/>
                        <a:pt x="322617" y="1251657"/>
                        <a:pt x="322617" y="1188346"/>
                      </a:cubicBezTo>
                      <a:cubicBezTo>
                        <a:pt x="322445" y="1185174"/>
                        <a:pt x="322445" y="1181994"/>
                        <a:pt x="322617" y="1178821"/>
                      </a:cubicBezTo>
                      <a:cubicBezTo>
                        <a:pt x="323093" y="1175869"/>
                        <a:pt x="323378" y="1172916"/>
                        <a:pt x="323758" y="1169868"/>
                      </a:cubicBezTo>
                      <a:cubicBezTo>
                        <a:pt x="325375" y="1156438"/>
                        <a:pt x="326326" y="1142722"/>
                        <a:pt x="326612" y="1128815"/>
                      </a:cubicBezTo>
                      <a:cubicBezTo>
                        <a:pt x="329760" y="994509"/>
                        <a:pt x="270918" y="866247"/>
                        <a:pt x="167116" y="781153"/>
                      </a:cubicBezTo>
                      <a:lnTo>
                        <a:pt x="158556" y="774295"/>
                      </a:lnTo>
                      <a:cubicBezTo>
                        <a:pt x="-27332" y="620530"/>
                        <a:pt x="-53560" y="344961"/>
                        <a:pt x="99975" y="158794"/>
                      </a:cubicBezTo>
                      <a:cubicBezTo>
                        <a:pt x="253510" y="-27373"/>
                        <a:pt x="528667" y="-53640"/>
                        <a:pt x="714556" y="100124"/>
                      </a:cubicBezTo>
                      <a:cubicBezTo>
                        <a:pt x="814960" y="183178"/>
                        <a:pt x="873099" y="306786"/>
                        <a:pt x="873100" y="437205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ffectLst>
                  <a:outerShdw blurRad="114300" dist="38100" dir="5400000" algn="ctr" rotWithShape="0">
                    <a:srgbClr val="000000">
                      <a:alpha val="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5" name="Google Shape;515;p29"/>
                <p:cNvSpPr/>
                <p:nvPr/>
              </p:nvSpPr>
              <p:spPr>
                <a:xfrm>
                  <a:off x="5726265" y="927160"/>
                  <a:ext cx="881610" cy="882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610" h="882930" extrusionOk="0">
                      <a:moveTo>
                        <a:pt x="523806" y="83125"/>
                      </a:moveTo>
                      <a:cubicBezTo>
                        <a:pt x="721416" y="129033"/>
                        <a:pt x="844450" y="326684"/>
                        <a:pt x="798610" y="524590"/>
                      </a:cubicBezTo>
                      <a:cubicBezTo>
                        <a:pt x="752770" y="722496"/>
                        <a:pt x="555415" y="845714"/>
                        <a:pt x="357805" y="799806"/>
                      </a:cubicBezTo>
                      <a:cubicBezTo>
                        <a:pt x="160195" y="753897"/>
                        <a:pt x="37161" y="556247"/>
                        <a:pt x="83001" y="358341"/>
                      </a:cubicBezTo>
                      <a:cubicBezTo>
                        <a:pt x="128840" y="160434"/>
                        <a:pt x="326196" y="37216"/>
                        <a:pt x="523806" y="83125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6" name="Google Shape;516;p29"/>
                <p:cNvSpPr/>
                <p:nvPr/>
              </p:nvSpPr>
              <p:spPr>
                <a:xfrm>
                  <a:off x="5764764" y="965626"/>
                  <a:ext cx="804856" cy="80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856" h="806060" extrusionOk="0">
                      <a:moveTo>
                        <a:pt x="478300" y="75985"/>
                      </a:moveTo>
                      <a:cubicBezTo>
                        <a:pt x="658652" y="117951"/>
                        <a:pt x="770887" y="298394"/>
                        <a:pt x="728984" y="479016"/>
                      </a:cubicBezTo>
                      <a:cubicBezTo>
                        <a:pt x="687081" y="659638"/>
                        <a:pt x="506908" y="772041"/>
                        <a:pt x="326556" y="730076"/>
                      </a:cubicBezTo>
                      <a:cubicBezTo>
                        <a:pt x="146204" y="688110"/>
                        <a:pt x="33969" y="507667"/>
                        <a:pt x="75872" y="327045"/>
                      </a:cubicBezTo>
                      <a:cubicBezTo>
                        <a:pt x="117775" y="146423"/>
                        <a:pt x="297948" y="34020"/>
                        <a:pt x="478300" y="7598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55D36"/>
                    </a:gs>
                    <a:gs pos="99000">
                      <a:schemeClr val="accent6"/>
                    </a:gs>
                    <a:gs pos="100000">
                      <a:schemeClr val="accent6"/>
                    </a:gs>
                  </a:gsLst>
                  <a:lin ang="0" scaled="0"/>
                </a:gradFill>
                <a:ln w="25400" cap="flat" cmpd="sng">
                  <a:solidFill>
                    <a:srgbClr val="FFFFFF">
                      <a:alpha val="49803"/>
                    </a:srgb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7" name="Google Shape;517;p29"/>
                <p:cNvSpPr/>
                <p:nvPr/>
              </p:nvSpPr>
              <p:spPr>
                <a:xfrm>
                  <a:off x="6126723" y="2091475"/>
                  <a:ext cx="79251" cy="79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31" h="116204" extrusionOk="0">
                      <a:moveTo>
                        <a:pt x="116031" y="58103"/>
                      </a:moveTo>
                      <a:cubicBezTo>
                        <a:pt x="116031" y="90192"/>
                        <a:pt x="90057" y="116205"/>
                        <a:pt x="58016" y="116205"/>
                      </a:cubicBezTo>
                      <a:cubicBezTo>
                        <a:pt x="25974" y="116205"/>
                        <a:pt x="0" y="90192"/>
                        <a:pt x="0" y="58103"/>
                      </a:cubicBezTo>
                      <a:cubicBezTo>
                        <a:pt x="0" y="26014"/>
                        <a:pt x="25974" y="0"/>
                        <a:pt x="58016" y="0"/>
                      </a:cubicBezTo>
                      <a:cubicBezTo>
                        <a:pt x="90057" y="0"/>
                        <a:pt x="116031" y="26014"/>
                        <a:pt x="116031" y="5810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sp>
            <p:nvSpPr>
              <p:cNvPr id="518" name="Google Shape;518;p29"/>
              <p:cNvSpPr/>
              <p:nvPr/>
            </p:nvSpPr>
            <p:spPr>
              <a:xfrm rot="-5400000">
                <a:off x="4034056" y="3099902"/>
                <a:ext cx="1057804" cy="443483"/>
              </a:xfrm>
              <a:custGeom>
                <a:avLst/>
                <a:gdLst/>
                <a:ahLst/>
                <a:cxnLst/>
                <a:rect l="l" t="t" r="r" b="b"/>
                <a:pathLst>
                  <a:path w="656813" h="275368" extrusionOk="0">
                    <a:moveTo>
                      <a:pt x="608689" y="275368"/>
                    </a:moveTo>
                    <a:lnTo>
                      <a:pt x="656813" y="211932"/>
                    </a:lnTo>
                    <a:cubicBezTo>
                      <a:pt x="465533" y="73957"/>
                      <a:pt x="235729" y="-193"/>
                      <a:pt x="0" y="0"/>
                    </a:cubicBezTo>
                    <a:lnTo>
                      <a:pt x="0" y="79725"/>
                    </a:lnTo>
                    <a:cubicBezTo>
                      <a:pt x="218340" y="79540"/>
                      <a:pt x="431234" y="147969"/>
                      <a:pt x="608689" y="2753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 rot="-5400000">
                <a:off x="4033826" y="4157937"/>
                <a:ext cx="1058110" cy="443330"/>
              </a:xfrm>
              <a:custGeom>
                <a:avLst/>
                <a:gdLst/>
                <a:ahLst/>
                <a:cxnLst/>
                <a:rect l="l" t="t" r="r" b="b"/>
                <a:pathLst>
                  <a:path w="657003" h="275273" extrusionOk="0">
                    <a:moveTo>
                      <a:pt x="657004" y="79725"/>
                    </a:moveTo>
                    <a:lnTo>
                      <a:pt x="657004" y="79725"/>
                    </a:lnTo>
                    <a:lnTo>
                      <a:pt x="657004" y="1"/>
                    </a:lnTo>
                    <a:lnTo>
                      <a:pt x="657004" y="1"/>
                    </a:lnTo>
                    <a:cubicBezTo>
                      <a:pt x="421220" y="-260"/>
                      <a:pt x="191344" y="73858"/>
                      <a:pt x="0" y="211837"/>
                    </a:cubicBezTo>
                    <a:lnTo>
                      <a:pt x="48315" y="275273"/>
                    </a:lnTo>
                    <a:cubicBezTo>
                      <a:pt x="225769" y="147884"/>
                      <a:pt x="438670" y="79487"/>
                      <a:pt x="657004" y="7972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520" name="Google Shape;520;p29"/>
              <p:cNvGrpSpPr/>
              <p:nvPr/>
            </p:nvGrpSpPr>
            <p:grpSpPr>
              <a:xfrm rot="-5400000">
                <a:off x="4295691" y="2411327"/>
                <a:ext cx="721039" cy="683985"/>
                <a:chOff x="6634729" y="2648698"/>
                <a:chExt cx="447709" cy="424701"/>
              </a:xfrm>
            </p:grpSpPr>
            <p:sp>
              <p:nvSpPr>
                <p:cNvPr id="521" name="Google Shape;521;p29"/>
                <p:cNvSpPr/>
                <p:nvPr/>
              </p:nvSpPr>
              <p:spPr>
                <a:xfrm>
                  <a:off x="6850084" y="2725755"/>
                  <a:ext cx="155025" cy="15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25" h="153447" extrusionOk="0">
                      <a:moveTo>
                        <a:pt x="0" y="153448"/>
                      </a:moveTo>
                      <a:lnTo>
                        <a:pt x="155026" y="0"/>
                      </a:lnTo>
                    </a:path>
                  </a:pathLst>
                </a:custGeom>
                <a:noFill/>
                <a:ln w="18625" cap="flat" cmpd="sng">
                  <a:solidFill>
                    <a:schemeClr val="accent6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2" name="Google Shape;522;p29"/>
                <p:cNvSpPr/>
                <p:nvPr/>
              </p:nvSpPr>
              <p:spPr>
                <a:xfrm>
                  <a:off x="6987331" y="2648698"/>
                  <a:ext cx="95107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7" h="95250" extrusionOk="0">
                      <a:moveTo>
                        <a:pt x="13971" y="13906"/>
                      </a:moveTo>
                      <a:cubicBezTo>
                        <a:pt x="32565" y="-4669"/>
                        <a:pt x="62674" y="-4631"/>
                        <a:pt x="81222" y="13992"/>
                      </a:cubicBezTo>
                      <a:cubicBezTo>
                        <a:pt x="99770" y="32614"/>
                        <a:pt x="99731" y="62768"/>
                        <a:pt x="81137" y="81344"/>
                      </a:cubicBezTo>
                      <a:cubicBezTo>
                        <a:pt x="62576" y="99886"/>
                        <a:pt x="32532" y="99886"/>
                        <a:pt x="13971" y="81344"/>
                      </a:cubicBezTo>
                      <a:cubicBezTo>
                        <a:pt x="-4624" y="62768"/>
                        <a:pt x="-4662" y="32614"/>
                        <a:pt x="13886" y="13992"/>
                      </a:cubicBezTo>
                      <a:cubicBezTo>
                        <a:pt x="13914" y="13963"/>
                        <a:pt x="13942" y="13935"/>
                        <a:pt x="13971" y="13906"/>
                      </a:cubicBezTo>
                      <a:close/>
                      <a:moveTo>
                        <a:pt x="73032" y="73723"/>
                      </a:moveTo>
                      <a:cubicBezTo>
                        <a:pt x="87248" y="59468"/>
                        <a:pt x="87233" y="36369"/>
                        <a:pt x="72998" y="22132"/>
                      </a:cubicBezTo>
                      <a:cubicBezTo>
                        <a:pt x="58764" y="7895"/>
                        <a:pt x="35700" y="7910"/>
                        <a:pt x="21484" y="22166"/>
                      </a:cubicBezTo>
                      <a:cubicBezTo>
                        <a:pt x="7281" y="36409"/>
                        <a:pt x="7281" y="59481"/>
                        <a:pt x="21484" y="73723"/>
                      </a:cubicBezTo>
                      <a:cubicBezTo>
                        <a:pt x="35626" y="87979"/>
                        <a:pt x="58629" y="88055"/>
                        <a:pt x="72863" y="73892"/>
                      </a:cubicBezTo>
                      <a:cubicBezTo>
                        <a:pt x="72920" y="73836"/>
                        <a:pt x="72976" y="73780"/>
                        <a:pt x="73032" y="7372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3" name="Google Shape;523;p29"/>
                <p:cNvSpPr/>
                <p:nvPr/>
              </p:nvSpPr>
              <p:spPr>
                <a:xfrm>
                  <a:off x="6634729" y="2734215"/>
                  <a:ext cx="338678" cy="339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77" h="339184" extrusionOk="0">
                      <a:moveTo>
                        <a:pt x="254008" y="84796"/>
                      </a:moveTo>
                      <a:cubicBezTo>
                        <a:pt x="300770" y="131628"/>
                        <a:pt x="300769" y="207557"/>
                        <a:pt x="254008" y="254388"/>
                      </a:cubicBezTo>
                      <a:cubicBezTo>
                        <a:pt x="207246" y="301220"/>
                        <a:pt x="131431" y="301220"/>
                        <a:pt x="84669" y="254388"/>
                      </a:cubicBezTo>
                      <a:cubicBezTo>
                        <a:pt x="37908" y="207557"/>
                        <a:pt x="37908" y="131628"/>
                        <a:pt x="84669" y="84796"/>
                      </a:cubicBezTo>
                      <a:cubicBezTo>
                        <a:pt x="131431" y="37965"/>
                        <a:pt x="207246" y="37965"/>
                        <a:pt x="254008" y="847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4" name="Google Shape;524;p29"/>
                <p:cNvSpPr/>
                <p:nvPr/>
              </p:nvSpPr>
              <p:spPr>
                <a:xfrm>
                  <a:off x="6685696" y="2785266"/>
                  <a:ext cx="236724" cy="23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24" h="237078" extrusionOk="0">
                      <a:moveTo>
                        <a:pt x="177543" y="59270"/>
                      </a:moveTo>
                      <a:cubicBezTo>
                        <a:pt x="210228" y="92003"/>
                        <a:pt x="210228" y="145075"/>
                        <a:pt x="177544" y="177809"/>
                      </a:cubicBezTo>
                      <a:cubicBezTo>
                        <a:pt x="144859" y="210543"/>
                        <a:pt x="91866" y="210543"/>
                        <a:pt x="59181" y="177809"/>
                      </a:cubicBezTo>
                      <a:cubicBezTo>
                        <a:pt x="26497" y="145075"/>
                        <a:pt x="26496" y="92003"/>
                        <a:pt x="59181" y="59270"/>
                      </a:cubicBezTo>
                      <a:cubicBezTo>
                        <a:pt x="91866" y="26536"/>
                        <a:pt x="144859" y="26536"/>
                        <a:pt x="177543" y="592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55D36"/>
                    </a:gs>
                    <a:gs pos="99000">
                      <a:schemeClr val="accent6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127000" sx="101000" sy="101000" algn="ctr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25" name="Google Shape;525;p29"/>
              <p:cNvGrpSpPr/>
              <p:nvPr/>
            </p:nvGrpSpPr>
            <p:grpSpPr>
              <a:xfrm rot="-5400000">
                <a:off x="4019012" y="3470574"/>
                <a:ext cx="385931" cy="770843"/>
                <a:chOff x="6054084" y="2345897"/>
                <a:chExt cx="239633" cy="478633"/>
              </a:xfrm>
            </p:grpSpPr>
            <p:sp>
              <p:nvSpPr>
                <p:cNvPr id="526" name="Google Shape;526;p29"/>
                <p:cNvSpPr/>
                <p:nvPr/>
              </p:nvSpPr>
              <p:spPr>
                <a:xfrm>
                  <a:off x="6175573" y="2435242"/>
                  <a:ext cx="9510" cy="21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" h="218313" extrusionOk="0">
                      <a:moveTo>
                        <a:pt x="0" y="218313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2"/>
                </a:solidFill>
                <a:ln w="18625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7" name="Google Shape;527;p29"/>
                <p:cNvSpPr/>
                <p:nvPr/>
              </p:nvSpPr>
              <p:spPr>
                <a:xfrm>
                  <a:off x="6128019" y="2345897"/>
                  <a:ext cx="95107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7" h="95250" extrusionOk="0">
                      <a:moveTo>
                        <a:pt x="95108" y="47625"/>
                      </a:moveTo>
                      <a:cubicBezTo>
                        <a:pt x="95108" y="73928"/>
                        <a:pt x="73817" y="95250"/>
                        <a:pt x="47554" y="95250"/>
                      </a:cubicBezTo>
                      <a:cubicBezTo>
                        <a:pt x="21291" y="95250"/>
                        <a:pt x="0" y="73928"/>
                        <a:pt x="0" y="47625"/>
                      </a:cubicBezTo>
                      <a:cubicBezTo>
                        <a:pt x="0" y="21322"/>
                        <a:pt x="21291" y="0"/>
                        <a:pt x="47554" y="0"/>
                      </a:cubicBezTo>
                      <a:cubicBezTo>
                        <a:pt x="73817" y="0"/>
                        <a:pt x="95108" y="21322"/>
                        <a:pt x="95108" y="47625"/>
                      </a:cubicBezTo>
                      <a:close/>
                      <a:moveTo>
                        <a:pt x="11128" y="47625"/>
                      </a:moveTo>
                      <a:cubicBezTo>
                        <a:pt x="11128" y="67773"/>
                        <a:pt x="27436" y="84106"/>
                        <a:pt x="47554" y="84106"/>
                      </a:cubicBezTo>
                      <a:cubicBezTo>
                        <a:pt x="67671" y="84106"/>
                        <a:pt x="83980" y="67773"/>
                        <a:pt x="83980" y="47625"/>
                      </a:cubicBezTo>
                      <a:cubicBezTo>
                        <a:pt x="83980" y="27477"/>
                        <a:pt x="67671" y="11144"/>
                        <a:pt x="47554" y="11144"/>
                      </a:cubicBezTo>
                      <a:cubicBezTo>
                        <a:pt x="27458" y="11197"/>
                        <a:pt x="11180" y="27499"/>
                        <a:pt x="11128" y="4762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8" name="Google Shape;528;p29"/>
                <p:cNvSpPr/>
                <p:nvPr/>
              </p:nvSpPr>
              <p:spPr>
                <a:xfrm>
                  <a:off x="6054084" y="2584499"/>
                  <a:ext cx="239633" cy="24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633" h="240031" extrusionOk="0">
                      <a:moveTo>
                        <a:pt x="208036" y="201262"/>
                      </a:moveTo>
                      <a:cubicBezTo>
                        <a:pt x="163232" y="250047"/>
                        <a:pt x="87423" y="253219"/>
                        <a:pt x="38711" y="208348"/>
                      </a:cubicBezTo>
                      <a:cubicBezTo>
                        <a:pt x="-10001" y="163476"/>
                        <a:pt x="-13168" y="87553"/>
                        <a:pt x="31636" y="38769"/>
                      </a:cubicBezTo>
                      <a:cubicBezTo>
                        <a:pt x="76441" y="-10016"/>
                        <a:pt x="152250" y="-13188"/>
                        <a:pt x="200962" y="31684"/>
                      </a:cubicBezTo>
                      <a:cubicBezTo>
                        <a:pt x="200974" y="31695"/>
                        <a:pt x="200986" y="31706"/>
                        <a:pt x="200998" y="31717"/>
                      </a:cubicBezTo>
                      <a:cubicBezTo>
                        <a:pt x="249625" y="76620"/>
                        <a:pt x="252774" y="152473"/>
                        <a:pt x="208036" y="20126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9" name="Google Shape;529;p29"/>
                <p:cNvSpPr/>
                <p:nvPr/>
              </p:nvSpPr>
              <p:spPr>
                <a:xfrm>
                  <a:off x="6090320" y="2620691"/>
                  <a:ext cx="167351" cy="167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51" h="167640" extrusionOk="0">
                      <a:moveTo>
                        <a:pt x="145270" y="140592"/>
                      </a:moveTo>
                      <a:cubicBezTo>
                        <a:pt x="113963" y="174649"/>
                        <a:pt x="61016" y="176841"/>
                        <a:pt x="27009" y="145487"/>
                      </a:cubicBezTo>
                      <a:cubicBezTo>
                        <a:pt x="-6998" y="114134"/>
                        <a:pt x="-9187" y="61107"/>
                        <a:pt x="22120" y="27049"/>
                      </a:cubicBezTo>
                      <a:cubicBezTo>
                        <a:pt x="53407" y="-6986"/>
                        <a:pt x="106311" y="-9201"/>
                        <a:pt x="140324" y="22101"/>
                      </a:cubicBezTo>
                      <a:cubicBezTo>
                        <a:pt x="174331" y="53468"/>
                        <a:pt x="176544" y="106492"/>
                        <a:pt x="145270" y="14059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F473D"/>
                    </a:gs>
                    <a:gs pos="99000">
                      <a:schemeClr val="accent5"/>
                    </a:gs>
                    <a:gs pos="100000">
                      <a:schemeClr val="accent5"/>
                    </a:gs>
                  </a:gsLst>
                  <a:lin ang="9600000" scaled="0"/>
                </a:gradFill>
                <a:ln>
                  <a:noFill/>
                </a:ln>
                <a:effectLst>
                  <a:outerShdw blurRad="127000" sx="101000" sy="101000" algn="ctr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30" name="Google Shape;530;p29"/>
              <p:cNvGrpSpPr/>
              <p:nvPr/>
            </p:nvGrpSpPr>
            <p:grpSpPr>
              <a:xfrm rot="-5400000">
                <a:off x="4306322" y="4625201"/>
                <a:ext cx="699711" cy="684037"/>
                <a:chOff x="5266683" y="2648660"/>
                <a:chExt cx="434465" cy="424733"/>
              </a:xfrm>
            </p:grpSpPr>
            <p:sp>
              <p:nvSpPr>
                <p:cNvPr id="531" name="Google Shape;531;p29"/>
                <p:cNvSpPr/>
                <p:nvPr/>
              </p:nvSpPr>
              <p:spPr>
                <a:xfrm>
                  <a:off x="5351941" y="2725754"/>
                  <a:ext cx="155025" cy="15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25" h="153447" extrusionOk="0">
                      <a:moveTo>
                        <a:pt x="155025" y="1534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625" cap="flat" cmpd="sng">
                  <a:solidFill>
                    <a:schemeClr val="accent4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2" name="Google Shape;532;p29"/>
                <p:cNvSpPr/>
                <p:nvPr/>
              </p:nvSpPr>
              <p:spPr>
                <a:xfrm>
                  <a:off x="5266683" y="2648660"/>
                  <a:ext cx="95107" cy="9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7" h="95249" extrusionOk="0">
                      <a:moveTo>
                        <a:pt x="81174" y="13944"/>
                      </a:moveTo>
                      <a:cubicBezTo>
                        <a:pt x="99748" y="32540"/>
                        <a:pt x="99753" y="62694"/>
                        <a:pt x="81184" y="81296"/>
                      </a:cubicBezTo>
                      <a:cubicBezTo>
                        <a:pt x="62616" y="99897"/>
                        <a:pt x="32507" y="99902"/>
                        <a:pt x="13933" y="81306"/>
                      </a:cubicBezTo>
                      <a:cubicBezTo>
                        <a:pt x="-4640" y="62710"/>
                        <a:pt x="-4645" y="32556"/>
                        <a:pt x="13923" y="13954"/>
                      </a:cubicBezTo>
                      <a:cubicBezTo>
                        <a:pt x="13926" y="13951"/>
                        <a:pt x="13930" y="13947"/>
                        <a:pt x="13933" y="13944"/>
                      </a:cubicBezTo>
                      <a:cubicBezTo>
                        <a:pt x="32503" y="-4648"/>
                        <a:pt x="62605" y="-4648"/>
                        <a:pt x="81174" y="13944"/>
                      </a:cubicBezTo>
                      <a:close/>
                      <a:moveTo>
                        <a:pt x="22113" y="73761"/>
                      </a:moveTo>
                      <a:cubicBezTo>
                        <a:pt x="36321" y="88024"/>
                        <a:pt x="59385" y="88052"/>
                        <a:pt x="73627" y="73822"/>
                      </a:cubicBezTo>
                      <a:cubicBezTo>
                        <a:pt x="87869" y="59593"/>
                        <a:pt x="87897" y="36494"/>
                        <a:pt x="73688" y="22231"/>
                      </a:cubicBezTo>
                      <a:cubicBezTo>
                        <a:pt x="59480" y="7967"/>
                        <a:pt x="36416" y="7940"/>
                        <a:pt x="22174" y="22169"/>
                      </a:cubicBezTo>
                      <a:cubicBezTo>
                        <a:pt x="22153" y="22190"/>
                        <a:pt x="22133" y="22210"/>
                        <a:pt x="22113" y="22231"/>
                      </a:cubicBezTo>
                      <a:cubicBezTo>
                        <a:pt x="7980" y="36492"/>
                        <a:pt x="7980" y="59500"/>
                        <a:pt x="22113" y="7376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3" name="Google Shape;533;p29"/>
                <p:cNvSpPr/>
                <p:nvPr/>
              </p:nvSpPr>
              <p:spPr>
                <a:xfrm>
                  <a:off x="5362471" y="2734209"/>
                  <a:ext cx="338677" cy="339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77" h="339184" extrusionOk="0">
                      <a:moveTo>
                        <a:pt x="254008" y="84796"/>
                      </a:moveTo>
                      <a:cubicBezTo>
                        <a:pt x="300770" y="131628"/>
                        <a:pt x="300770" y="207557"/>
                        <a:pt x="254008" y="254388"/>
                      </a:cubicBezTo>
                      <a:cubicBezTo>
                        <a:pt x="207246" y="301220"/>
                        <a:pt x="131431" y="301220"/>
                        <a:pt x="84669" y="254388"/>
                      </a:cubicBezTo>
                      <a:cubicBezTo>
                        <a:pt x="37908" y="207557"/>
                        <a:pt x="37908" y="131628"/>
                        <a:pt x="84669" y="84796"/>
                      </a:cubicBezTo>
                      <a:cubicBezTo>
                        <a:pt x="131431" y="37965"/>
                        <a:pt x="207246" y="37965"/>
                        <a:pt x="254008" y="847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4" name="Google Shape;534;p29"/>
                <p:cNvSpPr/>
                <p:nvPr/>
              </p:nvSpPr>
              <p:spPr>
                <a:xfrm>
                  <a:off x="5413448" y="2785262"/>
                  <a:ext cx="236724" cy="23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24" h="237078" extrusionOk="0">
                      <a:moveTo>
                        <a:pt x="177543" y="59270"/>
                      </a:moveTo>
                      <a:cubicBezTo>
                        <a:pt x="210228" y="92004"/>
                        <a:pt x="210228" y="145075"/>
                        <a:pt x="177543" y="177809"/>
                      </a:cubicBezTo>
                      <a:cubicBezTo>
                        <a:pt x="144858" y="210543"/>
                        <a:pt x="91866" y="210543"/>
                        <a:pt x="59181" y="177809"/>
                      </a:cubicBezTo>
                      <a:cubicBezTo>
                        <a:pt x="26496" y="145075"/>
                        <a:pt x="26496" y="92004"/>
                        <a:pt x="59181" y="59270"/>
                      </a:cubicBezTo>
                      <a:cubicBezTo>
                        <a:pt x="91866" y="26536"/>
                        <a:pt x="144858" y="26536"/>
                        <a:pt x="177543" y="592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D7654"/>
                    </a:gs>
                    <a:gs pos="99000">
                      <a:schemeClr val="accent4"/>
                    </a:gs>
                    <a:gs pos="100000">
                      <a:schemeClr val="accent4"/>
                    </a:gs>
                  </a:gsLst>
                  <a:lin ang="6000000" scaled="0"/>
                </a:gradFill>
                <a:ln>
                  <a:noFill/>
                </a:ln>
                <a:effectLst>
                  <a:outerShdw blurRad="127000" sx="101000" sy="101000" algn="ctr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  <p:sp>
        <p:nvSpPr>
          <p:cNvPr id="535" name="Google Shape;535;p29"/>
          <p:cNvSpPr txBox="1"/>
          <p:nvPr/>
        </p:nvSpPr>
        <p:spPr>
          <a:xfrm>
            <a:off x="2513106" y="383584"/>
            <a:ext cx="753114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Design Process</a:t>
            </a:r>
            <a:endParaRPr dirty="0"/>
          </a:p>
        </p:txBody>
      </p:sp>
      <p:sp>
        <p:nvSpPr>
          <p:cNvPr id="536" name="Google Shape;536;p2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537" name="Google Shape;537;p29"/>
          <p:cNvGrpSpPr/>
          <p:nvPr/>
        </p:nvGrpSpPr>
        <p:grpSpPr>
          <a:xfrm flipH="1">
            <a:off x="9138950" y="1485125"/>
            <a:ext cx="2270462" cy="1220146"/>
            <a:chOff x="1028776" y="4595000"/>
            <a:chExt cx="2270462" cy="1220146"/>
          </a:xfrm>
        </p:grpSpPr>
        <p:sp>
          <p:nvSpPr>
            <p:cNvPr id="538" name="Google Shape;538;p29"/>
            <p:cNvSpPr txBox="1"/>
            <p:nvPr/>
          </p:nvSpPr>
          <p:spPr>
            <a:xfrm>
              <a:off x="1087198" y="4595000"/>
              <a:ext cx="2211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Component Design</a:t>
              </a:r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1028776" y="4818719"/>
              <a:ext cx="2270462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Component designs are typically in the form of class diagrams, sequence diagrams, </a:t>
              </a:r>
              <a:r>
                <a:rPr lang="en-US" sz="1050" dirty="0" err="1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etc</a:t>
              </a:r>
              <a:endParaRPr lang="en-US" sz="1600" dirty="0"/>
            </a:p>
          </p:txBody>
        </p:sp>
      </p:grpSp>
      <p:grpSp>
        <p:nvGrpSpPr>
          <p:cNvPr id="540" name="Google Shape;540;p29"/>
          <p:cNvGrpSpPr/>
          <p:nvPr/>
        </p:nvGrpSpPr>
        <p:grpSpPr>
          <a:xfrm flipH="1">
            <a:off x="9134183" y="5025125"/>
            <a:ext cx="2295980" cy="1220146"/>
            <a:chOff x="1003258" y="4595000"/>
            <a:chExt cx="2295980" cy="1220146"/>
          </a:xfrm>
        </p:grpSpPr>
        <p:sp>
          <p:nvSpPr>
            <p:cNvPr id="541" name="Google Shape;541;p29"/>
            <p:cNvSpPr txBox="1"/>
            <p:nvPr/>
          </p:nvSpPr>
          <p:spPr>
            <a:xfrm>
              <a:off x="1003260" y="4595000"/>
              <a:ext cx="2295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3"/>
                  </a:solidFill>
                  <a:latin typeface="Poppins"/>
                  <a:ea typeface="Poppins"/>
                  <a:cs typeface="Poppins"/>
                  <a:sym typeface="Poppins"/>
                </a:rPr>
                <a:t>Documentation</a:t>
              </a:r>
              <a:endParaRPr sz="1600" dirty="0"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1003258" y="4818719"/>
              <a:ext cx="2295980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Design documentation must be cl</a:t>
              </a:r>
              <a:r>
                <a:rPr lang="en-US" sz="1050" dirty="0">
                  <a:solidFill>
                    <a:srgbClr val="0C0C0C"/>
                  </a:solidFill>
                  <a:latin typeface="Poppins"/>
                  <a:ea typeface="Poppins"/>
                  <a:cs typeface="Poppins"/>
                  <a:sym typeface="Poppins"/>
                </a:rPr>
                <a:t>ear and concise. Then submit to be approved. </a:t>
              </a:r>
              <a:endParaRPr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3" name="Google Shape;543;p29"/>
          <p:cNvGrpSpPr/>
          <p:nvPr/>
        </p:nvGrpSpPr>
        <p:grpSpPr>
          <a:xfrm>
            <a:off x="700461" y="1485125"/>
            <a:ext cx="2212028" cy="1220146"/>
            <a:chOff x="1087216" y="4595000"/>
            <a:chExt cx="2212028" cy="1220146"/>
          </a:xfrm>
        </p:grpSpPr>
        <p:sp>
          <p:nvSpPr>
            <p:cNvPr id="544" name="Google Shape;544;p29"/>
            <p:cNvSpPr txBox="1"/>
            <p:nvPr/>
          </p:nvSpPr>
          <p:spPr>
            <a:xfrm>
              <a:off x="1087344" y="4595000"/>
              <a:ext cx="2211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6"/>
                  </a:solidFill>
                  <a:latin typeface="Poppins"/>
                  <a:ea typeface="Poppins"/>
                  <a:cs typeface="Poppins"/>
                  <a:sym typeface="Poppins"/>
                </a:rPr>
                <a:t>Software Architecture</a:t>
              </a:r>
              <a:endParaRPr lang="en-US" sz="1600" dirty="0"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1087216" y="4818719"/>
              <a:ext cx="2212022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Macro design approach for creating models that depict the quality and function of the software system</a:t>
              </a:r>
              <a:endParaRPr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6" name="Google Shape;546;p29"/>
          <p:cNvGrpSpPr/>
          <p:nvPr/>
        </p:nvGrpSpPr>
        <p:grpSpPr>
          <a:xfrm>
            <a:off x="494266" y="5025125"/>
            <a:ext cx="2469600" cy="1220019"/>
            <a:chOff x="829898" y="4595000"/>
            <a:chExt cx="2469600" cy="1220019"/>
          </a:xfrm>
        </p:grpSpPr>
        <p:sp>
          <p:nvSpPr>
            <p:cNvPr id="547" name="Google Shape;547;p29"/>
            <p:cNvSpPr txBox="1"/>
            <p:nvPr/>
          </p:nvSpPr>
          <p:spPr>
            <a:xfrm>
              <a:off x="829898" y="4595000"/>
              <a:ext cx="24696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4"/>
                  </a:solidFill>
                  <a:latin typeface="Poppins"/>
                  <a:ea typeface="Poppins"/>
                  <a:cs typeface="Poppins"/>
                  <a:sym typeface="Poppins"/>
                </a:rPr>
                <a:t>Interface Design</a:t>
              </a:r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1003258" y="4818719"/>
              <a:ext cx="2295900" cy="9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Provide a standardized way for accessing services provided by software components</a:t>
              </a:r>
              <a:endParaRPr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9" name="Google Shape;549;p29"/>
          <p:cNvGrpSpPr/>
          <p:nvPr/>
        </p:nvGrpSpPr>
        <p:grpSpPr>
          <a:xfrm>
            <a:off x="91856" y="3288875"/>
            <a:ext cx="2212022" cy="1220155"/>
            <a:chOff x="1087216" y="4594991"/>
            <a:chExt cx="2212022" cy="1220155"/>
          </a:xfrm>
        </p:grpSpPr>
        <p:sp>
          <p:nvSpPr>
            <p:cNvPr id="550" name="Google Shape;550;p29"/>
            <p:cNvSpPr txBox="1"/>
            <p:nvPr/>
          </p:nvSpPr>
          <p:spPr>
            <a:xfrm>
              <a:off x="1087224" y="4594991"/>
              <a:ext cx="2211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Detailed Design</a:t>
              </a:r>
              <a:endParaRPr sz="1600" dirty="0"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1087216" y="4818719"/>
              <a:ext cx="2212022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Focuses on functional requirements, whereas the architecture focuses mostly on non-functional, or quality, requirements</a:t>
              </a:r>
              <a:endParaRPr lang="en-US" sz="1600" dirty="0"/>
            </a:p>
          </p:txBody>
        </p:sp>
      </p:grpSp>
      <p:grpSp>
        <p:nvGrpSpPr>
          <p:cNvPr id="552" name="Google Shape;552;p29"/>
          <p:cNvGrpSpPr/>
          <p:nvPr/>
        </p:nvGrpSpPr>
        <p:grpSpPr>
          <a:xfrm flipH="1">
            <a:off x="9802660" y="3288875"/>
            <a:ext cx="2453164" cy="1233485"/>
            <a:chOff x="846006" y="4594991"/>
            <a:chExt cx="2453164" cy="1233485"/>
          </a:xfrm>
        </p:grpSpPr>
        <p:sp>
          <p:nvSpPr>
            <p:cNvPr id="553" name="Google Shape;553;p29"/>
            <p:cNvSpPr txBox="1"/>
            <p:nvPr/>
          </p:nvSpPr>
          <p:spPr>
            <a:xfrm>
              <a:off x="948970" y="4594991"/>
              <a:ext cx="23502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oppins"/>
                  <a:ea typeface="Poppins"/>
                  <a:cs typeface="Poppins"/>
                  <a:sym typeface="Poppins"/>
                </a:rPr>
                <a:t>Scoping Design</a:t>
              </a:r>
              <a:endParaRPr lang="en-US" sz="1600" dirty="0"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846006" y="4832049"/>
              <a:ext cx="2449978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Construction design is important to reason, communicate, and document the solution to complex programming problems</a:t>
              </a:r>
            </a:p>
          </p:txBody>
        </p:sp>
      </p:grpSp>
      <p:sp>
        <p:nvSpPr>
          <p:cNvPr id="555" name="Google Shape;555;p29"/>
          <p:cNvSpPr txBox="1"/>
          <p:nvPr/>
        </p:nvSpPr>
        <p:spPr>
          <a:xfrm>
            <a:off x="3172135" y="1825799"/>
            <a:ext cx="511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00"/>
          </a:p>
        </p:txBody>
      </p:sp>
      <p:sp>
        <p:nvSpPr>
          <p:cNvPr id="556" name="Google Shape;556;p29"/>
          <p:cNvSpPr txBox="1"/>
          <p:nvPr/>
        </p:nvSpPr>
        <p:spPr>
          <a:xfrm>
            <a:off x="8462585" y="1825799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4</a:t>
            </a:r>
            <a:endParaRPr sz="100" dirty="0"/>
          </a:p>
        </p:txBody>
      </p:sp>
      <p:sp>
        <p:nvSpPr>
          <p:cNvPr id="557" name="Google Shape;557;p29"/>
          <p:cNvSpPr txBox="1"/>
          <p:nvPr/>
        </p:nvSpPr>
        <p:spPr>
          <a:xfrm>
            <a:off x="2660635" y="3338824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2</a:t>
            </a:r>
            <a:endParaRPr sz="100" dirty="0"/>
          </a:p>
        </p:txBody>
      </p:sp>
      <p:sp>
        <p:nvSpPr>
          <p:cNvPr id="558" name="Google Shape;558;p29"/>
          <p:cNvSpPr txBox="1"/>
          <p:nvPr/>
        </p:nvSpPr>
        <p:spPr>
          <a:xfrm>
            <a:off x="8974085" y="3338824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5</a:t>
            </a:r>
            <a:endParaRPr sz="100" dirty="0"/>
          </a:p>
        </p:txBody>
      </p:sp>
      <p:sp>
        <p:nvSpPr>
          <p:cNvPr id="559" name="Google Shape;559;p29"/>
          <p:cNvSpPr txBox="1"/>
          <p:nvPr/>
        </p:nvSpPr>
        <p:spPr>
          <a:xfrm>
            <a:off x="3172135" y="4851849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3</a:t>
            </a:r>
            <a:endParaRPr sz="100" dirty="0"/>
          </a:p>
        </p:txBody>
      </p:sp>
      <p:sp>
        <p:nvSpPr>
          <p:cNvPr id="560" name="Google Shape;560;p29"/>
          <p:cNvSpPr txBox="1"/>
          <p:nvPr/>
        </p:nvSpPr>
        <p:spPr>
          <a:xfrm>
            <a:off x="8462585" y="4851849"/>
            <a:ext cx="511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00"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BC071F55-D481-730C-F978-A48DB40E4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1"/>
          <p:cNvGrpSpPr/>
          <p:nvPr/>
        </p:nvGrpSpPr>
        <p:grpSpPr>
          <a:xfrm>
            <a:off x="5838441" y="1401554"/>
            <a:ext cx="6353480" cy="4657743"/>
            <a:chOff x="213312" y="2256562"/>
            <a:chExt cx="5225331" cy="3830696"/>
          </a:xfrm>
        </p:grpSpPr>
        <p:grpSp>
          <p:nvGrpSpPr>
            <p:cNvPr id="597" name="Google Shape;597;p31"/>
            <p:cNvGrpSpPr/>
            <p:nvPr/>
          </p:nvGrpSpPr>
          <p:grpSpPr>
            <a:xfrm>
              <a:off x="1460964" y="2724006"/>
              <a:ext cx="3365121" cy="3363252"/>
              <a:chOff x="800099" y="1905000"/>
              <a:chExt cx="2855912" cy="2854325"/>
            </a:xfrm>
          </p:grpSpPr>
          <p:sp>
            <p:nvSpPr>
              <p:cNvPr id="598" name="Google Shape;598;p31"/>
              <p:cNvSpPr/>
              <p:nvPr/>
            </p:nvSpPr>
            <p:spPr>
              <a:xfrm>
                <a:off x="1417637" y="1905000"/>
                <a:ext cx="2238374" cy="28543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176" extrusionOk="0">
                    <a:moveTo>
                      <a:pt x="334" y="0"/>
                    </a:moveTo>
                    <a:cubicBezTo>
                      <a:pt x="334" y="148"/>
                      <a:pt x="334" y="148"/>
                      <a:pt x="334" y="148"/>
                    </a:cubicBezTo>
                    <a:cubicBezTo>
                      <a:pt x="577" y="148"/>
                      <a:pt x="774" y="345"/>
                      <a:pt x="774" y="588"/>
                    </a:cubicBezTo>
                    <a:cubicBezTo>
                      <a:pt x="774" y="831"/>
                      <a:pt x="577" y="1029"/>
                      <a:pt x="334" y="1029"/>
                    </a:cubicBezTo>
                    <a:cubicBezTo>
                      <a:pt x="241" y="1029"/>
                      <a:pt x="155" y="1000"/>
                      <a:pt x="84" y="951"/>
                    </a:cubicBezTo>
                    <a:cubicBezTo>
                      <a:pt x="0" y="1072"/>
                      <a:pt x="0" y="1072"/>
                      <a:pt x="0" y="1072"/>
                    </a:cubicBezTo>
                    <a:cubicBezTo>
                      <a:pt x="95" y="1137"/>
                      <a:pt x="210" y="1176"/>
                      <a:pt x="334" y="1176"/>
                    </a:cubicBezTo>
                    <a:cubicBezTo>
                      <a:pt x="658" y="1176"/>
                      <a:pt x="922" y="913"/>
                      <a:pt x="922" y="588"/>
                    </a:cubicBezTo>
                    <a:cubicBezTo>
                      <a:pt x="922" y="264"/>
                      <a:pt x="658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9" name="Google Shape;599;p31"/>
              <p:cNvSpPr/>
              <p:nvPr/>
            </p:nvSpPr>
            <p:spPr>
              <a:xfrm>
                <a:off x="800099" y="2919413"/>
                <a:ext cx="820738" cy="158750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54" extrusionOk="0">
                    <a:moveTo>
                      <a:pt x="148" y="170"/>
                    </a:moveTo>
                    <a:cubicBezTo>
                      <a:pt x="148" y="126"/>
                      <a:pt x="154" y="83"/>
                      <a:pt x="166" y="43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9" y="54"/>
                      <a:pt x="0" y="111"/>
                      <a:pt x="0" y="170"/>
                    </a:cubicBezTo>
                    <a:cubicBezTo>
                      <a:pt x="0" y="371"/>
                      <a:pt x="101" y="548"/>
                      <a:pt x="254" y="654"/>
                    </a:cubicBezTo>
                    <a:cubicBezTo>
                      <a:pt x="338" y="533"/>
                      <a:pt x="338" y="533"/>
                      <a:pt x="338" y="533"/>
                    </a:cubicBezTo>
                    <a:cubicBezTo>
                      <a:pt x="223" y="453"/>
                      <a:pt x="148" y="320"/>
                      <a:pt x="148" y="17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0" name="Google Shape;600;p31"/>
              <p:cNvSpPr/>
              <p:nvPr/>
            </p:nvSpPr>
            <p:spPr>
              <a:xfrm>
                <a:off x="1543049" y="1905000"/>
                <a:ext cx="685800" cy="490538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02" extrusionOk="0">
                    <a:moveTo>
                      <a:pt x="282" y="148"/>
                    </a:moveTo>
                    <a:cubicBezTo>
                      <a:pt x="282" y="148"/>
                      <a:pt x="282" y="148"/>
                      <a:pt x="282" y="148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180" y="0"/>
                      <a:pt x="84" y="27"/>
                      <a:pt x="0" y="73"/>
                    </a:cubicBezTo>
                    <a:cubicBezTo>
                      <a:pt x="71" y="202"/>
                      <a:pt x="71" y="202"/>
                      <a:pt x="71" y="202"/>
                    </a:cubicBezTo>
                    <a:cubicBezTo>
                      <a:pt x="133" y="167"/>
                      <a:pt x="205" y="148"/>
                      <a:pt x="282" y="14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1" name="Google Shape;601;p31"/>
              <p:cNvSpPr/>
              <p:nvPr/>
            </p:nvSpPr>
            <p:spPr>
              <a:xfrm>
                <a:off x="860424" y="2081213"/>
                <a:ext cx="855663" cy="9429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88" extrusionOk="0">
                    <a:moveTo>
                      <a:pt x="352" y="129"/>
                    </a:moveTo>
                    <a:cubicBezTo>
                      <a:pt x="281" y="0"/>
                      <a:pt x="281" y="0"/>
                      <a:pt x="281" y="0"/>
                    </a:cubicBezTo>
                    <a:cubicBezTo>
                      <a:pt x="147" y="73"/>
                      <a:pt x="45" y="197"/>
                      <a:pt x="0" y="345"/>
                    </a:cubicBezTo>
                    <a:cubicBezTo>
                      <a:pt x="141" y="388"/>
                      <a:pt x="141" y="388"/>
                      <a:pt x="141" y="388"/>
                    </a:cubicBezTo>
                    <a:cubicBezTo>
                      <a:pt x="175" y="276"/>
                      <a:pt x="251" y="184"/>
                      <a:pt x="352" y="12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602" name="Google Shape;602;p31"/>
            <p:cNvSpPr txBox="1"/>
            <p:nvPr/>
          </p:nvSpPr>
          <p:spPr>
            <a:xfrm>
              <a:off x="4410243" y="2863367"/>
              <a:ext cx="10284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58%</a:t>
              </a:r>
              <a:endParaRPr/>
            </a:p>
          </p:txBody>
        </p:sp>
        <p:sp>
          <p:nvSpPr>
            <p:cNvPr id="603" name="Google Shape;603;p31"/>
            <p:cNvSpPr txBox="1"/>
            <p:nvPr/>
          </p:nvSpPr>
          <p:spPr>
            <a:xfrm>
              <a:off x="1954761" y="2256562"/>
              <a:ext cx="11901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5%</a:t>
              </a:r>
              <a:endParaRPr/>
            </a:p>
          </p:txBody>
        </p:sp>
        <p:sp>
          <p:nvSpPr>
            <p:cNvPr id="604" name="Google Shape;604;p31"/>
            <p:cNvSpPr txBox="1"/>
            <p:nvPr/>
          </p:nvSpPr>
          <p:spPr>
            <a:xfrm>
              <a:off x="739383" y="3071115"/>
              <a:ext cx="9951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12%</a:t>
              </a:r>
              <a:endParaRPr/>
            </a:p>
          </p:txBody>
        </p:sp>
        <p:sp>
          <p:nvSpPr>
            <p:cNvPr id="605" name="Google Shape;605;p31"/>
            <p:cNvSpPr txBox="1"/>
            <p:nvPr/>
          </p:nvSpPr>
          <p:spPr>
            <a:xfrm>
              <a:off x="213312" y="4889964"/>
              <a:ext cx="13065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25%</a:t>
              </a:r>
              <a:endParaRPr/>
            </a:p>
          </p:txBody>
        </p:sp>
      </p:grpSp>
      <p:grpSp>
        <p:nvGrpSpPr>
          <p:cNvPr id="606" name="Google Shape;606;p31"/>
          <p:cNvGrpSpPr/>
          <p:nvPr/>
        </p:nvGrpSpPr>
        <p:grpSpPr>
          <a:xfrm>
            <a:off x="619441" y="5395241"/>
            <a:ext cx="1881300" cy="912600"/>
            <a:chOff x="1372226" y="5011404"/>
            <a:chExt cx="1881300" cy="912600"/>
          </a:xfrm>
        </p:grpSpPr>
        <p:sp>
          <p:nvSpPr>
            <p:cNvPr id="607" name="Google Shape;607;p31"/>
            <p:cNvSpPr/>
            <p:nvPr/>
          </p:nvSpPr>
          <p:spPr>
            <a:xfrm>
              <a:off x="1372226" y="5011404"/>
              <a:ext cx="1881300" cy="912600"/>
            </a:xfrm>
            <a:prstGeom prst="roundRect">
              <a:avLst>
                <a:gd name="adj" fmla="val 1598"/>
              </a:avLst>
            </a:prstGeom>
            <a:solidFill>
              <a:schemeClr val="lt1"/>
            </a:solidFill>
            <a:ln>
              <a:noFill/>
            </a:ln>
            <a:effectLst>
              <a:outerShdw blurRad="1270000" dist="266700" dir="5400000" sx="93000" sy="93000" algn="t" rotWithShape="0">
                <a:srgbClr val="000000">
                  <a:alpha val="1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462046" y="5507543"/>
              <a:ext cx="17016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Non-Functional</a:t>
              </a:r>
              <a:endParaRPr dirty="0"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1543844" y="5060265"/>
              <a:ext cx="1538100" cy="60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accent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12%</a:t>
              </a:r>
              <a:endParaRPr/>
            </a:p>
          </p:txBody>
        </p:sp>
      </p:grpSp>
      <p:grpSp>
        <p:nvGrpSpPr>
          <p:cNvPr id="610" name="Google Shape;610;p31"/>
          <p:cNvGrpSpPr/>
          <p:nvPr/>
        </p:nvGrpSpPr>
        <p:grpSpPr>
          <a:xfrm>
            <a:off x="2636686" y="5395241"/>
            <a:ext cx="1881300" cy="912600"/>
            <a:chOff x="3389471" y="5011404"/>
            <a:chExt cx="1881300" cy="912600"/>
          </a:xfrm>
        </p:grpSpPr>
        <p:sp>
          <p:nvSpPr>
            <p:cNvPr id="611" name="Google Shape;611;p31"/>
            <p:cNvSpPr/>
            <p:nvPr/>
          </p:nvSpPr>
          <p:spPr>
            <a:xfrm>
              <a:off x="3389471" y="5011404"/>
              <a:ext cx="1881300" cy="912600"/>
            </a:xfrm>
            <a:prstGeom prst="roundRect">
              <a:avLst>
                <a:gd name="adj" fmla="val 1598"/>
              </a:avLst>
            </a:prstGeom>
            <a:solidFill>
              <a:schemeClr val="lt1"/>
            </a:solidFill>
            <a:ln>
              <a:noFill/>
            </a:ln>
            <a:effectLst>
              <a:outerShdw blurRad="1270000" dist="266700" dir="5400000" sx="93000" sy="93000" algn="t" rotWithShape="0">
                <a:srgbClr val="000000">
                  <a:alpha val="1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3479291" y="5507543"/>
              <a:ext cx="17016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Sustainability</a:t>
              </a:r>
              <a:endParaRPr/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3561089" y="5060265"/>
              <a:ext cx="1538100" cy="60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accent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5%</a:t>
              </a:r>
              <a:endParaRPr/>
            </a:p>
          </p:txBody>
        </p:sp>
      </p:grpSp>
      <p:grpSp>
        <p:nvGrpSpPr>
          <p:cNvPr id="614" name="Google Shape;614;p31"/>
          <p:cNvGrpSpPr/>
          <p:nvPr/>
        </p:nvGrpSpPr>
        <p:grpSpPr>
          <a:xfrm>
            <a:off x="619441" y="4297978"/>
            <a:ext cx="1881300" cy="912600"/>
            <a:chOff x="1372226" y="3914141"/>
            <a:chExt cx="1881300" cy="912600"/>
          </a:xfrm>
        </p:grpSpPr>
        <p:sp>
          <p:nvSpPr>
            <p:cNvPr id="615" name="Google Shape;615;p31"/>
            <p:cNvSpPr/>
            <p:nvPr/>
          </p:nvSpPr>
          <p:spPr>
            <a:xfrm>
              <a:off x="1372226" y="3914141"/>
              <a:ext cx="1881300" cy="912600"/>
            </a:xfrm>
            <a:prstGeom prst="roundRect">
              <a:avLst>
                <a:gd name="adj" fmla="val 1598"/>
              </a:avLst>
            </a:prstGeom>
            <a:solidFill>
              <a:schemeClr val="lt1"/>
            </a:solidFill>
            <a:ln>
              <a:noFill/>
            </a:ln>
            <a:effectLst>
              <a:outerShdw blurRad="1270000" dist="266700" dir="5400000" sx="93000" sy="93000" algn="t" rotWithShape="0">
                <a:srgbClr val="000000">
                  <a:alpha val="1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1462046" y="4403447"/>
              <a:ext cx="17016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Functional</a:t>
              </a: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1543844" y="3956169"/>
              <a:ext cx="1538100" cy="60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accen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58%</a:t>
              </a:r>
              <a:endParaRPr/>
            </a:p>
          </p:txBody>
        </p:sp>
      </p:grpSp>
      <p:grpSp>
        <p:nvGrpSpPr>
          <p:cNvPr id="618" name="Google Shape;618;p31"/>
          <p:cNvGrpSpPr/>
          <p:nvPr/>
        </p:nvGrpSpPr>
        <p:grpSpPr>
          <a:xfrm>
            <a:off x="2636686" y="4297978"/>
            <a:ext cx="1881300" cy="912600"/>
            <a:chOff x="3389471" y="3914141"/>
            <a:chExt cx="1881300" cy="912600"/>
          </a:xfrm>
        </p:grpSpPr>
        <p:sp>
          <p:nvSpPr>
            <p:cNvPr id="619" name="Google Shape;619;p31"/>
            <p:cNvSpPr/>
            <p:nvPr/>
          </p:nvSpPr>
          <p:spPr>
            <a:xfrm>
              <a:off x="3389471" y="3914141"/>
              <a:ext cx="1881300" cy="912600"/>
            </a:xfrm>
            <a:prstGeom prst="roundRect">
              <a:avLst>
                <a:gd name="adj" fmla="val 1598"/>
              </a:avLst>
            </a:prstGeom>
            <a:solidFill>
              <a:schemeClr val="lt1"/>
            </a:solidFill>
            <a:ln>
              <a:noFill/>
            </a:ln>
            <a:effectLst>
              <a:outerShdw blurRad="1270000" dist="266700" dir="5400000" sx="93000" sy="93000" algn="t" rotWithShape="0">
                <a:srgbClr val="000000">
                  <a:alpha val="1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3479291" y="4403447"/>
              <a:ext cx="17016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Poppins"/>
                  <a:ea typeface="Poppins"/>
                  <a:cs typeface="Poppins"/>
                  <a:sym typeface="Poppins"/>
                </a:rPr>
                <a:t>Design</a:t>
              </a: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3561089" y="3956169"/>
              <a:ext cx="1538100" cy="60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accent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25%</a:t>
              </a:r>
              <a:endParaRPr/>
            </a:p>
          </p:txBody>
        </p:sp>
      </p:grpSp>
      <p:sp>
        <p:nvSpPr>
          <p:cNvPr id="622" name="Google Shape;622;p31"/>
          <p:cNvSpPr/>
          <p:nvPr/>
        </p:nvSpPr>
        <p:spPr>
          <a:xfrm>
            <a:off x="579680" y="2362692"/>
            <a:ext cx="55164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Define project goal and objectives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Define priority and scopes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Plan the first prototypes or versions of the project 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(atleast cover the business needs).</a:t>
            </a:r>
            <a:endParaRPr sz="11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3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624" name="Google Shape;624;p31"/>
          <p:cNvSpPr txBox="1"/>
          <p:nvPr/>
        </p:nvSpPr>
        <p:spPr>
          <a:xfrm>
            <a:off x="5407640" y="208679"/>
            <a:ext cx="647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1"/>
          <p:cNvSpPr txBox="1"/>
          <p:nvPr/>
        </p:nvSpPr>
        <p:spPr>
          <a:xfrm>
            <a:off x="579680" y="1445769"/>
            <a:ext cx="7162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AND SCOPE</a:t>
            </a:r>
            <a:endParaRPr/>
          </a:p>
        </p:txBody>
      </p:sp>
      <p:pic>
        <p:nvPicPr>
          <p:cNvPr id="626" name="Google Shape;6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275" y="2554525"/>
            <a:ext cx="3048025" cy="291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99C02AD5-44E4-B24B-F80C-913CB3F0D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" name="Google Shape;664;p33"/>
          <p:cNvGrpSpPr/>
          <p:nvPr/>
        </p:nvGrpSpPr>
        <p:grpSpPr>
          <a:xfrm>
            <a:off x="914363" y="1080939"/>
            <a:ext cx="10007972" cy="1184365"/>
            <a:chOff x="1516903" y="1573751"/>
            <a:chExt cx="9158100" cy="1302788"/>
          </a:xfrm>
        </p:grpSpPr>
        <p:sp>
          <p:nvSpPr>
            <p:cNvPr id="665" name="Google Shape;665;p33"/>
            <p:cNvSpPr/>
            <p:nvPr/>
          </p:nvSpPr>
          <p:spPr>
            <a:xfrm>
              <a:off x="1516903" y="1575739"/>
              <a:ext cx="9158100" cy="13008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2"/>
                </a:gs>
                <a:gs pos="100000">
                  <a:srgbClr val="7D262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2499039" y="1573751"/>
              <a:ext cx="962100" cy="1300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67" name="Google Shape;667;p33"/>
          <p:cNvGrpSpPr/>
          <p:nvPr/>
        </p:nvGrpSpPr>
        <p:grpSpPr>
          <a:xfrm flipH="1">
            <a:off x="914761" y="2394252"/>
            <a:ext cx="10007972" cy="1211813"/>
            <a:chOff x="1516903" y="1686194"/>
            <a:chExt cx="9158100" cy="1332981"/>
          </a:xfrm>
        </p:grpSpPr>
        <p:sp>
          <p:nvSpPr>
            <p:cNvPr id="668" name="Google Shape;668;p33"/>
            <p:cNvSpPr/>
            <p:nvPr/>
          </p:nvSpPr>
          <p:spPr>
            <a:xfrm>
              <a:off x="1516903" y="1686194"/>
              <a:ext cx="9158100" cy="13239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3"/>
                </a:gs>
                <a:gs pos="100000">
                  <a:srgbClr val="93192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2482702" y="1695275"/>
              <a:ext cx="962100" cy="13239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70" name="Google Shape;670;p33"/>
          <p:cNvGrpSpPr/>
          <p:nvPr/>
        </p:nvGrpSpPr>
        <p:grpSpPr>
          <a:xfrm>
            <a:off x="914363" y="3723711"/>
            <a:ext cx="10007972" cy="1215285"/>
            <a:chOff x="1516903" y="1777894"/>
            <a:chExt cx="9158100" cy="1336800"/>
          </a:xfrm>
        </p:grpSpPr>
        <p:sp>
          <p:nvSpPr>
            <p:cNvPr id="671" name="Google Shape;671;p33"/>
            <p:cNvSpPr/>
            <p:nvPr/>
          </p:nvSpPr>
          <p:spPr>
            <a:xfrm>
              <a:off x="1516903" y="1777894"/>
              <a:ext cx="9158100" cy="13368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4"/>
                </a:gs>
                <a:gs pos="100000">
                  <a:srgbClr val="8D765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2495028" y="1789868"/>
              <a:ext cx="962100" cy="1315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73" name="Google Shape;673;p33"/>
          <p:cNvGrpSpPr/>
          <p:nvPr/>
        </p:nvGrpSpPr>
        <p:grpSpPr>
          <a:xfrm flipH="1">
            <a:off x="914761" y="5067303"/>
            <a:ext cx="10007972" cy="1222376"/>
            <a:chOff x="1516903" y="1955110"/>
            <a:chExt cx="9158100" cy="1344600"/>
          </a:xfrm>
        </p:grpSpPr>
        <p:sp>
          <p:nvSpPr>
            <p:cNvPr id="674" name="Google Shape;674;p33"/>
            <p:cNvSpPr/>
            <p:nvPr/>
          </p:nvSpPr>
          <p:spPr>
            <a:xfrm>
              <a:off x="1516903" y="1955110"/>
              <a:ext cx="9158100" cy="1344600"/>
            </a:xfrm>
            <a:prstGeom prst="roundRect">
              <a:avLst>
                <a:gd name="adj" fmla="val 7971"/>
              </a:avLst>
            </a:prstGeom>
            <a:gradFill>
              <a:gsLst>
                <a:gs pos="0">
                  <a:schemeClr val="accent5"/>
                </a:gs>
                <a:gs pos="100000">
                  <a:srgbClr val="5F473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2433668" y="1965034"/>
              <a:ext cx="962100" cy="13227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270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76" name="Google Shape;676;p33"/>
          <p:cNvSpPr txBox="1"/>
          <p:nvPr/>
        </p:nvSpPr>
        <p:spPr>
          <a:xfrm>
            <a:off x="972199" y="1412104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/>
          </a:p>
        </p:txBody>
      </p:sp>
      <p:sp>
        <p:nvSpPr>
          <p:cNvPr id="677" name="Google Shape;677;p33"/>
          <p:cNvSpPr txBox="1"/>
          <p:nvPr/>
        </p:nvSpPr>
        <p:spPr>
          <a:xfrm>
            <a:off x="972199" y="4012725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/>
          </a:p>
        </p:txBody>
      </p:sp>
      <p:sp>
        <p:nvSpPr>
          <p:cNvPr id="678" name="Google Shape;678;p33"/>
          <p:cNvSpPr txBox="1"/>
          <p:nvPr/>
        </p:nvSpPr>
        <p:spPr>
          <a:xfrm>
            <a:off x="9867068" y="2713298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/>
          </a:p>
        </p:txBody>
      </p:sp>
      <p:sp>
        <p:nvSpPr>
          <p:cNvPr id="679" name="Google Shape;679;p33"/>
          <p:cNvSpPr txBox="1"/>
          <p:nvPr/>
        </p:nvSpPr>
        <p:spPr>
          <a:xfrm>
            <a:off x="9862395" y="5406846"/>
            <a:ext cx="105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grpSp>
        <p:nvGrpSpPr>
          <p:cNvPr id="680" name="Google Shape;680;p33"/>
          <p:cNvGrpSpPr/>
          <p:nvPr/>
        </p:nvGrpSpPr>
        <p:grpSpPr>
          <a:xfrm>
            <a:off x="2147238" y="2670150"/>
            <a:ext cx="6398100" cy="802723"/>
            <a:chOff x="-3098807" y="4504945"/>
            <a:chExt cx="6398100" cy="802723"/>
          </a:xfrm>
        </p:grpSpPr>
        <p:sp>
          <p:nvSpPr>
            <p:cNvPr id="681" name="Google Shape;681;p33"/>
            <p:cNvSpPr txBox="1"/>
            <p:nvPr/>
          </p:nvSpPr>
          <p:spPr>
            <a:xfrm>
              <a:off x="-2190832" y="4504945"/>
              <a:ext cx="5490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MANAGEABLE  TIMELINE AND COMMUNICATION</a:t>
              </a:r>
              <a:endParaRPr sz="1500"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-3098807" y="4728668"/>
              <a:ext cx="63981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Help ensure to complete on time.</a:t>
              </a:r>
              <a:endParaRPr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Effective communications. </a:t>
              </a:r>
              <a:endParaRPr/>
            </a:p>
          </p:txBody>
        </p:sp>
      </p:grpSp>
      <p:grpSp>
        <p:nvGrpSpPr>
          <p:cNvPr id="683" name="Google Shape;683;p33"/>
          <p:cNvGrpSpPr/>
          <p:nvPr/>
        </p:nvGrpSpPr>
        <p:grpSpPr>
          <a:xfrm>
            <a:off x="2147299" y="5250450"/>
            <a:ext cx="6376224" cy="802722"/>
            <a:chOff x="-1327759" y="4470305"/>
            <a:chExt cx="4627158" cy="802722"/>
          </a:xfrm>
        </p:grpSpPr>
        <p:sp>
          <p:nvSpPr>
            <p:cNvPr id="684" name="Google Shape;684;p33"/>
            <p:cNvSpPr txBox="1"/>
            <p:nvPr/>
          </p:nvSpPr>
          <p:spPr>
            <a:xfrm>
              <a:off x="-1023601" y="4470305"/>
              <a:ext cx="4323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MANAGE EXPECTATION STAKEHOLDERS</a:t>
              </a:r>
              <a:endParaRPr sz="1500"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-1327759" y="4694027"/>
              <a:ext cx="46269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Avoid from chaos.</a:t>
              </a:r>
              <a:endParaRPr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 a reminder, everything in on schedule. </a:t>
              </a:r>
              <a:endParaRPr/>
            </a:p>
          </p:txBody>
        </p:sp>
      </p:grpSp>
      <p:sp>
        <p:nvSpPr>
          <p:cNvPr id="686" name="Google Shape;686;p33"/>
          <p:cNvSpPr/>
          <p:nvPr/>
        </p:nvSpPr>
        <p:spPr>
          <a:xfrm>
            <a:off x="10312022" y="1662212"/>
            <a:ext cx="1269600" cy="1269600"/>
          </a:xfrm>
          <a:prstGeom prst="arc">
            <a:avLst>
              <a:gd name="adj1" fmla="val 16200000"/>
              <a:gd name="adj2" fmla="val 5559090"/>
            </a:avLst>
          </a:prstGeom>
          <a:noFill/>
          <a:ln w="19050" cap="flat" cmpd="sng">
            <a:solidFill>
              <a:schemeClr val="dk2">
                <a:alpha val="69800"/>
              </a:schemeClr>
            </a:solidFill>
            <a:prstDash val="dot"/>
            <a:miter lim="800000"/>
            <a:headEnd type="oval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33"/>
          <p:cNvSpPr/>
          <p:nvPr/>
        </p:nvSpPr>
        <p:spPr>
          <a:xfrm flipH="1">
            <a:off x="276329" y="2924322"/>
            <a:ext cx="1266600" cy="1266600"/>
          </a:xfrm>
          <a:prstGeom prst="arc">
            <a:avLst>
              <a:gd name="adj1" fmla="val 16200000"/>
              <a:gd name="adj2" fmla="val 5559090"/>
            </a:avLst>
          </a:prstGeom>
          <a:noFill/>
          <a:ln w="19050" cap="flat" cmpd="sng">
            <a:solidFill>
              <a:schemeClr val="dk2">
                <a:alpha val="69800"/>
              </a:schemeClr>
            </a:solidFill>
            <a:prstDash val="dot"/>
            <a:miter lim="800000"/>
            <a:headEnd type="oval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8" name="Google Shape;688;p33"/>
          <p:cNvSpPr/>
          <p:nvPr/>
        </p:nvSpPr>
        <p:spPr>
          <a:xfrm>
            <a:off x="10312022" y="4437408"/>
            <a:ext cx="1248600" cy="1248600"/>
          </a:xfrm>
          <a:prstGeom prst="arc">
            <a:avLst>
              <a:gd name="adj1" fmla="val 16200000"/>
              <a:gd name="adj2" fmla="val 5559090"/>
            </a:avLst>
          </a:prstGeom>
          <a:noFill/>
          <a:ln w="19050" cap="flat" cmpd="sng">
            <a:solidFill>
              <a:schemeClr val="dk2">
                <a:alpha val="69800"/>
              </a:schemeClr>
            </a:solidFill>
            <a:prstDash val="dot"/>
            <a:miter lim="800000"/>
            <a:headEnd type="oval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89" name="Google Shape;689;p33"/>
          <p:cNvGrpSpPr/>
          <p:nvPr/>
        </p:nvGrpSpPr>
        <p:grpSpPr>
          <a:xfrm flipH="1">
            <a:off x="3249046" y="1311125"/>
            <a:ext cx="6672422" cy="802717"/>
            <a:chOff x="-1020991" y="4511878"/>
            <a:chExt cx="4320397" cy="802717"/>
          </a:xfrm>
        </p:grpSpPr>
        <p:sp>
          <p:nvSpPr>
            <p:cNvPr id="690" name="Google Shape;690;p33"/>
            <p:cNvSpPr txBox="1"/>
            <p:nvPr/>
          </p:nvSpPr>
          <p:spPr>
            <a:xfrm>
              <a:off x="-829194" y="4511878"/>
              <a:ext cx="412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CLEAR OUT THE OUTLINE PRODUCT OR PROJECT</a:t>
              </a:r>
              <a:endParaRPr sz="1500"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-1020991" y="4735595"/>
              <a:ext cx="4320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See all the objective.</a:t>
              </a:r>
              <a:endParaRPr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Effective scheduling. </a:t>
              </a:r>
              <a:endParaRPr/>
            </a:p>
          </p:txBody>
        </p:sp>
      </p:grpSp>
      <p:sp>
        <p:nvSpPr>
          <p:cNvPr id="692" name="Google Shape;692;p33"/>
          <p:cNvSpPr txBox="1"/>
          <p:nvPr/>
        </p:nvSpPr>
        <p:spPr>
          <a:xfrm>
            <a:off x="2566447" y="354829"/>
            <a:ext cx="753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 need Roadmap?</a:t>
            </a:r>
            <a:endParaRPr sz="800"/>
          </a:p>
        </p:txBody>
      </p:sp>
      <p:grpSp>
        <p:nvGrpSpPr>
          <p:cNvPr id="693" name="Google Shape;693;p33"/>
          <p:cNvGrpSpPr/>
          <p:nvPr/>
        </p:nvGrpSpPr>
        <p:grpSpPr>
          <a:xfrm flipH="1">
            <a:off x="3216703" y="4003375"/>
            <a:ext cx="6672271" cy="802723"/>
            <a:chOff x="-1020991" y="4511872"/>
            <a:chExt cx="4320300" cy="802723"/>
          </a:xfrm>
        </p:grpSpPr>
        <p:sp>
          <p:nvSpPr>
            <p:cNvPr id="694" name="Google Shape;694;p33"/>
            <p:cNvSpPr txBox="1"/>
            <p:nvPr/>
          </p:nvSpPr>
          <p:spPr>
            <a:xfrm>
              <a:off x="-493986" y="4511872"/>
              <a:ext cx="379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GET EARLY BUY-IN ON DELIVERABLES</a:t>
              </a:r>
              <a:endParaRPr sz="1500"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-1020991" y="4735595"/>
              <a:ext cx="4320300" cy="5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Help in getting clients onboard.</a:t>
              </a:r>
              <a:endParaRPr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Help in getting more interested investors. </a:t>
              </a:r>
              <a:endParaRPr/>
            </a:p>
          </p:txBody>
        </p:sp>
      </p:grpSp>
      <p:sp>
        <p:nvSpPr>
          <p:cNvPr id="696" name="Google Shape;696;p3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AFCA8A61-E87D-C818-A620-4894A98F4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703" name="Google Shape;703;p34"/>
          <p:cNvSpPr/>
          <p:nvPr/>
        </p:nvSpPr>
        <p:spPr>
          <a:xfrm>
            <a:off x="490248" y="1564083"/>
            <a:ext cx="2600100" cy="4038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34"/>
          <p:cNvSpPr/>
          <p:nvPr/>
        </p:nvSpPr>
        <p:spPr>
          <a:xfrm>
            <a:off x="490248" y="1773242"/>
            <a:ext cx="2481300" cy="476700"/>
          </a:xfrm>
          <a:prstGeom prst="homePlate">
            <a:avLst>
              <a:gd name="adj" fmla="val 2844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05" name="Google Shape;705;p34"/>
          <p:cNvCxnSpPr/>
          <p:nvPr/>
        </p:nvCxnSpPr>
        <p:spPr>
          <a:xfrm>
            <a:off x="726847" y="3476519"/>
            <a:ext cx="2121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6" name="Google Shape;706;p34"/>
          <p:cNvCxnSpPr/>
          <p:nvPr/>
        </p:nvCxnSpPr>
        <p:spPr>
          <a:xfrm>
            <a:off x="726847" y="4329704"/>
            <a:ext cx="2121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7" name="Google Shape;707;p34"/>
          <p:cNvSpPr/>
          <p:nvPr/>
        </p:nvSpPr>
        <p:spPr>
          <a:xfrm>
            <a:off x="3360694" y="1564083"/>
            <a:ext cx="2600100" cy="4038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8" name="Google Shape;708;p34"/>
          <p:cNvSpPr/>
          <p:nvPr/>
        </p:nvSpPr>
        <p:spPr>
          <a:xfrm>
            <a:off x="3360694" y="1773242"/>
            <a:ext cx="2481300" cy="476700"/>
          </a:xfrm>
          <a:prstGeom prst="homePlate">
            <a:avLst>
              <a:gd name="adj" fmla="val 2844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09" name="Google Shape;709;p34"/>
          <p:cNvCxnSpPr/>
          <p:nvPr/>
        </p:nvCxnSpPr>
        <p:spPr>
          <a:xfrm>
            <a:off x="3597293" y="3476519"/>
            <a:ext cx="2121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0" name="Google Shape;710;p34"/>
          <p:cNvCxnSpPr/>
          <p:nvPr/>
        </p:nvCxnSpPr>
        <p:spPr>
          <a:xfrm>
            <a:off x="3597293" y="4329704"/>
            <a:ext cx="2121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1" name="Google Shape;711;p34"/>
          <p:cNvSpPr/>
          <p:nvPr/>
        </p:nvSpPr>
        <p:spPr>
          <a:xfrm>
            <a:off x="6231140" y="1564083"/>
            <a:ext cx="2600100" cy="4038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6231140" y="1773242"/>
            <a:ext cx="2481300" cy="476700"/>
          </a:xfrm>
          <a:prstGeom prst="homePlate">
            <a:avLst>
              <a:gd name="adj" fmla="val 2844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13" name="Google Shape;713;p34"/>
          <p:cNvCxnSpPr/>
          <p:nvPr/>
        </p:nvCxnSpPr>
        <p:spPr>
          <a:xfrm>
            <a:off x="6467739" y="3476519"/>
            <a:ext cx="2121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4" name="Google Shape;714;p34"/>
          <p:cNvCxnSpPr/>
          <p:nvPr/>
        </p:nvCxnSpPr>
        <p:spPr>
          <a:xfrm>
            <a:off x="6467739" y="4329704"/>
            <a:ext cx="2121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5" name="Google Shape;715;p34"/>
          <p:cNvSpPr txBox="1"/>
          <p:nvPr/>
        </p:nvSpPr>
        <p:spPr>
          <a:xfrm>
            <a:off x="731918" y="2621724"/>
            <a:ext cx="21168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Detect if there is car incoming while departing</a:t>
            </a:r>
            <a:endParaRPr/>
          </a:p>
        </p:txBody>
      </p:sp>
      <p:sp>
        <p:nvSpPr>
          <p:cNvPr id="716" name="Google Shape;716;p34"/>
          <p:cNvSpPr txBox="1"/>
          <p:nvPr/>
        </p:nvSpPr>
        <p:spPr>
          <a:xfrm>
            <a:off x="731918" y="2372818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Object detection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7" name="Google Shape;717;p34"/>
          <p:cNvSpPr txBox="1"/>
          <p:nvPr/>
        </p:nvSpPr>
        <p:spPr>
          <a:xfrm>
            <a:off x="702332" y="1896229"/>
            <a:ext cx="23256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Project phase 1</a:t>
            </a:r>
            <a:endParaRPr/>
          </a:p>
        </p:txBody>
      </p:sp>
      <p:sp>
        <p:nvSpPr>
          <p:cNvPr id="718" name="Google Shape;718;p34"/>
          <p:cNvSpPr txBox="1"/>
          <p:nvPr/>
        </p:nvSpPr>
        <p:spPr>
          <a:xfrm>
            <a:off x="731918" y="3945625"/>
            <a:ext cx="21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30 days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9" name="Google Shape;719;p34"/>
          <p:cNvSpPr txBox="1"/>
          <p:nvPr/>
        </p:nvSpPr>
        <p:spPr>
          <a:xfrm>
            <a:off x="731918" y="3606360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Time plan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0" name="Google Shape;720;p34"/>
          <p:cNvSpPr txBox="1"/>
          <p:nvPr/>
        </p:nvSpPr>
        <p:spPr>
          <a:xfrm>
            <a:off x="731893" y="4785575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Able to detect incoming car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Poppins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Warning by sound only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34"/>
          <p:cNvSpPr txBox="1"/>
          <p:nvPr/>
        </p:nvSpPr>
        <p:spPr>
          <a:xfrm>
            <a:off x="3602364" y="2621724"/>
            <a:ext cx="21168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Detect and display on car infotainment screen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2" name="Google Shape;722;p34"/>
          <p:cNvSpPr txBox="1"/>
          <p:nvPr/>
        </p:nvSpPr>
        <p:spPr>
          <a:xfrm>
            <a:off x="3602364" y="2372818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Display the view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3" name="Google Shape;723;p34"/>
          <p:cNvSpPr txBox="1"/>
          <p:nvPr/>
        </p:nvSpPr>
        <p:spPr>
          <a:xfrm>
            <a:off x="3602364" y="3945625"/>
            <a:ext cx="21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30 days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4" name="Google Shape;724;p34"/>
          <p:cNvSpPr txBox="1"/>
          <p:nvPr/>
        </p:nvSpPr>
        <p:spPr>
          <a:xfrm>
            <a:off x="3602364" y="3606360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Time plan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5" name="Google Shape;725;p34"/>
          <p:cNvSpPr txBox="1"/>
          <p:nvPr/>
        </p:nvSpPr>
        <p:spPr>
          <a:xfrm>
            <a:off x="3602339" y="4785575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Able to display the camera view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Poppins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Warning by sound and view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6" name="Google Shape;726;p34"/>
          <p:cNvSpPr txBox="1"/>
          <p:nvPr/>
        </p:nvSpPr>
        <p:spPr>
          <a:xfrm>
            <a:off x="6472810" y="2621724"/>
            <a:ext cx="21168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UI improvements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Poppins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Response time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Poppins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Miscellaneous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7" name="Google Shape;727;p34"/>
          <p:cNvSpPr txBox="1"/>
          <p:nvPr/>
        </p:nvSpPr>
        <p:spPr>
          <a:xfrm>
            <a:off x="6472810" y="2372818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Improvements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8" name="Google Shape;728;p34"/>
          <p:cNvSpPr txBox="1"/>
          <p:nvPr/>
        </p:nvSpPr>
        <p:spPr>
          <a:xfrm>
            <a:off x="6472810" y="3945625"/>
            <a:ext cx="211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30 days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9" name="Google Shape;729;p34"/>
          <p:cNvSpPr txBox="1"/>
          <p:nvPr/>
        </p:nvSpPr>
        <p:spPr>
          <a:xfrm>
            <a:off x="6472810" y="3606360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Time plan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0" name="Google Shape;730;p34"/>
          <p:cNvSpPr txBox="1"/>
          <p:nvPr/>
        </p:nvSpPr>
        <p:spPr>
          <a:xfrm>
            <a:off x="6472810" y="4785406"/>
            <a:ext cx="21168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Animated UI, etc…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Smooth.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1" name="Google Shape;731;p34"/>
          <p:cNvSpPr txBox="1"/>
          <p:nvPr/>
        </p:nvSpPr>
        <p:spPr>
          <a:xfrm>
            <a:off x="6472810" y="4448675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Expected results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2" name="Google Shape;732;p34"/>
          <p:cNvSpPr txBox="1"/>
          <p:nvPr/>
        </p:nvSpPr>
        <p:spPr>
          <a:xfrm>
            <a:off x="3572779" y="1896229"/>
            <a:ext cx="2000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Project phase 2</a:t>
            </a:r>
            <a:endParaRPr/>
          </a:p>
        </p:txBody>
      </p:sp>
      <p:sp>
        <p:nvSpPr>
          <p:cNvPr id="733" name="Google Shape;733;p34"/>
          <p:cNvSpPr txBox="1"/>
          <p:nvPr/>
        </p:nvSpPr>
        <p:spPr>
          <a:xfrm>
            <a:off x="6443224" y="1896229"/>
            <a:ext cx="21465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Project phase 3</a:t>
            </a:r>
            <a:endParaRPr/>
          </a:p>
        </p:txBody>
      </p:sp>
      <p:sp>
        <p:nvSpPr>
          <p:cNvPr id="734" name="Google Shape;734;p34"/>
          <p:cNvSpPr txBox="1"/>
          <p:nvPr/>
        </p:nvSpPr>
        <p:spPr>
          <a:xfrm>
            <a:off x="490249" y="474825"/>
            <a:ext cx="10272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Roadmap (Lane Departure Warning)</a:t>
            </a:r>
            <a:endParaRPr sz="100"/>
          </a:p>
        </p:txBody>
      </p:sp>
      <p:sp>
        <p:nvSpPr>
          <p:cNvPr id="735" name="Google Shape;735;p34"/>
          <p:cNvSpPr txBox="1"/>
          <p:nvPr/>
        </p:nvSpPr>
        <p:spPr>
          <a:xfrm>
            <a:off x="3602360" y="4448675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Expected results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6" name="Google Shape;736;p34"/>
          <p:cNvSpPr txBox="1"/>
          <p:nvPr/>
        </p:nvSpPr>
        <p:spPr>
          <a:xfrm>
            <a:off x="731910" y="4465750"/>
            <a:ext cx="2116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Expected results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7" name="Google Shape;737;p34"/>
          <p:cNvSpPr/>
          <p:nvPr/>
        </p:nvSpPr>
        <p:spPr>
          <a:xfrm>
            <a:off x="9700342" y="2574694"/>
            <a:ext cx="466490" cy="466490"/>
          </a:xfrm>
          <a:custGeom>
            <a:avLst/>
            <a:gdLst/>
            <a:ahLst/>
            <a:cxnLst/>
            <a:rect l="l" t="t" r="r" b="b"/>
            <a:pathLst>
              <a:path w="2328" h="2328" extrusionOk="0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38" name="Google Shape;738;p34"/>
          <p:cNvGrpSpPr/>
          <p:nvPr/>
        </p:nvGrpSpPr>
        <p:grpSpPr>
          <a:xfrm>
            <a:off x="9700438" y="4115334"/>
            <a:ext cx="466502" cy="634627"/>
            <a:chOff x="7523163" y="1893888"/>
            <a:chExt cx="801688" cy="1090612"/>
          </a:xfrm>
        </p:grpSpPr>
        <p:sp>
          <p:nvSpPr>
            <p:cNvPr id="739" name="Google Shape;739;p34"/>
            <p:cNvSpPr/>
            <p:nvPr/>
          </p:nvSpPr>
          <p:spPr>
            <a:xfrm>
              <a:off x="7823201" y="2260600"/>
              <a:ext cx="247650" cy="60325"/>
            </a:xfrm>
            <a:custGeom>
              <a:avLst/>
              <a:gdLst/>
              <a:ahLst/>
              <a:cxnLst/>
              <a:rect l="l" t="t" r="r" b="b"/>
              <a:pathLst>
                <a:path w="65" h="16" extrusionOk="0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ubicBezTo>
                    <a:pt x="65" y="4"/>
                    <a:pt x="62" y="0"/>
                    <a:pt x="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0" name="Google Shape;740;p34"/>
            <p:cNvSpPr/>
            <p:nvPr/>
          </p:nvSpPr>
          <p:spPr>
            <a:xfrm>
              <a:off x="7823201" y="2427288"/>
              <a:ext cx="247650" cy="60325"/>
            </a:xfrm>
            <a:custGeom>
              <a:avLst/>
              <a:gdLst/>
              <a:ahLst/>
              <a:cxnLst/>
              <a:rect l="l" t="t" r="r" b="b"/>
              <a:pathLst>
                <a:path w="65" h="16" extrusionOk="0">
                  <a:moveTo>
                    <a:pt x="65" y="8"/>
                  </a:moveTo>
                  <a:cubicBezTo>
                    <a:pt x="65" y="4"/>
                    <a:pt x="62" y="0"/>
                    <a:pt x="5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1" name="Google Shape;741;p34"/>
            <p:cNvSpPr/>
            <p:nvPr/>
          </p:nvSpPr>
          <p:spPr>
            <a:xfrm>
              <a:off x="7694613" y="2238375"/>
              <a:ext cx="103188" cy="104775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50"/>
                  </a:moveTo>
                  <a:lnTo>
                    <a:pt x="17" y="50"/>
                  </a:lnTo>
                  <a:lnTo>
                    <a:pt x="17" y="19"/>
                  </a:lnTo>
                  <a:lnTo>
                    <a:pt x="48" y="19"/>
                  </a:lnTo>
                  <a:lnTo>
                    <a:pt x="48" y="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2" name="Google Shape;742;p34"/>
            <p:cNvSpPr/>
            <p:nvPr/>
          </p:nvSpPr>
          <p:spPr>
            <a:xfrm>
              <a:off x="7694613" y="2405063"/>
              <a:ext cx="103188" cy="104775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47"/>
                  </a:moveTo>
                  <a:lnTo>
                    <a:pt x="17" y="47"/>
                  </a:lnTo>
                  <a:lnTo>
                    <a:pt x="17" y="16"/>
                  </a:lnTo>
                  <a:lnTo>
                    <a:pt x="48" y="16"/>
                  </a:lnTo>
                  <a:lnTo>
                    <a:pt x="48" y="4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3" name="Google Shape;743;p34"/>
            <p:cNvSpPr/>
            <p:nvPr/>
          </p:nvSpPr>
          <p:spPr>
            <a:xfrm>
              <a:off x="7694613" y="2571750"/>
              <a:ext cx="103188" cy="104775"/>
            </a:xfrm>
            <a:custGeom>
              <a:avLst/>
              <a:gdLst/>
              <a:ahLst/>
              <a:cxnLst/>
              <a:rect l="l" t="t" r="r" b="b"/>
              <a:pathLst>
                <a:path w="65" h="66" extrusionOk="0">
                  <a:moveTo>
                    <a:pt x="0" y="66"/>
                  </a:moveTo>
                  <a:lnTo>
                    <a:pt x="65" y="6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48" y="16"/>
                  </a:lnTo>
                  <a:lnTo>
                    <a:pt x="48" y="47"/>
                  </a:lnTo>
                  <a:lnTo>
                    <a:pt x="17" y="47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4" name="Google Shape;744;p34"/>
            <p:cNvSpPr/>
            <p:nvPr/>
          </p:nvSpPr>
          <p:spPr>
            <a:xfrm>
              <a:off x="7823201" y="2593975"/>
              <a:ext cx="201613" cy="57150"/>
            </a:xfrm>
            <a:custGeom>
              <a:avLst/>
              <a:gdLst/>
              <a:ahLst/>
              <a:cxnLst/>
              <a:rect l="l" t="t" r="r" b="b"/>
              <a:pathLst>
                <a:path w="53" h="15" extrusionOk="0">
                  <a:moveTo>
                    <a:pt x="0" y="8"/>
                  </a:moveTo>
                  <a:cubicBezTo>
                    <a:pt x="0" y="12"/>
                    <a:pt x="3" y="15"/>
                    <a:pt x="7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0" y="9"/>
                    <a:pt x="46" y="4"/>
                    <a:pt x="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5" name="Google Shape;745;p34"/>
            <p:cNvSpPr/>
            <p:nvPr/>
          </p:nvSpPr>
          <p:spPr>
            <a:xfrm>
              <a:off x="7523163" y="1893888"/>
              <a:ext cx="719138" cy="1006475"/>
            </a:xfrm>
            <a:custGeom>
              <a:avLst/>
              <a:gdLst/>
              <a:ahLst/>
              <a:cxnLst/>
              <a:rect l="l" t="t" r="r" b="b"/>
              <a:pathLst>
                <a:path w="189" h="266" extrusionOk="0">
                  <a:moveTo>
                    <a:pt x="48" y="244"/>
                  </a:moveTo>
                  <a:cubicBezTo>
                    <a:pt x="34" y="244"/>
                    <a:pt x="22" y="232"/>
                    <a:pt x="22" y="21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65"/>
                    <a:pt x="34" y="54"/>
                    <a:pt x="48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9"/>
                    <a:pt x="63" y="63"/>
                    <a:pt x="69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6" y="63"/>
                    <a:pt x="131" y="59"/>
                    <a:pt x="133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55" y="54"/>
                    <a:pt x="167" y="65"/>
                    <a:pt x="167" y="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75" y="179"/>
                    <a:pt x="182" y="181"/>
                    <a:pt x="189" y="184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53"/>
                    <a:pt x="167" y="32"/>
                    <a:pt x="141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1" y="26"/>
                    <a:pt x="126" y="22"/>
                    <a:pt x="121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17" y="10"/>
                    <a:pt x="107" y="0"/>
                    <a:pt x="95" y="0"/>
                  </a:cubicBezTo>
                  <a:cubicBezTo>
                    <a:pt x="82" y="0"/>
                    <a:pt x="72" y="10"/>
                    <a:pt x="72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3" y="22"/>
                    <a:pt x="58" y="26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2" y="32"/>
                    <a:pt x="0" y="53"/>
                    <a:pt x="0" y="8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4"/>
                    <a:pt x="22" y="266"/>
                    <a:pt x="48" y="266"/>
                  </a:cubicBezTo>
                  <a:cubicBezTo>
                    <a:pt x="107" y="266"/>
                    <a:pt x="107" y="266"/>
                    <a:pt x="107" y="266"/>
                  </a:cubicBezTo>
                  <a:cubicBezTo>
                    <a:pt x="104" y="259"/>
                    <a:pt x="102" y="252"/>
                    <a:pt x="101" y="244"/>
                  </a:cubicBezTo>
                  <a:lnTo>
                    <a:pt x="48" y="244"/>
                  </a:lnTo>
                  <a:close/>
                  <a:moveTo>
                    <a:pt x="95" y="14"/>
                  </a:moveTo>
                  <a:cubicBezTo>
                    <a:pt x="99" y="14"/>
                    <a:pt x="103" y="17"/>
                    <a:pt x="103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6" y="17"/>
                    <a:pt x="90" y="14"/>
                    <a:pt x="9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6" name="Google Shape;746;p34"/>
            <p:cNvSpPr/>
            <p:nvPr/>
          </p:nvSpPr>
          <p:spPr>
            <a:xfrm>
              <a:off x="7948613" y="2605088"/>
              <a:ext cx="376238" cy="379412"/>
            </a:xfrm>
            <a:custGeom>
              <a:avLst/>
              <a:gdLst/>
              <a:ahLst/>
              <a:cxnLst/>
              <a:rect l="l" t="t" r="r" b="b"/>
              <a:pathLst>
                <a:path w="99" h="100" extrusionOk="0">
                  <a:moveTo>
                    <a:pt x="49" y="0"/>
                  </a:moveTo>
                  <a:cubicBezTo>
                    <a:pt x="22" y="0"/>
                    <a:pt x="0" y="23"/>
                    <a:pt x="0" y="50"/>
                  </a:cubicBezTo>
                  <a:cubicBezTo>
                    <a:pt x="0" y="77"/>
                    <a:pt x="22" y="100"/>
                    <a:pt x="49" y="100"/>
                  </a:cubicBezTo>
                  <a:cubicBezTo>
                    <a:pt x="76" y="100"/>
                    <a:pt x="99" y="77"/>
                    <a:pt x="99" y="50"/>
                  </a:cubicBezTo>
                  <a:cubicBezTo>
                    <a:pt x="99" y="23"/>
                    <a:pt x="76" y="0"/>
                    <a:pt x="49" y="0"/>
                  </a:cubicBezTo>
                  <a:close/>
                  <a:moveTo>
                    <a:pt x="45" y="77"/>
                  </a:moveTo>
                  <a:cubicBezTo>
                    <a:pt x="37" y="77"/>
                    <a:pt x="37" y="77"/>
                    <a:pt x="37" y="77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45" y="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47" name="Google Shape;747;p34"/>
          <p:cNvSpPr/>
          <p:nvPr/>
        </p:nvSpPr>
        <p:spPr>
          <a:xfrm>
            <a:off x="10762253" y="2976654"/>
            <a:ext cx="1113006" cy="999744"/>
          </a:xfrm>
          <a:custGeom>
            <a:avLst/>
            <a:gdLst/>
            <a:ahLst/>
            <a:cxnLst/>
            <a:rect l="l" t="t" r="r" b="b"/>
            <a:pathLst>
              <a:path w="4686339" h="4876799" extrusionOk="0">
                <a:moveTo>
                  <a:pt x="1676418" y="4057640"/>
                </a:moveTo>
                <a:cubicBezTo>
                  <a:pt x="1700799" y="4057640"/>
                  <a:pt x="1725179" y="4066932"/>
                  <a:pt x="1743782" y="4085517"/>
                </a:cubicBezTo>
                <a:cubicBezTo>
                  <a:pt x="1780989" y="4122724"/>
                  <a:pt x="1780989" y="4183037"/>
                  <a:pt x="1743782" y="4220244"/>
                </a:cubicBezTo>
                <a:lnTo>
                  <a:pt x="1115132" y="4848894"/>
                </a:lnTo>
                <a:cubicBezTo>
                  <a:pt x="1077925" y="4886101"/>
                  <a:pt x="1017612" y="4886101"/>
                  <a:pt x="980405" y="4848894"/>
                </a:cubicBezTo>
                <a:cubicBezTo>
                  <a:pt x="943198" y="4811687"/>
                  <a:pt x="943198" y="4751374"/>
                  <a:pt x="980405" y="4714204"/>
                </a:cubicBezTo>
                <a:lnTo>
                  <a:pt x="1609055" y="4085517"/>
                </a:lnTo>
                <a:cubicBezTo>
                  <a:pt x="1627658" y="4066932"/>
                  <a:pt x="1652038" y="4057640"/>
                  <a:pt x="1676418" y="4057640"/>
                </a:cubicBezTo>
                <a:close/>
                <a:moveTo>
                  <a:pt x="723918" y="4057640"/>
                </a:moveTo>
                <a:cubicBezTo>
                  <a:pt x="748298" y="4057640"/>
                  <a:pt x="772678" y="4066932"/>
                  <a:pt x="791282" y="4085517"/>
                </a:cubicBezTo>
                <a:cubicBezTo>
                  <a:pt x="828452" y="4122724"/>
                  <a:pt x="828452" y="4183037"/>
                  <a:pt x="791282" y="4220244"/>
                </a:cubicBezTo>
                <a:lnTo>
                  <a:pt x="162594" y="4848894"/>
                </a:lnTo>
                <a:cubicBezTo>
                  <a:pt x="125387" y="4886064"/>
                  <a:pt x="65112" y="4886101"/>
                  <a:pt x="27905" y="4848894"/>
                </a:cubicBezTo>
                <a:cubicBezTo>
                  <a:pt x="-9302" y="4811687"/>
                  <a:pt x="-9302" y="4751374"/>
                  <a:pt x="27905" y="4714167"/>
                </a:cubicBezTo>
                <a:lnTo>
                  <a:pt x="656555" y="4085517"/>
                </a:lnTo>
                <a:cubicBezTo>
                  <a:pt x="675158" y="4066932"/>
                  <a:pt x="699538" y="4057640"/>
                  <a:pt x="723918" y="4057640"/>
                </a:cubicBezTo>
                <a:close/>
                <a:moveTo>
                  <a:pt x="723918" y="3105112"/>
                </a:moveTo>
                <a:cubicBezTo>
                  <a:pt x="748298" y="3105112"/>
                  <a:pt x="772678" y="3114414"/>
                  <a:pt x="791282" y="3133017"/>
                </a:cubicBezTo>
                <a:cubicBezTo>
                  <a:pt x="828452" y="3170224"/>
                  <a:pt x="828452" y="3230537"/>
                  <a:pt x="791282" y="3267744"/>
                </a:cubicBezTo>
                <a:lnTo>
                  <a:pt x="162594" y="3896394"/>
                </a:lnTo>
                <a:cubicBezTo>
                  <a:pt x="125387" y="3933564"/>
                  <a:pt x="65112" y="3933564"/>
                  <a:pt x="27905" y="3896394"/>
                </a:cubicBezTo>
                <a:cubicBezTo>
                  <a:pt x="-9302" y="3859187"/>
                  <a:pt x="-9302" y="3798874"/>
                  <a:pt x="27905" y="3761667"/>
                </a:cubicBezTo>
                <a:lnTo>
                  <a:pt x="656555" y="3133017"/>
                </a:lnTo>
                <a:cubicBezTo>
                  <a:pt x="675158" y="3114414"/>
                  <a:pt x="699538" y="3105112"/>
                  <a:pt x="723918" y="3105112"/>
                </a:cubicBezTo>
                <a:close/>
                <a:moveTo>
                  <a:pt x="2254932" y="2409080"/>
                </a:moveTo>
                <a:lnTo>
                  <a:pt x="1764134" y="3145258"/>
                </a:lnTo>
                <a:lnTo>
                  <a:pt x="2535362" y="2759607"/>
                </a:lnTo>
                <a:close/>
                <a:moveTo>
                  <a:pt x="3716052" y="1956680"/>
                </a:moveTo>
                <a:cubicBezTo>
                  <a:pt x="3768105" y="1964493"/>
                  <a:pt x="3803935" y="2013011"/>
                  <a:pt x="3796122" y="2065027"/>
                </a:cubicBezTo>
                <a:lnTo>
                  <a:pt x="3610124" y="3305472"/>
                </a:lnTo>
                <a:cubicBezTo>
                  <a:pt x="3602310" y="3357524"/>
                  <a:pt x="3553793" y="3393318"/>
                  <a:pt x="3501777" y="3385541"/>
                </a:cubicBezTo>
                <a:cubicBezTo>
                  <a:pt x="3449762" y="3377728"/>
                  <a:pt x="3413894" y="3329247"/>
                  <a:pt x="3421708" y="3277194"/>
                </a:cubicBezTo>
                <a:lnTo>
                  <a:pt x="3607743" y="2036749"/>
                </a:lnTo>
                <a:cubicBezTo>
                  <a:pt x="3615556" y="1984734"/>
                  <a:pt x="3664000" y="1948941"/>
                  <a:pt x="3716052" y="1956680"/>
                </a:cubicBezTo>
                <a:close/>
                <a:moveTo>
                  <a:pt x="3771937" y="1581112"/>
                </a:moveTo>
                <a:cubicBezTo>
                  <a:pt x="3824510" y="1581112"/>
                  <a:pt x="3867187" y="1623788"/>
                  <a:pt x="3867187" y="1676362"/>
                </a:cubicBezTo>
                <a:cubicBezTo>
                  <a:pt x="3867187" y="1728935"/>
                  <a:pt x="3824510" y="1771612"/>
                  <a:pt x="3771937" y="1771612"/>
                </a:cubicBezTo>
                <a:cubicBezTo>
                  <a:pt x="3719363" y="1771612"/>
                  <a:pt x="3676687" y="1728935"/>
                  <a:pt x="3676687" y="1676362"/>
                </a:cubicBezTo>
                <a:cubicBezTo>
                  <a:pt x="3676687" y="1623788"/>
                  <a:pt x="3719363" y="1581112"/>
                  <a:pt x="3771937" y="1581112"/>
                </a:cubicBezTo>
                <a:close/>
                <a:moveTo>
                  <a:pt x="3596506" y="879573"/>
                </a:moveTo>
                <a:lnTo>
                  <a:pt x="1764730" y="2112763"/>
                </a:lnTo>
                <a:lnTo>
                  <a:pt x="1639602" y="2988654"/>
                </a:lnTo>
                <a:lnTo>
                  <a:pt x="2168686" y="2195065"/>
                </a:lnTo>
                <a:cubicBezTo>
                  <a:pt x="2168984" y="2194581"/>
                  <a:pt x="2169356" y="2194172"/>
                  <a:pt x="2169691" y="2193688"/>
                </a:cubicBezTo>
                <a:cubicBezTo>
                  <a:pt x="2170770" y="2192088"/>
                  <a:pt x="2171923" y="2190563"/>
                  <a:pt x="2173151" y="2189037"/>
                </a:cubicBezTo>
                <a:cubicBezTo>
                  <a:pt x="2173970" y="2187958"/>
                  <a:pt x="2174826" y="2186917"/>
                  <a:pt x="2175718" y="2185875"/>
                </a:cubicBezTo>
                <a:cubicBezTo>
                  <a:pt x="2176723" y="2184684"/>
                  <a:pt x="2177802" y="2183531"/>
                  <a:pt x="2178881" y="2182377"/>
                </a:cubicBezTo>
                <a:cubicBezTo>
                  <a:pt x="2180072" y="2181150"/>
                  <a:pt x="2181225" y="2179922"/>
                  <a:pt x="2182453" y="2178768"/>
                </a:cubicBezTo>
                <a:cubicBezTo>
                  <a:pt x="2182825" y="2178433"/>
                  <a:pt x="2183123" y="2178061"/>
                  <a:pt x="2183495" y="2177727"/>
                </a:cubicBezTo>
                <a:close/>
                <a:moveTo>
                  <a:pt x="3994733" y="381855"/>
                </a:moveTo>
                <a:lnTo>
                  <a:pt x="445219" y="1493936"/>
                </a:lnTo>
                <a:lnTo>
                  <a:pt x="1663936" y="1950950"/>
                </a:lnTo>
                <a:close/>
                <a:moveTo>
                  <a:pt x="4439729" y="363586"/>
                </a:moveTo>
                <a:lnTo>
                  <a:pt x="2377864" y="2257833"/>
                </a:lnTo>
                <a:cubicBezTo>
                  <a:pt x="2435424" y="2329792"/>
                  <a:pt x="3657749" y="3857661"/>
                  <a:pt x="3718917" y="3934159"/>
                </a:cubicBezTo>
                <a:close/>
                <a:moveTo>
                  <a:pt x="4603515" y="743"/>
                </a:moveTo>
                <a:cubicBezTo>
                  <a:pt x="4604482" y="1710"/>
                  <a:pt x="4638378" y="3720"/>
                  <a:pt x="4663716" y="33522"/>
                </a:cubicBezTo>
                <a:lnTo>
                  <a:pt x="4663716" y="33560"/>
                </a:lnTo>
                <a:cubicBezTo>
                  <a:pt x="4663753" y="33597"/>
                  <a:pt x="4663753" y="33597"/>
                  <a:pt x="4663790" y="33597"/>
                </a:cubicBezTo>
                <a:cubicBezTo>
                  <a:pt x="4682914" y="56182"/>
                  <a:pt x="4690319" y="86170"/>
                  <a:pt x="4684291" y="114894"/>
                </a:cubicBezTo>
                <a:lnTo>
                  <a:pt x="3865327" y="4171726"/>
                </a:lnTo>
                <a:cubicBezTo>
                  <a:pt x="3849254" y="4251200"/>
                  <a:pt x="3747827" y="4275236"/>
                  <a:pt x="3697560" y="4212393"/>
                </a:cubicBezTo>
                <a:lnTo>
                  <a:pt x="2657066" y="2911747"/>
                </a:lnTo>
                <a:lnTo>
                  <a:pt x="1528539" y="3476066"/>
                </a:lnTo>
                <a:cubicBezTo>
                  <a:pt x="1460041" y="3510296"/>
                  <a:pt x="1381981" y="3453816"/>
                  <a:pt x="1391543" y="3378770"/>
                </a:cubicBezTo>
                <a:cubicBezTo>
                  <a:pt x="1391580" y="3378323"/>
                  <a:pt x="1391543" y="3377877"/>
                  <a:pt x="1391617" y="3377393"/>
                </a:cubicBezTo>
                <a:lnTo>
                  <a:pt x="1571290" y="2119684"/>
                </a:lnTo>
                <a:lnTo>
                  <a:pt x="118951" y="1575047"/>
                </a:lnTo>
                <a:cubicBezTo>
                  <a:pt x="34268" y="1543272"/>
                  <a:pt x="37765" y="1421977"/>
                  <a:pt x="123937" y="1394965"/>
                </a:cubicBezTo>
                <a:lnTo>
                  <a:pt x="4560838" y="4873"/>
                </a:lnTo>
                <a:cubicBezTo>
                  <a:pt x="4576167" y="-299"/>
                  <a:pt x="4589190" y="-745"/>
                  <a:pt x="4603515" y="7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9250000" y="3145825"/>
            <a:ext cx="1367400" cy="8751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27000" dist="88900" dir="552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Completed</a:t>
            </a:r>
            <a:endParaRPr sz="1000"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2571E2C2-7054-8ED7-D36D-0E99BE232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755" name="Google Shape;755;p35"/>
          <p:cNvSpPr txBox="1"/>
          <p:nvPr/>
        </p:nvSpPr>
        <p:spPr>
          <a:xfrm>
            <a:off x="479374" y="636825"/>
            <a:ext cx="10272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Roadmap </a:t>
            </a:r>
            <a:endParaRPr sz="100"/>
          </a:p>
        </p:txBody>
      </p:sp>
      <p:sp>
        <p:nvSpPr>
          <p:cNvPr id="756" name="Google Shape;756;p35"/>
          <p:cNvSpPr/>
          <p:nvPr/>
        </p:nvSpPr>
        <p:spPr>
          <a:xfrm>
            <a:off x="4852715" y="3259924"/>
            <a:ext cx="796678" cy="707136"/>
          </a:xfrm>
          <a:custGeom>
            <a:avLst/>
            <a:gdLst/>
            <a:ahLst/>
            <a:cxnLst/>
            <a:rect l="l" t="t" r="r" b="b"/>
            <a:pathLst>
              <a:path w="4686339" h="4876799" extrusionOk="0">
                <a:moveTo>
                  <a:pt x="1676418" y="4057640"/>
                </a:moveTo>
                <a:cubicBezTo>
                  <a:pt x="1700799" y="4057640"/>
                  <a:pt x="1725179" y="4066932"/>
                  <a:pt x="1743782" y="4085517"/>
                </a:cubicBezTo>
                <a:cubicBezTo>
                  <a:pt x="1780989" y="4122724"/>
                  <a:pt x="1780989" y="4183037"/>
                  <a:pt x="1743782" y="4220244"/>
                </a:cubicBezTo>
                <a:lnTo>
                  <a:pt x="1115132" y="4848894"/>
                </a:lnTo>
                <a:cubicBezTo>
                  <a:pt x="1077925" y="4886101"/>
                  <a:pt x="1017612" y="4886101"/>
                  <a:pt x="980405" y="4848894"/>
                </a:cubicBezTo>
                <a:cubicBezTo>
                  <a:pt x="943198" y="4811687"/>
                  <a:pt x="943198" y="4751374"/>
                  <a:pt x="980405" y="4714204"/>
                </a:cubicBezTo>
                <a:lnTo>
                  <a:pt x="1609055" y="4085517"/>
                </a:lnTo>
                <a:cubicBezTo>
                  <a:pt x="1627658" y="4066932"/>
                  <a:pt x="1652038" y="4057640"/>
                  <a:pt x="1676418" y="4057640"/>
                </a:cubicBezTo>
                <a:close/>
                <a:moveTo>
                  <a:pt x="723918" y="4057640"/>
                </a:moveTo>
                <a:cubicBezTo>
                  <a:pt x="748298" y="4057640"/>
                  <a:pt x="772678" y="4066932"/>
                  <a:pt x="791282" y="4085517"/>
                </a:cubicBezTo>
                <a:cubicBezTo>
                  <a:pt x="828452" y="4122724"/>
                  <a:pt x="828452" y="4183037"/>
                  <a:pt x="791282" y="4220244"/>
                </a:cubicBezTo>
                <a:lnTo>
                  <a:pt x="162594" y="4848894"/>
                </a:lnTo>
                <a:cubicBezTo>
                  <a:pt x="125387" y="4886064"/>
                  <a:pt x="65112" y="4886101"/>
                  <a:pt x="27905" y="4848894"/>
                </a:cubicBezTo>
                <a:cubicBezTo>
                  <a:pt x="-9302" y="4811687"/>
                  <a:pt x="-9302" y="4751374"/>
                  <a:pt x="27905" y="4714167"/>
                </a:cubicBezTo>
                <a:lnTo>
                  <a:pt x="656555" y="4085517"/>
                </a:lnTo>
                <a:cubicBezTo>
                  <a:pt x="675158" y="4066932"/>
                  <a:pt x="699538" y="4057640"/>
                  <a:pt x="723918" y="4057640"/>
                </a:cubicBezTo>
                <a:close/>
                <a:moveTo>
                  <a:pt x="723918" y="3105112"/>
                </a:moveTo>
                <a:cubicBezTo>
                  <a:pt x="748298" y="3105112"/>
                  <a:pt x="772678" y="3114414"/>
                  <a:pt x="791282" y="3133017"/>
                </a:cubicBezTo>
                <a:cubicBezTo>
                  <a:pt x="828452" y="3170224"/>
                  <a:pt x="828452" y="3230537"/>
                  <a:pt x="791282" y="3267744"/>
                </a:cubicBezTo>
                <a:lnTo>
                  <a:pt x="162594" y="3896394"/>
                </a:lnTo>
                <a:cubicBezTo>
                  <a:pt x="125387" y="3933564"/>
                  <a:pt x="65112" y="3933564"/>
                  <a:pt x="27905" y="3896394"/>
                </a:cubicBezTo>
                <a:cubicBezTo>
                  <a:pt x="-9302" y="3859187"/>
                  <a:pt x="-9302" y="3798874"/>
                  <a:pt x="27905" y="3761667"/>
                </a:cubicBezTo>
                <a:lnTo>
                  <a:pt x="656555" y="3133017"/>
                </a:lnTo>
                <a:cubicBezTo>
                  <a:pt x="675158" y="3114414"/>
                  <a:pt x="699538" y="3105112"/>
                  <a:pt x="723918" y="3105112"/>
                </a:cubicBezTo>
                <a:close/>
                <a:moveTo>
                  <a:pt x="2254932" y="2409080"/>
                </a:moveTo>
                <a:lnTo>
                  <a:pt x="1764134" y="3145258"/>
                </a:lnTo>
                <a:lnTo>
                  <a:pt x="2535362" y="2759607"/>
                </a:lnTo>
                <a:close/>
                <a:moveTo>
                  <a:pt x="3716052" y="1956680"/>
                </a:moveTo>
                <a:cubicBezTo>
                  <a:pt x="3768105" y="1964493"/>
                  <a:pt x="3803935" y="2013011"/>
                  <a:pt x="3796122" y="2065027"/>
                </a:cubicBezTo>
                <a:lnTo>
                  <a:pt x="3610124" y="3305472"/>
                </a:lnTo>
                <a:cubicBezTo>
                  <a:pt x="3602310" y="3357524"/>
                  <a:pt x="3553793" y="3393318"/>
                  <a:pt x="3501777" y="3385541"/>
                </a:cubicBezTo>
                <a:cubicBezTo>
                  <a:pt x="3449762" y="3377728"/>
                  <a:pt x="3413894" y="3329247"/>
                  <a:pt x="3421708" y="3277194"/>
                </a:cubicBezTo>
                <a:lnTo>
                  <a:pt x="3607743" y="2036749"/>
                </a:lnTo>
                <a:cubicBezTo>
                  <a:pt x="3615556" y="1984734"/>
                  <a:pt x="3664000" y="1948941"/>
                  <a:pt x="3716052" y="1956680"/>
                </a:cubicBezTo>
                <a:close/>
                <a:moveTo>
                  <a:pt x="3771937" y="1581112"/>
                </a:moveTo>
                <a:cubicBezTo>
                  <a:pt x="3824510" y="1581112"/>
                  <a:pt x="3867187" y="1623788"/>
                  <a:pt x="3867187" y="1676362"/>
                </a:cubicBezTo>
                <a:cubicBezTo>
                  <a:pt x="3867187" y="1728935"/>
                  <a:pt x="3824510" y="1771612"/>
                  <a:pt x="3771937" y="1771612"/>
                </a:cubicBezTo>
                <a:cubicBezTo>
                  <a:pt x="3719363" y="1771612"/>
                  <a:pt x="3676687" y="1728935"/>
                  <a:pt x="3676687" y="1676362"/>
                </a:cubicBezTo>
                <a:cubicBezTo>
                  <a:pt x="3676687" y="1623788"/>
                  <a:pt x="3719363" y="1581112"/>
                  <a:pt x="3771937" y="1581112"/>
                </a:cubicBezTo>
                <a:close/>
                <a:moveTo>
                  <a:pt x="3596506" y="879573"/>
                </a:moveTo>
                <a:lnTo>
                  <a:pt x="1764730" y="2112763"/>
                </a:lnTo>
                <a:lnTo>
                  <a:pt x="1639602" y="2988654"/>
                </a:lnTo>
                <a:lnTo>
                  <a:pt x="2168686" y="2195065"/>
                </a:lnTo>
                <a:cubicBezTo>
                  <a:pt x="2168984" y="2194581"/>
                  <a:pt x="2169356" y="2194172"/>
                  <a:pt x="2169691" y="2193688"/>
                </a:cubicBezTo>
                <a:cubicBezTo>
                  <a:pt x="2170770" y="2192088"/>
                  <a:pt x="2171923" y="2190563"/>
                  <a:pt x="2173151" y="2189037"/>
                </a:cubicBezTo>
                <a:cubicBezTo>
                  <a:pt x="2173970" y="2187958"/>
                  <a:pt x="2174826" y="2186917"/>
                  <a:pt x="2175718" y="2185875"/>
                </a:cubicBezTo>
                <a:cubicBezTo>
                  <a:pt x="2176723" y="2184684"/>
                  <a:pt x="2177802" y="2183531"/>
                  <a:pt x="2178881" y="2182377"/>
                </a:cubicBezTo>
                <a:cubicBezTo>
                  <a:pt x="2180072" y="2181150"/>
                  <a:pt x="2181225" y="2179922"/>
                  <a:pt x="2182453" y="2178768"/>
                </a:cubicBezTo>
                <a:cubicBezTo>
                  <a:pt x="2182825" y="2178433"/>
                  <a:pt x="2183123" y="2178061"/>
                  <a:pt x="2183495" y="2177727"/>
                </a:cubicBezTo>
                <a:close/>
                <a:moveTo>
                  <a:pt x="3994733" y="381855"/>
                </a:moveTo>
                <a:lnTo>
                  <a:pt x="445219" y="1493936"/>
                </a:lnTo>
                <a:lnTo>
                  <a:pt x="1663936" y="1950950"/>
                </a:lnTo>
                <a:close/>
                <a:moveTo>
                  <a:pt x="4439729" y="363586"/>
                </a:moveTo>
                <a:lnTo>
                  <a:pt x="2377864" y="2257833"/>
                </a:lnTo>
                <a:cubicBezTo>
                  <a:pt x="2435424" y="2329792"/>
                  <a:pt x="3657749" y="3857661"/>
                  <a:pt x="3718917" y="3934159"/>
                </a:cubicBezTo>
                <a:close/>
                <a:moveTo>
                  <a:pt x="4603515" y="743"/>
                </a:moveTo>
                <a:cubicBezTo>
                  <a:pt x="4604482" y="1710"/>
                  <a:pt x="4638378" y="3720"/>
                  <a:pt x="4663716" y="33522"/>
                </a:cubicBezTo>
                <a:lnTo>
                  <a:pt x="4663716" y="33560"/>
                </a:lnTo>
                <a:cubicBezTo>
                  <a:pt x="4663753" y="33597"/>
                  <a:pt x="4663753" y="33597"/>
                  <a:pt x="4663790" y="33597"/>
                </a:cubicBezTo>
                <a:cubicBezTo>
                  <a:pt x="4682914" y="56182"/>
                  <a:pt x="4690319" y="86170"/>
                  <a:pt x="4684291" y="114894"/>
                </a:cubicBezTo>
                <a:lnTo>
                  <a:pt x="3865327" y="4171726"/>
                </a:lnTo>
                <a:cubicBezTo>
                  <a:pt x="3849254" y="4251200"/>
                  <a:pt x="3747827" y="4275236"/>
                  <a:pt x="3697560" y="4212393"/>
                </a:cubicBezTo>
                <a:lnTo>
                  <a:pt x="2657066" y="2911747"/>
                </a:lnTo>
                <a:lnTo>
                  <a:pt x="1528539" y="3476066"/>
                </a:lnTo>
                <a:cubicBezTo>
                  <a:pt x="1460041" y="3510296"/>
                  <a:pt x="1381981" y="3453816"/>
                  <a:pt x="1391543" y="3378770"/>
                </a:cubicBezTo>
                <a:cubicBezTo>
                  <a:pt x="1391580" y="3378323"/>
                  <a:pt x="1391543" y="3377877"/>
                  <a:pt x="1391617" y="3377393"/>
                </a:cubicBezTo>
                <a:lnTo>
                  <a:pt x="1571290" y="2119684"/>
                </a:lnTo>
                <a:lnTo>
                  <a:pt x="118951" y="1575047"/>
                </a:lnTo>
                <a:cubicBezTo>
                  <a:pt x="34268" y="1543272"/>
                  <a:pt x="37765" y="1421977"/>
                  <a:pt x="123937" y="1394965"/>
                </a:cubicBezTo>
                <a:lnTo>
                  <a:pt x="4560838" y="4873"/>
                </a:lnTo>
                <a:cubicBezTo>
                  <a:pt x="4576167" y="-299"/>
                  <a:pt x="4589190" y="-745"/>
                  <a:pt x="4603515" y="7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7" name="Google Shape;757;p35"/>
          <p:cNvSpPr/>
          <p:nvPr/>
        </p:nvSpPr>
        <p:spPr>
          <a:xfrm>
            <a:off x="2675825" y="3313200"/>
            <a:ext cx="2116800" cy="707700"/>
          </a:xfrm>
          <a:prstGeom prst="triangle">
            <a:avLst>
              <a:gd name="adj" fmla="val 50000"/>
            </a:avLst>
          </a:prstGeom>
          <a:solidFill>
            <a:srgbClr val="E7D7C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5"/>
          <p:cNvSpPr/>
          <p:nvPr/>
        </p:nvSpPr>
        <p:spPr>
          <a:xfrm>
            <a:off x="1611575" y="4118775"/>
            <a:ext cx="4245300" cy="707700"/>
          </a:xfrm>
          <a:prstGeom prst="trapezoid">
            <a:avLst>
              <a:gd name="adj" fmla="val 14459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5"/>
          <p:cNvSpPr/>
          <p:nvPr/>
        </p:nvSpPr>
        <p:spPr>
          <a:xfrm>
            <a:off x="479375" y="4924350"/>
            <a:ext cx="6509700" cy="707700"/>
          </a:xfrm>
          <a:prstGeom prst="trapezoid">
            <a:avLst>
              <a:gd name="adj" fmla="val 14459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5"/>
          <p:cNvSpPr/>
          <p:nvPr/>
        </p:nvSpPr>
        <p:spPr>
          <a:xfrm>
            <a:off x="5984840" y="4119062"/>
            <a:ext cx="796678" cy="707136"/>
          </a:xfrm>
          <a:custGeom>
            <a:avLst/>
            <a:gdLst/>
            <a:ahLst/>
            <a:cxnLst/>
            <a:rect l="l" t="t" r="r" b="b"/>
            <a:pathLst>
              <a:path w="4686339" h="4876799" extrusionOk="0">
                <a:moveTo>
                  <a:pt x="1676418" y="4057640"/>
                </a:moveTo>
                <a:cubicBezTo>
                  <a:pt x="1700799" y="4057640"/>
                  <a:pt x="1725179" y="4066932"/>
                  <a:pt x="1743782" y="4085517"/>
                </a:cubicBezTo>
                <a:cubicBezTo>
                  <a:pt x="1780989" y="4122724"/>
                  <a:pt x="1780989" y="4183037"/>
                  <a:pt x="1743782" y="4220244"/>
                </a:cubicBezTo>
                <a:lnTo>
                  <a:pt x="1115132" y="4848894"/>
                </a:lnTo>
                <a:cubicBezTo>
                  <a:pt x="1077925" y="4886101"/>
                  <a:pt x="1017612" y="4886101"/>
                  <a:pt x="980405" y="4848894"/>
                </a:cubicBezTo>
                <a:cubicBezTo>
                  <a:pt x="943198" y="4811687"/>
                  <a:pt x="943198" y="4751374"/>
                  <a:pt x="980405" y="4714204"/>
                </a:cubicBezTo>
                <a:lnTo>
                  <a:pt x="1609055" y="4085517"/>
                </a:lnTo>
                <a:cubicBezTo>
                  <a:pt x="1627658" y="4066932"/>
                  <a:pt x="1652038" y="4057640"/>
                  <a:pt x="1676418" y="4057640"/>
                </a:cubicBezTo>
                <a:close/>
                <a:moveTo>
                  <a:pt x="723918" y="4057640"/>
                </a:moveTo>
                <a:cubicBezTo>
                  <a:pt x="748298" y="4057640"/>
                  <a:pt x="772678" y="4066932"/>
                  <a:pt x="791282" y="4085517"/>
                </a:cubicBezTo>
                <a:cubicBezTo>
                  <a:pt x="828452" y="4122724"/>
                  <a:pt x="828452" y="4183037"/>
                  <a:pt x="791282" y="4220244"/>
                </a:cubicBezTo>
                <a:lnTo>
                  <a:pt x="162594" y="4848894"/>
                </a:lnTo>
                <a:cubicBezTo>
                  <a:pt x="125387" y="4886064"/>
                  <a:pt x="65112" y="4886101"/>
                  <a:pt x="27905" y="4848894"/>
                </a:cubicBezTo>
                <a:cubicBezTo>
                  <a:pt x="-9302" y="4811687"/>
                  <a:pt x="-9302" y="4751374"/>
                  <a:pt x="27905" y="4714167"/>
                </a:cubicBezTo>
                <a:lnTo>
                  <a:pt x="656555" y="4085517"/>
                </a:lnTo>
                <a:cubicBezTo>
                  <a:pt x="675158" y="4066932"/>
                  <a:pt x="699538" y="4057640"/>
                  <a:pt x="723918" y="4057640"/>
                </a:cubicBezTo>
                <a:close/>
                <a:moveTo>
                  <a:pt x="723918" y="3105112"/>
                </a:moveTo>
                <a:cubicBezTo>
                  <a:pt x="748298" y="3105112"/>
                  <a:pt x="772678" y="3114414"/>
                  <a:pt x="791282" y="3133017"/>
                </a:cubicBezTo>
                <a:cubicBezTo>
                  <a:pt x="828452" y="3170224"/>
                  <a:pt x="828452" y="3230537"/>
                  <a:pt x="791282" y="3267744"/>
                </a:cubicBezTo>
                <a:lnTo>
                  <a:pt x="162594" y="3896394"/>
                </a:lnTo>
                <a:cubicBezTo>
                  <a:pt x="125387" y="3933564"/>
                  <a:pt x="65112" y="3933564"/>
                  <a:pt x="27905" y="3896394"/>
                </a:cubicBezTo>
                <a:cubicBezTo>
                  <a:pt x="-9302" y="3859187"/>
                  <a:pt x="-9302" y="3798874"/>
                  <a:pt x="27905" y="3761667"/>
                </a:cubicBezTo>
                <a:lnTo>
                  <a:pt x="656555" y="3133017"/>
                </a:lnTo>
                <a:cubicBezTo>
                  <a:pt x="675158" y="3114414"/>
                  <a:pt x="699538" y="3105112"/>
                  <a:pt x="723918" y="3105112"/>
                </a:cubicBezTo>
                <a:close/>
                <a:moveTo>
                  <a:pt x="2254932" y="2409080"/>
                </a:moveTo>
                <a:lnTo>
                  <a:pt x="1764134" y="3145258"/>
                </a:lnTo>
                <a:lnTo>
                  <a:pt x="2535362" y="2759607"/>
                </a:lnTo>
                <a:close/>
                <a:moveTo>
                  <a:pt x="3716052" y="1956680"/>
                </a:moveTo>
                <a:cubicBezTo>
                  <a:pt x="3768105" y="1964493"/>
                  <a:pt x="3803935" y="2013011"/>
                  <a:pt x="3796122" y="2065027"/>
                </a:cubicBezTo>
                <a:lnTo>
                  <a:pt x="3610124" y="3305472"/>
                </a:lnTo>
                <a:cubicBezTo>
                  <a:pt x="3602310" y="3357524"/>
                  <a:pt x="3553793" y="3393318"/>
                  <a:pt x="3501777" y="3385541"/>
                </a:cubicBezTo>
                <a:cubicBezTo>
                  <a:pt x="3449762" y="3377728"/>
                  <a:pt x="3413894" y="3329247"/>
                  <a:pt x="3421708" y="3277194"/>
                </a:cubicBezTo>
                <a:lnTo>
                  <a:pt x="3607743" y="2036749"/>
                </a:lnTo>
                <a:cubicBezTo>
                  <a:pt x="3615556" y="1984734"/>
                  <a:pt x="3664000" y="1948941"/>
                  <a:pt x="3716052" y="1956680"/>
                </a:cubicBezTo>
                <a:close/>
                <a:moveTo>
                  <a:pt x="3771937" y="1581112"/>
                </a:moveTo>
                <a:cubicBezTo>
                  <a:pt x="3824510" y="1581112"/>
                  <a:pt x="3867187" y="1623788"/>
                  <a:pt x="3867187" y="1676362"/>
                </a:cubicBezTo>
                <a:cubicBezTo>
                  <a:pt x="3867187" y="1728935"/>
                  <a:pt x="3824510" y="1771612"/>
                  <a:pt x="3771937" y="1771612"/>
                </a:cubicBezTo>
                <a:cubicBezTo>
                  <a:pt x="3719363" y="1771612"/>
                  <a:pt x="3676687" y="1728935"/>
                  <a:pt x="3676687" y="1676362"/>
                </a:cubicBezTo>
                <a:cubicBezTo>
                  <a:pt x="3676687" y="1623788"/>
                  <a:pt x="3719363" y="1581112"/>
                  <a:pt x="3771937" y="1581112"/>
                </a:cubicBezTo>
                <a:close/>
                <a:moveTo>
                  <a:pt x="3596506" y="879573"/>
                </a:moveTo>
                <a:lnTo>
                  <a:pt x="1764730" y="2112763"/>
                </a:lnTo>
                <a:lnTo>
                  <a:pt x="1639602" y="2988654"/>
                </a:lnTo>
                <a:lnTo>
                  <a:pt x="2168686" y="2195065"/>
                </a:lnTo>
                <a:cubicBezTo>
                  <a:pt x="2168984" y="2194581"/>
                  <a:pt x="2169356" y="2194172"/>
                  <a:pt x="2169691" y="2193688"/>
                </a:cubicBezTo>
                <a:cubicBezTo>
                  <a:pt x="2170770" y="2192088"/>
                  <a:pt x="2171923" y="2190563"/>
                  <a:pt x="2173151" y="2189037"/>
                </a:cubicBezTo>
                <a:cubicBezTo>
                  <a:pt x="2173970" y="2187958"/>
                  <a:pt x="2174826" y="2186917"/>
                  <a:pt x="2175718" y="2185875"/>
                </a:cubicBezTo>
                <a:cubicBezTo>
                  <a:pt x="2176723" y="2184684"/>
                  <a:pt x="2177802" y="2183531"/>
                  <a:pt x="2178881" y="2182377"/>
                </a:cubicBezTo>
                <a:cubicBezTo>
                  <a:pt x="2180072" y="2181150"/>
                  <a:pt x="2181225" y="2179922"/>
                  <a:pt x="2182453" y="2178768"/>
                </a:cubicBezTo>
                <a:cubicBezTo>
                  <a:pt x="2182825" y="2178433"/>
                  <a:pt x="2183123" y="2178061"/>
                  <a:pt x="2183495" y="2177727"/>
                </a:cubicBezTo>
                <a:close/>
                <a:moveTo>
                  <a:pt x="3994733" y="381855"/>
                </a:moveTo>
                <a:lnTo>
                  <a:pt x="445219" y="1493936"/>
                </a:lnTo>
                <a:lnTo>
                  <a:pt x="1663936" y="1950950"/>
                </a:lnTo>
                <a:close/>
                <a:moveTo>
                  <a:pt x="4439729" y="363586"/>
                </a:moveTo>
                <a:lnTo>
                  <a:pt x="2377864" y="2257833"/>
                </a:lnTo>
                <a:cubicBezTo>
                  <a:pt x="2435424" y="2329792"/>
                  <a:pt x="3657749" y="3857661"/>
                  <a:pt x="3718917" y="3934159"/>
                </a:cubicBezTo>
                <a:close/>
                <a:moveTo>
                  <a:pt x="4603515" y="743"/>
                </a:moveTo>
                <a:cubicBezTo>
                  <a:pt x="4604482" y="1710"/>
                  <a:pt x="4638378" y="3720"/>
                  <a:pt x="4663716" y="33522"/>
                </a:cubicBezTo>
                <a:lnTo>
                  <a:pt x="4663716" y="33560"/>
                </a:lnTo>
                <a:cubicBezTo>
                  <a:pt x="4663753" y="33597"/>
                  <a:pt x="4663753" y="33597"/>
                  <a:pt x="4663790" y="33597"/>
                </a:cubicBezTo>
                <a:cubicBezTo>
                  <a:pt x="4682914" y="56182"/>
                  <a:pt x="4690319" y="86170"/>
                  <a:pt x="4684291" y="114894"/>
                </a:cubicBezTo>
                <a:lnTo>
                  <a:pt x="3865327" y="4171726"/>
                </a:lnTo>
                <a:cubicBezTo>
                  <a:pt x="3849254" y="4251200"/>
                  <a:pt x="3747827" y="4275236"/>
                  <a:pt x="3697560" y="4212393"/>
                </a:cubicBezTo>
                <a:lnTo>
                  <a:pt x="2657066" y="2911747"/>
                </a:lnTo>
                <a:lnTo>
                  <a:pt x="1528539" y="3476066"/>
                </a:lnTo>
                <a:cubicBezTo>
                  <a:pt x="1460041" y="3510296"/>
                  <a:pt x="1381981" y="3453816"/>
                  <a:pt x="1391543" y="3378770"/>
                </a:cubicBezTo>
                <a:cubicBezTo>
                  <a:pt x="1391580" y="3378323"/>
                  <a:pt x="1391543" y="3377877"/>
                  <a:pt x="1391617" y="3377393"/>
                </a:cubicBezTo>
                <a:lnTo>
                  <a:pt x="1571290" y="2119684"/>
                </a:lnTo>
                <a:lnTo>
                  <a:pt x="118951" y="1575047"/>
                </a:lnTo>
                <a:cubicBezTo>
                  <a:pt x="34268" y="1543272"/>
                  <a:pt x="37765" y="1421977"/>
                  <a:pt x="123937" y="1394965"/>
                </a:cubicBezTo>
                <a:lnTo>
                  <a:pt x="4560838" y="4873"/>
                </a:lnTo>
                <a:cubicBezTo>
                  <a:pt x="4576167" y="-299"/>
                  <a:pt x="4589190" y="-745"/>
                  <a:pt x="4603515" y="7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1" name="Google Shape;761;p35"/>
          <p:cNvSpPr/>
          <p:nvPr/>
        </p:nvSpPr>
        <p:spPr>
          <a:xfrm>
            <a:off x="7106065" y="4924637"/>
            <a:ext cx="796678" cy="707136"/>
          </a:xfrm>
          <a:custGeom>
            <a:avLst/>
            <a:gdLst/>
            <a:ahLst/>
            <a:cxnLst/>
            <a:rect l="l" t="t" r="r" b="b"/>
            <a:pathLst>
              <a:path w="4686339" h="4876799" extrusionOk="0">
                <a:moveTo>
                  <a:pt x="1676418" y="4057640"/>
                </a:moveTo>
                <a:cubicBezTo>
                  <a:pt x="1700799" y="4057640"/>
                  <a:pt x="1725179" y="4066932"/>
                  <a:pt x="1743782" y="4085517"/>
                </a:cubicBezTo>
                <a:cubicBezTo>
                  <a:pt x="1780989" y="4122724"/>
                  <a:pt x="1780989" y="4183037"/>
                  <a:pt x="1743782" y="4220244"/>
                </a:cubicBezTo>
                <a:lnTo>
                  <a:pt x="1115132" y="4848894"/>
                </a:lnTo>
                <a:cubicBezTo>
                  <a:pt x="1077925" y="4886101"/>
                  <a:pt x="1017612" y="4886101"/>
                  <a:pt x="980405" y="4848894"/>
                </a:cubicBezTo>
                <a:cubicBezTo>
                  <a:pt x="943198" y="4811687"/>
                  <a:pt x="943198" y="4751374"/>
                  <a:pt x="980405" y="4714204"/>
                </a:cubicBezTo>
                <a:lnTo>
                  <a:pt x="1609055" y="4085517"/>
                </a:lnTo>
                <a:cubicBezTo>
                  <a:pt x="1627658" y="4066932"/>
                  <a:pt x="1652038" y="4057640"/>
                  <a:pt x="1676418" y="4057640"/>
                </a:cubicBezTo>
                <a:close/>
                <a:moveTo>
                  <a:pt x="723918" y="4057640"/>
                </a:moveTo>
                <a:cubicBezTo>
                  <a:pt x="748298" y="4057640"/>
                  <a:pt x="772678" y="4066932"/>
                  <a:pt x="791282" y="4085517"/>
                </a:cubicBezTo>
                <a:cubicBezTo>
                  <a:pt x="828452" y="4122724"/>
                  <a:pt x="828452" y="4183037"/>
                  <a:pt x="791282" y="4220244"/>
                </a:cubicBezTo>
                <a:lnTo>
                  <a:pt x="162594" y="4848894"/>
                </a:lnTo>
                <a:cubicBezTo>
                  <a:pt x="125387" y="4886064"/>
                  <a:pt x="65112" y="4886101"/>
                  <a:pt x="27905" y="4848894"/>
                </a:cubicBezTo>
                <a:cubicBezTo>
                  <a:pt x="-9302" y="4811687"/>
                  <a:pt x="-9302" y="4751374"/>
                  <a:pt x="27905" y="4714167"/>
                </a:cubicBezTo>
                <a:lnTo>
                  <a:pt x="656555" y="4085517"/>
                </a:lnTo>
                <a:cubicBezTo>
                  <a:pt x="675158" y="4066932"/>
                  <a:pt x="699538" y="4057640"/>
                  <a:pt x="723918" y="4057640"/>
                </a:cubicBezTo>
                <a:close/>
                <a:moveTo>
                  <a:pt x="723918" y="3105112"/>
                </a:moveTo>
                <a:cubicBezTo>
                  <a:pt x="748298" y="3105112"/>
                  <a:pt x="772678" y="3114414"/>
                  <a:pt x="791282" y="3133017"/>
                </a:cubicBezTo>
                <a:cubicBezTo>
                  <a:pt x="828452" y="3170224"/>
                  <a:pt x="828452" y="3230537"/>
                  <a:pt x="791282" y="3267744"/>
                </a:cubicBezTo>
                <a:lnTo>
                  <a:pt x="162594" y="3896394"/>
                </a:lnTo>
                <a:cubicBezTo>
                  <a:pt x="125387" y="3933564"/>
                  <a:pt x="65112" y="3933564"/>
                  <a:pt x="27905" y="3896394"/>
                </a:cubicBezTo>
                <a:cubicBezTo>
                  <a:pt x="-9302" y="3859187"/>
                  <a:pt x="-9302" y="3798874"/>
                  <a:pt x="27905" y="3761667"/>
                </a:cubicBezTo>
                <a:lnTo>
                  <a:pt x="656555" y="3133017"/>
                </a:lnTo>
                <a:cubicBezTo>
                  <a:pt x="675158" y="3114414"/>
                  <a:pt x="699538" y="3105112"/>
                  <a:pt x="723918" y="3105112"/>
                </a:cubicBezTo>
                <a:close/>
                <a:moveTo>
                  <a:pt x="2254932" y="2409080"/>
                </a:moveTo>
                <a:lnTo>
                  <a:pt x="1764134" y="3145258"/>
                </a:lnTo>
                <a:lnTo>
                  <a:pt x="2535362" y="2759607"/>
                </a:lnTo>
                <a:close/>
                <a:moveTo>
                  <a:pt x="3716052" y="1956680"/>
                </a:moveTo>
                <a:cubicBezTo>
                  <a:pt x="3768105" y="1964493"/>
                  <a:pt x="3803935" y="2013011"/>
                  <a:pt x="3796122" y="2065027"/>
                </a:cubicBezTo>
                <a:lnTo>
                  <a:pt x="3610124" y="3305472"/>
                </a:lnTo>
                <a:cubicBezTo>
                  <a:pt x="3602310" y="3357524"/>
                  <a:pt x="3553793" y="3393318"/>
                  <a:pt x="3501777" y="3385541"/>
                </a:cubicBezTo>
                <a:cubicBezTo>
                  <a:pt x="3449762" y="3377728"/>
                  <a:pt x="3413894" y="3329247"/>
                  <a:pt x="3421708" y="3277194"/>
                </a:cubicBezTo>
                <a:lnTo>
                  <a:pt x="3607743" y="2036749"/>
                </a:lnTo>
                <a:cubicBezTo>
                  <a:pt x="3615556" y="1984734"/>
                  <a:pt x="3664000" y="1948941"/>
                  <a:pt x="3716052" y="1956680"/>
                </a:cubicBezTo>
                <a:close/>
                <a:moveTo>
                  <a:pt x="3771937" y="1581112"/>
                </a:moveTo>
                <a:cubicBezTo>
                  <a:pt x="3824510" y="1581112"/>
                  <a:pt x="3867187" y="1623788"/>
                  <a:pt x="3867187" y="1676362"/>
                </a:cubicBezTo>
                <a:cubicBezTo>
                  <a:pt x="3867187" y="1728935"/>
                  <a:pt x="3824510" y="1771612"/>
                  <a:pt x="3771937" y="1771612"/>
                </a:cubicBezTo>
                <a:cubicBezTo>
                  <a:pt x="3719363" y="1771612"/>
                  <a:pt x="3676687" y="1728935"/>
                  <a:pt x="3676687" y="1676362"/>
                </a:cubicBezTo>
                <a:cubicBezTo>
                  <a:pt x="3676687" y="1623788"/>
                  <a:pt x="3719363" y="1581112"/>
                  <a:pt x="3771937" y="1581112"/>
                </a:cubicBezTo>
                <a:close/>
                <a:moveTo>
                  <a:pt x="3596506" y="879573"/>
                </a:moveTo>
                <a:lnTo>
                  <a:pt x="1764730" y="2112763"/>
                </a:lnTo>
                <a:lnTo>
                  <a:pt x="1639602" y="2988654"/>
                </a:lnTo>
                <a:lnTo>
                  <a:pt x="2168686" y="2195065"/>
                </a:lnTo>
                <a:cubicBezTo>
                  <a:pt x="2168984" y="2194581"/>
                  <a:pt x="2169356" y="2194172"/>
                  <a:pt x="2169691" y="2193688"/>
                </a:cubicBezTo>
                <a:cubicBezTo>
                  <a:pt x="2170770" y="2192088"/>
                  <a:pt x="2171923" y="2190563"/>
                  <a:pt x="2173151" y="2189037"/>
                </a:cubicBezTo>
                <a:cubicBezTo>
                  <a:pt x="2173970" y="2187958"/>
                  <a:pt x="2174826" y="2186917"/>
                  <a:pt x="2175718" y="2185875"/>
                </a:cubicBezTo>
                <a:cubicBezTo>
                  <a:pt x="2176723" y="2184684"/>
                  <a:pt x="2177802" y="2183531"/>
                  <a:pt x="2178881" y="2182377"/>
                </a:cubicBezTo>
                <a:cubicBezTo>
                  <a:pt x="2180072" y="2181150"/>
                  <a:pt x="2181225" y="2179922"/>
                  <a:pt x="2182453" y="2178768"/>
                </a:cubicBezTo>
                <a:cubicBezTo>
                  <a:pt x="2182825" y="2178433"/>
                  <a:pt x="2183123" y="2178061"/>
                  <a:pt x="2183495" y="2177727"/>
                </a:cubicBezTo>
                <a:close/>
                <a:moveTo>
                  <a:pt x="3994733" y="381855"/>
                </a:moveTo>
                <a:lnTo>
                  <a:pt x="445219" y="1493936"/>
                </a:lnTo>
                <a:lnTo>
                  <a:pt x="1663936" y="1950950"/>
                </a:lnTo>
                <a:close/>
                <a:moveTo>
                  <a:pt x="4439729" y="363586"/>
                </a:moveTo>
                <a:lnTo>
                  <a:pt x="2377864" y="2257833"/>
                </a:lnTo>
                <a:cubicBezTo>
                  <a:pt x="2435424" y="2329792"/>
                  <a:pt x="3657749" y="3857661"/>
                  <a:pt x="3718917" y="3934159"/>
                </a:cubicBezTo>
                <a:close/>
                <a:moveTo>
                  <a:pt x="4603515" y="743"/>
                </a:moveTo>
                <a:cubicBezTo>
                  <a:pt x="4604482" y="1710"/>
                  <a:pt x="4638378" y="3720"/>
                  <a:pt x="4663716" y="33522"/>
                </a:cubicBezTo>
                <a:lnTo>
                  <a:pt x="4663716" y="33560"/>
                </a:lnTo>
                <a:cubicBezTo>
                  <a:pt x="4663753" y="33597"/>
                  <a:pt x="4663753" y="33597"/>
                  <a:pt x="4663790" y="33597"/>
                </a:cubicBezTo>
                <a:cubicBezTo>
                  <a:pt x="4682914" y="56182"/>
                  <a:pt x="4690319" y="86170"/>
                  <a:pt x="4684291" y="114894"/>
                </a:cubicBezTo>
                <a:lnTo>
                  <a:pt x="3865327" y="4171726"/>
                </a:lnTo>
                <a:cubicBezTo>
                  <a:pt x="3849254" y="4251200"/>
                  <a:pt x="3747827" y="4275236"/>
                  <a:pt x="3697560" y="4212393"/>
                </a:cubicBezTo>
                <a:lnTo>
                  <a:pt x="2657066" y="2911747"/>
                </a:lnTo>
                <a:lnTo>
                  <a:pt x="1528539" y="3476066"/>
                </a:lnTo>
                <a:cubicBezTo>
                  <a:pt x="1460041" y="3510296"/>
                  <a:pt x="1381981" y="3453816"/>
                  <a:pt x="1391543" y="3378770"/>
                </a:cubicBezTo>
                <a:cubicBezTo>
                  <a:pt x="1391580" y="3378323"/>
                  <a:pt x="1391543" y="3377877"/>
                  <a:pt x="1391617" y="3377393"/>
                </a:cubicBezTo>
                <a:lnTo>
                  <a:pt x="1571290" y="2119684"/>
                </a:lnTo>
                <a:lnTo>
                  <a:pt x="118951" y="1575047"/>
                </a:lnTo>
                <a:cubicBezTo>
                  <a:pt x="34268" y="1543272"/>
                  <a:pt x="37765" y="1421977"/>
                  <a:pt x="123937" y="1394965"/>
                </a:cubicBezTo>
                <a:lnTo>
                  <a:pt x="4560838" y="4873"/>
                </a:lnTo>
                <a:cubicBezTo>
                  <a:pt x="4576167" y="-299"/>
                  <a:pt x="4589190" y="-745"/>
                  <a:pt x="4603515" y="7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2" name="Google Shape;762;p35"/>
          <p:cNvSpPr/>
          <p:nvPr/>
        </p:nvSpPr>
        <p:spPr>
          <a:xfrm>
            <a:off x="5649400" y="1585700"/>
            <a:ext cx="2743200" cy="1674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27000" dist="88900" dir="552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1st Version / Generation</a:t>
            </a:r>
            <a:endParaRPr sz="1000"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May equal to phase 1 or more from project roadmap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3" name="Google Shape;763;p35"/>
          <p:cNvSpPr/>
          <p:nvPr/>
        </p:nvSpPr>
        <p:spPr>
          <a:xfrm>
            <a:off x="7462025" y="3260000"/>
            <a:ext cx="3948300" cy="1674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27000" dist="88900" dir="552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Next Version / Generation</a:t>
            </a:r>
            <a:endParaRPr sz="1000"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Might have similar roadmap with project but with additional features and many other possibilities</a:t>
            </a:r>
            <a:endParaRPr sz="10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64" name="Google Shape;764;p35"/>
          <p:cNvCxnSpPr/>
          <p:nvPr/>
        </p:nvCxnSpPr>
        <p:spPr>
          <a:xfrm flipH="1">
            <a:off x="1585725" y="2859325"/>
            <a:ext cx="2481900" cy="34617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5" name="Google Shape;765;p35"/>
          <p:cNvSpPr txBox="1"/>
          <p:nvPr/>
        </p:nvSpPr>
        <p:spPr>
          <a:xfrm>
            <a:off x="3973984" y="5030900"/>
            <a:ext cx="1282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AI Assisted</a:t>
            </a:r>
            <a:endParaRPr/>
          </a:p>
        </p:txBody>
      </p:sp>
      <p:sp>
        <p:nvSpPr>
          <p:cNvPr id="766" name="Google Shape;766;p35"/>
          <p:cNvSpPr txBox="1"/>
          <p:nvPr/>
        </p:nvSpPr>
        <p:spPr>
          <a:xfrm>
            <a:off x="3150915" y="4241775"/>
            <a:ext cx="178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Data Mining</a:t>
            </a:r>
            <a:endParaRPr sz="1200"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Training Model</a:t>
            </a:r>
            <a:endParaRPr sz="1200"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7" name="Google Shape;767;p35"/>
          <p:cNvSpPr txBox="1"/>
          <p:nvPr/>
        </p:nvSpPr>
        <p:spPr>
          <a:xfrm>
            <a:off x="2830976" y="5248600"/>
            <a:ext cx="2425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Automated Departure</a:t>
            </a:r>
            <a:endParaRPr/>
          </a:p>
        </p:txBody>
      </p:sp>
      <p:sp>
        <p:nvSpPr>
          <p:cNvPr id="768" name="Google Shape;768;p35"/>
          <p:cNvSpPr txBox="1"/>
          <p:nvPr/>
        </p:nvSpPr>
        <p:spPr>
          <a:xfrm rot="-3171631">
            <a:off x="1459667" y="4547274"/>
            <a:ext cx="1785320" cy="27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Project Based</a:t>
            </a:r>
            <a:endParaRPr sz="1200" b="1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9" name="Google Shape;769;p35"/>
          <p:cNvSpPr txBox="1"/>
          <p:nvPr/>
        </p:nvSpPr>
        <p:spPr>
          <a:xfrm>
            <a:off x="3001665" y="3637450"/>
            <a:ext cx="1785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Data Collection</a:t>
            </a:r>
            <a:endParaRPr sz="1200" b="1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1351D8A1-B05F-6711-76C8-E1B6C712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9"/>
          <p:cNvGrpSpPr/>
          <p:nvPr/>
        </p:nvGrpSpPr>
        <p:grpSpPr>
          <a:xfrm>
            <a:off x="2423166" y="1654062"/>
            <a:ext cx="7276530" cy="3908589"/>
            <a:chOff x="3008395" y="2195153"/>
            <a:chExt cx="6175210" cy="3317015"/>
          </a:xfrm>
        </p:grpSpPr>
        <p:grpSp>
          <p:nvGrpSpPr>
            <p:cNvPr id="461" name="Google Shape;461;p29"/>
            <p:cNvGrpSpPr/>
            <p:nvPr/>
          </p:nvGrpSpPr>
          <p:grpSpPr>
            <a:xfrm>
              <a:off x="5029532" y="2830633"/>
              <a:ext cx="2116264" cy="2131115"/>
              <a:chOff x="2743200" y="2292651"/>
              <a:chExt cx="1127354" cy="1135266"/>
            </a:xfrm>
          </p:grpSpPr>
          <p:sp>
            <p:nvSpPr>
              <p:cNvPr id="462" name="Google Shape;462;p29"/>
              <p:cNvSpPr/>
              <p:nvPr/>
            </p:nvSpPr>
            <p:spPr>
              <a:xfrm>
                <a:off x="2743200" y="2292651"/>
                <a:ext cx="1127354" cy="1135266"/>
              </a:xfrm>
              <a:prstGeom prst="ellipse">
                <a:avLst/>
              </a:prstGeom>
              <a:solidFill>
                <a:srgbClr val="D6D6D6"/>
              </a:solidFill>
              <a:ln>
                <a:noFill/>
              </a:ln>
              <a:effectLst>
                <a:outerShdw blurRad="127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2794624" y="2351987"/>
                <a:ext cx="1024508" cy="1024508"/>
              </a:xfrm>
              <a:prstGeom prst="ellipse">
                <a:avLst/>
              </a:prstGeom>
              <a:solidFill>
                <a:srgbClr val="FFFFFF">
                  <a:alpha val="49803"/>
                </a:srgbClr>
              </a:solidFill>
              <a:ln>
                <a:noFill/>
              </a:ln>
              <a:effectLst>
                <a:outerShdw blurRad="127000" sx="102000" sy="102000" algn="ctr" rotWithShape="0">
                  <a:schemeClr val="dk2">
                    <a:alpha val="9803"/>
                  </a:scheme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4" name="Google Shape;464;p29"/>
              <p:cNvSpPr/>
              <p:nvPr/>
            </p:nvSpPr>
            <p:spPr>
              <a:xfrm>
                <a:off x="2865232" y="2422990"/>
                <a:ext cx="883292" cy="874590"/>
              </a:xfrm>
              <a:prstGeom prst="ellipse">
                <a:avLst/>
              </a:prstGeom>
              <a:solidFill>
                <a:schemeClr val="dk2">
                  <a:alpha val="20000"/>
                </a:schemeClr>
              </a:solidFill>
              <a:ln>
                <a:noFill/>
              </a:ln>
              <a:effectLst>
                <a:outerShdw blurRad="76200" algn="ctr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1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66" name="Google Shape;466;p29"/>
            <p:cNvGrpSpPr/>
            <p:nvPr/>
          </p:nvGrpSpPr>
          <p:grpSpPr>
            <a:xfrm>
              <a:off x="3008395" y="2195153"/>
              <a:ext cx="6175210" cy="3317015"/>
              <a:chOff x="2699635" y="2029302"/>
              <a:chExt cx="6792731" cy="3648717"/>
            </a:xfrm>
          </p:grpSpPr>
          <p:grpSp>
            <p:nvGrpSpPr>
              <p:cNvPr id="467" name="Google Shape;467;p29"/>
              <p:cNvGrpSpPr/>
              <p:nvPr/>
            </p:nvGrpSpPr>
            <p:grpSpPr>
              <a:xfrm>
                <a:off x="4679617" y="2122108"/>
                <a:ext cx="2816095" cy="3548163"/>
                <a:chOff x="4559728" y="2048241"/>
                <a:chExt cx="2816095" cy="3548163"/>
              </a:xfrm>
            </p:grpSpPr>
            <p:sp>
              <p:nvSpPr>
                <p:cNvPr id="468" name="Google Shape;468;p29"/>
                <p:cNvSpPr/>
                <p:nvPr/>
              </p:nvSpPr>
              <p:spPr>
                <a:xfrm>
                  <a:off x="4559728" y="4824717"/>
                  <a:ext cx="2763101" cy="771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101" h="771687" extrusionOk="0">
                      <a:moveTo>
                        <a:pt x="1392364" y="771688"/>
                      </a:moveTo>
                      <a:cubicBezTo>
                        <a:pt x="875241" y="771688"/>
                        <a:pt x="362742" y="545870"/>
                        <a:pt x="15091" y="111870"/>
                      </a:cubicBezTo>
                      <a:cubicBezTo>
                        <a:pt x="-8665" y="82176"/>
                        <a:pt x="-3850" y="38846"/>
                        <a:pt x="25844" y="15091"/>
                      </a:cubicBezTo>
                      <a:cubicBezTo>
                        <a:pt x="55538" y="-8665"/>
                        <a:pt x="98868" y="-3850"/>
                        <a:pt x="122623" y="25844"/>
                      </a:cubicBezTo>
                      <a:cubicBezTo>
                        <a:pt x="682651" y="725180"/>
                        <a:pt x="1707003" y="838412"/>
                        <a:pt x="2406285" y="278276"/>
                      </a:cubicBezTo>
                      <a:cubicBezTo>
                        <a:pt x="2492252" y="209353"/>
                        <a:pt x="2571010" y="131892"/>
                        <a:pt x="2641351" y="47081"/>
                      </a:cubicBezTo>
                      <a:cubicBezTo>
                        <a:pt x="2665596" y="17832"/>
                        <a:pt x="2708962" y="13776"/>
                        <a:pt x="2738211" y="38022"/>
                      </a:cubicBezTo>
                      <a:cubicBezTo>
                        <a:pt x="2767459" y="62267"/>
                        <a:pt x="2771516" y="105633"/>
                        <a:pt x="2747270" y="134881"/>
                      </a:cubicBezTo>
                      <a:cubicBezTo>
                        <a:pt x="2412922" y="538226"/>
                        <a:pt x="1916267" y="771654"/>
                        <a:pt x="1392364" y="771688"/>
                      </a:cubicBezTo>
                      <a:close/>
                    </a:path>
                  </a:pathLst>
                </a:custGeom>
                <a:solidFill>
                  <a:srgbClr val="CBCBC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69" name="Google Shape;469;p29"/>
                <p:cNvSpPr/>
                <p:nvPr/>
              </p:nvSpPr>
              <p:spPr>
                <a:xfrm>
                  <a:off x="4645145" y="2048241"/>
                  <a:ext cx="2730678" cy="8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678" h="816736" extrusionOk="0">
                      <a:moveTo>
                        <a:pt x="2661853" y="816736"/>
                      </a:moveTo>
                      <a:cubicBezTo>
                        <a:pt x="2640157" y="816766"/>
                        <a:pt x="2619723" y="806539"/>
                        <a:pt x="2606743" y="789154"/>
                      </a:cubicBezTo>
                      <a:cubicBezTo>
                        <a:pt x="2549176" y="712139"/>
                        <a:pt x="2484908" y="640369"/>
                        <a:pt x="2414690" y="574681"/>
                      </a:cubicBezTo>
                      <a:cubicBezTo>
                        <a:pt x="1760357" y="-37285"/>
                        <a:pt x="730090" y="-2660"/>
                        <a:pt x="118178" y="651782"/>
                      </a:cubicBezTo>
                      <a:cubicBezTo>
                        <a:pt x="91763" y="679071"/>
                        <a:pt x="48228" y="679779"/>
                        <a:pt x="20940" y="653365"/>
                      </a:cubicBezTo>
                      <a:cubicBezTo>
                        <a:pt x="-5689" y="627590"/>
                        <a:pt x="-7102" y="585350"/>
                        <a:pt x="17743" y="557852"/>
                      </a:cubicBezTo>
                      <a:cubicBezTo>
                        <a:pt x="681432" y="-151861"/>
                        <a:pt x="1798907" y="-189497"/>
                        <a:pt x="2508727" y="474246"/>
                      </a:cubicBezTo>
                      <a:cubicBezTo>
                        <a:pt x="2584857" y="545505"/>
                        <a:pt x="2654557" y="623338"/>
                        <a:pt x="2717017" y="706838"/>
                      </a:cubicBezTo>
                      <a:cubicBezTo>
                        <a:pt x="2739733" y="737275"/>
                        <a:pt x="2733475" y="780363"/>
                        <a:pt x="2703038" y="803080"/>
                      </a:cubicBezTo>
                      <a:cubicBezTo>
                        <a:pt x="2691143" y="811957"/>
                        <a:pt x="2676696" y="816748"/>
                        <a:pt x="2661853" y="816736"/>
                      </a:cubicBezTo>
                      <a:close/>
                    </a:path>
                  </a:pathLst>
                </a:custGeom>
                <a:solidFill>
                  <a:srgbClr val="CBCBC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470" name="Google Shape;470;p29"/>
              <p:cNvGrpSpPr/>
              <p:nvPr/>
            </p:nvGrpSpPr>
            <p:grpSpPr>
              <a:xfrm>
                <a:off x="7193798" y="2029302"/>
                <a:ext cx="2298568" cy="3648717"/>
                <a:chOff x="7060419" y="1967755"/>
                <a:chExt cx="2298568" cy="3648717"/>
              </a:xfrm>
            </p:grpSpPr>
            <p:grpSp>
              <p:nvGrpSpPr>
                <p:cNvPr id="471" name="Google Shape;471;p29"/>
                <p:cNvGrpSpPr/>
                <p:nvPr/>
              </p:nvGrpSpPr>
              <p:grpSpPr>
                <a:xfrm rot="5400000">
                  <a:off x="7777320" y="4522091"/>
                  <a:ext cx="881610" cy="1307152"/>
                  <a:chOff x="5726265" y="927160"/>
                  <a:chExt cx="881610" cy="1307152"/>
                </a:xfrm>
              </p:grpSpPr>
              <p:sp>
                <p:nvSpPr>
                  <p:cNvPr id="472" name="Google Shape;472;p29"/>
                  <p:cNvSpPr/>
                  <p:nvPr/>
                </p:nvSpPr>
                <p:spPr>
                  <a:xfrm>
                    <a:off x="5730077" y="931333"/>
                    <a:ext cx="873575" cy="130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575" h="1302979" extrusionOk="0">
                        <a:moveTo>
                          <a:pt x="873576" y="437395"/>
                        </a:moveTo>
                        <a:cubicBezTo>
                          <a:pt x="873738" y="567970"/>
                          <a:pt x="815452" y="691743"/>
                          <a:pt x="714746" y="774676"/>
                        </a:cubicBezTo>
                        <a:cubicBezTo>
                          <a:pt x="711988" y="776866"/>
                          <a:pt x="709230" y="779057"/>
                          <a:pt x="706567" y="781343"/>
                        </a:cubicBezTo>
                        <a:cubicBezTo>
                          <a:pt x="607361" y="862723"/>
                          <a:pt x="548982" y="983733"/>
                          <a:pt x="546976" y="1112146"/>
                        </a:cubicBezTo>
                        <a:cubicBezTo>
                          <a:pt x="546744" y="1131237"/>
                          <a:pt x="547696" y="1150324"/>
                          <a:pt x="549829" y="1169296"/>
                        </a:cubicBezTo>
                        <a:cubicBezTo>
                          <a:pt x="549829" y="1172535"/>
                          <a:pt x="550495" y="1175678"/>
                          <a:pt x="550971" y="1178821"/>
                        </a:cubicBezTo>
                        <a:cubicBezTo>
                          <a:pt x="551388" y="1181979"/>
                          <a:pt x="551578" y="1185162"/>
                          <a:pt x="551541" y="1188346"/>
                        </a:cubicBezTo>
                        <a:cubicBezTo>
                          <a:pt x="551541" y="1251657"/>
                          <a:pt x="500295" y="1302980"/>
                          <a:pt x="437079" y="1302980"/>
                        </a:cubicBezTo>
                        <a:cubicBezTo>
                          <a:pt x="373864" y="1302980"/>
                          <a:pt x="322617" y="1251657"/>
                          <a:pt x="322617" y="1188346"/>
                        </a:cubicBezTo>
                        <a:cubicBezTo>
                          <a:pt x="322445" y="1185174"/>
                          <a:pt x="322445" y="1181994"/>
                          <a:pt x="322617" y="1178821"/>
                        </a:cubicBezTo>
                        <a:cubicBezTo>
                          <a:pt x="323093" y="1175869"/>
                          <a:pt x="323378" y="1172916"/>
                          <a:pt x="323758" y="1169868"/>
                        </a:cubicBezTo>
                        <a:cubicBezTo>
                          <a:pt x="325375" y="1156438"/>
                          <a:pt x="326326" y="1142722"/>
                          <a:pt x="326612" y="1128815"/>
                        </a:cubicBezTo>
                        <a:cubicBezTo>
                          <a:pt x="329760" y="994509"/>
                          <a:pt x="270918" y="866247"/>
                          <a:pt x="167116" y="781153"/>
                        </a:cubicBezTo>
                        <a:lnTo>
                          <a:pt x="158556" y="774295"/>
                        </a:lnTo>
                        <a:cubicBezTo>
                          <a:pt x="-27332" y="620530"/>
                          <a:pt x="-53560" y="344961"/>
                          <a:pt x="99975" y="158794"/>
                        </a:cubicBezTo>
                        <a:cubicBezTo>
                          <a:pt x="253510" y="-27373"/>
                          <a:pt x="528667" y="-53640"/>
                          <a:pt x="714556" y="100124"/>
                        </a:cubicBezTo>
                        <a:cubicBezTo>
                          <a:pt x="814960" y="183178"/>
                          <a:pt x="873099" y="306786"/>
                          <a:pt x="873100" y="437205"/>
                        </a:cubicBezTo>
                        <a:close/>
                      </a:path>
                    </a:pathLst>
                  </a:custGeom>
                  <a:solidFill>
                    <a:srgbClr val="D6D6D6"/>
                  </a:solidFill>
                  <a:ln>
                    <a:noFill/>
                  </a:ln>
                  <a:effectLst>
                    <a:outerShdw blurRad="114300" dist="38100" dir="5400000" algn="ctr" rotWithShape="0">
                      <a:srgbClr val="000000">
                        <a:alpha val="9803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3" name="Google Shape;473;p29"/>
                  <p:cNvSpPr/>
                  <p:nvPr/>
                </p:nvSpPr>
                <p:spPr>
                  <a:xfrm>
                    <a:off x="5726265" y="927160"/>
                    <a:ext cx="881610" cy="882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610" h="882930" extrusionOk="0">
                        <a:moveTo>
                          <a:pt x="523806" y="83125"/>
                        </a:moveTo>
                        <a:cubicBezTo>
                          <a:pt x="721416" y="129033"/>
                          <a:pt x="844450" y="326684"/>
                          <a:pt x="798610" y="524590"/>
                        </a:cubicBezTo>
                        <a:cubicBezTo>
                          <a:pt x="752770" y="722496"/>
                          <a:pt x="555415" y="845714"/>
                          <a:pt x="357805" y="799806"/>
                        </a:cubicBezTo>
                        <a:cubicBezTo>
                          <a:pt x="160195" y="753897"/>
                          <a:pt x="37161" y="556247"/>
                          <a:pt x="83001" y="358341"/>
                        </a:cubicBezTo>
                        <a:cubicBezTo>
                          <a:pt x="128840" y="160434"/>
                          <a:pt x="326196" y="37216"/>
                          <a:pt x="523806" y="83125"/>
                        </a:cubicBezTo>
                        <a:close/>
                      </a:path>
                    </a:pathLst>
                  </a:custGeom>
                  <a:solidFill>
                    <a:srgbClr val="ADADA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4" name="Google Shape;474;p29"/>
                  <p:cNvSpPr/>
                  <p:nvPr/>
                </p:nvSpPr>
                <p:spPr>
                  <a:xfrm>
                    <a:off x="5764764" y="965626"/>
                    <a:ext cx="804856" cy="806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856" h="806060" extrusionOk="0">
                        <a:moveTo>
                          <a:pt x="478300" y="75985"/>
                        </a:moveTo>
                        <a:cubicBezTo>
                          <a:pt x="658652" y="117951"/>
                          <a:pt x="770887" y="298394"/>
                          <a:pt x="728984" y="479016"/>
                        </a:cubicBezTo>
                        <a:cubicBezTo>
                          <a:pt x="687081" y="659638"/>
                          <a:pt x="506908" y="772041"/>
                          <a:pt x="326556" y="730076"/>
                        </a:cubicBezTo>
                        <a:cubicBezTo>
                          <a:pt x="146204" y="688110"/>
                          <a:pt x="33969" y="507667"/>
                          <a:pt x="75872" y="327045"/>
                        </a:cubicBezTo>
                        <a:cubicBezTo>
                          <a:pt x="117775" y="146423"/>
                          <a:pt x="297948" y="34020"/>
                          <a:pt x="478300" y="759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31926"/>
                      </a:gs>
                      <a:gs pos="99000">
                        <a:schemeClr val="accent3"/>
                      </a:gs>
                      <a:gs pos="100000">
                        <a:schemeClr val="accent3"/>
                      </a:gs>
                    </a:gsLst>
                    <a:lin ang="6000000" scaled="0"/>
                  </a:gradFill>
                  <a:ln w="25400" cap="flat" cmpd="sng">
                    <a:solidFill>
                      <a:srgbClr val="FFFFFF">
                        <a:alpha val="49803"/>
                      </a:srgbClr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5" name="Google Shape;475;p29"/>
                  <p:cNvSpPr/>
                  <p:nvPr/>
                </p:nvSpPr>
                <p:spPr>
                  <a:xfrm>
                    <a:off x="6130725" y="2091414"/>
                    <a:ext cx="79251" cy="79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31" h="116204" extrusionOk="0">
                        <a:moveTo>
                          <a:pt x="116031" y="58103"/>
                        </a:moveTo>
                        <a:cubicBezTo>
                          <a:pt x="116031" y="90192"/>
                          <a:pt x="90057" y="116205"/>
                          <a:pt x="58016" y="116205"/>
                        </a:cubicBezTo>
                        <a:cubicBezTo>
                          <a:pt x="25974" y="116205"/>
                          <a:pt x="0" y="90192"/>
                          <a:pt x="0" y="58103"/>
                        </a:cubicBezTo>
                        <a:cubicBezTo>
                          <a:pt x="0" y="26014"/>
                          <a:pt x="25974" y="0"/>
                          <a:pt x="58016" y="0"/>
                        </a:cubicBezTo>
                        <a:cubicBezTo>
                          <a:pt x="90057" y="0"/>
                          <a:pt x="116031" y="26014"/>
                          <a:pt x="116031" y="58103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76" name="Google Shape;476;p29"/>
                <p:cNvGrpSpPr/>
                <p:nvPr/>
              </p:nvGrpSpPr>
              <p:grpSpPr>
                <a:xfrm rot="5400000">
                  <a:off x="8264606" y="3141399"/>
                  <a:ext cx="881610" cy="1307152"/>
                  <a:chOff x="5726265" y="927160"/>
                  <a:chExt cx="881610" cy="1307152"/>
                </a:xfrm>
              </p:grpSpPr>
              <p:sp>
                <p:nvSpPr>
                  <p:cNvPr id="477" name="Google Shape;477;p29"/>
                  <p:cNvSpPr/>
                  <p:nvPr/>
                </p:nvSpPr>
                <p:spPr>
                  <a:xfrm>
                    <a:off x="5730077" y="931333"/>
                    <a:ext cx="873575" cy="130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575" h="1302979" extrusionOk="0">
                        <a:moveTo>
                          <a:pt x="873576" y="437395"/>
                        </a:moveTo>
                        <a:cubicBezTo>
                          <a:pt x="873738" y="567970"/>
                          <a:pt x="815452" y="691743"/>
                          <a:pt x="714746" y="774676"/>
                        </a:cubicBezTo>
                        <a:cubicBezTo>
                          <a:pt x="711988" y="776866"/>
                          <a:pt x="709230" y="779057"/>
                          <a:pt x="706567" y="781343"/>
                        </a:cubicBezTo>
                        <a:cubicBezTo>
                          <a:pt x="607361" y="862723"/>
                          <a:pt x="548982" y="983733"/>
                          <a:pt x="546976" y="1112146"/>
                        </a:cubicBezTo>
                        <a:cubicBezTo>
                          <a:pt x="546744" y="1131237"/>
                          <a:pt x="547696" y="1150324"/>
                          <a:pt x="549829" y="1169296"/>
                        </a:cubicBezTo>
                        <a:cubicBezTo>
                          <a:pt x="549829" y="1172535"/>
                          <a:pt x="550495" y="1175678"/>
                          <a:pt x="550971" y="1178821"/>
                        </a:cubicBezTo>
                        <a:cubicBezTo>
                          <a:pt x="551388" y="1181979"/>
                          <a:pt x="551578" y="1185162"/>
                          <a:pt x="551541" y="1188346"/>
                        </a:cubicBezTo>
                        <a:cubicBezTo>
                          <a:pt x="551541" y="1251657"/>
                          <a:pt x="500295" y="1302980"/>
                          <a:pt x="437079" y="1302980"/>
                        </a:cubicBezTo>
                        <a:cubicBezTo>
                          <a:pt x="373864" y="1302980"/>
                          <a:pt x="322617" y="1251657"/>
                          <a:pt x="322617" y="1188346"/>
                        </a:cubicBezTo>
                        <a:cubicBezTo>
                          <a:pt x="322445" y="1185174"/>
                          <a:pt x="322445" y="1181994"/>
                          <a:pt x="322617" y="1178821"/>
                        </a:cubicBezTo>
                        <a:cubicBezTo>
                          <a:pt x="323093" y="1175869"/>
                          <a:pt x="323378" y="1172916"/>
                          <a:pt x="323758" y="1169868"/>
                        </a:cubicBezTo>
                        <a:cubicBezTo>
                          <a:pt x="325375" y="1156438"/>
                          <a:pt x="326326" y="1142722"/>
                          <a:pt x="326612" y="1128815"/>
                        </a:cubicBezTo>
                        <a:cubicBezTo>
                          <a:pt x="329760" y="994509"/>
                          <a:pt x="270918" y="866247"/>
                          <a:pt x="167116" y="781153"/>
                        </a:cubicBezTo>
                        <a:lnTo>
                          <a:pt x="158556" y="774295"/>
                        </a:lnTo>
                        <a:cubicBezTo>
                          <a:pt x="-27332" y="620530"/>
                          <a:pt x="-53560" y="344961"/>
                          <a:pt x="99975" y="158794"/>
                        </a:cubicBezTo>
                        <a:cubicBezTo>
                          <a:pt x="253510" y="-27373"/>
                          <a:pt x="528667" y="-53640"/>
                          <a:pt x="714556" y="100124"/>
                        </a:cubicBezTo>
                        <a:cubicBezTo>
                          <a:pt x="814960" y="183178"/>
                          <a:pt x="873099" y="306786"/>
                          <a:pt x="873100" y="437205"/>
                        </a:cubicBezTo>
                        <a:close/>
                      </a:path>
                    </a:pathLst>
                  </a:custGeom>
                  <a:solidFill>
                    <a:srgbClr val="D6D6D6"/>
                  </a:solidFill>
                  <a:ln>
                    <a:noFill/>
                  </a:ln>
                  <a:effectLst>
                    <a:outerShdw blurRad="127000" dist="38100" dir="10800000" algn="r" rotWithShape="0">
                      <a:srgbClr val="000000">
                        <a:alpha val="9803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8" name="Google Shape;478;p29"/>
                  <p:cNvSpPr/>
                  <p:nvPr/>
                </p:nvSpPr>
                <p:spPr>
                  <a:xfrm>
                    <a:off x="5726265" y="927160"/>
                    <a:ext cx="881610" cy="882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610" h="882930" extrusionOk="0">
                        <a:moveTo>
                          <a:pt x="523806" y="83125"/>
                        </a:moveTo>
                        <a:cubicBezTo>
                          <a:pt x="721416" y="129033"/>
                          <a:pt x="844450" y="326684"/>
                          <a:pt x="798610" y="524590"/>
                        </a:cubicBezTo>
                        <a:cubicBezTo>
                          <a:pt x="752770" y="722496"/>
                          <a:pt x="555415" y="845714"/>
                          <a:pt x="357805" y="799806"/>
                        </a:cubicBezTo>
                        <a:cubicBezTo>
                          <a:pt x="160195" y="753897"/>
                          <a:pt x="37161" y="556247"/>
                          <a:pt x="83001" y="358341"/>
                        </a:cubicBezTo>
                        <a:cubicBezTo>
                          <a:pt x="128840" y="160434"/>
                          <a:pt x="326196" y="37216"/>
                          <a:pt x="523806" y="83125"/>
                        </a:cubicBezTo>
                        <a:close/>
                      </a:path>
                    </a:pathLst>
                  </a:custGeom>
                  <a:solidFill>
                    <a:srgbClr val="ADADA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79" name="Google Shape;479;p29"/>
                  <p:cNvSpPr/>
                  <p:nvPr/>
                </p:nvSpPr>
                <p:spPr>
                  <a:xfrm>
                    <a:off x="5764764" y="965626"/>
                    <a:ext cx="804856" cy="806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856" h="806060" extrusionOk="0">
                        <a:moveTo>
                          <a:pt x="478300" y="75985"/>
                        </a:moveTo>
                        <a:cubicBezTo>
                          <a:pt x="658652" y="117951"/>
                          <a:pt x="770887" y="298394"/>
                          <a:pt x="728984" y="479016"/>
                        </a:cubicBezTo>
                        <a:cubicBezTo>
                          <a:pt x="687081" y="659638"/>
                          <a:pt x="506908" y="772041"/>
                          <a:pt x="326556" y="730076"/>
                        </a:cubicBezTo>
                        <a:cubicBezTo>
                          <a:pt x="146204" y="688110"/>
                          <a:pt x="33969" y="507667"/>
                          <a:pt x="75872" y="327045"/>
                        </a:cubicBezTo>
                        <a:cubicBezTo>
                          <a:pt x="117775" y="146423"/>
                          <a:pt x="297948" y="34020"/>
                          <a:pt x="478300" y="759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D262F"/>
                      </a:gs>
                      <a:gs pos="99000">
                        <a:schemeClr val="accent2"/>
                      </a:gs>
                      <a:gs pos="100000">
                        <a:schemeClr val="accent2"/>
                      </a:gs>
                    </a:gsLst>
                    <a:lin ang="6000000" scaled="0"/>
                  </a:gradFill>
                  <a:ln w="25400" cap="flat" cmpd="sng">
                    <a:solidFill>
                      <a:srgbClr val="FFFFFF">
                        <a:alpha val="49803"/>
                      </a:srgbClr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0" name="Google Shape;480;p29"/>
                  <p:cNvSpPr/>
                  <p:nvPr/>
                </p:nvSpPr>
                <p:spPr>
                  <a:xfrm>
                    <a:off x="6127486" y="2091043"/>
                    <a:ext cx="79251" cy="79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31" h="116204" extrusionOk="0">
                        <a:moveTo>
                          <a:pt x="116031" y="58103"/>
                        </a:moveTo>
                        <a:cubicBezTo>
                          <a:pt x="116031" y="90192"/>
                          <a:pt x="90057" y="116205"/>
                          <a:pt x="58016" y="116205"/>
                        </a:cubicBezTo>
                        <a:cubicBezTo>
                          <a:pt x="25974" y="116205"/>
                          <a:pt x="0" y="90192"/>
                          <a:pt x="0" y="58103"/>
                        </a:cubicBezTo>
                        <a:cubicBezTo>
                          <a:pt x="0" y="26014"/>
                          <a:pt x="25974" y="0"/>
                          <a:pt x="58016" y="0"/>
                        </a:cubicBezTo>
                        <a:cubicBezTo>
                          <a:pt x="90057" y="0"/>
                          <a:pt x="116031" y="26014"/>
                          <a:pt x="116031" y="58103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81" name="Google Shape;481;p29"/>
                <p:cNvGrpSpPr/>
                <p:nvPr/>
              </p:nvGrpSpPr>
              <p:grpSpPr>
                <a:xfrm rot="5400000">
                  <a:off x="7777320" y="1754984"/>
                  <a:ext cx="881610" cy="1307152"/>
                  <a:chOff x="5726265" y="927160"/>
                  <a:chExt cx="881610" cy="1307152"/>
                </a:xfrm>
              </p:grpSpPr>
              <p:sp>
                <p:nvSpPr>
                  <p:cNvPr id="482" name="Google Shape;482;p29"/>
                  <p:cNvSpPr/>
                  <p:nvPr/>
                </p:nvSpPr>
                <p:spPr>
                  <a:xfrm>
                    <a:off x="5730077" y="931333"/>
                    <a:ext cx="873575" cy="130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575" h="1302979" extrusionOk="0">
                        <a:moveTo>
                          <a:pt x="873576" y="437395"/>
                        </a:moveTo>
                        <a:cubicBezTo>
                          <a:pt x="873738" y="567970"/>
                          <a:pt x="815452" y="691743"/>
                          <a:pt x="714746" y="774676"/>
                        </a:cubicBezTo>
                        <a:cubicBezTo>
                          <a:pt x="711988" y="776866"/>
                          <a:pt x="709230" y="779057"/>
                          <a:pt x="706567" y="781343"/>
                        </a:cubicBezTo>
                        <a:cubicBezTo>
                          <a:pt x="607361" y="862723"/>
                          <a:pt x="548982" y="983733"/>
                          <a:pt x="546976" y="1112146"/>
                        </a:cubicBezTo>
                        <a:cubicBezTo>
                          <a:pt x="546744" y="1131237"/>
                          <a:pt x="547696" y="1150324"/>
                          <a:pt x="549829" y="1169296"/>
                        </a:cubicBezTo>
                        <a:cubicBezTo>
                          <a:pt x="549829" y="1172535"/>
                          <a:pt x="550495" y="1175678"/>
                          <a:pt x="550971" y="1178821"/>
                        </a:cubicBezTo>
                        <a:cubicBezTo>
                          <a:pt x="551388" y="1181979"/>
                          <a:pt x="551578" y="1185162"/>
                          <a:pt x="551541" y="1188346"/>
                        </a:cubicBezTo>
                        <a:cubicBezTo>
                          <a:pt x="551541" y="1251657"/>
                          <a:pt x="500295" y="1302980"/>
                          <a:pt x="437079" y="1302980"/>
                        </a:cubicBezTo>
                        <a:cubicBezTo>
                          <a:pt x="373864" y="1302980"/>
                          <a:pt x="322617" y="1251657"/>
                          <a:pt x="322617" y="1188346"/>
                        </a:cubicBezTo>
                        <a:cubicBezTo>
                          <a:pt x="322445" y="1185174"/>
                          <a:pt x="322445" y="1181994"/>
                          <a:pt x="322617" y="1178821"/>
                        </a:cubicBezTo>
                        <a:cubicBezTo>
                          <a:pt x="323093" y="1175869"/>
                          <a:pt x="323378" y="1172916"/>
                          <a:pt x="323758" y="1169868"/>
                        </a:cubicBezTo>
                        <a:cubicBezTo>
                          <a:pt x="325375" y="1156438"/>
                          <a:pt x="326326" y="1142722"/>
                          <a:pt x="326612" y="1128815"/>
                        </a:cubicBezTo>
                        <a:cubicBezTo>
                          <a:pt x="329760" y="994509"/>
                          <a:pt x="270918" y="866247"/>
                          <a:pt x="167116" y="781153"/>
                        </a:cubicBezTo>
                        <a:lnTo>
                          <a:pt x="158556" y="774295"/>
                        </a:lnTo>
                        <a:cubicBezTo>
                          <a:pt x="-27332" y="620530"/>
                          <a:pt x="-53560" y="344961"/>
                          <a:pt x="99975" y="158794"/>
                        </a:cubicBezTo>
                        <a:cubicBezTo>
                          <a:pt x="253510" y="-27373"/>
                          <a:pt x="528667" y="-53640"/>
                          <a:pt x="714556" y="100124"/>
                        </a:cubicBezTo>
                        <a:cubicBezTo>
                          <a:pt x="814960" y="183178"/>
                          <a:pt x="873099" y="306786"/>
                          <a:pt x="873100" y="437205"/>
                        </a:cubicBezTo>
                        <a:close/>
                      </a:path>
                    </a:pathLst>
                  </a:custGeom>
                  <a:solidFill>
                    <a:srgbClr val="D6D6D6"/>
                  </a:solidFill>
                  <a:ln>
                    <a:noFill/>
                  </a:ln>
                  <a:effectLst>
                    <a:outerShdw blurRad="114300" dist="38100" dir="5400000" algn="ctr" rotWithShape="0">
                      <a:srgbClr val="000000">
                        <a:alpha val="9803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3" name="Google Shape;483;p29"/>
                  <p:cNvSpPr/>
                  <p:nvPr/>
                </p:nvSpPr>
                <p:spPr>
                  <a:xfrm>
                    <a:off x="5726265" y="927160"/>
                    <a:ext cx="881610" cy="8829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1610" h="882930" extrusionOk="0">
                        <a:moveTo>
                          <a:pt x="523806" y="83125"/>
                        </a:moveTo>
                        <a:cubicBezTo>
                          <a:pt x="721416" y="129033"/>
                          <a:pt x="844450" y="326684"/>
                          <a:pt x="798610" y="524590"/>
                        </a:cubicBezTo>
                        <a:cubicBezTo>
                          <a:pt x="752770" y="722496"/>
                          <a:pt x="555415" y="845714"/>
                          <a:pt x="357805" y="799806"/>
                        </a:cubicBezTo>
                        <a:cubicBezTo>
                          <a:pt x="160195" y="753897"/>
                          <a:pt x="37161" y="556247"/>
                          <a:pt x="83001" y="358341"/>
                        </a:cubicBezTo>
                        <a:cubicBezTo>
                          <a:pt x="128840" y="160434"/>
                          <a:pt x="326196" y="37216"/>
                          <a:pt x="523806" y="83125"/>
                        </a:cubicBezTo>
                        <a:close/>
                      </a:path>
                    </a:pathLst>
                  </a:custGeom>
                  <a:solidFill>
                    <a:srgbClr val="ADADA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4" name="Google Shape;484;p29"/>
                  <p:cNvSpPr/>
                  <p:nvPr/>
                </p:nvSpPr>
                <p:spPr>
                  <a:xfrm>
                    <a:off x="5764764" y="965626"/>
                    <a:ext cx="804856" cy="806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4856" h="806060" extrusionOk="0">
                        <a:moveTo>
                          <a:pt x="478300" y="75985"/>
                        </a:moveTo>
                        <a:cubicBezTo>
                          <a:pt x="658652" y="117951"/>
                          <a:pt x="770887" y="298394"/>
                          <a:pt x="728984" y="479016"/>
                        </a:cubicBezTo>
                        <a:cubicBezTo>
                          <a:pt x="687081" y="659638"/>
                          <a:pt x="506908" y="772041"/>
                          <a:pt x="326556" y="730076"/>
                        </a:cubicBezTo>
                        <a:cubicBezTo>
                          <a:pt x="146204" y="688110"/>
                          <a:pt x="33969" y="507667"/>
                          <a:pt x="75872" y="327045"/>
                        </a:cubicBezTo>
                        <a:cubicBezTo>
                          <a:pt x="117775" y="146423"/>
                          <a:pt x="297948" y="34020"/>
                          <a:pt x="478300" y="7598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70D15"/>
                      </a:gs>
                      <a:gs pos="99000">
                        <a:schemeClr val="accent1"/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ln w="25400" cap="flat" cmpd="sng">
                    <a:solidFill>
                      <a:srgbClr val="FFFFFF">
                        <a:alpha val="49803"/>
                      </a:srgbClr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85" name="Google Shape;485;p29"/>
                  <p:cNvSpPr/>
                  <p:nvPr/>
                </p:nvSpPr>
                <p:spPr>
                  <a:xfrm>
                    <a:off x="6126723" y="2091475"/>
                    <a:ext cx="79251" cy="79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31" h="116204" extrusionOk="0">
                        <a:moveTo>
                          <a:pt x="116031" y="58103"/>
                        </a:moveTo>
                        <a:cubicBezTo>
                          <a:pt x="116031" y="90192"/>
                          <a:pt x="90057" y="116205"/>
                          <a:pt x="58016" y="116205"/>
                        </a:cubicBezTo>
                        <a:cubicBezTo>
                          <a:pt x="25974" y="116205"/>
                          <a:pt x="0" y="90192"/>
                          <a:pt x="0" y="58103"/>
                        </a:cubicBezTo>
                        <a:cubicBezTo>
                          <a:pt x="0" y="26014"/>
                          <a:pt x="25974" y="0"/>
                          <a:pt x="58016" y="0"/>
                        </a:cubicBezTo>
                        <a:cubicBezTo>
                          <a:pt x="90057" y="0"/>
                          <a:pt x="116031" y="26014"/>
                          <a:pt x="116031" y="5810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sp>
              <p:nvSpPr>
                <p:cNvPr id="486" name="Google Shape;486;p29"/>
                <p:cNvSpPr/>
                <p:nvPr/>
              </p:nvSpPr>
              <p:spPr>
                <a:xfrm rot="5400000" flipH="1">
                  <a:off x="6966762" y="3038355"/>
                  <a:ext cx="1057804" cy="443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813" h="275368" extrusionOk="0">
                      <a:moveTo>
                        <a:pt x="608689" y="275368"/>
                      </a:moveTo>
                      <a:lnTo>
                        <a:pt x="656813" y="211932"/>
                      </a:lnTo>
                      <a:cubicBezTo>
                        <a:pt x="465533" y="73957"/>
                        <a:pt x="235729" y="-193"/>
                        <a:pt x="0" y="0"/>
                      </a:cubicBezTo>
                      <a:lnTo>
                        <a:pt x="0" y="79725"/>
                      </a:lnTo>
                      <a:cubicBezTo>
                        <a:pt x="218340" y="79540"/>
                        <a:pt x="431234" y="147969"/>
                        <a:pt x="608689" y="27536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487" name="Google Shape;487;p29"/>
                <p:cNvSpPr/>
                <p:nvPr/>
              </p:nvSpPr>
              <p:spPr>
                <a:xfrm rot="5400000" flipH="1">
                  <a:off x="6966686" y="4096390"/>
                  <a:ext cx="1058110" cy="443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03" h="275273" extrusionOk="0">
                      <a:moveTo>
                        <a:pt x="657004" y="79725"/>
                      </a:moveTo>
                      <a:lnTo>
                        <a:pt x="657004" y="79725"/>
                      </a:lnTo>
                      <a:lnTo>
                        <a:pt x="657004" y="1"/>
                      </a:lnTo>
                      <a:lnTo>
                        <a:pt x="657004" y="1"/>
                      </a:lnTo>
                      <a:cubicBezTo>
                        <a:pt x="421220" y="-260"/>
                        <a:pt x="191344" y="73858"/>
                        <a:pt x="0" y="211837"/>
                      </a:cubicBezTo>
                      <a:lnTo>
                        <a:pt x="48315" y="275273"/>
                      </a:lnTo>
                      <a:cubicBezTo>
                        <a:pt x="225769" y="147884"/>
                        <a:pt x="438670" y="79487"/>
                        <a:pt x="657004" y="7972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grpSp>
              <p:nvGrpSpPr>
                <p:cNvPr id="488" name="Google Shape;488;p29"/>
                <p:cNvGrpSpPr/>
                <p:nvPr/>
              </p:nvGrpSpPr>
              <p:grpSpPr>
                <a:xfrm rot="5400000" flipH="1">
                  <a:off x="7041892" y="2349780"/>
                  <a:ext cx="721039" cy="683985"/>
                  <a:chOff x="6634729" y="2648698"/>
                  <a:chExt cx="447709" cy="424701"/>
                </a:xfrm>
              </p:grpSpPr>
              <p:sp>
                <p:nvSpPr>
                  <p:cNvPr id="489" name="Google Shape;489;p29"/>
                  <p:cNvSpPr/>
                  <p:nvPr/>
                </p:nvSpPr>
                <p:spPr>
                  <a:xfrm>
                    <a:off x="6850084" y="2725755"/>
                    <a:ext cx="155025" cy="153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25" h="153447" extrusionOk="0">
                        <a:moveTo>
                          <a:pt x="0" y="153448"/>
                        </a:moveTo>
                        <a:lnTo>
                          <a:pt x="155026" y="0"/>
                        </a:lnTo>
                      </a:path>
                    </a:pathLst>
                  </a:custGeom>
                  <a:noFill/>
                  <a:ln w="18625" cap="flat" cmpd="sng">
                    <a:solidFill>
                      <a:schemeClr val="accent1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0" name="Google Shape;490;p29"/>
                  <p:cNvSpPr/>
                  <p:nvPr/>
                </p:nvSpPr>
                <p:spPr>
                  <a:xfrm>
                    <a:off x="6987331" y="2648698"/>
                    <a:ext cx="95107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7" h="95250" extrusionOk="0">
                        <a:moveTo>
                          <a:pt x="13971" y="13906"/>
                        </a:moveTo>
                        <a:cubicBezTo>
                          <a:pt x="32565" y="-4669"/>
                          <a:pt x="62674" y="-4631"/>
                          <a:pt x="81222" y="13992"/>
                        </a:cubicBezTo>
                        <a:cubicBezTo>
                          <a:pt x="99770" y="32614"/>
                          <a:pt x="99731" y="62768"/>
                          <a:pt x="81137" y="81344"/>
                        </a:cubicBezTo>
                        <a:cubicBezTo>
                          <a:pt x="62576" y="99886"/>
                          <a:pt x="32532" y="99886"/>
                          <a:pt x="13971" y="81344"/>
                        </a:cubicBezTo>
                        <a:cubicBezTo>
                          <a:pt x="-4624" y="62768"/>
                          <a:pt x="-4662" y="32614"/>
                          <a:pt x="13886" y="13992"/>
                        </a:cubicBezTo>
                        <a:cubicBezTo>
                          <a:pt x="13914" y="13963"/>
                          <a:pt x="13942" y="13935"/>
                          <a:pt x="13971" y="13906"/>
                        </a:cubicBezTo>
                        <a:close/>
                        <a:moveTo>
                          <a:pt x="73032" y="73723"/>
                        </a:moveTo>
                        <a:cubicBezTo>
                          <a:pt x="87248" y="59468"/>
                          <a:pt x="87233" y="36369"/>
                          <a:pt x="72998" y="22132"/>
                        </a:cubicBezTo>
                        <a:cubicBezTo>
                          <a:pt x="58764" y="7895"/>
                          <a:pt x="35700" y="7910"/>
                          <a:pt x="21484" y="22166"/>
                        </a:cubicBezTo>
                        <a:cubicBezTo>
                          <a:pt x="7281" y="36409"/>
                          <a:pt x="7281" y="59481"/>
                          <a:pt x="21484" y="73723"/>
                        </a:cubicBezTo>
                        <a:cubicBezTo>
                          <a:pt x="35626" y="87979"/>
                          <a:pt x="58629" y="88055"/>
                          <a:pt x="72863" y="73892"/>
                        </a:cubicBezTo>
                        <a:cubicBezTo>
                          <a:pt x="72920" y="73836"/>
                          <a:pt x="72976" y="73780"/>
                          <a:pt x="73032" y="73723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1" name="Google Shape;491;p29"/>
                  <p:cNvSpPr/>
                  <p:nvPr/>
                </p:nvSpPr>
                <p:spPr>
                  <a:xfrm>
                    <a:off x="6634729" y="2734215"/>
                    <a:ext cx="338678" cy="33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677" h="339184" extrusionOk="0">
                        <a:moveTo>
                          <a:pt x="254008" y="84796"/>
                        </a:moveTo>
                        <a:cubicBezTo>
                          <a:pt x="300770" y="131628"/>
                          <a:pt x="300769" y="207557"/>
                          <a:pt x="254008" y="254388"/>
                        </a:cubicBezTo>
                        <a:cubicBezTo>
                          <a:pt x="207246" y="301220"/>
                          <a:pt x="131431" y="301220"/>
                          <a:pt x="84669" y="254388"/>
                        </a:cubicBezTo>
                        <a:cubicBezTo>
                          <a:pt x="37908" y="207557"/>
                          <a:pt x="37908" y="131628"/>
                          <a:pt x="84669" y="84796"/>
                        </a:cubicBezTo>
                        <a:cubicBezTo>
                          <a:pt x="131431" y="37965"/>
                          <a:pt x="207246" y="37965"/>
                          <a:pt x="254008" y="8479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2" name="Google Shape;492;p29"/>
                  <p:cNvSpPr/>
                  <p:nvPr/>
                </p:nvSpPr>
                <p:spPr>
                  <a:xfrm>
                    <a:off x="6685696" y="2785266"/>
                    <a:ext cx="236724" cy="237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724" h="237078" extrusionOk="0">
                        <a:moveTo>
                          <a:pt x="177543" y="59270"/>
                        </a:moveTo>
                        <a:cubicBezTo>
                          <a:pt x="210228" y="92003"/>
                          <a:pt x="210228" y="145075"/>
                          <a:pt x="177544" y="177809"/>
                        </a:cubicBezTo>
                        <a:cubicBezTo>
                          <a:pt x="144859" y="210543"/>
                          <a:pt x="91866" y="210543"/>
                          <a:pt x="59181" y="177809"/>
                        </a:cubicBezTo>
                        <a:cubicBezTo>
                          <a:pt x="26497" y="145075"/>
                          <a:pt x="26496" y="92003"/>
                          <a:pt x="59181" y="59270"/>
                        </a:cubicBezTo>
                        <a:cubicBezTo>
                          <a:pt x="91866" y="26536"/>
                          <a:pt x="144859" y="26536"/>
                          <a:pt x="177543" y="5927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70D15"/>
                      </a:gs>
                      <a:gs pos="99000">
                        <a:schemeClr val="accent1"/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ln>
                    <a:noFill/>
                  </a:ln>
                  <a:effectLst>
                    <a:outerShdw blurRad="127000" sx="101000" sy="101000" algn="ctr" rotWithShape="0">
                      <a:srgbClr val="000000">
                        <a:alpha val="14901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93" name="Google Shape;493;p29"/>
                <p:cNvGrpSpPr/>
                <p:nvPr/>
              </p:nvGrpSpPr>
              <p:grpSpPr>
                <a:xfrm rot="5400000" flipH="1">
                  <a:off x="7653679" y="3409027"/>
                  <a:ext cx="385931" cy="770843"/>
                  <a:chOff x="6054084" y="2345897"/>
                  <a:chExt cx="239633" cy="478633"/>
                </a:xfrm>
              </p:grpSpPr>
              <p:sp>
                <p:nvSpPr>
                  <p:cNvPr id="494" name="Google Shape;494;p29"/>
                  <p:cNvSpPr/>
                  <p:nvPr/>
                </p:nvSpPr>
                <p:spPr>
                  <a:xfrm>
                    <a:off x="6175573" y="2435242"/>
                    <a:ext cx="9510" cy="218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" h="218313" extrusionOk="0">
                        <a:moveTo>
                          <a:pt x="0" y="218313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accent2"/>
                  </a:solidFill>
                  <a:ln w="18625" cap="flat" cmpd="sng">
                    <a:solidFill>
                      <a:schemeClr val="accent2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5" name="Google Shape;495;p29"/>
                  <p:cNvSpPr/>
                  <p:nvPr/>
                </p:nvSpPr>
                <p:spPr>
                  <a:xfrm>
                    <a:off x="6128019" y="2345897"/>
                    <a:ext cx="95107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7" h="95250" extrusionOk="0">
                        <a:moveTo>
                          <a:pt x="95108" y="47625"/>
                        </a:moveTo>
                        <a:cubicBezTo>
                          <a:pt x="95108" y="73928"/>
                          <a:pt x="73817" y="95250"/>
                          <a:pt x="47554" y="95250"/>
                        </a:cubicBezTo>
                        <a:cubicBezTo>
                          <a:pt x="21291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291" y="0"/>
                          <a:pt x="47554" y="0"/>
                        </a:cubicBezTo>
                        <a:cubicBezTo>
                          <a:pt x="73817" y="0"/>
                          <a:pt x="95108" y="21322"/>
                          <a:pt x="95108" y="47625"/>
                        </a:cubicBezTo>
                        <a:close/>
                        <a:moveTo>
                          <a:pt x="11128" y="47625"/>
                        </a:moveTo>
                        <a:cubicBezTo>
                          <a:pt x="11128" y="67773"/>
                          <a:pt x="27436" y="84106"/>
                          <a:pt x="47554" y="84106"/>
                        </a:cubicBezTo>
                        <a:cubicBezTo>
                          <a:pt x="67671" y="84106"/>
                          <a:pt x="83980" y="67773"/>
                          <a:pt x="83980" y="47625"/>
                        </a:cubicBezTo>
                        <a:cubicBezTo>
                          <a:pt x="83980" y="27477"/>
                          <a:pt x="67671" y="11144"/>
                          <a:pt x="47554" y="11144"/>
                        </a:cubicBezTo>
                        <a:cubicBezTo>
                          <a:pt x="27458" y="11197"/>
                          <a:pt x="11180" y="27499"/>
                          <a:pt x="11128" y="4762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6" name="Google Shape;496;p29"/>
                  <p:cNvSpPr/>
                  <p:nvPr/>
                </p:nvSpPr>
                <p:spPr>
                  <a:xfrm>
                    <a:off x="6054084" y="2584499"/>
                    <a:ext cx="239633" cy="2400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633" h="240031" extrusionOk="0">
                        <a:moveTo>
                          <a:pt x="208036" y="201262"/>
                        </a:moveTo>
                        <a:cubicBezTo>
                          <a:pt x="163232" y="250047"/>
                          <a:pt x="87423" y="253219"/>
                          <a:pt x="38711" y="208348"/>
                        </a:cubicBezTo>
                        <a:cubicBezTo>
                          <a:pt x="-10001" y="163476"/>
                          <a:pt x="-13168" y="87553"/>
                          <a:pt x="31636" y="38769"/>
                        </a:cubicBezTo>
                        <a:cubicBezTo>
                          <a:pt x="76441" y="-10016"/>
                          <a:pt x="152250" y="-13188"/>
                          <a:pt x="200962" y="31684"/>
                        </a:cubicBezTo>
                        <a:cubicBezTo>
                          <a:pt x="200974" y="31695"/>
                          <a:pt x="200986" y="31706"/>
                          <a:pt x="200998" y="31717"/>
                        </a:cubicBezTo>
                        <a:cubicBezTo>
                          <a:pt x="249625" y="76620"/>
                          <a:pt x="252774" y="152473"/>
                          <a:pt x="208036" y="20126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497" name="Google Shape;497;p29"/>
                  <p:cNvSpPr/>
                  <p:nvPr/>
                </p:nvSpPr>
                <p:spPr>
                  <a:xfrm>
                    <a:off x="6090320" y="2620691"/>
                    <a:ext cx="167351" cy="1676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351" h="167640" extrusionOk="0">
                        <a:moveTo>
                          <a:pt x="145270" y="140592"/>
                        </a:moveTo>
                        <a:cubicBezTo>
                          <a:pt x="113963" y="174649"/>
                          <a:pt x="61016" y="176841"/>
                          <a:pt x="27009" y="145487"/>
                        </a:cubicBezTo>
                        <a:cubicBezTo>
                          <a:pt x="-6998" y="114134"/>
                          <a:pt x="-9187" y="61107"/>
                          <a:pt x="22120" y="27049"/>
                        </a:cubicBezTo>
                        <a:cubicBezTo>
                          <a:pt x="53407" y="-6986"/>
                          <a:pt x="106311" y="-9201"/>
                          <a:pt x="140324" y="22101"/>
                        </a:cubicBezTo>
                        <a:cubicBezTo>
                          <a:pt x="174331" y="53468"/>
                          <a:pt x="176544" y="106492"/>
                          <a:pt x="145270" y="14059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7D262F"/>
                      </a:gs>
                      <a:gs pos="99000">
                        <a:schemeClr val="accent2"/>
                      </a:gs>
                      <a:gs pos="100000">
                        <a:schemeClr val="accent2"/>
                      </a:gs>
                    </a:gsLst>
                    <a:lin ang="9600000" scaled="0"/>
                  </a:gradFill>
                  <a:ln>
                    <a:noFill/>
                  </a:ln>
                  <a:effectLst>
                    <a:outerShdw blurRad="127000" sx="101000" sy="101000" algn="ctr" rotWithShape="0">
                      <a:srgbClr val="000000">
                        <a:alpha val="14901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  <p:grpSp>
              <p:nvGrpSpPr>
                <p:cNvPr id="498" name="Google Shape;498;p29"/>
                <p:cNvGrpSpPr/>
                <p:nvPr/>
              </p:nvGrpSpPr>
              <p:grpSpPr>
                <a:xfrm rot="5400000" flipH="1">
                  <a:off x="7052589" y="4563654"/>
                  <a:ext cx="699711" cy="684037"/>
                  <a:chOff x="5266683" y="2648660"/>
                  <a:chExt cx="434465" cy="424733"/>
                </a:xfrm>
              </p:grpSpPr>
              <p:sp>
                <p:nvSpPr>
                  <p:cNvPr id="499" name="Google Shape;499;p29"/>
                  <p:cNvSpPr/>
                  <p:nvPr/>
                </p:nvSpPr>
                <p:spPr>
                  <a:xfrm>
                    <a:off x="5351941" y="2725754"/>
                    <a:ext cx="155025" cy="153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025" h="153447" extrusionOk="0">
                        <a:moveTo>
                          <a:pt x="155025" y="1534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8625" cap="flat" cmpd="sng">
                    <a:solidFill>
                      <a:schemeClr val="accent3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500" name="Google Shape;500;p29"/>
                  <p:cNvSpPr/>
                  <p:nvPr/>
                </p:nvSpPr>
                <p:spPr>
                  <a:xfrm>
                    <a:off x="5266683" y="2648660"/>
                    <a:ext cx="95107" cy="95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07" h="95249" extrusionOk="0">
                        <a:moveTo>
                          <a:pt x="81174" y="13944"/>
                        </a:moveTo>
                        <a:cubicBezTo>
                          <a:pt x="99748" y="32540"/>
                          <a:pt x="99753" y="62694"/>
                          <a:pt x="81184" y="81296"/>
                        </a:cubicBezTo>
                        <a:cubicBezTo>
                          <a:pt x="62616" y="99897"/>
                          <a:pt x="32507" y="99902"/>
                          <a:pt x="13933" y="81306"/>
                        </a:cubicBezTo>
                        <a:cubicBezTo>
                          <a:pt x="-4640" y="62710"/>
                          <a:pt x="-4645" y="32556"/>
                          <a:pt x="13923" y="13954"/>
                        </a:cubicBezTo>
                        <a:cubicBezTo>
                          <a:pt x="13926" y="13951"/>
                          <a:pt x="13930" y="13947"/>
                          <a:pt x="13933" y="13944"/>
                        </a:cubicBezTo>
                        <a:cubicBezTo>
                          <a:pt x="32503" y="-4648"/>
                          <a:pt x="62605" y="-4648"/>
                          <a:pt x="81174" y="13944"/>
                        </a:cubicBezTo>
                        <a:close/>
                        <a:moveTo>
                          <a:pt x="22113" y="73761"/>
                        </a:moveTo>
                        <a:cubicBezTo>
                          <a:pt x="36321" y="88024"/>
                          <a:pt x="59385" y="88052"/>
                          <a:pt x="73627" y="73822"/>
                        </a:cubicBezTo>
                        <a:cubicBezTo>
                          <a:pt x="87869" y="59593"/>
                          <a:pt x="87897" y="36494"/>
                          <a:pt x="73688" y="22231"/>
                        </a:cubicBezTo>
                        <a:cubicBezTo>
                          <a:pt x="59480" y="7967"/>
                          <a:pt x="36416" y="7940"/>
                          <a:pt x="22174" y="22169"/>
                        </a:cubicBezTo>
                        <a:cubicBezTo>
                          <a:pt x="22153" y="22190"/>
                          <a:pt x="22133" y="22210"/>
                          <a:pt x="22113" y="22231"/>
                        </a:cubicBezTo>
                        <a:cubicBezTo>
                          <a:pt x="7980" y="36492"/>
                          <a:pt x="7980" y="59500"/>
                          <a:pt x="22113" y="7376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501" name="Google Shape;501;p29"/>
                  <p:cNvSpPr/>
                  <p:nvPr/>
                </p:nvSpPr>
                <p:spPr>
                  <a:xfrm>
                    <a:off x="5362471" y="2734209"/>
                    <a:ext cx="338677" cy="33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677" h="339184" extrusionOk="0">
                        <a:moveTo>
                          <a:pt x="254008" y="84796"/>
                        </a:moveTo>
                        <a:cubicBezTo>
                          <a:pt x="300770" y="131628"/>
                          <a:pt x="300770" y="207557"/>
                          <a:pt x="254008" y="254388"/>
                        </a:cubicBezTo>
                        <a:cubicBezTo>
                          <a:pt x="207246" y="301220"/>
                          <a:pt x="131431" y="301220"/>
                          <a:pt x="84669" y="254388"/>
                        </a:cubicBezTo>
                        <a:cubicBezTo>
                          <a:pt x="37908" y="207557"/>
                          <a:pt x="37908" y="131628"/>
                          <a:pt x="84669" y="84796"/>
                        </a:cubicBezTo>
                        <a:cubicBezTo>
                          <a:pt x="131431" y="37965"/>
                          <a:pt x="207246" y="37965"/>
                          <a:pt x="254008" y="8479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FFFFFF"/>
                    </a:solidFill>
                    <a:prstDash val="solid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  <p:sp>
                <p:nvSpPr>
                  <p:cNvPr id="502" name="Google Shape;502;p29"/>
                  <p:cNvSpPr/>
                  <p:nvPr/>
                </p:nvSpPr>
                <p:spPr>
                  <a:xfrm>
                    <a:off x="5413448" y="2785262"/>
                    <a:ext cx="236724" cy="237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724" h="237078" extrusionOk="0">
                        <a:moveTo>
                          <a:pt x="177543" y="59270"/>
                        </a:moveTo>
                        <a:cubicBezTo>
                          <a:pt x="210228" y="92004"/>
                          <a:pt x="210228" y="145075"/>
                          <a:pt x="177543" y="177809"/>
                        </a:cubicBezTo>
                        <a:cubicBezTo>
                          <a:pt x="144858" y="210543"/>
                          <a:pt x="91866" y="210543"/>
                          <a:pt x="59181" y="177809"/>
                        </a:cubicBezTo>
                        <a:cubicBezTo>
                          <a:pt x="26496" y="145075"/>
                          <a:pt x="26496" y="92004"/>
                          <a:pt x="59181" y="59270"/>
                        </a:cubicBezTo>
                        <a:cubicBezTo>
                          <a:pt x="91866" y="26536"/>
                          <a:pt x="144858" y="26536"/>
                          <a:pt x="177543" y="5927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31926"/>
                      </a:gs>
                      <a:gs pos="99000">
                        <a:schemeClr val="accent3"/>
                      </a:gs>
                      <a:gs pos="100000">
                        <a:schemeClr val="accent3"/>
                      </a:gs>
                    </a:gsLst>
                    <a:lin ang="6000000" scaled="0"/>
                  </a:gradFill>
                  <a:ln>
                    <a:noFill/>
                  </a:ln>
                  <a:effectLst>
                    <a:outerShdw blurRad="127000" sx="101000" sy="101000" algn="ctr" rotWithShape="0">
                      <a:srgbClr val="000000">
                        <a:alpha val="14901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Poppins"/>
                      <a:ea typeface="Poppins"/>
                      <a:cs typeface="Poppins"/>
                      <a:sym typeface="Poppins"/>
                    </a:endParaRPr>
                  </a:p>
                </p:txBody>
              </p:sp>
            </p:grpSp>
          </p:grpSp>
          <p:grpSp>
            <p:nvGrpSpPr>
              <p:cNvPr id="503" name="Google Shape;503;p29"/>
              <p:cNvGrpSpPr/>
              <p:nvPr/>
            </p:nvGrpSpPr>
            <p:grpSpPr>
              <a:xfrm rot="-5400000" flipH="1">
                <a:off x="3399692" y="4583638"/>
                <a:ext cx="881610" cy="1307152"/>
                <a:chOff x="5726265" y="927160"/>
                <a:chExt cx="881610" cy="1307152"/>
              </a:xfrm>
            </p:grpSpPr>
            <p:sp>
              <p:nvSpPr>
                <p:cNvPr id="504" name="Google Shape;504;p29"/>
                <p:cNvSpPr/>
                <p:nvPr/>
              </p:nvSpPr>
              <p:spPr>
                <a:xfrm>
                  <a:off x="5730077" y="931333"/>
                  <a:ext cx="873575" cy="130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575" h="1302979" extrusionOk="0">
                      <a:moveTo>
                        <a:pt x="873576" y="437395"/>
                      </a:moveTo>
                      <a:cubicBezTo>
                        <a:pt x="873738" y="567970"/>
                        <a:pt x="815452" y="691743"/>
                        <a:pt x="714746" y="774676"/>
                      </a:cubicBezTo>
                      <a:cubicBezTo>
                        <a:pt x="711988" y="776866"/>
                        <a:pt x="709230" y="779057"/>
                        <a:pt x="706567" y="781343"/>
                      </a:cubicBezTo>
                      <a:cubicBezTo>
                        <a:pt x="607361" y="862723"/>
                        <a:pt x="548982" y="983733"/>
                        <a:pt x="546976" y="1112146"/>
                      </a:cubicBezTo>
                      <a:cubicBezTo>
                        <a:pt x="546744" y="1131237"/>
                        <a:pt x="547696" y="1150324"/>
                        <a:pt x="549829" y="1169296"/>
                      </a:cubicBezTo>
                      <a:cubicBezTo>
                        <a:pt x="549829" y="1172535"/>
                        <a:pt x="550495" y="1175678"/>
                        <a:pt x="550971" y="1178821"/>
                      </a:cubicBezTo>
                      <a:cubicBezTo>
                        <a:pt x="551388" y="1181979"/>
                        <a:pt x="551578" y="1185162"/>
                        <a:pt x="551541" y="1188346"/>
                      </a:cubicBezTo>
                      <a:cubicBezTo>
                        <a:pt x="551541" y="1251657"/>
                        <a:pt x="500295" y="1302980"/>
                        <a:pt x="437079" y="1302980"/>
                      </a:cubicBezTo>
                      <a:cubicBezTo>
                        <a:pt x="373864" y="1302980"/>
                        <a:pt x="322617" y="1251657"/>
                        <a:pt x="322617" y="1188346"/>
                      </a:cubicBezTo>
                      <a:cubicBezTo>
                        <a:pt x="322445" y="1185174"/>
                        <a:pt x="322445" y="1181994"/>
                        <a:pt x="322617" y="1178821"/>
                      </a:cubicBezTo>
                      <a:cubicBezTo>
                        <a:pt x="323093" y="1175869"/>
                        <a:pt x="323378" y="1172916"/>
                        <a:pt x="323758" y="1169868"/>
                      </a:cubicBezTo>
                      <a:cubicBezTo>
                        <a:pt x="325375" y="1156438"/>
                        <a:pt x="326326" y="1142722"/>
                        <a:pt x="326612" y="1128815"/>
                      </a:cubicBezTo>
                      <a:cubicBezTo>
                        <a:pt x="329760" y="994509"/>
                        <a:pt x="270918" y="866247"/>
                        <a:pt x="167116" y="781153"/>
                      </a:cubicBezTo>
                      <a:lnTo>
                        <a:pt x="158556" y="774295"/>
                      </a:lnTo>
                      <a:cubicBezTo>
                        <a:pt x="-27332" y="620530"/>
                        <a:pt x="-53560" y="344961"/>
                        <a:pt x="99975" y="158794"/>
                      </a:cubicBezTo>
                      <a:cubicBezTo>
                        <a:pt x="253510" y="-27373"/>
                        <a:pt x="528667" y="-53640"/>
                        <a:pt x="714556" y="100124"/>
                      </a:cubicBezTo>
                      <a:cubicBezTo>
                        <a:pt x="814960" y="183178"/>
                        <a:pt x="873099" y="306786"/>
                        <a:pt x="873100" y="437205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ffectLst>
                  <a:outerShdw blurRad="114300" dist="38100" dir="5400000" algn="ctr" rotWithShape="0">
                    <a:srgbClr val="000000">
                      <a:alpha val="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5" name="Google Shape;505;p29"/>
                <p:cNvSpPr/>
                <p:nvPr/>
              </p:nvSpPr>
              <p:spPr>
                <a:xfrm>
                  <a:off x="5726265" y="927160"/>
                  <a:ext cx="881610" cy="882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610" h="882930" extrusionOk="0">
                      <a:moveTo>
                        <a:pt x="523806" y="83125"/>
                      </a:moveTo>
                      <a:cubicBezTo>
                        <a:pt x="721416" y="129033"/>
                        <a:pt x="844450" y="326684"/>
                        <a:pt x="798610" y="524590"/>
                      </a:cubicBezTo>
                      <a:cubicBezTo>
                        <a:pt x="752770" y="722496"/>
                        <a:pt x="555415" y="845714"/>
                        <a:pt x="357805" y="799806"/>
                      </a:cubicBezTo>
                      <a:cubicBezTo>
                        <a:pt x="160195" y="753897"/>
                        <a:pt x="37161" y="556247"/>
                        <a:pt x="83001" y="358341"/>
                      </a:cubicBezTo>
                      <a:cubicBezTo>
                        <a:pt x="128840" y="160434"/>
                        <a:pt x="326196" y="37216"/>
                        <a:pt x="523806" y="83125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6" name="Google Shape;506;p29"/>
                <p:cNvSpPr/>
                <p:nvPr/>
              </p:nvSpPr>
              <p:spPr>
                <a:xfrm>
                  <a:off x="5764764" y="965626"/>
                  <a:ext cx="804856" cy="80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856" h="806060" extrusionOk="0">
                      <a:moveTo>
                        <a:pt x="478300" y="75985"/>
                      </a:moveTo>
                      <a:cubicBezTo>
                        <a:pt x="658652" y="117951"/>
                        <a:pt x="770887" y="298394"/>
                        <a:pt x="728984" y="479016"/>
                      </a:cubicBezTo>
                      <a:cubicBezTo>
                        <a:pt x="687081" y="659638"/>
                        <a:pt x="506908" y="772041"/>
                        <a:pt x="326556" y="730076"/>
                      </a:cubicBezTo>
                      <a:cubicBezTo>
                        <a:pt x="146204" y="688110"/>
                        <a:pt x="33969" y="507667"/>
                        <a:pt x="75872" y="327045"/>
                      </a:cubicBezTo>
                      <a:cubicBezTo>
                        <a:pt x="117775" y="146423"/>
                        <a:pt x="297948" y="34020"/>
                        <a:pt x="478300" y="7598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D7654"/>
                    </a:gs>
                    <a:gs pos="99000">
                      <a:schemeClr val="accent4"/>
                    </a:gs>
                    <a:gs pos="100000">
                      <a:schemeClr val="accent4"/>
                    </a:gs>
                  </a:gsLst>
                  <a:lin ang="6000000" scaled="0"/>
                </a:gradFill>
                <a:ln w="25400" cap="flat" cmpd="sng">
                  <a:solidFill>
                    <a:srgbClr val="FFFFFF">
                      <a:alpha val="49803"/>
                    </a:srgb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07" name="Google Shape;507;p29"/>
                <p:cNvSpPr/>
                <p:nvPr/>
              </p:nvSpPr>
              <p:spPr>
                <a:xfrm>
                  <a:off x="6130725" y="2091414"/>
                  <a:ext cx="79251" cy="79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31" h="116204" extrusionOk="0">
                      <a:moveTo>
                        <a:pt x="116031" y="58103"/>
                      </a:moveTo>
                      <a:cubicBezTo>
                        <a:pt x="116031" y="90192"/>
                        <a:pt x="90057" y="116205"/>
                        <a:pt x="58016" y="116205"/>
                      </a:cubicBezTo>
                      <a:cubicBezTo>
                        <a:pt x="25974" y="116205"/>
                        <a:pt x="0" y="90192"/>
                        <a:pt x="0" y="58103"/>
                      </a:cubicBezTo>
                      <a:cubicBezTo>
                        <a:pt x="0" y="26014"/>
                        <a:pt x="25974" y="0"/>
                        <a:pt x="58016" y="0"/>
                      </a:cubicBezTo>
                      <a:cubicBezTo>
                        <a:pt x="90057" y="0"/>
                        <a:pt x="116031" y="26014"/>
                        <a:pt x="116031" y="5810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08" name="Google Shape;508;p29"/>
              <p:cNvGrpSpPr/>
              <p:nvPr/>
            </p:nvGrpSpPr>
            <p:grpSpPr>
              <a:xfrm rot="-5400000" flipH="1">
                <a:off x="2912406" y="3202946"/>
                <a:ext cx="881610" cy="1307152"/>
                <a:chOff x="5726265" y="927160"/>
                <a:chExt cx="881610" cy="1307152"/>
              </a:xfrm>
            </p:grpSpPr>
            <p:sp>
              <p:nvSpPr>
                <p:cNvPr id="509" name="Google Shape;509;p29"/>
                <p:cNvSpPr/>
                <p:nvPr/>
              </p:nvSpPr>
              <p:spPr>
                <a:xfrm>
                  <a:off x="5730077" y="931333"/>
                  <a:ext cx="873575" cy="130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575" h="1302979" extrusionOk="0">
                      <a:moveTo>
                        <a:pt x="873576" y="437395"/>
                      </a:moveTo>
                      <a:cubicBezTo>
                        <a:pt x="873738" y="567970"/>
                        <a:pt x="815452" y="691743"/>
                        <a:pt x="714746" y="774676"/>
                      </a:cubicBezTo>
                      <a:cubicBezTo>
                        <a:pt x="711988" y="776866"/>
                        <a:pt x="709230" y="779057"/>
                        <a:pt x="706567" y="781343"/>
                      </a:cubicBezTo>
                      <a:cubicBezTo>
                        <a:pt x="607361" y="862723"/>
                        <a:pt x="548982" y="983733"/>
                        <a:pt x="546976" y="1112146"/>
                      </a:cubicBezTo>
                      <a:cubicBezTo>
                        <a:pt x="546744" y="1131237"/>
                        <a:pt x="547696" y="1150324"/>
                        <a:pt x="549829" y="1169296"/>
                      </a:cubicBezTo>
                      <a:cubicBezTo>
                        <a:pt x="549829" y="1172535"/>
                        <a:pt x="550495" y="1175678"/>
                        <a:pt x="550971" y="1178821"/>
                      </a:cubicBezTo>
                      <a:cubicBezTo>
                        <a:pt x="551388" y="1181979"/>
                        <a:pt x="551578" y="1185162"/>
                        <a:pt x="551541" y="1188346"/>
                      </a:cubicBezTo>
                      <a:cubicBezTo>
                        <a:pt x="551541" y="1251657"/>
                        <a:pt x="500295" y="1302980"/>
                        <a:pt x="437079" y="1302980"/>
                      </a:cubicBezTo>
                      <a:cubicBezTo>
                        <a:pt x="373864" y="1302980"/>
                        <a:pt x="322617" y="1251657"/>
                        <a:pt x="322617" y="1188346"/>
                      </a:cubicBezTo>
                      <a:cubicBezTo>
                        <a:pt x="322445" y="1185174"/>
                        <a:pt x="322445" y="1181994"/>
                        <a:pt x="322617" y="1178821"/>
                      </a:cubicBezTo>
                      <a:cubicBezTo>
                        <a:pt x="323093" y="1175869"/>
                        <a:pt x="323378" y="1172916"/>
                        <a:pt x="323758" y="1169868"/>
                      </a:cubicBezTo>
                      <a:cubicBezTo>
                        <a:pt x="325375" y="1156438"/>
                        <a:pt x="326326" y="1142722"/>
                        <a:pt x="326612" y="1128815"/>
                      </a:cubicBezTo>
                      <a:cubicBezTo>
                        <a:pt x="329760" y="994509"/>
                        <a:pt x="270918" y="866247"/>
                        <a:pt x="167116" y="781153"/>
                      </a:cubicBezTo>
                      <a:lnTo>
                        <a:pt x="158556" y="774295"/>
                      </a:lnTo>
                      <a:cubicBezTo>
                        <a:pt x="-27332" y="620530"/>
                        <a:pt x="-53560" y="344961"/>
                        <a:pt x="99975" y="158794"/>
                      </a:cubicBezTo>
                      <a:cubicBezTo>
                        <a:pt x="253510" y="-27373"/>
                        <a:pt x="528667" y="-53640"/>
                        <a:pt x="714556" y="100124"/>
                      </a:cubicBezTo>
                      <a:cubicBezTo>
                        <a:pt x="814960" y="183178"/>
                        <a:pt x="873099" y="306786"/>
                        <a:pt x="873100" y="437205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ffectLst>
                  <a:outerShdw blurRad="127000" dist="38100" dir="10800000" algn="r" rotWithShape="0">
                    <a:srgbClr val="000000">
                      <a:alpha val="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0" name="Google Shape;510;p29"/>
                <p:cNvSpPr/>
                <p:nvPr/>
              </p:nvSpPr>
              <p:spPr>
                <a:xfrm>
                  <a:off x="5726265" y="927160"/>
                  <a:ext cx="881610" cy="882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610" h="882930" extrusionOk="0">
                      <a:moveTo>
                        <a:pt x="523806" y="83125"/>
                      </a:moveTo>
                      <a:cubicBezTo>
                        <a:pt x="721416" y="129033"/>
                        <a:pt x="844450" y="326684"/>
                        <a:pt x="798610" y="524590"/>
                      </a:cubicBezTo>
                      <a:cubicBezTo>
                        <a:pt x="752770" y="722496"/>
                        <a:pt x="555415" y="845714"/>
                        <a:pt x="357805" y="799806"/>
                      </a:cubicBezTo>
                      <a:cubicBezTo>
                        <a:pt x="160195" y="753897"/>
                        <a:pt x="37161" y="556247"/>
                        <a:pt x="83001" y="358341"/>
                      </a:cubicBezTo>
                      <a:cubicBezTo>
                        <a:pt x="128840" y="160434"/>
                        <a:pt x="326196" y="37216"/>
                        <a:pt x="523806" y="83125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1" name="Google Shape;511;p29"/>
                <p:cNvSpPr/>
                <p:nvPr/>
              </p:nvSpPr>
              <p:spPr>
                <a:xfrm>
                  <a:off x="5764764" y="965626"/>
                  <a:ext cx="804856" cy="80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856" h="806060" extrusionOk="0">
                      <a:moveTo>
                        <a:pt x="478300" y="75985"/>
                      </a:moveTo>
                      <a:cubicBezTo>
                        <a:pt x="658652" y="117951"/>
                        <a:pt x="770887" y="298394"/>
                        <a:pt x="728984" y="479016"/>
                      </a:cubicBezTo>
                      <a:cubicBezTo>
                        <a:pt x="687081" y="659638"/>
                        <a:pt x="506908" y="772041"/>
                        <a:pt x="326556" y="730076"/>
                      </a:cubicBezTo>
                      <a:cubicBezTo>
                        <a:pt x="146204" y="688110"/>
                        <a:pt x="33969" y="507667"/>
                        <a:pt x="75872" y="327045"/>
                      </a:cubicBezTo>
                      <a:cubicBezTo>
                        <a:pt x="117775" y="146423"/>
                        <a:pt x="297948" y="34020"/>
                        <a:pt x="478300" y="7598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F473D"/>
                    </a:gs>
                    <a:gs pos="99000">
                      <a:schemeClr val="accent5"/>
                    </a:gs>
                    <a:gs pos="100000">
                      <a:schemeClr val="accent5"/>
                    </a:gs>
                  </a:gsLst>
                  <a:lin ang="6000000" scaled="0"/>
                </a:gradFill>
                <a:ln w="25400" cap="flat" cmpd="sng">
                  <a:solidFill>
                    <a:srgbClr val="FFFFFF">
                      <a:alpha val="49803"/>
                    </a:srgb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2" name="Google Shape;512;p29"/>
                <p:cNvSpPr/>
                <p:nvPr/>
              </p:nvSpPr>
              <p:spPr>
                <a:xfrm>
                  <a:off x="6127486" y="2091043"/>
                  <a:ext cx="79251" cy="79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31" h="116204" extrusionOk="0">
                      <a:moveTo>
                        <a:pt x="116031" y="58103"/>
                      </a:moveTo>
                      <a:cubicBezTo>
                        <a:pt x="116031" y="90192"/>
                        <a:pt x="90057" y="116205"/>
                        <a:pt x="58016" y="116205"/>
                      </a:cubicBezTo>
                      <a:cubicBezTo>
                        <a:pt x="25974" y="116205"/>
                        <a:pt x="0" y="90192"/>
                        <a:pt x="0" y="58103"/>
                      </a:cubicBezTo>
                      <a:cubicBezTo>
                        <a:pt x="0" y="26014"/>
                        <a:pt x="25974" y="0"/>
                        <a:pt x="58016" y="0"/>
                      </a:cubicBezTo>
                      <a:cubicBezTo>
                        <a:pt x="90057" y="0"/>
                        <a:pt x="116031" y="26014"/>
                        <a:pt x="116031" y="5810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13" name="Google Shape;513;p29"/>
              <p:cNvGrpSpPr/>
              <p:nvPr/>
            </p:nvGrpSpPr>
            <p:grpSpPr>
              <a:xfrm rot="-5400000" flipH="1">
                <a:off x="3399693" y="1816532"/>
                <a:ext cx="881610" cy="1307152"/>
                <a:chOff x="5726265" y="927160"/>
                <a:chExt cx="881610" cy="1307152"/>
              </a:xfrm>
            </p:grpSpPr>
            <p:sp>
              <p:nvSpPr>
                <p:cNvPr id="514" name="Google Shape;514;p29"/>
                <p:cNvSpPr/>
                <p:nvPr/>
              </p:nvSpPr>
              <p:spPr>
                <a:xfrm>
                  <a:off x="5730077" y="931333"/>
                  <a:ext cx="873575" cy="1302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575" h="1302979" extrusionOk="0">
                      <a:moveTo>
                        <a:pt x="873576" y="437395"/>
                      </a:moveTo>
                      <a:cubicBezTo>
                        <a:pt x="873738" y="567970"/>
                        <a:pt x="815452" y="691743"/>
                        <a:pt x="714746" y="774676"/>
                      </a:cubicBezTo>
                      <a:cubicBezTo>
                        <a:pt x="711988" y="776866"/>
                        <a:pt x="709230" y="779057"/>
                        <a:pt x="706567" y="781343"/>
                      </a:cubicBezTo>
                      <a:cubicBezTo>
                        <a:pt x="607361" y="862723"/>
                        <a:pt x="548982" y="983733"/>
                        <a:pt x="546976" y="1112146"/>
                      </a:cubicBezTo>
                      <a:cubicBezTo>
                        <a:pt x="546744" y="1131237"/>
                        <a:pt x="547696" y="1150324"/>
                        <a:pt x="549829" y="1169296"/>
                      </a:cubicBezTo>
                      <a:cubicBezTo>
                        <a:pt x="549829" y="1172535"/>
                        <a:pt x="550495" y="1175678"/>
                        <a:pt x="550971" y="1178821"/>
                      </a:cubicBezTo>
                      <a:cubicBezTo>
                        <a:pt x="551388" y="1181979"/>
                        <a:pt x="551578" y="1185162"/>
                        <a:pt x="551541" y="1188346"/>
                      </a:cubicBezTo>
                      <a:cubicBezTo>
                        <a:pt x="551541" y="1251657"/>
                        <a:pt x="500295" y="1302980"/>
                        <a:pt x="437079" y="1302980"/>
                      </a:cubicBezTo>
                      <a:cubicBezTo>
                        <a:pt x="373864" y="1302980"/>
                        <a:pt x="322617" y="1251657"/>
                        <a:pt x="322617" y="1188346"/>
                      </a:cubicBezTo>
                      <a:cubicBezTo>
                        <a:pt x="322445" y="1185174"/>
                        <a:pt x="322445" y="1181994"/>
                        <a:pt x="322617" y="1178821"/>
                      </a:cubicBezTo>
                      <a:cubicBezTo>
                        <a:pt x="323093" y="1175869"/>
                        <a:pt x="323378" y="1172916"/>
                        <a:pt x="323758" y="1169868"/>
                      </a:cubicBezTo>
                      <a:cubicBezTo>
                        <a:pt x="325375" y="1156438"/>
                        <a:pt x="326326" y="1142722"/>
                        <a:pt x="326612" y="1128815"/>
                      </a:cubicBezTo>
                      <a:cubicBezTo>
                        <a:pt x="329760" y="994509"/>
                        <a:pt x="270918" y="866247"/>
                        <a:pt x="167116" y="781153"/>
                      </a:cubicBezTo>
                      <a:lnTo>
                        <a:pt x="158556" y="774295"/>
                      </a:lnTo>
                      <a:cubicBezTo>
                        <a:pt x="-27332" y="620530"/>
                        <a:pt x="-53560" y="344961"/>
                        <a:pt x="99975" y="158794"/>
                      </a:cubicBezTo>
                      <a:cubicBezTo>
                        <a:pt x="253510" y="-27373"/>
                        <a:pt x="528667" y="-53640"/>
                        <a:pt x="714556" y="100124"/>
                      </a:cubicBezTo>
                      <a:cubicBezTo>
                        <a:pt x="814960" y="183178"/>
                        <a:pt x="873099" y="306786"/>
                        <a:pt x="873100" y="437205"/>
                      </a:cubicBezTo>
                      <a:close/>
                    </a:path>
                  </a:pathLst>
                </a:custGeom>
                <a:solidFill>
                  <a:srgbClr val="D6D6D6"/>
                </a:solidFill>
                <a:ln>
                  <a:noFill/>
                </a:ln>
                <a:effectLst>
                  <a:outerShdw blurRad="114300" dist="38100" dir="5400000" algn="ctr" rotWithShape="0">
                    <a:srgbClr val="000000">
                      <a:alpha val="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5" name="Google Shape;515;p29"/>
                <p:cNvSpPr/>
                <p:nvPr/>
              </p:nvSpPr>
              <p:spPr>
                <a:xfrm>
                  <a:off x="5726265" y="927160"/>
                  <a:ext cx="881610" cy="882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610" h="882930" extrusionOk="0">
                      <a:moveTo>
                        <a:pt x="523806" y="83125"/>
                      </a:moveTo>
                      <a:cubicBezTo>
                        <a:pt x="721416" y="129033"/>
                        <a:pt x="844450" y="326684"/>
                        <a:pt x="798610" y="524590"/>
                      </a:cubicBezTo>
                      <a:cubicBezTo>
                        <a:pt x="752770" y="722496"/>
                        <a:pt x="555415" y="845714"/>
                        <a:pt x="357805" y="799806"/>
                      </a:cubicBezTo>
                      <a:cubicBezTo>
                        <a:pt x="160195" y="753897"/>
                        <a:pt x="37161" y="556247"/>
                        <a:pt x="83001" y="358341"/>
                      </a:cubicBezTo>
                      <a:cubicBezTo>
                        <a:pt x="128840" y="160434"/>
                        <a:pt x="326196" y="37216"/>
                        <a:pt x="523806" y="83125"/>
                      </a:cubicBezTo>
                      <a:close/>
                    </a:path>
                  </a:pathLst>
                </a:custGeom>
                <a:solidFill>
                  <a:srgbClr val="ADAD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6" name="Google Shape;516;p29"/>
                <p:cNvSpPr/>
                <p:nvPr/>
              </p:nvSpPr>
              <p:spPr>
                <a:xfrm>
                  <a:off x="5764764" y="965626"/>
                  <a:ext cx="804856" cy="80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856" h="806060" extrusionOk="0">
                      <a:moveTo>
                        <a:pt x="478300" y="75985"/>
                      </a:moveTo>
                      <a:cubicBezTo>
                        <a:pt x="658652" y="117951"/>
                        <a:pt x="770887" y="298394"/>
                        <a:pt x="728984" y="479016"/>
                      </a:cubicBezTo>
                      <a:cubicBezTo>
                        <a:pt x="687081" y="659638"/>
                        <a:pt x="506908" y="772041"/>
                        <a:pt x="326556" y="730076"/>
                      </a:cubicBezTo>
                      <a:cubicBezTo>
                        <a:pt x="146204" y="688110"/>
                        <a:pt x="33969" y="507667"/>
                        <a:pt x="75872" y="327045"/>
                      </a:cubicBezTo>
                      <a:cubicBezTo>
                        <a:pt x="117775" y="146423"/>
                        <a:pt x="297948" y="34020"/>
                        <a:pt x="478300" y="7598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55D36"/>
                    </a:gs>
                    <a:gs pos="99000">
                      <a:schemeClr val="accent6"/>
                    </a:gs>
                    <a:gs pos="100000">
                      <a:schemeClr val="accent6"/>
                    </a:gs>
                  </a:gsLst>
                  <a:lin ang="0" scaled="0"/>
                </a:gradFill>
                <a:ln w="25400" cap="flat" cmpd="sng">
                  <a:solidFill>
                    <a:srgbClr val="FFFFFF">
                      <a:alpha val="49803"/>
                    </a:srgb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17" name="Google Shape;517;p29"/>
                <p:cNvSpPr/>
                <p:nvPr/>
              </p:nvSpPr>
              <p:spPr>
                <a:xfrm>
                  <a:off x="6126723" y="2091475"/>
                  <a:ext cx="79251" cy="79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31" h="116204" extrusionOk="0">
                      <a:moveTo>
                        <a:pt x="116031" y="58103"/>
                      </a:moveTo>
                      <a:cubicBezTo>
                        <a:pt x="116031" y="90192"/>
                        <a:pt x="90057" y="116205"/>
                        <a:pt x="58016" y="116205"/>
                      </a:cubicBezTo>
                      <a:cubicBezTo>
                        <a:pt x="25974" y="116205"/>
                        <a:pt x="0" y="90192"/>
                        <a:pt x="0" y="58103"/>
                      </a:cubicBezTo>
                      <a:cubicBezTo>
                        <a:pt x="0" y="26014"/>
                        <a:pt x="25974" y="0"/>
                        <a:pt x="58016" y="0"/>
                      </a:cubicBezTo>
                      <a:cubicBezTo>
                        <a:pt x="90057" y="0"/>
                        <a:pt x="116031" y="26014"/>
                        <a:pt x="116031" y="5810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sp>
            <p:nvSpPr>
              <p:cNvPr id="518" name="Google Shape;518;p29"/>
              <p:cNvSpPr/>
              <p:nvPr/>
            </p:nvSpPr>
            <p:spPr>
              <a:xfrm rot="-5400000">
                <a:off x="4034056" y="3099902"/>
                <a:ext cx="1057804" cy="443483"/>
              </a:xfrm>
              <a:custGeom>
                <a:avLst/>
                <a:gdLst/>
                <a:ahLst/>
                <a:cxnLst/>
                <a:rect l="l" t="t" r="r" b="b"/>
                <a:pathLst>
                  <a:path w="656813" h="275368" extrusionOk="0">
                    <a:moveTo>
                      <a:pt x="608689" y="275368"/>
                    </a:moveTo>
                    <a:lnTo>
                      <a:pt x="656813" y="211932"/>
                    </a:lnTo>
                    <a:cubicBezTo>
                      <a:pt x="465533" y="73957"/>
                      <a:pt x="235729" y="-193"/>
                      <a:pt x="0" y="0"/>
                    </a:cubicBezTo>
                    <a:lnTo>
                      <a:pt x="0" y="79725"/>
                    </a:lnTo>
                    <a:cubicBezTo>
                      <a:pt x="218340" y="79540"/>
                      <a:pt x="431234" y="147969"/>
                      <a:pt x="608689" y="2753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 rot="-5400000">
                <a:off x="4033826" y="4157937"/>
                <a:ext cx="1058110" cy="443330"/>
              </a:xfrm>
              <a:custGeom>
                <a:avLst/>
                <a:gdLst/>
                <a:ahLst/>
                <a:cxnLst/>
                <a:rect l="l" t="t" r="r" b="b"/>
                <a:pathLst>
                  <a:path w="657003" h="275273" extrusionOk="0">
                    <a:moveTo>
                      <a:pt x="657004" y="79725"/>
                    </a:moveTo>
                    <a:lnTo>
                      <a:pt x="657004" y="79725"/>
                    </a:lnTo>
                    <a:lnTo>
                      <a:pt x="657004" y="1"/>
                    </a:lnTo>
                    <a:lnTo>
                      <a:pt x="657004" y="1"/>
                    </a:lnTo>
                    <a:cubicBezTo>
                      <a:pt x="421220" y="-260"/>
                      <a:pt x="191344" y="73858"/>
                      <a:pt x="0" y="211837"/>
                    </a:cubicBezTo>
                    <a:lnTo>
                      <a:pt x="48315" y="275273"/>
                    </a:lnTo>
                    <a:cubicBezTo>
                      <a:pt x="225769" y="147884"/>
                      <a:pt x="438670" y="79487"/>
                      <a:pt x="657004" y="7972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520" name="Google Shape;520;p29"/>
              <p:cNvGrpSpPr/>
              <p:nvPr/>
            </p:nvGrpSpPr>
            <p:grpSpPr>
              <a:xfrm rot="-5400000">
                <a:off x="4295691" y="2411327"/>
                <a:ext cx="721039" cy="683985"/>
                <a:chOff x="6634729" y="2648698"/>
                <a:chExt cx="447709" cy="424701"/>
              </a:xfrm>
            </p:grpSpPr>
            <p:sp>
              <p:nvSpPr>
                <p:cNvPr id="521" name="Google Shape;521;p29"/>
                <p:cNvSpPr/>
                <p:nvPr/>
              </p:nvSpPr>
              <p:spPr>
                <a:xfrm>
                  <a:off x="6850084" y="2725755"/>
                  <a:ext cx="155025" cy="15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25" h="153447" extrusionOk="0">
                      <a:moveTo>
                        <a:pt x="0" y="153448"/>
                      </a:moveTo>
                      <a:lnTo>
                        <a:pt x="155026" y="0"/>
                      </a:lnTo>
                    </a:path>
                  </a:pathLst>
                </a:custGeom>
                <a:noFill/>
                <a:ln w="18625" cap="flat" cmpd="sng">
                  <a:solidFill>
                    <a:schemeClr val="accent6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2" name="Google Shape;522;p29"/>
                <p:cNvSpPr/>
                <p:nvPr/>
              </p:nvSpPr>
              <p:spPr>
                <a:xfrm>
                  <a:off x="6987331" y="2648698"/>
                  <a:ext cx="95107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7" h="95250" extrusionOk="0">
                      <a:moveTo>
                        <a:pt x="13971" y="13906"/>
                      </a:moveTo>
                      <a:cubicBezTo>
                        <a:pt x="32565" y="-4669"/>
                        <a:pt x="62674" y="-4631"/>
                        <a:pt x="81222" y="13992"/>
                      </a:cubicBezTo>
                      <a:cubicBezTo>
                        <a:pt x="99770" y="32614"/>
                        <a:pt x="99731" y="62768"/>
                        <a:pt x="81137" y="81344"/>
                      </a:cubicBezTo>
                      <a:cubicBezTo>
                        <a:pt x="62576" y="99886"/>
                        <a:pt x="32532" y="99886"/>
                        <a:pt x="13971" y="81344"/>
                      </a:cubicBezTo>
                      <a:cubicBezTo>
                        <a:pt x="-4624" y="62768"/>
                        <a:pt x="-4662" y="32614"/>
                        <a:pt x="13886" y="13992"/>
                      </a:cubicBezTo>
                      <a:cubicBezTo>
                        <a:pt x="13914" y="13963"/>
                        <a:pt x="13942" y="13935"/>
                        <a:pt x="13971" y="13906"/>
                      </a:cubicBezTo>
                      <a:close/>
                      <a:moveTo>
                        <a:pt x="73032" y="73723"/>
                      </a:moveTo>
                      <a:cubicBezTo>
                        <a:pt x="87248" y="59468"/>
                        <a:pt x="87233" y="36369"/>
                        <a:pt x="72998" y="22132"/>
                      </a:cubicBezTo>
                      <a:cubicBezTo>
                        <a:pt x="58764" y="7895"/>
                        <a:pt x="35700" y="7910"/>
                        <a:pt x="21484" y="22166"/>
                      </a:cubicBezTo>
                      <a:cubicBezTo>
                        <a:pt x="7281" y="36409"/>
                        <a:pt x="7281" y="59481"/>
                        <a:pt x="21484" y="73723"/>
                      </a:cubicBezTo>
                      <a:cubicBezTo>
                        <a:pt x="35626" y="87979"/>
                        <a:pt x="58629" y="88055"/>
                        <a:pt x="72863" y="73892"/>
                      </a:cubicBezTo>
                      <a:cubicBezTo>
                        <a:pt x="72920" y="73836"/>
                        <a:pt x="72976" y="73780"/>
                        <a:pt x="73032" y="7372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3" name="Google Shape;523;p29"/>
                <p:cNvSpPr/>
                <p:nvPr/>
              </p:nvSpPr>
              <p:spPr>
                <a:xfrm>
                  <a:off x="6634729" y="2734215"/>
                  <a:ext cx="338678" cy="339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77" h="339184" extrusionOk="0">
                      <a:moveTo>
                        <a:pt x="254008" y="84796"/>
                      </a:moveTo>
                      <a:cubicBezTo>
                        <a:pt x="300770" y="131628"/>
                        <a:pt x="300769" y="207557"/>
                        <a:pt x="254008" y="254388"/>
                      </a:cubicBezTo>
                      <a:cubicBezTo>
                        <a:pt x="207246" y="301220"/>
                        <a:pt x="131431" y="301220"/>
                        <a:pt x="84669" y="254388"/>
                      </a:cubicBezTo>
                      <a:cubicBezTo>
                        <a:pt x="37908" y="207557"/>
                        <a:pt x="37908" y="131628"/>
                        <a:pt x="84669" y="84796"/>
                      </a:cubicBezTo>
                      <a:cubicBezTo>
                        <a:pt x="131431" y="37965"/>
                        <a:pt x="207246" y="37965"/>
                        <a:pt x="254008" y="847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4" name="Google Shape;524;p29"/>
                <p:cNvSpPr/>
                <p:nvPr/>
              </p:nvSpPr>
              <p:spPr>
                <a:xfrm>
                  <a:off x="6685696" y="2785266"/>
                  <a:ext cx="236724" cy="23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24" h="237078" extrusionOk="0">
                      <a:moveTo>
                        <a:pt x="177543" y="59270"/>
                      </a:moveTo>
                      <a:cubicBezTo>
                        <a:pt x="210228" y="92003"/>
                        <a:pt x="210228" y="145075"/>
                        <a:pt x="177544" y="177809"/>
                      </a:cubicBezTo>
                      <a:cubicBezTo>
                        <a:pt x="144859" y="210543"/>
                        <a:pt x="91866" y="210543"/>
                        <a:pt x="59181" y="177809"/>
                      </a:cubicBezTo>
                      <a:cubicBezTo>
                        <a:pt x="26497" y="145075"/>
                        <a:pt x="26496" y="92003"/>
                        <a:pt x="59181" y="59270"/>
                      </a:cubicBezTo>
                      <a:cubicBezTo>
                        <a:pt x="91866" y="26536"/>
                        <a:pt x="144859" y="26536"/>
                        <a:pt x="177543" y="592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55D36"/>
                    </a:gs>
                    <a:gs pos="99000">
                      <a:schemeClr val="accent6"/>
                    </a:gs>
                    <a:gs pos="100000">
                      <a:schemeClr val="accent6"/>
                    </a:gs>
                  </a:gsLst>
                  <a:lin ang="0" scaled="0"/>
                </a:gradFill>
                <a:ln>
                  <a:noFill/>
                </a:ln>
                <a:effectLst>
                  <a:outerShdw blurRad="127000" sx="101000" sy="101000" algn="ctr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25" name="Google Shape;525;p29"/>
              <p:cNvGrpSpPr/>
              <p:nvPr/>
            </p:nvGrpSpPr>
            <p:grpSpPr>
              <a:xfrm rot="-5400000">
                <a:off x="4019012" y="3470574"/>
                <a:ext cx="385931" cy="770843"/>
                <a:chOff x="6054084" y="2345897"/>
                <a:chExt cx="239633" cy="478633"/>
              </a:xfrm>
            </p:grpSpPr>
            <p:sp>
              <p:nvSpPr>
                <p:cNvPr id="526" name="Google Shape;526;p29"/>
                <p:cNvSpPr/>
                <p:nvPr/>
              </p:nvSpPr>
              <p:spPr>
                <a:xfrm>
                  <a:off x="6175573" y="2435242"/>
                  <a:ext cx="9510" cy="21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" h="218313" extrusionOk="0">
                      <a:moveTo>
                        <a:pt x="0" y="218313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accent2"/>
                </a:solidFill>
                <a:ln w="18625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7" name="Google Shape;527;p29"/>
                <p:cNvSpPr/>
                <p:nvPr/>
              </p:nvSpPr>
              <p:spPr>
                <a:xfrm>
                  <a:off x="6128019" y="2345897"/>
                  <a:ext cx="95107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7" h="95250" extrusionOk="0">
                      <a:moveTo>
                        <a:pt x="95108" y="47625"/>
                      </a:moveTo>
                      <a:cubicBezTo>
                        <a:pt x="95108" y="73928"/>
                        <a:pt x="73817" y="95250"/>
                        <a:pt x="47554" y="95250"/>
                      </a:cubicBezTo>
                      <a:cubicBezTo>
                        <a:pt x="21291" y="95250"/>
                        <a:pt x="0" y="73928"/>
                        <a:pt x="0" y="47625"/>
                      </a:cubicBezTo>
                      <a:cubicBezTo>
                        <a:pt x="0" y="21322"/>
                        <a:pt x="21291" y="0"/>
                        <a:pt x="47554" y="0"/>
                      </a:cubicBezTo>
                      <a:cubicBezTo>
                        <a:pt x="73817" y="0"/>
                        <a:pt x="95108" y="21322"/>
                        <a:pt x="95108" y="47625"/>
                      </a:cubicBezTo>
                      <a:close/>
                      <a:moveTo>
                        <a:pt x="11128" y="47625"/>
                      </a:moveTo>
                      <a:cubicBezTo>
                        <a:pt x="11128" y="67773"/>
                        <a:pt x="27436" y="84106"/>
                        <a:pt x="47554" y="84106"/>
                      </a:cubicBezTo>
                      <a:cubicBezTo>
                        <a:pt x="67671" y="84106"/>
                        <a:pt x="83980" y="67773"/>
                        <a:pt x="83980" y="47625"/>
                      </a:cubicBezTo>
                      <a:cubicBezTo>
                        <a:pt x="83980" y="27477"/>
                        <a:pt x="67671" y="11144"/>
                        <a:pt x="47554" y="11144"/>
                      </a:cubicBezTo>
                      <a:cubicBezTo>
                        <a:pt x="27458" y="11197"/>
                        <a:pt x="11180" y="27499"/>
                        <a:pt x="11128" y="4762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8" name="Google Shape;528;p29"/>
                <p:cNvSpPr/>
                <p:nvPr/>
              </p:nvSpPr>
              <p:spPr>
                <a:xfrm>
                  <a:off x="6054084" y="2584499"/>
                  <a:ext cx="239633" cy="240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633" h="240031" extrusionOk="0">
                      <a:moveTo>
                        <a:pt x="208036" y="201262"/>
                      </a:moveTo>
                      <a:cubicBezTo>
                        <a:pt x="163232" y="250047"/>
                        <a:pt x="87423" y="253219"/>
                        <a:pt x="38711" y="208348"/>
                      </a:cubicBezTo>
                      <a:cubicBezTo>
                        <a:pt x="-10001" y="163476"/>
                        <a:pt x="-13168" y="87553"/>
                        <a:pt x="31636" y="38769"/>
                      </a:cubicBezTo>
                      <a:cubicBezTo>
                        <a:pt x="76441" y="-10016"/>
                        <a:pt x="152250" y="-13188"/>
                        <a:pt x="200962" y="31684"/>
                      </a:cubicBezTo>
                      <a:cubicBezTo>
                        <a:pt x="200974" y="31695"/>
                        <a:pt x="200986" y="31706"/>
                        <a:pt x="200998" y="31717"/>
                      </a:cubicBezTo>
                      <a:cubicBezTo>
                        <a:pt x="249625" y="76620"/>
                        <a:pt x="252774" y="152473"/>
                        <a:pt x="208036" y="20126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29" name="Google Shape;529;p29"/>
                <p:cNvSpPr/>
                <p:nvPr/>
              </p:nvSpPr>
              <p:spPr>
                <a:xfrm>
                  <a:off x="6090320" y="2620691"/>
                  <a:ext cx="167351" cy="167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51" h="167640" extrusionOk="0">
                      <a:moveTo>
                        <a:pt x="145270" y="140592"/>
                      </a:moveTo>
                      <a:cubicBezTo>
                        <a:pt x="113963" y="174649"/>
                        <a:pt x="61016" y="176841"/>
                        <a:pt x="27009" y="145487"/>
                      </a:cubicBezTo>
                      <a:cubicBezTo>
                        <a:pt x="-6998" y="114134"/>
                        <a:pt x="-9187" y="61107"/>
                        <a:pt x="22120" y="27049"/>
                      </a:cubicBezTo>
                      <a:cubicBezTo>
                        <a:pt x="53407" y="-6986"/>
                        <a:pt x="106311" y="-9201"/>
                        <a:pt x="140324" y="22101"/>
                      </a:cubicBezTo>
                      <a:cubicBezTo>
                        <a:pt x="174331" y="53468"/>
                        <a:pt x="176544" y="106492"/>
                        <a:pt x="145270" y="14059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F473D"/>
                    </a:gs>
                    <a:gs pos="99000">
                      <a:schemeClr val="accent5"/>
                    </a:gs>
                    <a:gs pos="100000">
                      <a:schemeClr val="accent5"/>
                    </a:gs>
                  </a:gsLst>
                  <a:lin ang="9600000" scaled="0"/>
                </a:gradFill>
                <a:ln>
                  <a:noFill/>
                </a:ln>
                <a:effectLst>
                  <a:outerShdw blurRad="127000" sx="101000" sy="101000" algn="ctr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  <p:grpSp>
            <p:nvGrpSpPr>
              <p:cNvPr id="530" name="Google Shape;530;p29"/>
              <p:cNvGrpSpPr/>
              <p:nvPr/>
            </p:nvGrpSpPr>
            <p:grpSpPr>
              <a:xfrm rot="-5400000">
                <a:off x="4306322" y="4625201"/>
                <a:ext cx="699711" cy="684037"/>
                <a:chOff x="5266683" y="2648660"/>
                <a:chExt cx="434465" cy="424733"/>
              </a:xfrm>
            </p:grpSpPr>
            <p:sp>
              <p:nvSpPr>
                <p:cNvPr id="531" name="Google Shape;531;p29"/>
                <p:cNvSpPr/>
                <p:nvPr/>
              </p:nvSpPr>
              <p:spPr>
                <a:xfrm>
                  <a:off x="5351941" y="2725754"/>
                  <a:ext cx="155025" cy="15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025" h="153447" extrusionOk="0">
                      <a:moveTo>
                        <a:pt x="155025" y="1534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8625" cap="flat" cmpd="sng">
                  <a:solidFill>
                    <a:schemeClr val="accent4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2" name="Google Shape;532;p29"/>
                <p:cNvSpPr/>
                <p:nvPr/>
              </p:nvSpPr>
              <p:spPr>
                <a:xfrm>
                  <a:off x="5266683" y="2648660"/>
                  <a:ext cx="95107" cy="95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07" h="95249" extrusionOk="0">
                      <a:moveTo>
                        <a:pt x="81174" y="13944"/>
                      </a:moveTo>
                      <a:cubicBezTo>
                        <a:pt x="99748" y="32540"/>
                        <a:pt x="99753" y="62694"/>
                        <a:pt x="81184" y="81296"/>
                      </a:cubicBezTo>
                      <a:cubicBezTo>
                        <a:pt x="62616" y="99897"/>
                        <a:pt x="32507" y="99902"/>
                        <a:pt x="13933" y="81306"/>
                      </a:cubicBezTo>
                      <a:cubicBezTo>
                        <a:pt x="-4640" y="62710"/>
                        <a:pt x="-4645" y="32556"/>
                        <a:pt x="13923" y="13954"/>
                      </a:cubicBezTo>
                      <a:cubicBezTo>
                        <a:pt x="13926" y="13951"/>
                        <a:pt x="13930" y="13947"/>
                        <a:pt x="13933" y="13944"/>
                      </a:cubicBezTo>
                      <a:cubicBezTo>
                        <a:pt x="32503" y="-4648"/>
                        <a:pt x="62605" y="-4648"/>
                        <a:pt x="81174" y="13944"/>
                      </a:cubicBezTo>
                      <a:close/>
                      <a:moveTo>
                        <a:pt x="22113" y="73761"/>
                      </a:moveTo>
                      <a:cubicBezTo>
                        <a:pt x="36321" y="88024"/>
                        <a:pt x="59385" y="88052"/>
                        <a:pt x="73627" y="73822"/>
                      </a:cubicBezTo>
                      <a:cubicBezTo>
                        <a:pt x="87869" y="59593"/>
                        <a:pt x="87897" y="36494"/>
                        <a:pt x="73688" y="22231"/>
                      </a:cubicBezTo>
                      <a:cubicBezTo>
                        <a:pt x="59480" y="7967"/>
                        <a:pt x="36416" y="7940"/>
                        <a:pt x="22174" y="22169"/>
                      </a:cubicBezTo>
                      <a:cubicBezTo>
                        <a:pt x="22153" y="22190"/>
                        <a:pt x="22133" y="22210"/>
                        <a:pt x="22113" y="22231"/>
                      </a:cubicBezTo>
                      <a:cubicBezTo>
                        <a:pt x="7980" y="36492"/>
                        <a:pt x="7980" y="59500"/>
                        <a:pt x="22113" y="7376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3" name="Google Shape;533;p29"/>
                <p:cNvSpPr/>
                <p:nvPr/>
              </p:nvSpPr>
              <p:spPr>
                <a:xfrm>
                  <a:off x="5362471" y="2734209"/>
                  <a:ext cx="338677" cy="339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77" h="339184" extrusionOk="0">
                      <a:moveTo>
                        <a:pt x="254008" y="84796"/>
                      </a:moveTo>
                      <a:cubicBezTo>
                        <a:pt x="300770" y="131628"/>
                        <a:pt x="300770" y="207557"/>
                        <a:pt x="254008" y="254388"/>
                      </a:cubicBezTo>
                      <a:cubicBezTo>
                        <a:pt x="207246" y="301220"/>
                        <a:pt x="131431" y="301220"/>
                        <a:pt x="84669" y="254388"/>
                      </a:cubicBezTo>
                      <a:cubicBezTo>
                        <a:pt x="37908" y="207557"/>
                        <a:pt x="37908" y="131628"/>
                        <a:pt x="84669" y="84796"/>
                      </a:cubicBezTo>
                      <a:cubicBezTo>
                        <a:pt x="131431" y="37965"/>
                        <a:pt x="207246" y="37965"/>
                        <a:pt x="254008" y="847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rgbClr val="FFFFFF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  <p:sp>
              <p:nvSpPr>
                <p:cNvPr id="534" name="Google Shape;534;p29"/>
                <p:cNvSpPr/>
                <p:nvPr/>
              </p:nvSpPr>
              <p:spPr>
                <a:xfrm>
                  <a:off x="5413448" y="2785262"/>
                  <a:ext cx="236724" cy="237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24" h="237078" extrusionOk="0">
                      <a:moveTo>
                        <a:pt x="177543" y="59270"/>
                      </a:moveTo>
                      <a:cubicBezTo>
                        <a:pt x="210228" y="92004"/>
                        <a:pt x="210228" y="145075"/>
                        <a:pt x="177543" y="177809"/>
                      </a:cubicBezTo>
                      <a:cubicBezTo>
                        <a:pt x="144858" y="210543"/>
                        <a:pt x="91866" y="210543"/>
                        <a:pt x="59181" y="177809"/>
                      </a:cubicBezTo>
                      <a:cubicBezTo>
                        <a:pt x="26496" y="145075"/>
                        <a:pt x="26496" y="92004"/>
                        <a:pt x="59181" y="59270"/>
                      </a:cubicBezTo>
                      <a:cubicBezTo>
                        <a:pt x="91866" y="26536"/>
                        <a:pt x="144858" y="26536"/>
                        <a:pt x="177543" y="5927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D7654"/>
                    </a:gs>
                    <a:gs pos="99000">
                      <a:schemeClr val="accent4"/>
                    </a:gs>
                    <a:gs pos="100000">
                      <a:schemeClr val="accent4"/>
                    </a:gs>
                  </a:gsLst>
                  <a:lin ang="6000000" scaled="0"/>
                </a:gradFill>
                <a:ln>
                  <a:noFill/>
                </a:ln>
                <a:effectLst>
                  <a:outerShdw blurRad="127000" sx="101000" sy="101000" algn="ctr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endParaRPr>
                </a:p>
              </p:txBody>
            </p:sp>
          </p:grpSp>
        </p:grpSp>
      </p:grpSp>
      <p:sp>
        <p:nvSpPr>
          <p:cNvPr id="535" name="Google Shape;535;p29"/>
          <p:cNvSpPr txBox="1"/>
          <p:nvPr/>
        </p:nvSpPr>
        <p:spPr>
          <a:xfrm>
            <a:off x="2423166" y="291503"/>
            <a:ext cx="753114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 Design Principle</a:t>
            </a:r>
            <a:endParaRPr dirty="0"/>
          </a:p>
        </p:txBody>
      </p:sp>
      <p:sp>
        <p:nvSpPr>
          <p:cNvPr id="536" name="Google Shape;536;p2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537" name="Google Shape;537;p29"/>
          <p:cNvGrpSpPr/>
          <p:nvPr/>
        </p:nvGrpSpPr>
        <p:grpSpPr>
          <a:xfrm flipH="1">
            <a:off x="9138950" y="1485125"/>
            <a:ext cx="2270462" cy="1220146"/>
            <a:chOff x="1028776" y="4595000"/>
            <a:chExt cx="2270462" cy="1220146"/>
          </a:xfrm>
        </p:grpSpPr>
        <p:sp>
          <p:nvSpPr>
            <p:cNvPr id="538" name="Google Shape;538;p29"/>
            <p:cNvSpPr txBox="1"/>
            <p:nvPr/>
          </p:nvSpPr>
          <p:spPr>
            <a:xfrm>
              <a:off x="1087198" y="4595000"/>
              <a:ext cx="2211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Coupling</a:t>
              </a:r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1028776" y="4818719"/>
              <a:ext cx="2270462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Refers to the manner and degree of interdependence between software modules</a:t>
              </a:r>
              <a:endParaRPr lang="en-US" sz="1600" dirty="0"/>
            </a:p>
          </p:txBody>
        </p:sp>
      </p:grpSp>
      <p:grpSp>
        <p:nvGrpSpPr>
          <p:cNvPr id="540" name="Google Shape;540;p29"/>
          <p:cNvGrpSpPr/>
          <p:nvPr/>
        </p:nvGrpSpPr>
        <p:grpSpPr>
          <a:xfrm flipH="1">
            <a:off x="9261350" y="4671821"/>
            <a:ext cx="2710799" cy="1220147"/>
            <a:chOff x="1003260" y="4595000"/>
            <a:chExt cx="2295980" cy="1220147"/>
          </a:xfrm>
        </p:grpSpPr>
        <p:sp>
          <p:nvSpPr>
            <p:cNvPr id="541" name="Google Shape;541;p29"/>
            <p:cNvSpPr txBox="1"/>
            <p:nvPr/>
          </p:nvSpPr>
          <p:spPr>
            <a:xfrm>
              <a:off x="1003260" y="4595000"/>
              <a:ext cx="2295900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3"/>
                  </a:solidFill>
                  <a:latin typeface="Poppins"/>
                  <a:ea typeface="Poppins"/>
                  <a:cs typeface="Poppins"/>
                  <a:sym typeface="Poppins"/>
                </a:rPr>
                <a:t>Sufficiency and Completeness</a:t>
              </a:r>
              <a:endParaRPr sz="1600" dirty="0"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1003260" y="5059593"/>
              <a:ext cx="2295980" cy="755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Implies minimal interface and general enough for any prospective client </a:t>
              </a: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rgbClr val="0C0C0C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endParaRPr lang="en-US"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3" name="Google Shape;543;p29"/>
          <p:cNvGrpSpPr/>
          <p:nvPr/>
        </p:nvGrpSpPr>
        <p:grpSpPr>
          <a:xfrm>
            <a:off x="700461" y="1485125"/>
            <a:ext cx="2212028" cy="1220146"/>
            <a:chOff x="1087216" y="4595000"/>
            <a:chExt cx="2212028" cy="1220146"/>
          </a:xfrm>
        </p:grpSpPr>
        <p:sp>
          <p:nvSpPr>
            <p:cNvPr id="544" name="Google Shape;544;p29"/>
            <p:cNvSpPr txBox="1"/>
            <p:nvPr/>
          </p:nvSpPr>
          <p:spPr>
            <a:xfrm>
              <a:off x="1087344" y="4595000"/>
              <a:ext cx="2211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6"/>
                  </a:solidFill>
                  <a:latin typeface="Poppins"/>
                  <a:ea typeface="Poppins"/>
                  <a:cs typeface="Poppins"/>
                  <a:sym typeface="Poppins"/>
                </a:rPr>
                <a:t>Modularization</a:t>
              </a:r>
              <a:endParaRPr lang="en-US" sz="1600" dirty="0"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1087216" y="4818719"/>
              <a:ext cx="2212022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Process of continuous decomposition of the software system until fine-grained components are created</a:t>
              </a:r>
            </a:p>
          </p:txBody>
        </p:sp>
      </p:grpSp>
      <p:grpSp>
        <p:nvGrpSpPr>
          <p:cNvPr id="546" name="Google Shape;546;p29"/>
          <p:cNvGrpSpPr/>
          <p:nvPr/>
        </p:nvGrpSpPr>
        <p:grpSpPr>
          <a:xfrm>
            <a:off x="494266" y="5025125"/>
            <a:ext cx="2469600" cy="1220019"/>
            <a:chOff x="829898" y="4595000"/>
            <a:chExt cx="2469600" cy="1220019"/>
          </a:xfrm>
        </p:grpSpPr>
        <p:sp>
          <p:nvSpPr>
            <p:cNvPr id="547" name="Google Shape;547;p29"/>
            <p:cNvSpPr txBox="1"/>
            <p:nvPr/>
          </p:nvSpPr>
          <p:spPr>
            <a:xfrm>
              <a:off x="829898" y="4595000"/>
              <a:ext cx="24696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4"/>
                  </a:solidFill>
                  <a:latin typeface="Poppins"/>
                  <a:ea typeface="Poppins"/>
                  <a:cs typeface="Poppins"/>
                  <a:sym typeface="Poppins"/>
                </a:rPr>
                <a:t>Encapsulation</a:t>
              </a:r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1003258" y="4818719"/>
              <a:ext cx="2295900" cy="9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Encapsulation provides access only to the necessary data of abstracted entities, no more, no less</a:t>
              </a:r>
              <a:endParaRPr sz="105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9" name="Google Shape;549;p29"/>
          <p:cNvGrpSpPr/>
          <p:nvPr/>
        </p:nvGrpSpPr>
        <p:grpSpPr>
          <a:xfrm>
            <a:off x="91138" y="3130506"/>
            <a:ext cx="2212022" cy="1220155"/>
            <a:chOff x="1087216" y="4594991"/>
            <a:chExt cx="2212022" cy="1220155"/>
          </a:xfrm>
        </p:grpSpPr>
        <p:sp>
          <p:nvSpPr>
            <p:cNvPr id="550" name="Google Shape;550;p29"/>
            <p:cNvSpPr txBox="1"/>
            <p:nvPr/>
          </p:nvSpPr>
          <p:spPr>
            <a:xfrm>
              <a:off x="1087224" y="4594991"/>
              <a:ext cx="22119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Abstraction</a:t>
              </a:r>
              <a:endParaRPr sz="1600" dirty="0"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1087216" y="4818719"/>
              <a:ext cx="2212022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While the principle of modularization specifies what needs to be done, the principle of abstraction provides guidance as to how it should be done</a:t>
              </a:r>
              <a:endParaRPr lang="en-US" sz="1600" dirty="0"/>
            </a:p>
          </p:txBody>
        </p:sp>
      </p:grpSp>
      <p:grpSp>
        <p:nvGrpSpPr>
          <p:cNvPr id="552" name="Google Shape;552;p29"/>
          <p:cNvGrpSpPr/>
          <p:nvPr/>
        </p:nvGrpSpPr>
        <p:grpSpPr>
          <a:xfrm flipH="1">
            <a:off x="9764748" y="3080574"/>
            <a:ext cx="2453164" cy="1233485"/>
            <a:chOff x="846006" y="4594991"/>
            <a:chExt cx="2453164" cy="1233485"/>
          </a:xfrm>
        </p:grpSpPr>
        <p:sp>
          <p:nvSpPr>
            <p:cNvPr id="553" name="Google Shape;553;p29"/>
            <p:cNvSpPr txBox="1"/>
            <p:nvPr/>
          </p:nvSpPr>
          <p:spPr>
            <a:xfrm>
              <a:off x="948970" y="4594991"/>
              <a:ext cx="23502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accent2"/>
                  </a:solidFill>
                  <a:latin typeface="Poppins"/>
                  <a:ea typeface="Poppins"/>
                  <a:cs typeface="Poppins"/>
                  <a:sym typeface="Poppins"/>
                </a:rPr>
                <a:t>Cohesion</a:t>
              </a:r>
              <a:endParaRPr lang="en-US" sz="1600" dirty="0"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846006" y="4832049"/>
              <a:ext cx="2449978" cy="996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dirty="0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High cohesion good, low cohesion bad</a:t>
              </a:r>
            </a:p>
          </p:txBody>
        </p:sp>
      </p:grpSp>
      <p:sp>
        <p:nvSpPr>
          <p:cNvPr id="555" name="Google Shape;555;p29"/>
          <p:cNvSpPr txBox="1"/>
          <p:nvPr/>
        </p:nvSpPr>
        <p:spPr>
          <a:xfrm>
            <a:off x="3172135" y="1825799"/>
            <a:ext cx="511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00"/>
          </a:p>
        </p:txBody>
      </p:sp>
      <p:sp>
        <p:nvSpPr>
          <p:cNvPr id="556" name="Google Shape;556;p29"/>
          <p:cNvSpPr txBox="1"/>
          <p:nvPr/>
        </p:nvSpPr>
        <p:spPr>
          <a:xfrm>
            <a:off x="8462585" y="1825799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4</a:t>
            </a:r>
            <a:endParaRPr sz="100" dirty="0"/>
          </a:p>
        </p:txBody>
      </p:sp>
      <p:sp>
        <p:nvSpPr>
          <p:cNvPr id="557" name="Google Shape;557;p29"/>
          <p:cNvSpPr txBox="1"/>
          <p:nvPr/>
        </p:nvSpPr>
        <p:spPr>
          <a:xfrm>
            <a:off x="2660635" y="3338824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2</a:t>
            </a:r>
            <a:endParaRPr sz="100" dirty="0"/>
          </a:p>
        </p:txBody>
      </p:sp>
      <p:sp>
        <p:nvSpPr>
          <p:cNvPr id="558" name="Google Shape;558;p29"/>
          <p:cNvSpPr txBox="1"/>
          <p:nvPr/>
        </p:nvSpPr>
        <p:spPr>
          <a:xfrm>
            <a:off x="8974085" y="3338824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5</a:t>
            </a:r>
            <a:endParaRPr sz="100" dirty="0"/>
          </a:p>
        </p:txBody>
      </p:sp>
      <p:sp>
        <p:nvSpPr>
          <p:cNvPr id="559" name="Google Shape;559;p29"/>
          <p:cNvSpPr txBox="1"/>
          <p:nvPr/>
        </p:nvSpPr>
        <p:spPr>
          <a:xfrm>
            <a:off x="3172135" y="4851849"/>
            <a:ext cx="51150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cs typeface="Poppins"/>
                <a:sym typeface="Poppins"/>
              </a:rPr>
              <a:t>3</a:t>
            </a:r>
            <a:endParaRPr sz="100" dirty="0"/>
          </a:p>
        </p:txBody>
      </p:sp>
      <p:sp>
        <p:nvSpPr>
          <p:cNvPr id="560" name="Google Shape;560;p29"/>
          <p:cNvSpPr txBox="1"/>
          <p:nvPr/>
        </p:nvSpPr>
        <p:spPr>
          <a:xfrm>
            <a:off x="8462585" y="4851849"/>
            <a:ext cx="511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100"/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BC071F55-D481-730C-F978-A48DB40E4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58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DCA9812-B59B-FC67-5A9E-50DF0AB0D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2787" y="442210"/>
            <a:ext cx="56864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C95FAD-A838-2CFC-D8AF-4ACA38938135}"/>
              </a:ext>
            </a:extLst>
          </p:cNvPr>
          <p:cNvSpPr txBox="1"/>
          <p:nvPr/>
        </p:nvSpPr>
        <p:spPr>
          <a:xfrm>
            <a:off x="2767012" y="2527411"/>
            <a:ext cx="2981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Focus on essential characteristics of entities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0E4CED-B281-4255-811A-71FE204169AD}"/>
              </a:ext>
            </a:extLst>
          </p:cNvPr>
          <p:cNvCxnSpPr>
            <a:stCxn id="3" idx="0"/>
          </p:cNvCxnSpPr>
          <p:nvPr/>
        </p:nvCxnSpPr>
        <p:spPr>
          <a:xfrm flipV="1">
            <a:off x="4257837" y="2118610"/>
            <a:ext cx="490375" cy="408801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94AC9E-1E8F-D8F2-B8CA-32EF35423C58}"/>
              </a:ext>
            </a:extLst>
          </p:cNvPr>
          <p:cNvSpPr txBox="1"/>
          <p:nvPr/>
        </p:nvSpPr>
        <p:spPr>
          <a:xfrm>
            <a:off x="6119812" y="2527411"/>
            <a:ext cx="3305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Enforce that we only expose essential information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25A01C-7EA4-B863-FEDC-54573F49C7EE}"/>
              </a:ext>
            </a:extLst>
          </p:cNvPr>
          <p:cNvCxnSpPr/>
          <p:nvPr/>
        </p:nvCxnSpPr>
        <p:spPr>
          <a:xfrm flipH="1" flipV="1">
            <a:off x="7367587" y="2147185"/>
            <a:ext cx="500225" cy="380999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0C106C24-FD97-BD2F-7924-EC933FF8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3429000"/>
            <a:ext cx="5334462" cy="2639797"/>
          </a:xfrm>
          <a:prstGeom prst="rect">
            <a:avLst/>
          </a:prstGeom>
        </p:spPr>
      </p:pic>
      <p:pic>
        <p:nvPicPr>
          <p:cNvPr id="60" name="Picture 4" descr="UTMSPACE">
            <a:extLst>
              <a:ext uri="{FF2B5EF4-FFF2-40B4-BE49-F238E27FC236}">
                <a16:creationId xmlns:a16="http://schemas.microsoft.com/office/drawing/2014/main" id="{FEFBF9A6-5D57-9293-766F-0D51416E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90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9" name="Google Shape;1049;p49"/>
          <p:cNvCxnSpPr/>
          <p:nvPr/>
        </p:nvCxnSpPr>
        <p:spPr>
          <a:xfrm>
            <a:off x="1165289" y="3252737"/>
            <a:ext cx="93162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050" name="Google Shape;1050;p49"/>
          <p:cNvSpPr/>
          <p:nvPr/>
        </p:nvSpPr>
        <p:spPr>
          <a:xfrm>
            <a:off x="1039559" y="2692157"/>
            <a:ext cx="962700" cy="9627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1" name="Google Shape;1051;p49"/>
          <p:cNvSpPr/>
          <p:nvPr/>
        </p:nvSpPr>
        <p:spPr>
          <a:xfrm>
            <a:off x="3968443" y="2639948"/>
            <a:ext cx="961200" cy="96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2" name="Google Shape;1052;p49"/>
          <p:cNvSpPr/>
          <p:nvPr/>
        </p:nvSpPr>
        <p:spPr>
          <a:xfrm>
            <a:off x="7094841" y="2639948"/>
            <a:ext cx="961200" cy="962700"/>
          </a:xfrm>
          <a:prstGeom prst="ellipse">
            <a:avLst/>
          </a:prstGeom>
          <a:solidFill>
            <a:srgbClr val="C522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3" name="Google Shape;1053;p49"/>
          <p:cNvSpPr/>
          <p:nvPr/>
        </p:nvSpPr>
        <p:spPr>
          <a:xfrm>
            <a:off x="9936539" y="2681889"/>
            <a:ext cx="962700" cy="962700"/>
          </a:xfrm>
          <a:prstGeom prst="ellipse">
            <a:avLst/>
          </a:prstGeom>
          <a:solidFill>
            <a:srgbClr val="8D76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54" name="Google Shape;1054;p49"/>
          <p:cNvGrpSpPr/>
          <p:nvPr/>
        </p:nvGrpSpPr>
        <p:grpSpPr>
          <a:xfrm>
            <a:off x="4188684" y="2925660"/>
            <a:ext cx="528103" cy="545072"/>
            <a:chOff x="2500313" y="3883026"/>
            <a:chExt cx="395287" cy="407988"/>
          </a:xfrm>
        </p:grpSpPr>
        <p:sp>
          <p:nvSpPr>
            <p:cNvPr id="1055" name="Google Shape;1055;p49"/>
            <p:cNvSpPr/>
            <p:nvPr/>
          </p:nvSpPr>
          <p:spPr>
            <a:xfrm>
              <a:off x="2500313" y="4076701"/>
              <a:ext cx="261937" cy="214313"/>
            </a:xfrm>
            <a:custGeom>
              <a:avLst/>
              <a:gdLst/>
              <a:ahLst/>
              <a:cxnLst/>
              <a:rect l="l" t="t" r="r" b="b"/>
              <a:pathLst>
                <a:path w="72" h="57" extrusionOk="0">
                  <a:moveTo>
                    <a:pt x="35" y="1"/>
                  </a:moveTo>
                  <a:cubicBezTo>
                    <a:pt x="2" y="0"/>
                    <a:pt x="0" y="42"/>
                    <a:pt x="0" y="42"/>
                  </a:cubicBezTo>
                  <a:cubicBezTo>
                    <a:pt x="20" y="57"/>
                    <a:pt x="70" y="45"/>
                    <a:pt x="70" y="45"/>
                  </a:cubicBezTo>
                  <a:cubicBezTo>
                    <a:pt x="71" y="44"/>
                    <a:pt x="72" y="2"/>
                    <a:pt x="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6" name="Google Shape;1056;p49"/>
            <p:cNvSpPr/>
            <p:nvPr/>
          </p:nvSpPr>
          <p:spPr>
            <a:xfrm>
              <a:off x="2547938" y="3927476"/>
              <a:ext cx="147637" cy="138113"/>
            </a:xfrm>
            <a:custGeom>
              <a:avLst/>
              <a:gdLst/>
              <a:ahLst/>
              <a:cxnLst/>
              <a:rect l="l" t="t" r="r" b="b"/>
              <a:pathLst>
                <a:path w="41" h="37" extrusionOk="0">
                  <a:moveTo>
                    <a:pt x="31" y="5"/>
                  </a:moveTo>
                  <a:cubicBezTo>
                    <a:pt x="28" y="2"/>
                    <a:pt x="23" y="0"/>
                    <a:pt x="18" y="1"/>
                  </a:cubicBezTo>
                  <a:cubicBezTo>
                    <a:pt x="8" y="2"/>
                    <a:pt x="0" y="10"/>
                    <a:pt x="1" y="20"/>
                  </a:cubicBezTo>
                  <a:cubicBezTo>
                    <a:pt x="2" y="30"/>
                    <a:pt x="11" y="37"/>
                    <a:pt x="21" y="36"/>
                  </a:cubicBezTo>
                  <a:cubicBezTo>
                    <a:pt x="28" y="35"/>
                    <a:pt x="34" y="31"/>
                    <a:pt x="36" y="25"/>
                  </a:cubicBezTo>
                  <a:cubicBezTo>
                    <a:pt x="41" y="13"/>
                    <a:pt x="32" y="4"/>
                    <a:pt x="31" y="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7" name="Google Shape;1057;p49"/>
            <p:cNvSpPr/>
            <p:nvPr/>
          </p:nvSpPr>
          <p:spPr>
            <a:xfrm>
              <a:off x="2663825" y="3883026"/>
              <a:ext cx="231775" cy="193675"/>
            </a:xfrm>
            <a:custGeom>
              <a:avLst/>
              <a:gdLst/>
              <a:ahLst/>
              <a:cxnLst/>
              <a:rect l="l" t="t" r="r" b="b"/>
              <a:pathLst>
                <a:path w="64" h="52" extrusionOk="0">
                  <a:moveTo>
                    <a:pt x="4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4" y="6"/>
                    <a:pt x="0" y="14"/>
                  </a:cubicBezTo>
                  <a:cubicBezTo>
                    <a:pt x="2" y="15"/>
                    <a:pt x="7" y="18"/>
                    <a:pt x="8" y="24"/>
                  </a:cubicBezTo>
                  <a:cubicBezTo>
                    <a:pt x="10" y="29"/>
                    <a:pt x="10" y="35"/>
                    <a:pt x="7" y="40"/>
                  </a:cubicBezTo>
                  <a:cubicBezTo>
                    <a:pt x="9" y="42"/>
                    <a:pt x="11" y="43"/>
                    <a:pt x="15" y="44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54" y="44"/>
                    <a:pt x="64" y="35"/>
                    <a:pt x="64" y="23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0"/>
                    <a:pt x="54" y="0"/>
                    <a:pt x="42" y="0"/>
                  </a:cubicBezTo>
                  <a:close/>
                  <a:moveTo>
                    <a:pt x="48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9"/>
                  </a:lnTo>
                  <a:close/>
                  <a:moveTo>
                    <a:pt x="48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58" name="Google Shape;1058;p49"/>
          <p:cNvSpPr/>
          <p:nvPr/>
        </p:nvSpPr>
        <p:spPr>
          <a:xfrm>
            <a:off x="7322495" y="2900262"/>
            <a:ext cx="596675" cy="528805"/>
          </a:xfrm>
          <a:custGeom>
            <a:avLst/>
            <a:gdLst/>
            <a:ahLst/>
            <a:cxnLst/>
            <a:rect l="l" t="t" r="r" b="b"/>
            <a:pathLst>
              <a:path w="123" h="106" extrusionOk="0">
                <a:moveTo>
                  <a:pt x="2" y="52"/>
                </a:moveTo>
                <a:cubicBezTo>
                  <a:pt x="8" y="65"/>
                  <a:pt x="23" y="65"/>
                  <a:pt x="23" y="65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37" y="73"/>
                  <a:pt x="38" y="80"/>
                </a:cubicBezTo>
                <a:cubicBezTo>
                  <a:pt x="42" y="96"/>
                  <a:pt x="42" y="96"/>
                  <a:pt x="42" y="96"/>
                </a:cubicBezTo>
                <a:cubicBezTo>
                  <a:pt x="42" y="96"/>
                  <a:pt x="43" y="106"/>
                  <a:pt x="54" y="104"/>
                </a:cubicBezTo>
                <a:cubicBezTo>
                  <a:pt x="70" y="101"/>
                  <a:pt x="66" y="92"/>
                  <a:pt x="66" y="92"/>
                </a:cubicBezTo>
                <a:cubicBezTo>
                  <a:pt x="60" y="66"/>
                  <a:pt x="60" y="66"/>
                  <a:pt x="60" y="66"/>
                </a:cubicBezTo>
                <a:cubicBezTo>
                  <a:pt x="60" y="66"/>
                  <a:pt x="73" y="66"/>
                  <a:pt x="80" y="72"/>
                </a:cubicBezTo>
                <a:cubicBezTo>
                  <a:pt x="84" y="76"/>
                  <a:pt x="90" y="80"/>
                  <a:pt x="100" y="80"/>
                </a:cubicBezTo>
                <a:cubicBezTo>
                  <a:pt x="123" y="79"/>
                  <a:pt x="118" y="27"/>
                  <a:pt x="110" y="13"/>
                </a:cubicBezTo>
                <a:cubicBezTo>
                  <a:pt x="102" y="0"/>
                  <a:pt x="88" y="6"/>
                  <a:pt x="85" y="13"/>
                </a:cubicBezTo>
                <a:cubicBezTo>
                  <a:pt x="65" y="21"/>
                  <a:pt x="32" y="22"/>
                  <a:pt x="21" y="22"/>
                </a:cubicBezTo>
                <a:cubicBezTo>
                  <a:pt x="6" y="21"/>
                  <a:pt x="1" y="39"/>
                  <a:pt x="1" y="39"/>
                </a:cubicBezTo>
                <a:cubicBezTo>
                  <a:pt x="1" y="39"/>
                  <a:pt x="0" y="45"/>
                  <a:pt x="2" y="52"/>
                </a:cubicBezTo>
                <a:close/>
                <a:moveTo>
                  <a:pt x="86" y="33"/>
                </a:moveTo>
                <a:cubicBezTo>
                  <a:pt x="86" y="23"/>
                  <a:pt x="92" y="15"/>
                  <a:pt x="97" y="14"/>
                </a:cubicBezTo>
                <a:cubicBezTo>
                  <a:pt x="101" y="13"/>
                  <a:pt x="111" y="14"/>
                  <a:pt x="112" y="43"/>
                </a:cubicBezTo>
                <a:cubicBezTo>
                  <a:pt x="114" y="71"/>
                  <a:pt x="101" y="76"/>
                  <a:pt x="95" y="73"/>
                </a:cubicBezTo>
                <a:cubicBezTo>
                  <a:pt x="85" y="68"/>
                  <a:pt x="86" y="55"/>
                  <a:pt x="86" y="55"/>
                </a:cubicBezTo>
                <a:cubicBezTo>
                  <a:pt x="88" y="54"/>
                  <a:pt x="100" y="53"/>
                  <a:pt x="99" y="42"/>
                </a:cubicBezTo>
                <a:cubicBezTo>
                  <a:pt x="98" y="35"/>
                  <a:pt x="92" y="32"/>
                  <a:pt x="86" y="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59" name="Google Shape;1059;p49"/>
          <p:cNvGrpSpPr/>
          <p:nvPr/>
        </p:nvGrpSpPr>
        <p:grpSpPr>
          <a:xfrm>
            <a:off x="1216596" y="2942299"/>
            <a:ext cx="549229" cy="483757"/>
            <a:chOff x="2835275" y="1219201"/>
            <a:chExt cx="479425" cy="422274"/>
          </a:xfrm>
        </p:grpSpPr>
        <p:sp>
          <p:nvSpPr>
            <p:cNvPr id="1060" name="Google Shape;1060;p49"/>
            <p:cNvSpPr/>
            <p:nvPr/>
          </p:nvSpPr>
          <p:spPr>
            <a:xfrm>
              <a:off x="2916238" y="1327150"/>
              <a:ext cx="327025" cy="314325"/>
            </a:xfrm>
            <a:custGeom>
              <a:avLst/>
              <a:gdLst/>
              <a:ahLst/>
              <a:cxnLst/>
              <a:rect l="l" t="t" r="r" b="b"/>
              <a:pathLst>
                <a:path w="88" h="84" extrusionOk="0">
                  <a:moveTo>
                    <a:pt x="85" y="41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54"/>
                    <a:pt x="0" y="69"/>
                  </a:cubicBezTo>
                  <a:cubicBezTo>
                    <a:pt x="0" y="84"/>
                    <a:pt x="28" y="84"/>
                    <a:pt x="28" y="84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8" y="84"/>
                    <a:pt x="58" y="84"/>
                    <a:pt x="58" y="84"/>
                  </a:cubicBezTo>
                  <a:cubicBezTo>
                    <a:pt x="88" y="84"/>
                    <a:pt x="85" y="70"/>
                    <a:pt x="85" y="70"/>
                  </a:cubicBezTo>
                  <a:lnTo>
                    <a:pt x="85" y="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61" name="Google Shape;1061;p49"/>
            <p:cNvSpPr/>
            <p:nvPr/>
          </p:nvSpPr>
          <p:spPr>
            <a:xfrm>
              <a:off x="2835275" y="1219201"/>
              <a:ext cx="479425" cy="254000"/>
            </a:xfrm>
            <a:custGeom>
              <a:avLst/>
              <a:gdLst/>
              <a:ahLst/>
              <a:cxnLst/>
              <a:rect l="l" t="t" r="r" b="b"/>
              <a:pathLst>
                <a:path w="129" h="68" extrusionOk="0">
                  <a:moveTo>
                    <a:pt x="122" y="54"/>
                  </a:moveTo>
                  <a:cubicBezTo>
                    <a:pt x="114" y="46"/>
                    <a:pt x="73" y="8"/>
                    <a:pt x="73" y="8"/>
                  </a:cubicBezTo>
                  <a:cubicBezTo>
                    <a:pt x="73" y="8"/>
                    <a:pt x="63" y="0"/>
                    <a:pt x="54" y="8"/>
                  </a:cubicBezTo>
                  <a:cubicBezTo>
                    <a:pt x="45" y="17"/>
                    <a:pt x="10" y="50"/>
                    <a:pt x="10" y="50"/>
                  </a:cubicBezTo>
                  <a:cubicBezTo>
                    <a:pt x="10" y="50"/>
                    <a:pt x="0" y="58"/>
                    <a:pt x="12" y="68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117" y="68"/>
                    <a:pt x="117" y="68"/>
                    <a:pt x="117" y="68"/>
                  </a:cubicBezTo>
                  <a:cubicBezTo>
                    <a:pt x="117" y="68"/>
                    <a:pt x="129" y="62"/>
                    <a:pt x="122" y="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62" name="Google Shape;1062;p49"/>
          <p:cNvSpPr txBox="1"/>
          <p:nvPr/>
        </p:nvSpPr>
        <p:spPr>
          <a:xfrm>
            <a:off x="2330429" y="453747"/>
            <a:ext cx="7531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Professionalism</a:t>
            </a:r>
            <a:endParaRPr sz="3200" dirty="0"/>
          </a:p>
        </p:txBody>
      </p:sp>
      <p:sp>
        <p:nvSpPr>
          <p:cNvPr id="1063" name="Google Shape;1063;p49"/>
          <p:cNvSpPr/>
          <p:nvPr/>
        </p:nvSpPr>
        <p:spPr>
          <a:xfrm>
            <a:off x="3360345" y="4478518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Be honest, everyone make mistakes.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Claim what is your rights, not others.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4" name="Google Shape;1064;p49"/>
          <p:cNvSpPr/>
          <p:nvPr/>
        </p:nvSpPr>
        <p:spPr>
          <a:xfrm>
            <a:off x="6280969" y="4468236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Keep asking if lost.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Watch your language.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Be friendly. 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5" name="Google Shape;1065;p49"/>
          <p:cNvSpPr/>
          <p:nvPr/>
        </p:nvSpPr>
        <p:spPr>
          <a:xfrm>
            <a:off x="9196231" y="4472007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Respect other privacy.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Respect company policy.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Know your and other boundaries. </a:t>
            </a:r>
            <a:endParaRPr sz="11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6" name="Google Shape;1066;p49"/>
          <p:cNvSpPr/>
          <p:nvPr/>
        </p:nvSpPr>
        <p:spPr>
          <a:xfrm>
            <a:off x="427935" y="4488700"/>
            <a:ext cx="25908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Know your job inside out.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Know your responsibility. 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rPr>
              <a:t>Self learning.</a:t>
            </a:r>
            <a:endParaRPr sz="110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7" name="Google Shape;1067;p49"/>
          <p:cNvSpPr txBox="1"/>
          <p:nvPr/>
        </p:nvSpPr>
        <p:spPr>
          <a:xfrm>
            <a:off x="3360345" y="396014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HONESTY</a:t>
            </a:r>
            <a:endParaRPr/>
          </a:p>
        </p:txBody>
      </p:sp>
      <p:sp>
        <p:nvSpPr>
          <p:cNvPr id="1068" name="Google Shape;1068;p49"/>
          <p:cNvSpPr txBox="1"/>
          <p:nvPr/>
        </p:nvSpPr>
        <p:spPr>
          <a:xfrm>
            <a:off x="6354754" y="3946851"/>
            <a:ext cx="228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COMMUNICATION</a:t>
            </a:r>
            <a:endParaRPr/>
          </a:p>
        </p:txBody>
      </p:sp>
      <p:sp>
        <p:nvSpPr>
          <p:cNvPr id="1069" name="Google Shape;1069;p49"/>
          <p:cNvSpPr txBox="1"/>
          <p:nvPr/>
        </p:nvSpPr>
        <p:spPr>
          <a:xfrm>
            <a:off x="420704" y="394998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COMPETENCIES</a:t>
            </a:r>
            <a:endParaRPr/>
          </a:p>
        </p:txBody>
      </p:sp>
      <p:sp>
        <p:nvSpPr>
          <p:cNvPr id="1070" name="Google Shape;1070;p49"/>
          <p:cNvSpPr txBox="1"/>
          <p:nvPr/>
        </p:nvSpPr>
        <p:spPr>
          <a:xfrm>
            <a:off x="9294395" y="3957143"/>
            <a:ext cx="228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RESPECT</a:t>
            </a:r>
            <a:endParaRPr/>
          </a:p>
        </p:txBody>
      </p:sp>
      <p:sp>
        <p:nvSpPr>
          <p:cNvPr id="1071" name="Google Shape;1071;p49"/>
          <p:cNvSpPr/>
          <p:nvPr/>
        </p:nvSpPr>
        <p:spPr>
          <a:xfrm>
            <a:off x="2722930" y="3142407"/>
            <a:ext cx="291600" cy="291600"/>
          </a:xfrm>
          <a:prstGeom prst="ellipse">
            <a:avLst/>
          </a:prstGeom>
          <a:solidFill>
            <a:srgbClr val="580C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2" name="Google Shape;1072;p49"/>
          <p:cNvSpPr/>
          <p:nvPr/>
        </p:nvSpPr>
        <p:spPr>
          <a:xfrm>
            <a:off x="5926322" y="3142408"/>
            <a:ext cx="294300" cy="291600"/>
          </a:xfrm>
          <a:prstGeom prst="ellipse">
            <a:avLst/>
          </a:prstGeom>
          <a:solidFill>
            <a:srgbClr val="7D26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3" name="Google Shape;1073;p49"/>
          <p:cNvSpPr/>
          <p:nvPr/>
        </p:nvSpPr>
        <p:spPr>
          <a:xfrm>
            <a:off x="8902170" y="3100009"/>
            <a:ext cx="291600" cy="291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4" name="Google Shape;1074;p49"/>
          <p:cNvSpPr/>
          <p:nvPr/>
        </p:nvSpPr>
        <p:spPr>
          <a:xfrm>
            <a:off x="2086128" y="1320365"/>
            <a:ext cx="79746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Building a high-performance workforce is essential to achieving success and long-term sustainability in business. But knowing how to look after the qualities of a good and professional employee can increase more  the effectiveness and help in internal and external advancement.</a:t>
            </a:r>
            <a:endParaRPr sz="1100" dirty="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5" name="Google Shape;1075;p49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18</a:t>
            </a:fld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6" name="Google Shape;1076;p49"/>
          <p:cNvSpPr/>
          <p:nvPr/>
        </p:nvSpPr>
        <p:spPr>
          <a:xfrm>
            <a:off x="10082438" y="3056366"/>
            <a:ext cx="670924" cy="234275"/>
          </a:xfrm>
          <a:custGeom>
            <a:avLst/>
            <a:gdLst/>
            <a:ahLst/>
            <a:cxnLst/>
            <a:rect l="l" t="t" r="r" b="b"/>
            <a:pathLst>
              <a:path w="623" h="192" extrusionOk="0">
                <a:moveTo>
                  <a:pt x="615" y="42"/>
                </a:moveTo>
                <a:lnTo>
                  <a:pt x="615" y="42"/>
                </a:lnTo>
                <a:cubicBezTo>
                  <a:pt x="601" y="42"/>
                  <a:pt x="587" y="84"/>
                  <a:pt x="544" y="84"/>
                </a:cubicBezTo>
                <a:cubicBezTo>
                  <a:pt x="495" y="84"/>
                  <a:pt x="473" y="0"/>
                  <a:pt x="396" y="0"/>
                </a:cubicBezTo>
                <a:cubicBezTo>
                  <a:pt x="339" y="0"/>
                  <a:pt x="318" y="49"/>
                  <a:pt x="311" y="49"/>
                </a:cubicBezTo>
                <a:cubicBezTo>
                  <a:pt x="311" y="49"/>
                  <a:pt x="290" y="0"/>
                  <a:pt x="226" y="0"/>
                </a:cubicBezTo>
                <a:cubicBezTo>
                  <a:pt x="148" y="0"/>
                  <a:pt x="127" y="84"/>
                  <a:pt x="78" y="84"/>
                </a:cubicBezTo>
                <a:cubicBezTo>
                  <a:pt x="42" y="84"/>
                  <a:pt x="21" y="42"/>
                  <a:pt x="14" y="42"/>
                </a:cubicBezTo>
                <a:cubicBezTo>
                  <a:pt x="0" y="49"/>
                  <a:pt x="35" y="191"/>
                  <a:pt x="169" y="191"/>
                </a:cubicBezTo>
                <a:cubicBezTo>
                  <a:pt x="254" y="191"/>
                  <a:pt x="304" y="120"/>
                  <a:pt x="311" y="120"/>
                </a:cubicBezTo>
                <a:cubicBezTo>
                  <a:pt x="318" y="120"/>
                  <a:pt x="375" y="191"/>
                  <a:pt x="459" y="191"/>
                </a:cubicBezTo>
                <a:cubicBezTo>
                  <a:pt x="594" y="191"/>
                  <a:pt x="622" y="49"/>
                  <a:pt x="615" y="4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4" descr="UTMSPACE">
            <a:extLst>
              <a:ext uri="{FF2B5EF4-FFF2-40B4-BE49-F238E27FC236}">
                <a16:creationId xmlns:a16="http://schemas.microsoft.com/office/drawing/2014/main" id="{03E0D1AD-8D4A-A3EF-A87D-43EB5624E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81" b="89916" l="2824" r="99294">
                        <a14:foregroundMark x1="4235" y1="10084" x2="4235" y2="10084"/>
                        <a14:foregroundMark x1="2824" y1="89076" x2="40941" y2="64706"/>
                        <a14:foregroundMark x1="20235" y1="8403" x2="20235" y2="8403"/>
                        <a14:foregroundMark x1="30588" y1="10084" x2="31059" y2="17647"/>
                        <a14:foregroundMark x1="50118" y1="36134" x2="50118" y2="36134"/>
                        <a14:foregroundMark x1="45647" y1="24370" x2="45647" y2="24370"/>
                        <a14:foregroundMark x1="45647" y1="24370" x2="48235" y2="32773"/>
                        <a14:foregroundMark x1="49647" y1="47059" x2="45176" y2="45378"/>
                        <a14:foregroundMark x1="54588" y1="24370" x2="53647" y2="37815"/>
                        <a14:foregroundMark x1="62588" y1="46218" x2="64235" y2="36975"/>
                        <a14:foregroundMark x1="75765" y1="38655" x2="75529" y2="23529"/>
                        <a14:foregroundMark x1="86118" y1="40336" x2="86824" y2="21849"/>
                        <a14:foregroundMark x1="85882" y1="42857" x2="87059" y2="45378"/>
                        <a14:foregroundMark x1="92471" y1="46218" x2="93176" y2="46218"/>
                        <a14:foregroundMark x1="78118" y1="56303" x2="82118" y2="54622"/>
                        <a14:foregroundMark x1="85176" y1="57143" x2="90824" y2="57143"/>
                        <a14:foregroundMark x1="78353" y1="63866" x2="78588" y2="71429"/>
                        <a14:foregroundMark x1="76706" y1="63025" x2="76706" y2="73109"/>
                        <a14:foregroundMark x1="77176" y1="71429" x2="92000" y2="65546"/>
                        <a14:foregroundMark x1="79294" y1="72269" x2="92706" y2="70588"/>
                        <a14:foregroundMark x1="92000" y1="74790" x2="92235" y2="63025"/>
                        <a14:foregroundMark x1="67529" y1="5882" x2="68471" y2="2521"/>
                        <a14:foregroundMark x1="67059" y1="4202" x2="88471" y2="5882"/>
                        <a14:foregroundMark x1="88471" y1="5882" x2="94588" y2="5042"/>
                        <a14:foregroundMark x1="96941" y1="10924" x2="97882" y2="10084"/>
                        <a14:foregroundMark x1="97412" y1="13445" x2="99294" y2="13445"/>
                        <a14:foregroundMark x1="96000" y1="15966" x2="99294" y2="151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330" y="124983"/>
            <a:ext cx="1132054" cy="31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p51"/>
          <p:cNvGrpSpPr/>
          <p:nvPr/>
        </p:nvGrpSpPr>
        <p:grpSpPr>
          <a:xfrm>
            <a:off x="9734963" y="5647537"/>
            <a:ext cx="166688" cy="149219"/>
            <a:chOff x="11258550" y="6548438"/>
            <a:chExt cx="222250" cy="200025"/>
          </a:xfrm>
        </p:grpSpPr>
        <p:sp>
          <p:nvSpPr>
            <p:cNvPr id="1191" name="Google Shape;1191;p51"/>
            <p:cNvSpPr/>
            <p:nvPr/>
          </p:nvSpPr>
          <p:spPr>
            <a:xfrm>
              <a:off x="11258550" y="65484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48" h="220" extrusionOk="0">
                  <a:moveTo>
                    <a:pt x="0" y="212"/>
                  </a:moveTo>
                  <a:cubicBezTo>
                    <a:pt x="0" y="216"/>
                    <a:pt x="4" y="220"/>
                    <a:pt x="8" y="220"/>
                  </a:cubicBezTo>
                  <a:cubicBezTo>
                    <a:pt x="240" y="220"/>
                    <a:pt x="240" y="220"/>
                    <a:pt x="240" y="220"/>
                  </a:cubicBezTo>
                  <a:cubicBezTo>
                    <a:pt x="244" y="220"/>
                    <a:pt x="248" y="216"/>
                    <a:pt x="248" y="212"/>
                  </a:cubicBezTo>
                  <a:cubicBezTo>
                    <a:pt x="248" y="76"/>
                    <a:pt x="248" y="76"/>
                    <a:pt x="248" y="76"/>
                  </a:cubicBezTo>
                  <a:cubicBezTo>
                    <a:pt x="248" y="71"/>
                    <a:pt x="244" y="68"/>
                    <a:pt x="240" y="68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71"/>
                    <a:pt x="0" y="76"/>
                  </a:cubicBezTo>
                  <a:lnTo>
                    <a:pt x="0" y="212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11258550" y="6614403"/>
              <a:ext cx="222250" cy="134060"/>
            </a:xfrm>
            <a:custGeom>
              <a:avLst/>
              <a:gdLst/>
              <a:ahLst/>
              <a:cxnLst/>
              <a:rect l="l" t="t" r="r" b="b"/>
              <a:pathLst>
                <a:path w="248" h="149" extrusionOk="0">
                  <a:moveTo>
                    <a:pt x="124" y="93"/>
                  </a:moveTo>
                  <a:cubicBezTo>
                    <a:pt x="90" y="68"/>
                    <a:pt x="0" y="1"/>
                    <a:pt x="0" y="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5"/>
                    <a:pt x="4" y="149"/>
                    <a:pt x="8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244" y="149"/>
                    <a:pt x="248" y="145"/>
                    <a:pt x="248" y="141"/>
                  </a:cubicBezTo>
                  <a:cubicBezTo>
                    <a:pt x="248" y="5"/>
                    <a:pt x="248" y="5"/>
                    <a:pt x="248" y="5"/>
                  </a:cubicBezTo>
                  <a:cubicBezTo>
                    <a:pt x="248" y="0"/>
                    <a:pt x="124" y="93"/>
                    <a:pt x="124" y="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193" name="Google Shape;1193;p51"/>
            <p:cNvCxnSpPr/>
            <p:nvPr/>
          </p:nvCxnSpPr>
          <p:spPr>
            <a:xfrm rot="10800000">
              <a:off x="11389867" y="6682408"/>
              <a:ext cx="867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4" name="Google Shape;1194;p51"/>
            <p:cNvCxnSpPr/>
            <p:nvPr/>
          </p:nvCxnSpPr>
          <p:spPr>
            <a:xfrm rot="10800000" flipH="1">
              <a:off x="11262783" y="6682408"/>
              <a:ext cx="846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95" name="Google Shape;1195;p51"/>
          <p:cNvGrpSpPr/>
          <p:nvPr/>
        </p:nvGrpSpPr>
        <p:grpSpPr>
          <a:xfrm>
            <a:off x="9702042" y="5267708"/>
            <a:ext cx="228595" cy="160348"/>
            <a:chOff x="8075613" y="3859213"/>
            <a:chExt cx="306387" cy="214312"/>
          </a:xfrm>
        </p:grpSpPr>
        <p:sp>
          <p:nvSpPr>
            <p:cNvPr id="1196" name="Google Shape;1196;p51"/>
            <p:cNvSpPr/>
            <p:nvPr/>
          </p:nvSpPr>
          <p:spPr>
            <a:xfrm>
              <a:off x="8109656" y="4020477"/>
              <a:ext cx="110640" cy="53048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89" y="9"/>
                  </a:moveTo>
                  <a:cubicBezTo>
                    <a:pt x="84" y="10"/>
                    <a:pt x="79" y="10"/>
                    <a:pt x="75" y="10"/>
                  </a:cubicBezTo>
                  <a:cubicBezTo>
                    <a:pt x="72" y="10"/>
                    <a:pt x="69" y="10"/>
                    <a:pt x="66" y="1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7" name="Google Shape;1197;p51"/>
            <p:cNvSpPr/>
            <p:nvPr/>
          </p:nvSpPr>
          <p:spPr>
            <a:xfrm>
              <a:off x="8075613" y="3859213"/>
              <a:ext cx="221279" cy="167630"/>
            </a:xfrm>
            <a:custGeom>
              <a:avLst/>
              <a:gdLst/>
              <a:ahLst/>
              <a:cxnLst/>
              <a:rect l="l" t="t" r="r" b="b"/>
              <a:pathLst>
                <a:path w="180" h="135" extrusionOk="0">
                  <a:moveTo>
                    <a:pt x="62" y="135"/>
                  </a:moveTo>
                  <a:cubicBezTo>
                    <a:pt x="58" y="134"/>
                    <a:pt x="53" y="132"/>
                    <a:pt x="49" y="130"/>
                  </a:cubicBezTo>
                  <a:cubicBezTo>
                    <a:pt x="20" y="118"/>
                    <a:pt x="1" y="97"/>
                    <a:pt x="1" y="72"/>
                  </a:cubicBezTo>
                  <a:cubicBezTo>
                    <a:pt x="0" y="33"/>
                    <a:pt x="45" y="1"/>
                    <a:pt x="102" y="0"/>
                  </a:cubicBezTo>
                  <a:cubicBezTo>
                    <a:pt x="133" y="0"/>
                    <a:pt x="161" y="9"/>
                    <a:pt x="180" y="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98" name="Google Shape;1198;p51"/>
            <p:cNvSpPr/>
            <p:nvPr/>
          </p:nvSpPr>
          <p:spPr>
            <a:xfrm>
              <a:off x="8175615" y="3893163"/>
              <a:ext cx="206385" cy="178239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19" y="111"/>
                  </a:moveTo>
                  <a:cubicBezTo>
                    <a:pt x="123" y="110"/>
                    <a:pt x="127" y="108"/>
                    <a:pt x="130" y="107"/>
                  </a:cubicBezTo>
                  <a:cubicBezTo>
                    <a:pt x="153" y="96"/>
                    <a:pt x="169" y="78"/>
                    <a:pt x="168" y="57"/>
                  </a:cubicBezTo>
                  <a:cubicBezTo>
                    <a:pt x="168" y="25"/>
                    <a:pt x="130" y="0"/>
                    <a:pt x="83" y="0"/>
                  </a:cubicBezTo>
                  <a:cubicBezTo>
                    <a:pt x="37" y="1"/>
                    <a:pt x="0" y="27"/>
                    <a:pt x="0" y="60"/>
                  </a:cubicBezTo>
                  <a:cubicBezTo>
                    <a:pt x="0" y="92"/>
                    <a:pt x="39" y="117"/>
                    <a:pt x="85" y="116"/>
                  </a:cubicBezTo>
                  <a:cubicBezTo>
                    <a:pt x="87" y="116"/>
                    <a:pt x="90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30" y="107"/>
                    <a:pt x="130" y="107"/>
                    <a:pt x="130" y="107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99" name="Google Shape;1199;p51"/>
          <p:cNvSpPr txBox="1"/>
          <p:nvPr/>
        </p:nvSpPr>
        <p:spPr>
          <a:xfrm>
            <a:off x="10062924" y="5187055"/>
            <a:ext cx="1593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+013 509 9215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0" name="Google Shape;1200;p51"/>
          <p:cNvSpPr txBox="1"/>
          <p:nvPr/>
        </p:nvSpPr>
        <p:spPr>
          <a:xfrm>
            <a:off x="10062934" y="5620700"/>
            <a:ext cx="1903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khatibsyarbini@utm.my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1" name="Google Shape;1201;p5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202" name="Google Shape;1202;p51"/>
          <p:cNvSpPr/>
          <p:nvPr/>
        </p:nvSpPr>
        <p:spPr>
          <a:xfrm>
            <a:off x="6096000" y="5130877"/>
            <a:ext cx="3336300" cy="10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 for your participation. I am very grateful to have the opportunity into this sharing session. If there any enquiries, feels free to contact me.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3" name="Google Shape;12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00" y="511237"/>
            <a:ext cx="4622800" cy="3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Google Shape;1209;p5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0548" y="4882841"/>
            <a:ext cx="1783499" cy="603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52"/>
          <p:cNvSpPr txBox="1"/>
          <p:nvPr/>
        </p:nvSpPr>
        <p:spPr>
          <a:xfrm>
            <a:off x="3753095" y="2380689"/>
            <a:ext cx="47070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0" b="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/>
          </a:p>
        </p:txBody>
      </p:sp>
      <p:sp>
        <p:nvSpPr>
          <p:cNvPr id="1211" name="Google Shape;1211;p52"/>
          <p:cNvSpPr txBox="1"/>
          <p:nvPr/>
        </p:nvSpPr>
        <p:spPr>
          <a:xfrm>
            <a:off x="5428912" y="6322009"/>
            <a:ext cx="380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univteknologimalaysia</a:t>
            </a:r>
            <a:endParaRPr/>
          </a:p>
        </p:txBody>
      </p:sp>
      <p:grpSp>
        <p:nvGrpSpPr>
          <p:cNvPr id="1212" name="Google Shape;1212;p52"/>
          <p:cNvGrpSpPr/>
          <p:nvPr/>
        </p:nvGrpSpPr>
        <p:grpSpPr>
          <a:xfrm>
            <a:off x="5024474" y="6321479"/>
            <a:ext cx="280218" cy="281948"/>
            <a:chOff x="2163763" y="-1266825"/>
            <a:chExt cx="1028700" cy="1035050"/>
          </a:xfrm>
        </p:grpSpPr>
        <p:sp>
          <p:nvSpPr>
            <p:cNvPr id="1213" name="Google Shape;1213;p52"/>
            <p:cNvSpPr/>
            <p:nvPr/>
          </p:nvSpPr>
          <p:spPr>
            <a:xfrm>
              <a:off x="2163763" y="-1266825"/>
              <a:ext cx="1028700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4" name="Google Shape;1214;p52"/>
            <p:cNvSpPr/>
            <p:nvPr/>
          </p:nvSpPr>
          <p:spPr>
            <a:xfrm>
              <a:off x="2554288" y="-1014413"/>
              <a:ext cx="246063" cy="528638"/>
            </a:xfrm>
            <a:custGeom>
              <a:avLst/>
              <a:gdLst/>
              <a:ahLst/>
              <a:cxnLst/>
              <a:rect l="l" t="t" r="r" b="b"/>
              <a:pathLst>
                <a:path w="95" h="202" extrusionOk="0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15" name="Google Shape;1215;p52"/>
          <p:cNvGrpSpPr/>
          <p:nvPr/>
        </p:nvGrpSpPr>
        <p:grpSpPr>
          <a:xfrm>
            <a:off x="7579548" y="6317292"/>
            <a:ext cx="279786" cy="281948"/>
            <a:chOff x="3470276" y="-1266825"/>
            <a:chExt cx="1027113" cy="1035050"/>
          </a:xfrm>
        </p:grpSpPr>
        <p:sp>
          <p:nvSpPr>
            <p:cNvPr id="1216" name="Google Shape;1216;p52"/>
            <p:cNvSpPr/>
            <p:nvPr/>
          </p:nvSpPr>
          <p:spPr>
            <a:xfrm>
              <a:off x="3470276" y="-1266825"/>
              <a:ext cx="1027113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17" name="Google Shape;1217;p52"/>
            <p:cNvSpPr/>
            <p:nvPr/>
          </p:nvSpPr>
          <p:spPr>
            <a:xfrm>
              <a:off x="3727451" y="-1011238"/>
              <a:ext cx="515938" cy="520700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18" name="Google Shape;1218;p52"/>
          <p:cNvSpPr/>
          <p:nvPr/>
        </p:nvSpPr>
        <p:spPr>
          <a:xfrm>
            <a:off x="3588919" y="6338057"/>
            <a:ext cx="281962" cy="281956"/>
          </a:xfrm>
          <a:custGeom>
            <a:avLst/>
            <a:gdLst/>
            <a:ahLst/>
            <a:cxnLst/>
            <a:rect l="l" t="t" r="r" b="b"/>
            <a:pathLst>
              <a:path w="2328" h="2328" extrusionOk="0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9" name="Google Shape;1219;p52"/>
          <p:cNvSpPr txBox="1"/>
          <p:nvPr/>
        </p:nvSpPr>
        <p:spPr>
          <a:xfrm>
            <a:off x="7984002" y="6338058"/>
            <a:ext cx="262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utmofficial</a:t>
            </a:r>
            <a:endParaRPr/>
          </a:p>
        </p:txBody>
      </p:sp>
      <p:sp>
        <p:nvSpPr>
          <p:cNvPr id="1220" name="Google Shape;1220;p52"/>
          <p:cNvSpPr txBox="1"/>
          <p:nvPr/>
        </p:nvSpPr>
        <p:spPr>
          <a:xfrm>
            <a:off x="3994395" y="6329744"/>
            <a:ext cx="303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utm.my</a:t>
            </a:r>
            <a:endParaRPr/>
          </a:p>
        </p:txBody>
      </p:sp>
      <p:sp>
        <p:nvSpPr>
          <p:cNvPr id="1221" name="Google Shape;1221;p52"/>
          <p:cNvSpPr txBox="1"/>
          <p:nvPr/>
        </p:nvSpPr>
        <p:spPr>
          <a:xfrm>
            <a:off x="3730697" y="57025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Name of God for Mankind</a:t>
            </a:r>
            <a:endParaRPr sz="1400" b="0" i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1280</Words>
  <Application>Microsoft Office PowerPoint</Application>
  <PresentationFormat>Widescreen</PresentationFormat>
  <Paragraphs>295</Paragraphs>
  <Slides>20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Noto Sans Symbols</vt:lpstr>
      <vt:lpstr>Poppins Medium</vt:lpstr>
      <vt:lpstr>Calibri</vt:lpstr>
      <vt:lpstr>Source Sans Pro Light</vt:lpstr>
      <vt:lpstr>Poppins</vt:lpstr>
      <vt:lpstr>Arial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KHATIBSYARBINI 16880</cp:lastModifiedBy>
  <cp:revision>23</cp:revision>
  <dcterms:modified xsi:type="dcterms:W3CDTF">2026-03-15T04:40:14Z</dcterms:modified>
</cp:coreProperties>
</file>