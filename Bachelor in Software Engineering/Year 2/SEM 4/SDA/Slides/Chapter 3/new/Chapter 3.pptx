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</p:sldMasterIdLst>
  <p:notesMasterIdLst>
    <p:notesMasterId r:id="rId15"/>
  </p:notesMasterIdLst>
  <p:sldIdLst>
    <p:sldId id="322" r:id="rId3"/>
    <p:sldId id="315" r:id="rId4"/>
    <p:sldId id="297" r:id="rId5"/>
    <p:sldId id="288" r:id="rId6"/>
    <p:sldId id="316" r:id="rId7"/>
    <p:sldId id="317" r:id="rId8"/>
    <p:sldId id="318" r:id="rId9"/>
    <p:sldId id="319" r:id="rId10"/>
    <p:sldId id="291" r:id="rId11"/>
    <p:sldId id="320" r:id="rId12"/>
    <p:sldId id="286" r:id="rId13"/>
    <p:sldId id="287" r:id="rId14"/>
  </p:sldIdLst>
  <p:sldSz cx="12192000" cy="6858000"/>
  <p:notesSz cx="6858000" cy="9144000"/>
  <p:embeddedFontLst>
    <p:embeddedFont>
      <p:font typeface="Bradley Hand ITC" panose="03070402050302030203" pitchFamily="66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 SemiBold" panose="020B0706030804020204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Medium" panose="000006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105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6071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9383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0143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827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8609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609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8416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1709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55ca97c17c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g255ca97c17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55ca97c17c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g255ca97c17c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">
  <p:cSld name="1_intro">
    <p:bg>
      <p:bgPr>
        <a:solidFill>
          <a:srgbClr val="2C2C2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876629" y="-15775"/>
            <a:ext cx="7686809" cy="6857999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-32223" y="-14401"/>
            <a:ext cx="8108976" cy="6902576"/>
          </a:xfrm>
          <a:custGeom>
            <a:avLst/>
            <a:gdLst/>
            <a:ahLst/>
            <a:cxnLst/>
            <a:rect l="l" t="t" r="r" b="b"/>
            <a:pathLst>
              <a:path w="13036" h="10065" extrusionOk="0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209176" y="3456710"/>
            <a:ext cx="4299176" cy="3429000"/>
          </a:xfrm>
          <a:custGeom>
            <a:avLst/>
            <a:gdLst/>
            <a:ahLst/>
            <a:cxnLst/>
            <a:rect l="l" t="t" r="r" b="b"/>
            <a:pathLst>
              <a:path w="499" h="398" extrusionOk="0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960220" y="3450562"/>
            <a:ext cx="2619136" cy="3429000"/>
          </a:xfrm>
          <a:custGeom>
            <a:avLst/>
            <a:gdLst/>
            <a:ahLst/>
            <a:cxnLst/>
            <a:rect l="l" t="t" r="r" b="b"/>
            <a:pathLst>
              <a:path w="304" h="398" extrusionOk="0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367888" y="3713311"/>
            <a:ext cx="1835121" cy="3144689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" name="Google Shape;28;p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 rot="175485">
            <a:off x="1821520" y="4675411"/>
            <a:ext cx="2314796" cy="2272379"/>
          </a:xfrm>
          <a:custGeom>
            <a:avLst/>
            <a:gdLst/>
            <a:ahLst/>
            <a:cxnLst/>
            <a:rect l="l" t="t" r="r" b="b"/>
            <a:pathLst>
              <a:path w="2314796" h="2272379" extrusionOk="0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3"/>
          <p:cNvSpPr/>
          <p:nvPr/>
        </p:nvSpPr>
        <p:spPr>
          <a:xfrm rot="10800000">
            <a:off x="0" y="5616"/>
            <a:ext cx="1317018" cy="2121303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69449" y="3095152"/>
            <a:ext cx="1758053" cy="3140035"/>
          </a:xfrm>
          <a:custGeom>
            <a:avLst/>
            <a:gdLst/>
            <a:ahLst/>
            <a:cxnLst/>
            <a:rect l="l" t="t" r="r" b="b"/>
            <a:pathLst>
              <a:path w="6254" h="8532" extrusionOk="0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2">
  <p:cSld name="blank_layout_0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5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5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" name="Google Shape;48;p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_layout_02">
  <p:cSld name="2_blank_layout_0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7">
  <p:cSld name="Layout_07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8"/>
          <p:cNvSpPr>
            <a:spLocks noGrp="1"/>
          </p:cNvSpPr>
          <p:nvPr>
            <p:ph type="pic" idx="2"/>
          </p:nvPr>
        </p:nvSpPr>
        <p:spPr>
          <a:xfrm>
            <a:off x="1622425" y="833378"/>
            <a:ext cx="8947150" cy="4554638"/>
          </a:xfrm>
          <a:prstGeom prst="rect">
            <a:avLst/>
          </a:prstGeom>
          <a:noFill/>
          <a:ln>
            <a:noFill/>
          </a:ln>
        </p:spPr>
      </p:sp>
      <p:pic>
        <p:nvPicPr>
          <p:cNvPr id="65" name="Google Shape;65;p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4">
  <p:cSld name="Layout_0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1" name="Google Shape;71;p9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72" name="Google Shape;72;p9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8">
  <p:cSld name="Layout_08">
    <p:bg>
      <p:bgPr>
        <a:solidFill>
          <a:srgbClr val="C04C4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215900" dir="5400000" sx="98000" sy="98000" algn="t" rotWithShape="0">
              <a:srgbClr val="000000">
                <a:alpha val="1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3">
  <p:cSld name="Layout_03">
    <p:bg>
      <p:bgPr>
        <a:solidFill>
          <a:srgbClr val="C04C4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 rot="-8100000">
            <a:off x="2009576" y="364092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dist="508000" dir="7860000" algn="r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8" name="Google Shape;88;p11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89" name="Google Shape;89;p11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 rot="-5400000">
            <a:off x="5061976" y="2610139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5">
  <p:cSld name="Layout_05">
    <p:bg>
      <p:bgPr>
        <a:solidFill>
          <a:srgbClr val="C04C4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 rot="10800000">
            <a:off x="11064240" y="0"/>
            <a:ext cx="1127760" cy="1447800"/>
          </a:xfrm>
          <a:custGeom>
            <a:avLst/>
            <a:gdLst/>
            <a:ahLst/>
            <a:cxnLst/>
            <a:rect l="l" t="t" r="r" b="b"/>
            <a:pathLst>
              <a:path w="10001" h="10000" extrusionOk="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rgbClr val="CBCBC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57200" dist="215900" sx="96000" sy="96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>
            <a:spLocks noGrp="1"/>
          </p:cNvSpPr>
          <p:nvPr>
            <p:ph type="pic" idx="2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2"/>
          <p:cNvSpPr>
            <a:spLocks noGrp="1"/>
          </p:cNvSpPr>
          <p:nvPr>
            <p:ph type="pic" idx="3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5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id="105" name="Google Shape;105;p12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6">
  <p:cSld name="Layout_0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13" name="Google Shape;113;p13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8" name="Google Shape;118;p13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19" name="Google Shape;119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1" name="Google Shape;121;p1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2" name="Google Shape;122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24" name="Google Shape;124;p13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25" name="Google Shape;125;p1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layout_02">
  <p:cSld name="3_blank_layout_0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9">
  <p:cSld name="Layout_09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5"/>
          <p:cNvSpPr>
            <a:spLocks noGrp="1"/>
          </p:cNvSpPr>
          <p:nvPr>
            <p:ph type="pic" idx="3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5"/>
          <p:cNvSpPr>
            <a:spLocks noGrp="1"/>
          </p:cNvSpPr>
          <p:nvPr>
            <p:ph type="pic" idx="4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id="137" name="Google Shape;137;p15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0">
  <p:cSld name="Layout_10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7"/>
          <p:cNvSpPr>
            <a:spLocks noGrp="1"/>
          </p:cNvSpPr>
          <p:nvPr>
            <p:ph type="pic" idx="2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7"/>
          <p:cNvSpPr>
            <a:spLocks noGrp="1"/>
          </p:cNvSpPr>
          <p:nvPr>
            <p:ph type="pic" idx="3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7"/>
          <p:cNvSpPr>
            <a:spLocks noGrp="1"/>
          </p:cNvSpPr>
          <p:nvPr>
            <p:ph type="pic" idx="4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7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1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1">
  <p:cSld name="Layout_11">
    <p:bg>
      <p:bgPr>
        <a:solidFill>
          <a:schemeClr val="lt1">
            <a:alpha val="33725"/>
          </a:schemeClr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 rot="10800000">
            <a:off x="-26938" y="-20387"/>
            <a:ext cx="5402774" cy="6014786"/>
          </a:xfrm>
          <a:custGeom>
            <a:avLst/>
            <a:gdLst/>
            <a:ahLst/>
            <a:cxnLst/>
            <a:rect l="l" t="t" r="r" b="b"/>
            <a:pathLst>
              <a:path w="5402774" h="6002085" extrusionOk="0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/>
          <p:nvPr/>
        </p:nvSpPr>
        <p:spPr>
          <a:xfrm rot="10800000">
            <a:off x="589750" y="-12702"/>
            <a:ext cx="4953000" cy="6007101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64" name="Google Shape;164;p18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8" name="Google Shape;168;p18"/>
          <p:cNvSpPr/>
          <p:nvPr/>
        </p:nvSpPr>
        <p:spPr>
          <a:xfrm rot="10800000">
            <a:off x="2231874" y="4927332"/>
            <a:ext cx="1150304" cy="1395112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18"/>
          <p:cNvSpPr>
            <a:spLocks noGrp="1"/>
          </p:cNvSpPr>
          <p:nvPr>
            <p:ph type="pic" idx="2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170" name="Google Shape;170;p18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1">
  <p:cSld name="blank_layout_01">
    <p:bg>
      <p:bgPr>
        <a:solidFill>
          <a:srgbClr val="C04C4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 rot="-8100000">
            <a:off x="8565369" y="-3309433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9"/>
          <p:cNvSpPr/>
          <p:nvPr/>
        </p:nvSpPr>
        <p:spPr>
          <a:xfrm rot="1408779">
            <a:off x="6843673" y="-624848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>
            <a:spLocks noGrp="1"/>
          </p:cNvSpPr>
          <p:nvPr>
            <p:ph type="pic" idx="2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layout_02">
  <p:cSld name="1_blank_layout_0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0"/>
          <p:cNvSpPr/>
          <p:nvPr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47A934-3E89-05AD-D5A0-7A5B35BA2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E508D8A1-89F7-FAFD-B2C1-05BE220248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9" y="0"/>
            <a:ext cx="8736520" cy="6858000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F9298E6D-C367-3666-0F68-F1EE2297B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346" y="943365"/>
            <a:ext cx="1963312" cy="664029"/>
          </a:xfrm>
          <a:prstGeom prst="rect">
            <a:avLst/>
          </a:prstGeom>
        </p:spPr>
      </p:pic>
      <p:sp>
        <p:nvSpPr>
          <p:cNvPr id="5" name="Picture Placeholder 58">
            <a:extLst>
              <a:ext uri="{FF2B5EF4-FFF2-40B4-BE49-F238E27FC236}">
                <a16:creationId xmlns:a16="http://schemas.microsoft.com/office/drawing/2014/main" id="{E4A24835-5836-BEDC-49A3-504DF24B1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3358" y="-16187"/>
            <a:ext cx="5097012" cy="6880967"/>
          </a:xfrm>
          <a:custGeom>
            <a:avLst/>
            <a:gdLst>
              <a:gd name="connsiteX0" fmla="*/ 0 w 7679193"/>
              <a:gd name="connsiteY0" fmla="*/ 3502541 h 7005082"/>
              <a:gd name="connsiteX1" fmla="*/ 1751271 w 7679193"/>
              <a:gd name="connsiteY1" fmla="*/ 2 h 7005082"/>
              <a:gd name="connsiteX2" fmla="*/ 5927923 w 7679193"/>
              <a:gd name="connsiteY2" fmla="*/ 2 h 7005082"/>
              <a:gd name="connsiteX3" fmla="*/ 7679193 w 7679193"/>
              <a:gd name="connsiteY3" fmla="*/ 3502541 h 7005082"/>
              <a:gd name="connsiteX4" fmla="*/ 5927923 w 7679193"/>
              <a:gd name="connsiteY4" fmla="*/ 7005080 h 7005082"/>
              <a:gd name="connsiteX5" fmla="*/ 1751271 w 7679193"/>
              <a:gd name="connsiteY5" fmla="*/ 7005080 h 7005082"/>
              <a:gd name="connsiteX6" fmla="*/ 0 w 7679193"/>
              <a:gd name="connsiteY6" fmla="*/ 3502541 h 7005082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37969 w 7679193"/>
              <a:gd name="connsiteY2" fmla="*/ 106878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37969 w 7679193"/>
              <a:gd name="connsiteY2" fmla="*/ 106878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61719 w 7679193"/>
              <a:gd name="connsiteY2" fmla="*/ 23750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490663 h 6993202"/>
              <a:gd name="connsiteX1" fmla="*/ 4221339 w 7679193"/>
              <a:gd name="connsiteY1" fmla="*/ 0 h 6993202"/>
              <a:gd name="connsiteX2" fmla="*/ 7661719 w 7679193"/>
              <a:gd name="connsiteY2" fmla="*/ 11874 h 6993202"/>
              <a:gd name="connsiteX3" fmla="*/ 7679193 w 7679193"/>
              <a:gd name="connsiteY3" fmla="*/ 3490663 h 6993202"/>
              <a:gd name="connsiteX4" fmla="*/ 5927923 w 7679193"/>
              <a:gd name="connsiteY4" fmla="*/ 6993202 h 6993202"/>
              <a:gd name="connsiteX5" fmla="*/ 1751271 w 7679193"/>
              <a:gd name="connsiteY5" fmla="*/ 6993202 h 6993202"/>
              <a:gd name="connsiteX6" fmla="*/ 0 w 7679193"/>
              <a:gd name="connsiteY6" fmla="*/ 3490663 h 6993202"/>
              <a:gd name="connsiteX0" fmla="*/ 0 w 7679193"/>
              <a:gd name="connsiteY0" fmla="*/ 3478789 h 6981328"/>
              <a:gd name="connsiteX1" fmla="*/ 4236579 w 7679193"/>
              <a:gd name="connsiteY1" fmla="*/ 3366 h 6981328"/>
              <a:gd name="connsiteX2" fmla="*/ 7661719 w 7679193"/>
              <a:gd name="connsiteY2" fmla="*/ 0 h 6981328"/>
              <a:gd name="connsiteX3" fmla="*/ 7679193 w 7679193"/>
              <a:gd name="connsiteY3" fmla="*/ 3478789 h 6981328"/>
              <a:gd name="connsiteX4" fmla="*/ 5927923 w 7679193"/>
              <a:gd name="connsiteY4" fmla="*/ 6981328 h 6981328"/>
              <a:gd name="connsiteX5" fmla="*/ 1751271 w 7679193"/>
              <a:gd name="connsiteY5" fmla="*/ 6981328 h 6981328"/>
              <a:gd name="connsiteX6" fmla="*/ 0 w 7679193"/>
              <a:gd name="connsiteY6" fmla="*/ 3478789 h 6981328"/>
              <a:gd name="connsiteX0" fmla="*/ 1898709 w 5927922"/>
              <a:gd name="connsiteY0" fmla="*/ 1794769 h 6981328"/>
              <a:gd name="connsiteX1" fmla="*/ 248530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4720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7006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7006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6891062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16771"/>
              <a:gd name="connsiteY0" fmla="*/ 1794769 h 6981328"/>
              <a:gd name="connsiteX1" fmla="*/ 2470068 w 5916771"/>
              <a:gd name="connsiteY1" fmla="*/ 3366 h 6981328"/>
              <a:gd name="connsiteX2" fmla="*/ 5910448 w 5916771"/>
              <a:gd name="connsiteY2" fmla="*/ 0 h 6981328"/>
              <a:gd name="connsiteX3" fmla="*/ 5916771 w 5916771"/>
              <a:gd name="connsiteY3" fmla="*/ 6902214 h 6981328"/>
              <a:gd name="connsiteX4" fmla="*/ 4176652 w 5916771"/>
              <a:gd name="connsiteY4" fmla="*/ 6981328 h 6981328"/>
              <a:gd name="connsiteX5" fmla="*/ 0 w 5916771"/>
              <a:gd name="connsiteY5" fmla="*/ 6981328 h 6981328"/>
              <a:gd name="connsiteX6" fmla="*/ 1898709 w 5916771"/>
              <a:gd name="connsiteY6" fmla="*/ 1794769 h 6981328"/>
              <a:gd name="connsiteX0" fmla="*/ 1898709 w 5916771"/>
              <a:gd name="connsiteY0" fmla="*/ 1794769 h 6981328"/>
              <a:gd name="connsiteX1" fmla="*/ 2470068 w 5916771"/>
              <a:gd name="connsiteY1" fmla="*/ 3366 h 6981328"/>
              <a:gd name="connsiteX2" fmla="*/ 5910448 w 5916771"/>
              <a:gd name="connsiteY2" fmla="*/ 0 h 6981328"/>
              <a:gd name="connsiteX3" fmla="*/ 5916771 w 5916771"/>
              <a:gd name="connsiteY3" fmla="*/ 6902214 h 6981328"/>
              <a:gd name="connsiteX4" fmla="*/ 730925 w 5916771"/>
              <a:gd name="connsiteY4" fmla="*/ 6892118 h 6981328"/>
              <a:gd name="connsiteX5" fmla="*/ 0 w 5916771"/>
              <a:gd name="connsiteY5" fmla="*/ 6981328 h 6981328"/>
              <a:gd name="connsiteX6" fmla="*/ 1898709 w 5916771"/>
              <a:gd name="connsiteY6" fmla="*/ 1794769 h 6981328"/>
              <a:gd name="connsiteX0" fmla="*/ 1167784 w 5185846"/>
              <a:gd name="connsiteY0" fmla="*/ 1794769 h 6902214"/>
              <a:gd name="connsiteX1" fmla="*/ 1739143 w 5185846"/>
              <a:gd name="connsiteY1" fmla="*/ 3366 h 6902214"/>
              <a:gd name="connsiteX2" fmla="*/ 5179523 w 5185846"/>
              <a:gd name="connsiteY2" fmla="*/ 0 h 6902214"/>
              <a:gd name="connsiteX3" fmla="*/ 5185846 w 5185846"/>
              <a:gd name="connsiteY3" fmla="*/ 6902214 h 6902214"/>
              <a:gd name="connsiteX4" fmla="*/ 0 w 5185846"/>
              <a:gd name="connsiteY4" fmla="*/ 6892118 h 6902214"/>
              <a:gd name="connsiteX5" fmla="*/ 1700041 w 5185846"/>
              <a:gd name="connsiteY5" fmla="*/ 1818313 h 6902214"/>
              <a:gd name="connsiteX6" fmla="*/ 1167784 w 5185846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44285 w 5130090"/>
              <a:gd name="connsiteY5" fmla="*/ 1818313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08843 w 5130090"/>
              <a:gd name="connsiteY5" fmla="*/ 1789960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112028 w 5130090"/>
              <a:gd name="connsiteY6" fmla="*/ 1794769 h 6902214"/>
              <a:gd name="connsiteX0" fmla="*/ 1097851 w 5130090"/>
              <a:gd name="connsiteY0" fmla="*/ 1808946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097851 w 5130090"/>
              <a:gd name="connsiteY6" fmla="*/ 1808946 h 6902214"/>
              <a:gd name="connsiteX0" fmla="*/ 1069498 w 5101737"/>
              <a:gd name="connsiteY0" fmla="*/ 1808946 h 6902214"/>
              <a:gd name="connsiteX1" fmla="*/ 1655034 w 5101737"/>
              <a:gd name="connsiteY1" fmla="*/ 3366 h 6902214"/>
              <a:gd name="connsiteX2" fmla="*/ 5095414 w 5101737"/>
              <a:gd name="connsiteY2" fmla="*/ 0 h 6902214"/>
              <a:gd name="connsiteX3" fmla="*/ 5101737 w 5101737"/>
              <a:gd name="connsiteY3" fmla="*/ 6902214 h 6902214"/>
              <a:gd name="connsiteX4" fmla="*/ 0 w 5101737"/>
              <a:gd name="connsiteY4" fmla="*/ 6880967 h 6902214"/>
              <a:gd name="connsiteX5" fmla="*/ 1594667 w 5101737"/>
              <a:gd name="connsiteY5" fmla="*/ 1811225 h 6902214"/>
              <a:gd name="connsiteX6" fmla="*/ 1069498 w 5101737"/>
              <a:gd name="connsiteY6" fmla="*/ 1808946 h 6902214"/>
              <a:gd name="connsiteX0" fmla="*/ 1069498 w 5101737"/>
              <a:gd name="connsiteY0" fmla="*/ 1808946 h 6895125"/>
              <a:gd name="connsiteX1" fmla="*/ 1655034 w 5101737"/>
              <a:gd name="connsiteY1" fmla="*/ 3366 h 6895125"/>
              <a:gd name="connsiteX2" fmla="*/ 5095414 w 5101737"/>
              <a:gd name="connsiteY2" fmla="*/ 0 h 6895125"/>
              <a:gd name="connsiteX3" fmla="*/ 5101737 w 5101737"/>
              <a:gd name="connsiteY3" fmla="*/ 6895125 h 6895125"/>
              <a:gd name="connsiteX4" fmla="*/ 0 w 5101737"/>
              <a:gd name="connsiteY4" fmla="*/ 6880967 h 6895125"/>
              <a:gd name="connsiteX5" fmla="*/ 1594667 w 5101737"/>
              <a:gd name="connsiteY5" fmla="*/ 1811225 h 6895125"/>
              <a:gd name="connsiteX6" fmla="*/ 1069498 w 5101737"/>
              <a:gd name="connsiteY6" fmla="*/ 1808946 h 6895125"/>
              <a:gd name="connsiteX0" fmla="*/ 1069498 w 5097012"/>
              <a:gd name="connsiteY0" fmla="*/ 1808946 h 6880967"/>
              <a:gd name="connsiteX1" fmla="*/ 1655034 w 5097012"/>
              <a:gd name="connsiteY1" fmla="*/ 3366 h 6880967"/>
              <a:gd name="connsiteX2" fmla="*/ 5095414 w 5097012"/>
              <a:gd name="connsiteY2" fmla="*/ 0 h 6880967"/>
              <a:gd name="connsiteX3" fmla="*/ 5094649 w 5097012"/>
              <a:gd name="connsiteY3" fmla="*/ 6880948 h 6880967"/>
              <a:gd name="connsiteX4" fmla="*/ 0 w 5097012"/>
              <a:gd name="connsiteY4" fmla="*/ 6880967 h 6880967"/>
              <a:gd name="connsiteX5" fmla="*/ 1594667 w 5097012"/>
              <a:gd name="connsiteY5" fmla="*/ 1811225 h 6880967"/>
              <a:gd name="connsiteX6" fmla="*/ 1069498 w 5097012"/>
              <a:gd name="connsiteY6" fmla="*/ 1808946 h 6880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97012" h="6880967">
                <a:moveTo>
                  <a:pt x="1069498" y="1808946"/>
                </a:moveTo>
                <a:lnTo>
                  <a:pt x="1655034" y="3366"/>
                </a:lnTo>
                <a:lnTo>
                  <a:pt x="5095414" y="0"/>
                </a:lnTo>
                <a:cubicBezTo>
                  <a:pt x="5101239" y="1159596"/>
                  <a:pt x="5088824" y="5721352"/>
                  <a:pt x="5094649" y="6880948"/>
                </a:cubicBezTo>
                <a:lnTo>
                  <a:pt x="0" y="6880967"/>
                </a:lnTo>
                <a:lnTo>
                  <a:pt x="1594667" y="1811225"/>
                </a:lnTo>
                <a:lnTo>
                  <a:pt x="1069498" y="1808946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7424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DAC918-69A7-1F81-9143-C4470BEA45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2000">
                <a:schemeClr val="bg1"/>
              </a:gs>
              <a:gs pos="8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6000000" scaled="0"/>
          </a:gradFill>
          <a:ln w="7158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MY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24F89DFC-6C4C-1B65-FADE-ED74049BFD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7052" y="-39938"/>
            <a:ext cx="7679193" cy="7005082"/>
          </a:xfrm>
          <a:custGeom>
            <a:avLst/>
            <a:gdLst>
              <a:gd name="connsiteX0" fmla="*/ 7 w 6342063"/>
              <a:gd name="connsiteY0" fmla="*/ 2636495 h 6902450"/>
              <a:gd name="connsiteX1" fmla="*/ 3171032 w 6342063"/>
              <a:gd name="connsiteY1" fmla="*/ 0 h 6902450"/>
              <a:gd name="connsiteX2" fmla="*/ 6342056 w 6342063"/>
              <a:gd name="connsiteY2" fmla="*/ 2636495 h 6902450"/>
              <a:gd name="connsiteX3" fmla="*/ 5130833 w 6342063"/>
              <a:gd name="connsiteY3" fmla="*/ 6902432 h 6902450"/>
              <a:gd name="connsiteX4" fmla="*/ 1211230 w 6342063"/>
              <a:gd name="connsiteY4" fmla="*/ 6902432 h 6902450"/>
              <a:gd name="connsiteX5" fmla="*/ 7 w 6342063"/>
              <a:gd name="connsiteY5" fmla="*/ 2636495 h 6902450"/>
              <a:gd name="connsiteX0" fmla="*/ 930398 w 7272447"/>
              <a:gd name="connsiteY0" fmla="*/ 2636495 h 6902432"/>
              <a:gd name="connsiteX1" fmla="*/ 4101423 w 7272447"/>
              <a:gd name="connsiteY1" fmla="*/ 0 h 6902432"/>
              <a:gd name="connsiteX2" fmla="*/ 7272447 w 7272447"/>
              <a:gd name="connsiteY2" fmla="*/ 2636495 h 6902432"/>
              <a:gd name="connsiteX3" fmla="*/ 6061224 w 7272447"/>
              <a:gd name="connsiteY3" fmla="*/ 6902432 h 6902432"/>
              <a:gd name="connsiteX4" fmla="*/ 0 w 7272447"/>
              <a:gd name="connsiteY4" fmla="*/ 6866337 h 6902432"/>
              <a:gd name="connsiteX5" fmla="*/ 930398 w 7272447"/>
              <a:gd name="connsiteY5" fmla="*/ 2636495 h 6902432"/>
              <a:gd name="connsiteX0" fmla="*/ 3637504 w 7272447"/>
              <a:gd name="connsiteY0" fmla="*/ 25642 h 6902432"/>
              <a:gd name="connsiteX1" fmla="*/ 4101423 w 7272447"/>
              <a:gd name="connsiteY1" fmla="*/ 0 h 6902432"/>
              <a:gd name="connsiteX2" fmla="*/ 7272447 w 7272447"/>
              <a:gd name="connsiteY2" fmla="*/ 2636495 h 6902432"/>
              <a:gd name="connsiteX3" fmla="*/ 6061224 w 7272447"/>
              <a:gd name="connsiteY3" fmla="*/ 6902432 h 6902432"/>
              <a:gd name="connsiteX4" fmla="*/ 0 w 7272447"/>
              <a:gd name="connsiteY4" fmla="*/ 6866337 h 6902432"/>
              <a:gd name="connsiteX5" fmla="*/ 3637504 w 7272447"/>
              <a:gd name="connsiteY5" fmla="*/ 25642 h 6902432"/>
              <a:gd name="connsiteX0" fmla="*/ 4022514 w 7657457"/>
              <a:gd name="connsiteY0" fmla="*/ 25642 h 6902432"/>
              <a:gd name="connsiteX1" fmla="*/ 4486433 w 7657457"/>
              <a:gd name="connsiteY1" fmla="*/ 0 h 6902432"/>
              <a:gd name="connsiteX2" fmla="*/ 7657457 w 7657457"/>
              <a:gd name="connsiteY2" fmla="*/ 2636495 h 6902432"/>
              <a:gd name="connsiteX3" fmla="*/ 6446234 w 7657457"/>
              <a:gd name="connsiteY3" fmla="*/ 6902432 h 6902432"/>
              <a:gd name="connsiteX4" fmla="*/ 0 w 7657457"/>
              <a:gd name="connsiteY4" fmla="*/ 6878369 h 6902432"/>
              <a:gd name="connsiteX5" fmla="*/ 4022514 w 7657457"/>
              <a:gd name="connsiteY5" fmla="*/ 25642 h 6902432"/>
              <a:gd name="connsiteX0" fmla="*/ 3842040 w 7657457"/>
              <a:gd name="connsiteY0" fmla="*/ 0 h 6924916"/>
              <a:gd name="connsiteX1" fmla="*/ 4486433 w 7657457"/>
              <a:gd name="connsiteY1" fmla="*/ 22484 h 6924916"/>
              <a:gd name="connsiteX2" fmla="*/ 7657457 w 7657457"/>
              <a:gd name="connsiteY2" fmla="*/ 2658979 h 6924916"/>
              <a:gd name="connsiteX3" fmla="*/ 6446234 w 7657457"/>
              <a:gd name="connsiteY3" fmla="*/ 6924916 h 6924916"/>
              <a:gd name="connsiteX4" fmla="*/ 0 w 7657457"/>
              <a:gd name="connsiteY4" fmla="*/ 6900853 h 6924916"/>
              <a:gd name="connsiteX5" fmla="*/ 3842040 w 7657457"/>
              <a:gd name="connsiteY5" fmla="*/ 0 h 6924916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657457 w 7759022"/>
              <a:gd name="connsiteY2" fmla="*/ 2660558 h 6926495"/>
              <a:gd name="connsiteX3" fmla="*/ 6446234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177916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177916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335232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3276239 h 6926495"/>
              <a:gd name="connsiteX3" fmla="*/ 6446234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3276239 h 6926495"/>
              <a:gd name="connsiteX3" fmla="*/ 6303015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4333859 h 6926495"/>
              <a:gd name="connsiteX3" fmla="*/ 6303015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59545"/>
              <a:gd name="connsiteX1" fmla="*/ 7759022 w 7759022"/>
              <a:gd name="connsiteY1" fmla="*/ 0 h 6959545"/>
              <a:gd name="connsiteX2" fmla="*/ 7758109 w 7759022"/>
              <a:gd name="connsiteY2" fmla="*/ 4333859 h 6959545"/>
              <a:gd name="connsiteX3" fmla="*/ 6258948 w 7759022"/>
              <a:gd name="connsiteY3" fmla="*/ 6959545 h 6959545"/>
              <a:gd name="connsiteX4" fmla="*/ 0 w 7759022"/>
              <a:gd name="connsiteY4" fmla="*/ 6902432 h 6959545"/>
              <a:gd name="connsiteX5" fmla="*/ 3842040 w 7759022"/>
              <a:gd name="connsiteY5" fmla="*/ 1579 h 6959545"/>
              <a:gd name="connsiteX0" fmla="*/ 3842040 w 7759022"/>
              <a:gd name="connsiteY0" fmla="*/ 1579 h 6990567"/>
              <a:gd name="connsiteX1" fmla="*/ 7759022 w 7759022"/>
              <a:gd name="connsiteY1" fmla="*/ 0 h 6990567"/>
              <a:gd name="connsiteX2" fmla="*/ 7758109 w 7759022"/>
              <a:gd name="connsiteY2" fmla="*/ 4333859 h 6990567"/>
              <a:gd name="connsiteX3" fmla="*/ 6258948 w 7759022"/>
              <a:gd name="connsiteY3" fmla="*/ 6959545 h 6990567"/>
              <a:gd name="connsiteX4" fmla="*/ 0 w 7759022"/>
              <a:gd name="connsiteY4" fmla="*/ 6990567 h 6990567"/>
              <a:gd name="connsiteX5" fmla="*/ 3842040 w 7759022"/>
              <a:gd name="connsiteY5" fmla="*/ 1579 h 6990567"/>
              <a:gd name="connsiteX0" fmla="*/ 4125068 w 7759022"/>
              <a:gd name="connsiteY0" fmla="*/ 1579 h 6990567"/>
              <a:gd name="connsiteX1" fmla="*/ 7759022 w 7759022"/>
              <a:gd name="connsiteY1" fmla="*/ 0 h 6990567"/>
              <a:gd name="connsiteX2" fmla="*/ 7758109 w 7759022"/>
              <a:gd name="connsiteY2" fmla="*/ 4333859 h 6990567"/>
              <a:gd name="connsiteX3" fmla="*/ 6258948 w 7759022"/>
              <a:gd name="connsiteY3" fmla="*/ 6959545 h 6990567"/>
              <a:gd name="connsiteX4" fmla="*/ 0 w 7759022"/>
              <a:gd name="connsiteY4" fmla="*/ 6990567 h 6990567"/>
              <a:gd name="connsiteX5" fmla="*/ 4125068 w 7759022"/>
              <a:gd name="connsiteY5" fmla="*/ 1579 h 6990567"/>
              <a:gd name="connsiteX0" fmla="*/ 4023468 w 7657422"/>
              <a:gd name="connsiteY0" fmla="*/ 1579 h 6959545"/>
              <a:gd name="connsiteX1" fmla="*/ 7657422 w 7657422"/>
              <a:gd name="connsiteY1" fmla="*/ 0 h 6959545"/>
              <a:gd name="connsiteX2" fmla="*/ 7656509 w 7657422"/>
              <a:gd name="connsiteY2" fmla="*/ 4333859 h 6959545"/>
              <a:gd name="connsiteX3" fmla="*/ 6157348 w 7657422"/>
              <a:gd name="connsiteY3" fmla="*/ 6959545 h 6959545"/>
              <a:gd name="connsiteX4" fmla="*/ 0 w 7657422"/>
              <a:gd name="connsiteY4" fmla="*/ 6939767 h 6959545"/>
              <a:gd name="connsiteX5" fmla="*/ 4023468 w 7657422"/>
              <a:gd name="connsiteY5" fmla="*/ 1579 h 6959545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6179119 w 7679193"/>
              <a:gd name="connsiteY3" fmla="*/ 6959545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5707404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5801747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63766 w 7679193"/>
              <a:gd name="connsiteY2" fmla="*/ 3804087 h 7005082"/>
              <a:gd name="connsiteX3" fmla="*/ 5801747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9193" h="7005082">
                <a:moveTo>
                  <a:pt x="4045239" y="1579"/>
                </a:moveTo>
                <a:lnTo>
                  <a:pt x="7679193" y="0"/>
                </a:lnTo>
                <a:cubicBezTo>
                  <a:pt x="7678889" y="1092080"/>
                  <a:pt x="7664070" y="2712007"/>
                  <a:pt x="7663766" y="3804087"/>
                </a:cubicBezTo>
                <a:lnTo>
                  <a:pt x="5801747" y="6988573"/>
                </a:lnTo>
                <a:lnTo>
                  <a:pt x="0" y="7005082"/>
                </a:lnTo>
                <a:lnTo>
                  <a:pt x="4045239" y="1579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A67EEDB7-4D0A-A800-DE28-0C4984B110CA}"/>
              </a:ext>
            </a:extLst>
          </p:cNvPr>
          <p:cNvSpPr>
            <a:spLocks/>
          </p:cNvSpPr>
          <p:nvPr userDrawn="1"/>
        </p:nvSpPr>
        <p:spPr bwMode="auto">
          <a:xfrm>
            <a:off x="876629" y="-15775"/>
            <a:ext cx="7686809" cy="6857999"/>
          </a:xfrm>
          <a:custGeom>
            <a:avLst/>
            <a:gdLst>
              <a:gd name="T0" fmla="*/ 0 w 956"/>
              <a:gd name="T1" fmla="*/ 513 h 801"/>
              <a:gd name="T2" fmla="*/ 0 w 956"/>
              <a:gd name="T3" fmla="*/ 801 h 801"/>
              <a:gd name="T4" fmla="*/ 495 w 956"/>
              <a:gd name="T5" fmla="*/ 801 h 801"/>
              <a:gd name="T6" fmla="*/ 956 w 956"/>
              <a:gd name="T7" fmla="*/ 0 h 801"/>
              <a:gd name="T8" fmla="*/ 290 w 956"/>
              <a:gd name="T9" fmla="*/ 0 h 801"/>
              <a:gd name="T10" fmla="*/ 0 w 956"/>
              <a:gd name="T11" fmla="*/ 513 h 801"/>
              <a:gd name="connsiteX0" fmla="*/ 0 w 10000"/>
              <a:gd name="connsiteY0" fmla="*/ 6404 h 10000"/>
              <a:gd name="connsiteX1" fmla="*/ 0 w 10000"/>
              <a:gd name="connsiteY1" fmla="*/ 10000 h 10000"/>
              <a:gd name="connsiteX2" fmla="*/ 4844 w 10000"/>
              <a:gd name="connsiteY2" fmla="*/ 10000 h 10000"/>
              <a:gd name="connsiteX3" fmla="*/ 10000 w 10000"/>
              <a:gd name="connsiteY3" fmla="*/ 0 h 10000"/>
              <a:gd name="connsiteX4" fmla="*/ 3033 w 10000"/>
              <a:gd name="connsiteY4" fmla="*/ 0 h 10000"/>
              <a:gd name="connsiteX5" fmla="*/ 0 w 10000"/>
              <a:gd name="connsiteY5" fmla="*/ 640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5000">
                <a:srgbClr val="2C2C2C"/>
              </a:gs>
              <a:gs pos="62000">
                <a:schemeClr val="tx2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60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33CB460A-39A9-54F6-0195-13B362A33766}"/>
              </a:ext>
            </a:extLst>
          </p:cNvPr>
          <p:cNvSpPr>
            <a:spLocks/>
          </p:cNvSpPr>
          <p:nvPr userDrawn="1"/>
        </p:nvSpPr>
        <p:spPr bwMode="auto">
          <a:xfrm>
            <a:off x="-32223" y="-14401"/>
            <a:ext cx="8108976" cy="6902576"/>
          </a:xfrm>
          <a:custGeom>
            <a:avLst/>
            <a:gdLst>
              <a:gd name="T0" fmla="*/ 0 w 722"/>
              <a:gd name="T1" fmla="*/ 0 h 796"/>
              <a:gd name="T2" fmla="*/ 722 w 722"/>
              <a:gd name="T3" fmla="*/ 0 h 796"/>
              <a:gd name="T4" fmla="*/ 273 w 722"/>
              <a:gd name="T5" fmla="*/ 796 h 796"/>
              <a:gd name="T6" fmla="*/ 0 w 722"/>
              <a:gd name="T7" fmla="*/ 796 h 796"/>
              <a:gd name="T8" fmla="*/ 0 w 722"/>
              <a:gd name="T9" fmla="*/ 0 h 796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6231 w 10000"/>
              <a:gd name="connsiteY2" fmla="*/ 9977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2115"/>
              <a:gd name="connsiteY0" fmla="*/ 23 h 10023"/>
              <a:gd name="connsiteX1" fmla="*/ 12115 w 12115"/>
              <a:gd name="connsiteY1" fmla="*/ 0 h 10023"/>
              <a:gd name="connsiteX2" fmla="*/ 6231 w 12115"/>
              <a:gd name="connsiteY2" fmla="*/ 10000 h 10023"/>
              <a:gd name="connsiteX3" fmla="*/ 0 w 12115"/>
              <a:gd name="connsiteY3" fmla="*/ 10023 h 10023"/>
              <a:gd name="connsiteX4" fmla="*/ 0 w 12115"/>
              <a:gd name="connsiteY4" fmla="*/ 23 h 10023"/>
              <a:gd name="connsiteX0" fmla="*/ 0 w 12270"/>
              <a:gd name="connsiteY0" fmla="*/ 46 h 10046"/>
              <a:gd name="connsiteX1" fmla="*/ 12270 w 12270"/>
              <a:gd name="connsiteY1" fmla="*/ 0 h 10046"/>
              <a:gd name="connsiteX2" fmla="*/ 6231 w 12270"/>
              <a:gd name="connsiteY2" fmla="*/ 10023 h 10046"/>
              <a:gd name="connsiteX3" fmla="*/ 0 w 12270"/>
              <a:gd name="connsiteY3" fmla="*/ 10046 h 10046"/>
              <a:gd name="connsiteX4" fmla="*/ 0 w 12270"/>
              <a:gd name="connsiteY4" fmla="*/ 46 h 10046"/>
              <a:gd name="connsiteX0" fmla="*/ 0 w 12451"/>
              <a:gd name="connsiteY0" fmla="*/ 23 h 10023"/>
              <a:gd name="connsiteX1" fmla="*/ 12451 w 12451"/>
              <a:gd name="connsiteY1" fmla="*/ 0 h 10023"/>
              <a:gd name="connsiteX2" fmla="*/ 6231 w 12451"/>
              <a:gd name="connsiteY2" fmla="*/ 10000 h 10023"/>
              <a:gd name="connsiteX3" fmla="*/ 0 w 12451"/>
              <a:gd name="connsiteY3" fmla="*/ 10023 h 10023"/>
              <a:gd name="connsiteX4" fmla="*/ 0 w 12451"/>
              <a:gd name="connsiteY4" fmla="*/ 23 h 10023"/>
              <a:gd name="connsiteX0" fmla="*/ 0 w 12606"/>
              <a:gd name="connsiteY0" fmla="*/ 23 h 10023"/>
              <a:gd name="connsiteX1" fmla="*/ 12606 w 12606"/>
              <a:gd name="connsiteY1" fmla="*/ 0 h 10023"/>
              <a:gd name="connsiteX2" fmla="*/ 6231 w 12606"/>
              <a:gd name="connsiteY2" fmla="*/ 10000 h 10023"/>
              <a:gd name="connsiteX3" fmla="*/ 0 w 12606"/>
              <a:gd name="connsiteY3" fmla="*/ 10023 h 10023"/>
              <a:gd name="connsiteX4" fmla="*/ 0 w 12606"/>
              <a:gd name="connsiteY4" fmla="*/ 23 h 10023"/>
              <a:gd name="connsiteX0" fmla="*/ 1496 w 14102"/>
              <a:gd name="connsiteY0" fmla="*/ 23 h 10046"/>
              <a:gd name="connsiteX1" fmla="*/ 14102 w 14102"/>
              <a:gd name="connsiteY1" fmla="*/ 0 h 10046"/>
              <a:gd name="connsiteX2" fmla="*/ 7727 w 14102"/>
              <a:gd name="connsiteY2" fmla="*/ 10000 h 10046"/>
              <a:gd name="connsiteX3" fmla="*/ 0 w 14102"/>
              <a:gd name="connsiteY3" fmla="*/ 10046 h 10046"/>
              <a:gd name="connsiteX4" fmla="*/ 1496 w 14102"/>
              <a:gd name="connsiteY4" fmla="*/ 23 h 10046"/>
              <a:gd name="connsiteX0" fmla="*/ 52 w 14102"/>
              <a:gd name="connsiteY0" fmla="*/ 23 h 10046"/>
              <a:gd name="connsiteX1" fmla="*/ 14102 w 14102"/>
              <a:gd name="connsiteY1" fmla="*/ 0 h 10046"/>
              <a:gd name="connsiteX2" fmla="*/ 7727 w 14102"/>
              <a:gd name="connsiteY2" fmla="*/ 10000 h 10046"/>
              <a:gd name="connsiteX3" fmla="*/ 0 w 14102"/>
              <a:gd name="connsiteY3" fmla="*/ 10046 h 10046"/>
              <a:gd name="connsiteX4" fmla="*/ 52 w 14102"/>
              <a:gd name="connsiteY4" fmla="*/ 23 h 10046"/>
              <a:gd name="connsiteX0" fmla="*/ 52 w 14102"/>
              <a:gd name="connsiteY0" fmla="*/ 23 h 10046"/>
              <a:gd name="connsiteX1" fmla="*/ 14102 w 14102"/>
              <a:gd name="connsiteY1" fmla="*/ 0 h 10046"/>
              <a:gd name="connsiteX2" fmla="*/ 7762 w 14102"/>
              <a:gd name="connsiteY2" fmla="*/ 10016 h 10046"/>
              <a:gd name="connsiteX3" fmla="*/ 0 w 14102"/>
              <a:gd name="connsiteY3" fmla="*/ 10046 h 10046"/>
              <a:gd name="connsiteX4" fmla="*/ 52 w 14102"/>
              <a:gd name="connsiteY4" fmla="*/ 23 h 10046"/>
              <a:gd name="connsiteX0" fmla="*/ 52 w 16864"/>
              <a:gd name="connsiteY0" fmla="*/ 3 h 10026"/>
              <a:gd name="connsiteX1" fmla="*/ 16864 w 16864"/>
              <a:gd name="connsiteY1" fmla="*/ 0 h 10026"/>
              <a:gd name="connsiteX2" fmla="*/ 7762 w 16864"/>
              <a:gd name="connsiteY2" fmla="*/ 9996 h 10026"/>
              <a:gd name="connsiteX3" fmla="*/ 0 w 16864"/>
              <a:gd name="connsiteY3" fmla="*/ 10026 h 10026"/>
              <a:gd name="connsiteX4" fmla="*/ 52 w 16864"/>
              <a:gd name="connsiteY4" fmla="*/ 3 h 10026"/>
              <a:gd name="connsiteX0" fmla="*/ 52 w 16864"/>
              <a:gd name="connsiteY0" fmla="*/ 3 h 10036"/>
              <a:gd name="connsiteX1" fmla="*/ 16864 w 16864"/>
              <a:gd name="connsiteY1" fmla="*/ 0 h 10036"/>
              <a:gd name="connsiteX2" fmla="*/ 10479 w 16864"/>
              <a:gd name="connsiteY2" fmla="*/ 10036 h 10036"/>
              <a:gd name="connsiteX3" fmla="*/ 0 w 16864"/>
              <a:gd name="connsiteY3" fmla="*/ 10026 h 10036"/>
              <a:gd name="connsiteX4" fmla="*/ 52 w 16864"/>
              <a:gd name="connsiteY4" fmla="*/ 3 h 10036"/>
              <a:gd name="connsiteX0" fmla="*/ 52 w 17532"/>
              <a:gd name="connsiteY0" fmla="*/ 3 h 10036"/>
              <a:gd name="connsiteX1" fmla="*/ 17532 w 17532"/>
              <a:gd name="connsiteY1" fmla="*/ 0 h 10036"/>
              <a:gd name="connsiteX2" fmla="*/ 10479 w 17532"/>
              <a:gd name="connsiteY2" fmla="*/ 10036 h 10036"/>
              <a:gd name="connsiteX3" fmla="*/ 0 w 17532"/>
              <a:gd name="connsiteY3" fmla="*/ 10026 h 10036"/>
              <a:gd name="connsiteX4" fmla="*/ 52 w 17532"/>
              <a:gd name="connsiteY4" fmla="*/ 3 h 1003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014 w 17532"/>
              <a:gd name="connsiteY2" fmla="*/ 997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081 w 17532"/>
              <a:gd name="connsiteY2" fmla="*/ 997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215 w 17532"/>
              <a:gd name="connsiteY2" fmla="*/ 999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19 w 17532"/>
              <a:gd name="connsiteY0" fmla="*/ 3 h 10026"/>
              <a:gd name="connsiteX1" fmla="*/ 17532 w 17532"/>
              <a:gd name="connsiteY1" fmla="*/ 0 h 10026"/>
              <a:gd name="connsiteX2" fmla="*/ 11215 w 17532"/>
              <a:gd name="connsiteY2" fmla="*/ 9995 h 10026"/>
              <a:gd name="connsiteX3" fmla="*/ 0 w 17532"/>
              <a:gd name="connsiteY3" fmla="*/ 10026 h 10026"/>
              <a:gd name="connsiteX4" fmla="*/ 19 w 17532"/>
              <a:gd name="connsiteY4" fmla="*/ 3 h 10026"/>
              <a:gd name="connsiteX0" fmla="*/ 19 w 17543"/>
              <a:gd name="connsiteY0" fmla="*/ 13 h 10036"/>
              <a:gd name="connsiteX1" fmla="*/ 17543 w 17543"/>
              <a:gd name="connsiteY1" fmla="*/ 0 h 10036"/>
              <a:gd name="connsiteX2" fmla="*/ 11215 w 17543"/>
              <a:gd name="connsiteY2" fmla="*/ 10005 h 10036"/>
              <a:gd name="connsiteX3" fmla="*/ 0 w 17543"/>
              <a:gd name="connsiteY3" fmla="*/ 10036 h 10036"/>
              <a:gd name="connsiteX4" fmla="*/ 19 w 17543"/>
              <a:gd name="connsiteY4" fmla="*/ 13 h 10036"/>
              <a:gd name="connsiteX0" fmla="*/ 8 w 17543"/>
              <a:gd name="connsiteY0" fmla="*/ 0 h 10044"/>
              <a:gd name="connsiteX1" fmla="*/ 17543 w 17543"/>
              <a:gd name="connsiteY1" fmla="*/ 8 h 10044"/>
              <a:gd name="connsiteX2" fmla="*/ 11215 w 17543"/>
              <a:gd name="connsiteY2" fmla="*/ 10013 h 10044"/>
              <a:gd name="connsiteX3" fmla="*/ 0 w 17543"/>
              <a:gd name="connsiteY3" fmla="*/ 10044 h 10044"/>
              <a:gd name="connsiteX4" fmla="*/ 8 w 17543"/>
              <a:gd name="connsiteY4" fmla="*/ 0 h 10044"/>
              <a:gd name="connsiteX0" fmla="*/ 8 w 11215"/>
              <a:gd name="connsiteY0" fmla="*/ 27 h 10071"/>
              <a:gd name="connsiteX1" fmla="*/ 10522 w 11215"/>
              <a:gd name="connsiteY1" fmla="*/ 0 h 10071"/>
              <a:gd name="connsiteX2" fmla="*/ 11215 w 11215"/>
              <a:gd name="connsiteY2" fmla="*/ 10040 h 10071"/>
              <a:gd name="connsiteX3" fmla="*/ 0 w 11215"/>
              <a:gd name="connsiteY3" fmla="*/ 10071 h 10071"/>
              <a:gd name="connsiteX4" fmla="*/ 8 w 11215"/>
              <a:gd name="connsiteY4" fmla="*/ 27 h 10071"/>
              <a:gd name="connsiteX0" fmla="*/ 8 w 10522"/>
              <a:gd name="connsiteY0" fmla="*/ 27 h 10075"/>
              <a:gd name="connsiteX1" fmla="*/ 10522 w 10522"/>
              <a:gd name="connsiteY1" fmla="*/ 0 h 10075"/>
              <a:gd name="connsiteX2" fmla="*/ 6940 w 10522"/>
              <a:gd name="connsiteY2" fmla="*/ 10075 h 10075"/>
              <a:gd name="connsiteX3" fmla="*/ 0 w 10522"/>
              <a:gd name="connsiteY3" fmla="*/ 10071 h 10075"/>
              <a:gd name="connsiteX4" fmla="*/ 8 w 10522"/>
              <a:gd name="connsiteY4" fmla="*/ 27 h 10075"/>
              <a:gd name="connsiteX0" fmla="*/ 8 w 13036"/>
              <a:gd name="connsiteY0" fmla="*/ 0 h 10048"/>
              <a:gd name="connsiteX1" fmla="*/ 13036 w 13036"/>
              <a:gd name="connsiteY1" fmla="*/ 26 h 10048"/>
              <a:gd name="connsiteX2" fmla="*/ 6940 w 13036"/>
              <a:gd name="connsiteY2" fmla="*/ 10048 h 10048"/>
              <a:gd name="connsiteX3" fmla="*/ 0 w 13036"/>
              <a:gd name="connsiteY3" fmla="*/ 10044 h 10048"/>
              <a:gd name="connsiteX4" fmla="*/ 8 w 13036"/>
              <a:gd name="connsiteY4" fmla="*/ 0 h 10048"/>
              <a:gd name="connsiteX0" fmla="*/ 8 w 13036"/>
              <a:gd name="connsiteY0" fmla="*/ 0 h 10044"/>
              <a:gd name="connsiteX1" fmla="*/ 13036 w 13036"/>
              <a:gd name="connsiteY1" fmla="*/ 26 h 10044"/>
              <a:gd name="connsiteX2" fmla="*/ 6882 w 13036"/>
              <a:gd name="connsiteY2" fmla="*/ 10030 h 10044"/>
              <a:gd name="connsiteX3" fmla="*/ 0 w 13036"/>
              <a:gd name="connsiteY3" fmla="*/ 10044 h 10044"/>
              <a:gd name="connsiteX4" fmla="*/ 8 w 13036"/>
              <a:gd name="connsiteY4" fmla="*/ 0 h 10044"/>
              <a:gd name="connsiteX0" fmla="*/ 8 w 13036"/>
              <a:gd name="connsiteY0" fmla="*/ 0 h 10065"/>
              <a:gd name="connsiteX1" fmla="*/ 13036 w 13036"/>
              <a:gd name="connsiteY1" fmla="*/ 26 h 10065"/>
              <a:gd name="connsiteX2" fmla="*/ 6689 w 13036"/>
              <a:gd name="connsiteY2" fmla="*/ 10065 h 10065"/>
              <a:gd name="connsiteX3" fmla="*/ 0 w 13036"/>
              <a:gd name="connsiteY3" fmla="*/ 10044 h 10065"/>
              <a:gd name="connsiteX4" fmla="*/ 8 w 13036"/>
              <a:gd name="connsiteY4" fmla="*/ 0 h 1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36" h="10065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52000">
                <a:schemeClr val="tx1">
                  <a:lumMod val="75000"/>
                  <a:lumOff val="25000"/>
                </a:schemeClr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4E811A-68E1-6A97-C96E-3F27C8F76BE0}"/>
              </a:ext>
            </a:extLst>
          </p:cNvPr>
          <p:cNvSpPr>
            <a:spLocks/>
          </p:cNvSpPr>
          <p:nvPr userDrawn="1"/>
        </p:nvSpPr>
        <p:spPr bwMode="auto">
          <a:xfrm>
            <a:off x="2209176" y="3456710"/>
            <a:ext cx="4299176" cy="3429000"/>
          </a:xfrm>
          <a:custGeom>
            <a:avLst/>
            <a:gdLst>
              <a:gd name="T0" fmla="*/ 499 w 499"/>
              <a:gd name="T1" fmla="*/ 0 h 398"/>
              <a:gd name="T2" fmla="*/ 226 w 499"/>
              <a:gd name="T3" fmla="*/ 0 h 398"/>
              <a:gd name="T4" fmla="*/ 0 w 499"/>
              <a:gd name="T5" fmla="*/ 398 h 398"/>
              <a:gd name="T6" fmla="*/ 273 w 499"/>
              <a:gd name="T7" fmla="*/ 398 h 398"/>
              <a:gd name="T8" fmla="*/ 499 w 499"/>
              <a:gd name="T9" fmla="*/ 0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98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75000"/>
                </a:schemeClr>
              </a:gs>
              <a:gs pos="68000">
                <a:schemeClr val="tx2">
                  <a:lumMod val="50000"/>
                  <a:lumOff val="50000"/>
                </a:schemeClr>
              </a:gs>
              <a:gs pos="0">
                <a:schemeClr val="tx1">
                  <a:lumMod val="65000"/>
                  <a:lumOff val="35000"/>
                </a:schemeClr>
              </a:gs>
            </a:gsLst>
            <a:lin ang="5400000" scaled="0"/>
          </a:gra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CF0C25A0-646B-916D-80E6-B03039928697}"/>
              </a:ext>
            </a:extLst>
          </p:cNvPr>
          <p:cNvSpPr>
            <a:spLocks/>
          </p:cNvSpPr>
          <p:nvPr userDrawn="1"/>
        </p:nvSpPr>
        <p:spPr bwMode="auto">
          <a:xfrm>
            <a:off x="3960220" y="3450562"/>
            <a:ext cx="2619136" cy="3429000"/>
          </a:xfrm>
          <a:custGeom>
            <a:avLst/>
            <a:gdLst>
              <a:gd name="T0" fmla="*/ 0 w 304"/>
              <a:gd name="T1" fmla="*/ 398 h 398"/>
              <a:gd name="T2" fmla="*/ 74 w 304"/>
              <a:gd name="T3" fmla="*/ 398 h 398"/>
              <a:gd name="T4" fmla="*/ 304 w 304"/>
              <a:gd name="T5" fmla="*/ 0 h 398"/>
              <a:gd name="T6" fmla="*/ 223 w 304"/>
              <a:gd name="T7" fmla="*/ 0 h 398"/>
              <a:gd name="T8" fmla="*/ 0 w 304"/>
              <a:gd name="T9" fmla="*/ 398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398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C4A6C08A-1102-22D6-CDC7-F94643959DC1}"/>
              </a:ext>
            </a:extLst>
          </p:cNvPr>
          <p:cNvSpPr>
            <a:spLocks/>
          </p:cNvSpPr>
          <p:nvPr userDrawn="1"/>
        </p:nvSpPr>
        <p:spPr bwMode="auto">
          <a:xfrm>
            <a:off x="10367888" y="3713311"/>
            <a:ext cx="1835121" cy="3144689"/>
          </a:xfrm>
          <a:custGeom>
            <a:avLst/>
            <a:gdLst>
              <a:gd name="T0" fmla="*/ 213 w 213"/>
              <a:gd name="T1" fmla="*/ 0 h 365"/>
              <a:gd name="T2" fmla="*/ 0 w 213"/>
              <a:gd name="T3" fmla="*/ 365 h 365"/>
              <a:gd name="T4" fmla="*/ 213 w 213"/>
              <a:gd name="T5" fmla="*/ 365 h 365"/>
              <a:gd name="T6" fmla="*/ 213 w 213"/>
              <a:gd name="T7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365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AFD0B610-2095-390B-36E3-2861E97A1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97" y="970721"/>
            <a:ext cx="1963312" cy="664029"/>
          </a:xfrm>
          <a:prstGeom prst="rect">
            <a:avLst/>
          </a:prstGeom>
        </p:spPr>
      </p:pic>
      <p:sp>
        <p:nvSpPr>
          <p:cNvPr id="40" name="Diagonal Stripe 39">
            <a:extLst>
              <a:ext uri="{FF2B5EF4-FFF2-40B4-BE49-F238E27FC236}">
                <a16:creationId xmlns:a16="http://schemas.microsoft.com/office/drawing/2014/main" id="{ABD29FDD-D53B-A316-CE9E-C0BB1690ADF0}"/>
              </a:ext>
            </a:extLst>
          </p:cNvPr>
          <p:cNvSpPr/>
          <p:nvPr userDrawn="1"/>
        </p:nvSpPr>
        <p:spPr>
          <a:xfrm rot="175485">
            <a:off x="1821520" y="4675411"/>
            <a:ext cx="2314796" cy="2272379"/>
          </a:xfrm>
          <a:custGeom>
            <a:avLst/>
            <a:gdLst>
              <a:gd name="connsiteX0" fmla="*/ 0 w 2262277"/>
              <a:gd name="connsiteY0" fmla="*/ 2214205 h 4428410"/>
              <a:gd name="connsiteX1" fmla="*/ 1131139 w 2262277"/>
              <a:gd name="connsiteY1" fmla="*/ 0 h 4428410"/>
              <a:gd name="connsiteX2" fmla="*/ 2262277 w 2262277"/>
              <a:gd name="connsiteY2" fmla="*/ 0 h 4428410"/>
              <a:gd name="connsiteX3" fmla="*/ 0 w 2262277"/>
              <a:gd name="connsiteY3" fmla="*/ 4428410 h 4428410"/>
              <a:gd name="connsiteX4" fmla="*/ 0 w 2262277"/>
              <a:gd name="connsiteY4" fmla="*/ 2214205 h 4428410"/>
              <a:gd name="connsiteX0" fmla="*/ 0 w 2262277"/>
              <a:gd name="connsiteY0" fmla="*/ 2214205 h 2708951"/>
              <a:gd name="connsiteX1" fmla="*/ 1131139 w 2262277"/>
              <a:gd name="connsiteY1" fmla="*/ 0 h 2708951"/>
              <a:gd name="connsiteX2" fmla="*/ 2262277 w 2262277"/>
              <a:gd name="connsiteY2" fmla="*/ 0 h 2708951"/>
              <a:gd name="connsiteX3" fmla="*/ 799998 w 2262277"/>
              <a:gd name="connsiteY3" fmla="*/ 2708951 h 2708951"/>
              <a:gd name="connsiteX4" fmla="*/ 0 w 2262277"/>
              <a:gd name="connsiteY4" fmla="*/ 2214205 h 2708951"/>
              <a:gd name="connsiteX0" fmla="*/ 0 w 2262277"/>
              <a:gd name="connsiteY0" fmla="*/ 2214205 h 2214205"/>
              <a:gd name="connsiteX1" fmla="*/ 1131139 w 2262277"/>
              <a:gd name="connsiteY1" fmla="*/ 0 h 2214205"/>
              <a:gd name="connsiteX2" fmla="*/ 2262277 w 2262277"/>
              <a:gd name="connsiteY2" fmla="*/ 0 h 2214205"/>
              <a:gd name="connsiteX3" fmla="*/ 1174394 w 2262277"/>
              <a:gd name="connsiteY3" fmla="*/ 2162664 h 2214205"/>
              <a:gd name="connsiteX4" fmla="*/ 0 w 2262277"/>
              <a:gd name="connsiteY4" fmla="*/ 2214205 h 2214205"/>
              <a:gd name="connsiteX0" fmla="*/ 0 w 2314796"/>
              <a:gd name="connsiteY0" fmla="*/ 2272379 h 2272379"/>
              <a:gd name="connsiteX1" fmla="*/ 1183658 w 2314796"/>
              <a:gd name="connsiteY1" fmla="*/ 0 h 2272379"/>
              <a:gd name="connsiteX2" fmla="*/ 2314796 w 2314796"/>
              <a:gd name="connsiteY2" fmla="*/ 0 h 2272379"/>
              <a:gd name="connsiteX3" fmla="*/ 1226913 w 2314796"/>
              <a:gd name="connsiteY3" fmla="*/ 2162664 h 2272379"/>
              <a:gd name="connsiteX4" fmla="*/ 0 w 2314796"/>
              <a:gd name="connsiteY4" fmla="*/ 2272379 h 227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4796" h="2272379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6" name="Freeform 8">
            <a:extLst>
              <a:ext uri="{FF2B5EF4-FFF2-40B4-BE49-F238E27FC236}">
                <a16:creationId xmlns:a16="http://schemas.microsoft.com/office/drawing/2014/main" id="{324D19CD-B969-9A41-96FD-3C48671D55E3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0" y="5616"/>
            <a:ext cx="1317018" cy="2121303"/>
          </a:xfrm>
          <a:custGeom>
            <a:avLst/>
            <a:gdLst>
              <a:gd name="T0" fmla="*/ 213 w 213"/>
              <a:gd name="T1" fmla="*/ 0 h 365"/>
              <a:gd name="T2" fmla="*/ 0 w 213"/>
              <a:gd name="T3" fmla="*/ 365 h 365"/>
              <a:gd name="T4" fmla="*/ 213 w 213"/>
              <a:gd name="T5" fmla="*/ 365 h 365"/>
              <a:gd name="T6" fmla="*/ 213 w 213"/>
              <a:gd name="T7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365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0A2D9FB8-C727-0DEB-593D-6A0268E96FC9}"/>
              </a:ext>
            </a:extLst>
          </p:cNvPr>
          <p:cNvSpPr>
            <a:spLocks/>
          </p:cNvSpPr>
          <p:nvPr userDrawn="1"/>
        </p:nvSpPr>
        <p:spPr bwMode="auto">
          <a:xfrm>
            <a:off x="10469449" y="3095152"/>
            <a:ext cx="1758053" cy="3140035"/>
          </a:xfrm>
          <a:custGeom>
            <a:avLst/>
            <a:gdLst>
              <a:gd name="T0" fmla="*/ 0 w 304"/>
              <a:gd name="T1" fmla="*/ 398 h 398"/>
              <a:gd name="T2" fmla="*/ 74 w 304"/>
              <a:gd name="T3" fmla="*/ 398 h 398"/>
              <a:gd name="T4" fmla="*/ 304 w 304"/>
              <a:gd name="T5" fmla="*/ 0 h 398"/>
              <a:gd name="T6" fmla="*/ 223 w 304"/>
              <a:gd name="T7" fmla="*/ 0 h 398"/>
              <a:gd name="T8" fmla="*/ 0 w 304"/>
              <a:gd name="T9" fmla="*/ 398 h 398"/>
              <a:gd name="connsiteX0" fmla="*/ 0 w 10000"/>
              <a:gd name="connsiteY0" fmla="*/ 10000 h 10000"/>
              <a:gd name="connsiteX1" fmla="*/ 2434 w 10000"/>
              <a:gd name="connsiteY1" fmla="*/ 10000 h 10000"/>
              <a:gd name="connsiteX2" fmla="*/ 10000 w 10000"/>
              <a:gd name="connsiteY2" fmla="*/ 0 h 10000"/>
              <a:gd name="connsiteX3" fmla="*/ 6202 w 10000"/>
              <a:gd name="connsiteY3" fmla="*/ 1468 h 10000"/>
              <a:gd name="connsiteX4" fmla="*/ 0 w 10000"/>
              <a:gd name="connsiteY4" fmla="*/ 10000 h 10000"/>
              <a:gd name="connsiteX0" fmla="*/ 0 w 6254"/>
              <a:gd name="connsiteY0" fmla="*/ 8532 h 8532"/>
              <a:gd name="connsiteX1" fmla="*/ 2434 w 6254"/>
              <a:gd name="connsiteY1" fmla="*/ 8532 h 8532"/>
              <a:gd name="connsiteX2" fmla="*/ 6254 w 6254"/>
              <a:gd name="connsiteY2" fmla="*/ 3388 h 8532"/>
              <a:gd name="connsiteX3" fmla="*/ 6202 w 6254"/>
              <a:gd name="connsiteY3" fmla="*/ 0 h 8532"/>
              <a:gd name="connsiteX4" fmla="*/ 0 w 6254"/>
              <a:gd name="connsiteY4" fmla="*/ 8532 h 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54" h="8532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72785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209197-5B03-3CAB-F2C4-DC93EB13BA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BA1C1F-29AE-DA6E-A103-FEB58C507F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3A43F0-FAB0-EB23-6D56-32DE43812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E2F138-F467-9B3A-16DD-3501AE10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04EF5E-20B7-12DB-D863-48833C32BD39}"/>
              </a:ext>
            </a:extLst>
          </p:cNvPr>
          <p:cNvSpPr/>
          <p:nvPr userDrawn="1"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DC78ED-462E-4ABB-181F-9D1A16009A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2641" y="2573973"/>
            <a:ext cx="7081520" cy="2626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BD3A-27D0-26DD-0032-C1DE757FF0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8724" y="921703"/>
            <a:ext cx="2905785" cy="4278630"/>
          </a:xfrm>
          <a:custGeom>
            <a:avLst/>
            <a:gdLst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905125 w 2905125"/>
              <a:gd name="connsiteY2" fmla="*/ 855676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869499 w 2905125"/>
              <a:gd name="connsiteY2" fmla="*/ 1330689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891271 w 2905125"/>
              <a:gd name="connsiteY2" fmla="*/ 1323432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785"/>
              <a:gd name="connsiteY0" fmla="*/ 0 h 4278630"/>
              <a:gd name="connsiteX1" fmla="*/ 2049449 w 2905785"/>
              <a:gd name="connsiteY1" fmla="*/ 0 h 4278630"/>
              <a:gd name="connsiteX2" fmla="*/ 2905785 w 2905785"/>
              <a:gd name="connsiteY2" fmla="*/ 1330689 h 4278630"/>
              <a:gd name="connsiteX3" fmla="*/ 2905125 w 2905785"/>
              <a:gd name="connsiteY3" fmla="*/ 4278630 h 4278630"/>
              <a:gd name="connsiteX4" fmla="*/ 0 w 2905785"/>
              <a:gd name="connsiteY4" fmla="*/ 4278630 h 4278630"/>
              <a:gd name="connsiteX5" fmla="*/ 0 w 2905785"/>
              <a:gd name="connsiteY5" fmla="*/ 0 h 427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5785" h="4278630">
                <a:moveTo>
                  <a:pt x="0" y="0"/>
                </a:moveTo>
                <a:lnTo>
                  <a:pt x="2049449" y="0"/>
                </a:lnTo>
                <a:lnTo>
                  <a:pt x="2905785" y="1330689"/>
                </a:lnTo>
                <a:lnTo>
                  <a:pt x="2905125" y="4278630"/>
                </a:lnTo>
                <a:lnTo>
                  <a:pt x="0" y="427863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847847F8-C089-4AEF-C431-C6509AC01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40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_0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7049-D09A-FC97-5AE3-7684D9970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161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CA447-4B33-14A4-A8B3-A50941C7F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80811-CF70-450A-27A7-6650EC921E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8DC6A165-7707-B831-4D31-547D2097E0C0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C2E61BC-4260-06A6-E9F0-F6A586DC64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920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3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88">
            <a:extLst>
              <a:ext uri="{FF2B5EF4-FFF2-40B4-BE49-F238E27FC236}">
                <a16:creationId xmlns:a16="http://schemas.microsoft.com/office/drawing/2014/main" id="{2EC006B8-36F2-B291-87A1-3D4528A9F2D9}"/>
              </a:ext>
            </a:extLst>
          </p:cNvPr>
          <p:cNvSpPr>
            <a:spLocks noEditPoints="1"/>
          </p:cNvSpPr>
          <p:nvPr userDrawn="1"/>
        </p:nvSpPr>
        <p:spPr bwMode="auto">
          <a:xfrm rot="13500000">
            <a:off x="2009576" y="3640922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376308-4430-17DE-55D8-C62E713A41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F87F34-3A4F-BEE8-D6A3-75E86F6048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995BA-762F-0E75-164E-C2DC8E53AF1E}"/>
              </a:ext>
            </a:extLst>
          </p:cNvPr>
          <p:cNvSpPr/>
          <p:nvPr userDrawn="1"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31800" dist="508000" dir="786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344EBC-0EE1-6D60-DD13-A025929EB2A2}"/>
              </a:ext>
            </a:extLst>
          </p:cNvPr>
          <p:cNvGrpSpPr/>
          <p:nvPr userDrawn="1"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  <a:solidFill>
            <a:srgbClr val="C04C4C"/>
          </a:solidFill>
        </p:grpSpPr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BCD5BC98-703E-C5F4-6A62-09FCC6A36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ECA11C4B-3AD6-EB59-443E-E2E20B42D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080E09A2-A318-7937-F507-9F4F1573C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806198F1-CD00-115B-03EB-DA6337A9F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814EC3F6-24D4-D885-5046-3A3D682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12" name="Freeform 88">
            <a:extLst>
              <a:ext uri="{FF2B5EF4-FFF2-40B4-BE49-F238E27FC236}">
                <a16:creationId xmlns:a16="http://schemas.microsoft.com/office/drawing/2014/main" id="{FFE63D60-4033-0963-0257-340E61B3359D}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061976" y="2610139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06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5600A4-3E4E-EC47-12EA-B6310B747A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ABC459D-A688-50A7-E022-E57A39DF24C8}"/>
              </a:ext>
            </a:extLst>
          </p:cNvPr>
          <p:cNvSpPr/>
          <p:nvPr userDrawn="1"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bg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2AE79-79E4-0073-0455-4CDA30AD8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4D628-8D81-1CDE-6D27-24AB85F650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2342FF-69D1-829A-9394-7FDD7C8DC0D8}"/>
              </a:ext>
            </a:extLst>
          </p:cNvPr>
          <p:cNvGrpSpPr/>
          <p:nvPr userDrawn="1"/>
        </p:nvGrpSpPr>
        <p:grpSpPr>
          <a:xfrm>
            <a:off x="2561933" y="419857"/>
            <a:ext cx="613993" cy="75107"/>
            <a:chOff x="-1587" y="4763"/>
            <a:chExt cx="300037" cy="42862"/>
          </a:xfrm>
          <a:solidFill>
            <a:srgbClr val="C04C4C"/>
          </a:solidFill>
        </p:grpSpPr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23262089-B548-7EB2-7E11-8E96F2D4E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E939BD00-47B2-AF84-6481-FC6D266B9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3247BFCB-8D78-A506-7B1C-F4FFA425C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B4410486-EA59-BC01-71A7-DDAC2A1EA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B3FE10FD-D9C0-C344-A74A-C6F10F75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248254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5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6">
            <a:extLst>
              <a:ext uri="{FF2B5EF4-FFF2-40B4-BE49-F238E27FC236}">
                <a16:creationId xmlns:a16="http://schemas.microsoft.com/office/drawing/2014/main" id="{955C00B2-487B-35F9-EFC4-6711B63378F0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11064240" y="0"/>
            <a:ext cx="1127760" cy="1447800"/>
          </a:xfrm>
          <a:custGeom>
            <a:avLst/>
            <a:gdLst>
              <a:gd name="T0" fmla="*/ 1 w 343"/>
              <a:gd name="T1" fmla="*/ 0 h 344"/>
              <a:gd name="T2" fmla="*/ 343 w 343"/>
              <a:gd name="T3" fmla="*/ 343 h 344"/>
              <a:gd name="T4" fmla="*/ 43 w 343"/>
              <a:gd name="T5" fmla="*/ 344 h 344"/>
              <a:gd name="T6" fmla="*/ 0 w 343"/>
              <a:gd name="T7" fmla="*/ 301 h 344"/>
              <a:gd name="T8" fmla="*/ 1 w 343"/>
              <a:gd name="T9" fmla="*/ 0 h 344"/>
              <a:gd name="connsiteX0" fmla="*/ 30 w 10001"/>
              <a:gd name="connsiteY0" fmla="*/ 0 h 10000"/>
              <a:gd name="connsiteX1" fmla="*/ 10001 w 10001"/>
              <a:gd name="connsiteY1" fmla="*/ 9971 h 10000"/>
              <a:gd name="connsiteX2" fmla="*/ 1255 w 10001"/>
              <a:gd name="connsiteY2" fmla="*/ 10000 h 10000"/>
              <a:gd name="connsiteX3" fmla="*/ 1 w 10001"/>
              <a:gd name="connsiteY3" fmla="*/ 8750 h 10000"/>
              <a:gd name="connsiteX4" fmla="*/ 30 w 10001"/>
              <a:gd name="connsiteY4" fmla="*/ 0 h 10000"/>
              <a:gd name="connsiteX0" fmla="*/ 30 w 10001"/>
              <a:gd name="connsiteY0" fmla="*/ 0 h 10000"/>
              <a:gd name="connsiteX1" fmla="*/ 10001 w 10001"/>
              <a:gd name="connsiteY1" fmla="*/ 9971 h 10000"/>
              <a:gd name="connsiteX2" fmla="*/ 1255 w 10001"/>
              <a:gd name="connsiteY2" fmla="*/ 10000 h 10000"/>
              <a:gd name="connsiteX3" fmla="*/ 1 w 10001"/>
              <a:gd name="connsiteY3" fmla="*/ 8750 h 10000"/>
              <a:gd name="connsiteX4" fmla="*/ 30 w 10001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1000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  <a:effectLst>
            <a:innerShdw blurRad="901700" dist="50800" dir="18900000">
              <a:prstClr val="black">
                <a:alpha val="3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1A13B1-4FE2-47EF-C699-2F5D32C46C7B}"/>
              </a:ext>
            </a:extLst>
          </p:cNvPr>
          <p:cNvSpPr/>
          <p:nvPr userDrawn="1"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outerShdw blurRad="457200" dist="215900" sx="96000" sy="9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5F1C4-1CE7-DD7E-48D5-4216747D32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23489-9DE8-D078-A240-0B0232406F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5B65FFBD-94D0-7BC8-3B24-CAF4FC2B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2D7562-98EB-7777-7293-CA6B3C3C6E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52114" y="733425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B3311D2B-C82E-1CAD-A451-9734F58E5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5258" y="733425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74429CBD-241C-5A28-0B76-94FBEBD0C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52114" y="3244668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8" name="Picture Placeholder 22">
            <a:extLst>
              <a:ext uri="{FF2B5EF4-FFF2-40B4-BE49-F238E27FC236}">
                <a16:creationId xmlns:a16="http://schemas.microsoft.com/office/drawing/2014/main" id="{CFCC5C12-97DC-F983-E825-5420E2382D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95258" y="3244668"/>
            <a:ext cx="2939143" cy="2363380"/>
          </a:xfrm>
        </p:spPr>
        <p:txBody>
          <a:bodyPr/>
          <a:lstStyle/>
          <a:p>
            <a:endParaRPr lang="en-MY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3AA3835C-FADD-1650-B8D8-CE293B5F5B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987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2AE6E-5012-F925-B9E0-2C9A3DBC0A6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Diagonal Stripe 4">
            <a:extLst>
              <a:ext uri="{FF2B5EF4-FFF2-40B4-BE49-F238E27FC236}">
                <a16:creationId xmlns:a16="http://schemas.microsoft.com/office/drawing/2014/main" id="{2C42E429-2984-FD06-B980-5826B41BC123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8261F-6835-9486-4798-B9A07195D78C}"/>
              </a:ext>
            </a:extLst>
          </p:cNvPr>
          <p:cNvSpPr/>
          <p:nvPr userDrawn="1"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7E563-BFAE-519A-4A8B-22300B086917}"/>
              </a:ext>
            </a:extLst>
          </p:cNvPr>
          <p:cNvSpPr/>
          <p:nvPr userDrawn="1"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FDF2C4-A780-511B-093B-368D5530493C}"/>
              </a:ext>
            </a:extLst>
          </p:cNvPr>
          <p:cNvSpPr/>
          <p:nvPr userDrawn="1"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E7417D1-014A-5984-58A6-AA6486BF75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45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A5AEAA-D9F4-2E35-437C-BA8524DF94F6}"/>
              </a:ext>
            </a:extLst>
          </p:cNvPr>
          <p:cNvSpPr/>
          <p:nvPr userDrawn="1"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Diagonal Stripe 4">
            <a:extLst>
              <a:ext uri="{FF2B5EF4-FFF2-40B4-BE49-F238E27FC236}">
                <a16:creationId xmlns:a16="http://schemas.microsoft.com/office/drawing/2014/main" id="{2C42E429-2984-FD06-B980-5826B41BC123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B1924BF6-BCDA-9AF9-A625-9294B79A5C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108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6817E6-AD1A-08AC-88A5-0C62449E0C76}"/>
              </a:ext>
            </a:extLst>
          </p:cNvPr>
          <p:cNvSpPr/>
          <p:nvPr userDrawn="1"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-5939" y="1901929"/>
            <a:ext cx="12192000" cy="3139623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FED6FC9-C93A-9F07-CF8D-C0E1F0B215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197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A8456C-09BE-F772-4E09-AC8E5EFE5A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A970D6-E749-96E3-83B1-8B21AB192873}"/>
              </a:ext>
            </a:extLst>
          </p:cNvPr>
          <p:cNvSpPr/>
          <p:nvPr userDrawn="1"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8299B-C422-1510-F32A-0DFF889E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7270406-6097-F873-9773-CC94FA2304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759327-3B5D-3BFA-5CCA-6BD5BACEAD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557F9C-2B1B-1E45-919F-2CBA963082F1}"/>
              </a:ext>
            </a:extLst>
          </p:cNvPr>
          <p:cNvGrpSpPr/>
          <p:nvPr userDrawn="1"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B4D37DD-77A1-3F66-1AB7-0D02A7AA05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939251-1BCB-8F28-4AEB-3F5C698F7844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6B35D63-3320-AD9B-342D-29A2461E1E90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EA1DA0-4667-A070-5433-AD3862F8F012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1CCFE93-102B-5253-326B-9C14E78024FF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271F50C-004D-6614-9952-C20CF9F23F8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8837067-0E6E-EBDC-C7A8-86F4033B63D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AC60AB8-5AB3-8260-897B-FB410ACB3FB8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931CFE-A63B-8125-E9D4-949B42E5C546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0BC883D-1639-3A5C-4006-DBE2E659710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BA29C7B-554C-081E-2135-BFC59AE98156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D7FD87-F429-AB50-CEC1-95CBDAABB01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EBD843B1-0951-A33D-BCC6-E0640022F3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903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7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8DB6A-3639-804F-5B60-C6592BBF0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987F70-64EC-CA05-E8A9-766DF9840D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2425" y="833378"/>
            <a:ext cx="8947150" cy="4554638"/>
          </a:xfrm>
        </p:spPr>
        <p:txBody>
          <a:bodyPr/>
          <a:lstStyle/>
          <a:p>
            <a:endParaRPr lang="en-MY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A832A2C-2644-6658-956A-F6CDE4CFC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77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07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8DB6A-3639-804F-5B60-C6592BBF0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0" y="-29928"/>
            <a:ext cx="12192000" cy="39569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8F128-2C1E-BF90-7B50-EEA520A8E0D1}"/>
              </a:ext>
            </a:extLst>
          </p:cNvPr>
          <p:cNvSpPr/>
          <p:nvPr userDrawn="1"/>
        </p:nvSpPr>
        <p:spPr>
          <a:xfrm rot="10800000">
            <a:off x="2161479" y="-29927"/>
            <a:ext cx="10024582" cy="59854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4BB5F-78D4-C98C-F6C3-95F1B716981E}"/>
              </a:ext>
            </a:extLst>
          </p:cNvPr>
          <p:cNvSpPr/>
          <p:nvPr userDrawn="1"/>
        </p:nvSpPr>
        <p:spPr>
          <a:xfrm>
            <a:off x="0" y="-52790"/>
            <a:ext cx="5148943" cy="225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56F8D6F-4FEB-ED3E-E7ED-26FDD0376D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301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8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6764FE-4266-9C28-BBAD-0C0CE59F74C2}"/>
              </a:ext>
            </a:extLst>
          </p:cNvPr>
          <p:cNvSpPr/>
          <p:nvPr userDrawn="1"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15900" dir="5400000" sx="98000" sy="98000" algn="t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D67C0D-AE8E-41E4-EB71-DE065695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938784C-798A-313F-6BDD-2EEF86FBF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24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B45C3-8E81-6BAE-010D-9B6CD2D56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3FB80-B1FC-DDFA-448B-BCE958EA3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81EEF20-E6C8-6C8E-7FE9-279D5347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66CCFD3-9BC4-D4C1-9392-EA327203EA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EFB77A9-6E81-95F5-77AD-E75BB87A5A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5800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9127F8-03DB-5D0F-A98C-B82B076E4B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8725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9728D72-5D76-DC8D-B044-63CA42649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96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10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CEC78F-2030-F657-D94C-EC9916E702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2305A-2320-94A9-D78D-83FAEFAD6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13F7E-A796-3E64-A559-FCC5922DB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F9FC79A-20DE-55EB-11E3-BAD01F6F979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222500" cy="2036763"/>
          </a:xfrm>
        </p:spPr>
        <p:txBody>
          <a:bodyPr/>
          <a:lstStyle/>
          <a:p>
            <a:endParaRPr lang="en-MY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7AC4A9C-BE82-674B-5A73-6F2F8CA14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2200" y="2048338"/>
            <a:ext cx="2222500" cy="2036763"/>
          </a:xfrm>
        </p:spPr>
        <p:txBody>
          <a:bodyPr/>
          <a:lstStyle/>
          <a:p>
            <a:endParaRPr lang="en-MY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A81B629-0F07-B59C-0408-FD208CA153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96676"/>
            <a:ext cx="2222500" cy="2036762"/>
          </a:xfrm>
        </p:spPr>
        <p:txBody>
          <a:bodyPr/>
          <a:lstStyle/>
          <a:p>
            <a:endParaRPr lang="en-MY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C049FB6-D146-812F-7363-6D35184C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6C5D5C-CDCC-C784-973F-88390D45C53B}"/>
              </a:ext>
            </a:extLst>
          </p:cNvPr>
          <p:cNvSpPr/>
          <p:nvPr userDrawn="1"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FD5EF8-AC54-E00C-8C75-712DD23935AA}"/>
              </a:ext>
            </a:extLst>
          </p:cNvPr>
          <p:cNvSpPr/>
          <p:nvPr userDrawn="1"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DF42E-2BE3-EBA6-205B-2A8268FF878D}"/>
              </a:ext>
            </a:extLst>
          </p:cNvPr>
          <p:cNvSpPr/>
          <p:nvPr userDrawn="1"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46EDB3BB-164A-CD1A-BF26-D10A4E43D2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90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11">
    <p:bg>
      <p:bgPr>
        <a:solidFill>
          <a:schemeClr val="bg1"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402">
            <a:extLst>
              <a:ext uri="{FF2B5EF4-FFF2-40B4-BE49-F238E27FC236}">
                <a16:creationId xmlns:a16="http://schemas.microsoft.com/office/drawing/2014/main" id="{20B52243-B80A-3445-8806-0BE94A96B286}"/>
              </a:ext>
            </a:extLst>
          </p:cNvPr>
          <p:cNvSpPr/>
          <p:nvPr userDrawn="1"/>
        </p:nvSpPr>
        <p:spPr>
          <a:xfrm rot="10800000">
            <a:off x="-26938" y="-20387"/>
            <a:ext cx="5402774" cy="6014786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5359400"/>
              <a:gd name="connsiteY0" fmla="*/ 12700 h 6007101"/>
              <a:gd name="connsiteX1" fmla="*/ 4953000 w 5359400"/>
              <a:gd name="connsiteY1" fmla="*/ 0 h 6007101"/>
              <a:gd name="connsiteX2" fmla="*/ 5359400 w 5359400"/>
              <a:gd name="connsiteY2" fmla="*/ 6007101 h 6007101"/>
              <a:gd name="connsiteX3" fmla="*/ 0 w 5359400"/>
              <a:gd name="connsiteY3" fmla="*/ 6007101 h 6007101"/>
              <a:gd name="connsiteX4" fmla="*/ 2921000 w 5359400"/>
              <a:gd name="connsiteY4" fmla="*/ 12700 h 6007101"/>
              <a:gd name="connsiteX0" fmla="*/ 2921000 w 5384800"/>
              <a:gd name="connsiteY0" fmla="*/ 0 h 5994401"/>
              <a:gd name="connsiteX1" fmla="*/ 5384800 w 5384800"/>
              <a:gd name="connsiteY1" fmla="*/ 0 h 5994401"/>
              <a:gd name="connsiteX2" fmla="*/ 5359400 w 5384800"/>
              <a:gd name="connsiteY2" fmla="*/ 5994401 h 5994401"/>
              <a:gd name="connsiteX3" fmla="*/ 0 w 5384800"/>
              <a:gd name="connsiteY3" fmla="*/ 5994401 h 5994401"/>
              <a:gd name="connsiteX4" fmla="*/ 2921000 w 5384800"/>
              <a:gd name="connsiteY4" fmla="*/ 0 h 5994401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05612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899735 w 5384800"/>
              <a:gd name="connsiteY0" fmla="*/ 7074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899735 w 5384800"/>
              <a:gd name="connsiteY4" fmla="*/ 7074 h 6002085"/>
              <a:gd name="connsiteX0" fmla="*/ 2899735 w 5391888"/>
              <a:gd name="connsiteY0" fmla="*/ 7074 h 6002085"/>
              <a:gd name="connsiteX1" fmla="*/ 5391888 w 5391888"/>
              <a:gd name="connsiteY1" fmla="*/ 0 h 6002085"/>
              <a:gd name="connsiteX2" fmla="*/ 5374768 w 5391888"/>
              <a:gd name="connsiteY2" fmla="*/ 6002085 h 6002085"/>
              <a:gd name="connsiteX3" fmla="*/ 0 w 5391888"/>
              <a:gd name="connsiteY3" fmla="*/ 5994401 h 6002085"/>
              <a:gd name="connsiteX4" fmla="*/ 2899735 w 5391888"/>
              <a:gd name="connsiteY4" fmla="*/ 7074 h 6002085"/>
              <a:gd name="connsiteX0" fmla="*/ 2910621 w 5402774"/>
              <a:gd name="connsiteY0" fmla="*/ 7074 h 6002085"/>
              <a:gd name="connsiteX1" fmla="*/ 5402774 w 5402774"/>
              <a:gd name="connsiteY1" fmla="*/ 0 h 6002085"/>
              <a:gd name="connsiteX2" fmla="*/ 5385654 w 5402774"/>
              <a:gd name="connsiteY2" fmla="*/ 6002085 h 6002085"/>
              <a:gd name="connsiteX3" fmla="*/ 0 w 5402774"/>
              <a:gd name="connsiteY3" fmla="*/ 5983539 h 6002085"/>
              <a:gd name="connsiteX4" fmla="*/ 2910621 w 5402774"/>
              <a:gd name="connsiteY4" fmla="*/ 7074 h 6002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2774" h="6002085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 flip="none" rotWithShape="1">
            <a:gsLst>
              <a:gs pos="92697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75000"/>
                  <a:lumOff val="2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964C8-A175-D7AF-3FA4-B94E39C6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8BB686-D3F9-1D8F-D64E-90E02ADE71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0BB4C-A1BB-9467-1FED-1640114B7E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6A000B49-9D64-40CD-6D5C-B6D3C3A05783}"/>
              </a:ext>
            </a:extLst>
          </p:cNvPr>
          <p:cNvSpPr/>
          <p:nvPr userDrawn="1"/>
        </p:nvSpPr>
        <p:spPr>
          <a:xfrm rot="10800000">
            <a:off x="589750" y="-12702"/>
            <a:ext cx="4953000" cy="6007101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00" h="6007101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3D9D7C3-250B-C66B-DB51-0E6C7E10BD02}"/>
              </a:ext>
            </a:extLst>
          </p:cNvPr>
          <p:cNvGrpSpPr/>
          <p:nvPr userDrawn="1"/>
        </p:nvGrpSpPr>
        <p:grpSpPr>
          <a:xfrm>
            <a:off x="1433777" y="5528221"/>
            <a:ext cx="613993" cy="75107"/>
            <a:chOff x="-1587" y="4763"/>
            <a:chExt cx="300037" cy="42862"/>
          </a:xfrm>
          <a:solidFill>
            <a:schemeClr val="bg1"/>
          </a:solidFill>
        </p:grpSpPr>
        <p:sp>
          <p:nvSpPr>
            <p:cNvPr id="408" name="Oval 13">
              <a:extLst>
                <a:ext uri="{FF2B5EF4-FFF2-40B4-BE49-F238E27FC236}">
                  <a16:creationId xmlns:a16="http://schemas.microsoft.com/office/drawing/2014/main" id="{EFF050FE-D3FD-BAE4-B33F-FCD8ABD26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09" name="Oval 14">
              <a:extLst>
                <a:ext uri="{FF2B5EF4-FFF2-40B4-BE49-F238E27FC236}">
                  <a16:creationId xmlns:a16="http://schemas.microsoft.com/office/drawing/2014/main" id="{87630A76-4060-4BB0-EF18-A53082D0D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10" name="Oval 15">
              <a:extLst>
                <a:ext uri="{FF2B5EF4-FFF2-40B4-BE49-F238E27FC236}">
                  <a16:creationId xmlns:a16="http://schemas.microsoft.com/office/drawing/2014/main" id="{46B2C827-42B9-DBEC-F22A-F17CC0C8A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11" name="Oval 16">
              <a:extLst>
                <a:ext uri="{FF2B5EF4-FFF2-40B4-BE49-F238E27FC236}">
                  <a16:creationId xmlns:a16="http://schemas.microsoft.com/office/drawing/2014/main" id="{B59EBCEA-4042-970A-98AD-2F36CD31C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412" name="Rectangle 402">
            <a:extLst>
              <a:ext uri="{FF2B5EF4-FFF2-40B4-BE49-F238E27FC236}">
                <a16:creationId xmlns:a16="http://schemas.microsoft.com/office/drawing/2014/main" id="{673165B6-3265-E64F-D897-23F76C1FB9DB}"/>
              </a:ext>
            </a:extLst>
          </p:cNvPr>
          <p:cNvSpPr/>
          <p:nvPr userDrawn="1"/>
        </p:nvSpPr>
        <p:spPr>
          <a:xfrm rot="10800000">
            <a:off x="2231874" y="4927332"/>
            <a:ext cx="1150304" cy="1395112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00" h="6007101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D6BC3D2-2522-41DF-7A30-2E82600765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665" y="921703"/>
            <a:ext cx="4459468" cy="4278630"/>
          </a:xfrm>
          <a:custGeom>
            <a:avLst/>
            <a:gdLst>
              <a:gd name="connsiteX0" fmla="*/ 0 w 2905125"/>
              <a:gd name="connsiteY0" fmla="*/ 4278630 h 4278630"/>
              <a:gd name="connsiteX1" fmla="*/ 1053834 w 2905125"/>
              <a:gd name="connsiteY1" fmla="*/ 0 h 4278630"/>
              <a:gd name="connsiteX2" fmla="*/ 2905125 w 2905125"/>
              <a:gd name="connsiteY2" fmla="*/ 0 h 4278630"/>
              <a:gd name="connsiteX3" fmla="*/ 1851291 w 2905125"/>
              <a:gd name="connsiteY3" fmla="*/ 4278630 h 4278630"/>
              <a:gd name="connsiteX4" fmla="*/ 0 w 2905125"/>
              <a:gd name="connsiteY4" fmla="*/ 4278630 h 4278630"/>
              <a:gd name="connsiteX0" fmla="*/ 0 w 4065185"/>
              <a:gd name="connsiteY0" fmla="*/ 4278630 h 4278630"/>
              <a:gd name="connsiteX1" fmla="*/ 2213894 w 4065185"/>
              <a:gd name="connsiteY1" fmla="*/ 0 h 4278630"/>
              <a:gd name="connsiteX2" fmla="*/ 4065185 w 4065185"/>
              <a:gd name="connsiteY2" fmla="*/ 0 h 4278630"/>
              <a:gd name="connsiteX3" fmla="*/ 3011351 w 4065185"/>
              <a:gd name="connsiteY3" fmla="*/ 4278630 h 4278630"/>
              <a:gd name="connsiteX4" fmla="*/ 0 w 4065185"/>
              <a:gd name="connsiteY4" fmla="*/ 4278630 h 4278630"/>
              <a:gd name="connsiteX0" fmla="*/ 0 w 4065185"/>
              <a:gd name="connsiteY0" fmla="*/ 4278630 h 4278630"/>
              <a:gd name="connsiteX1" fmla="*/ 997490 w 4065185"/>
              <a:gd name="connsiteY1" fmla="*/ 0 h 4278630"/>
              <a:gd name="connsiteX2" fmla="*/ 4065185 w 4065185"/>
              <a:gd name="connsiteY2" fmla="*/ 0 h 4278630"/>
              <a:gd name="connsiteX3" fmla="*/ 3011351 w 4065185"/>
              <a:gd name="connsiteY3" fmla="*/ 4278630 h 4278630"/>
              <a:gd name="connsiteX4" fmla="*/ 0 w 4065185"/>
              <a:gd name="connsiteY4" fmla="*/ 4278630 h 4278630"/>
              <a:gd name="connsiteX0" fmla="*/ 0 w 4065185"/>
              <a:gd name="connsiteY0" fmla="*/ 4278630 h 4278630"/>
              <a:gd name="connsiteX1" fmla="*/ 997490 w 4065185"/>
              <a:gd name="connsiteY1" fmla="*/ 0 h 4278630"/>
              <a:gd name="connsiteX2" fmla="*/ 4065185 w 4065185"/>
              <a:gd name="connsiteY2" fmla="*/ 0 h 4278630"/>
              <a:gd name="connsiteX3" fmla="*/ 2432510 w 4065185"/>
              <a:gd name="connsiteY3" fmla="*/ 4270241 h 4278630"/>
              <a:gd name="connsiteX4" fmla="*/ 0 w 4065185"/>
              <a:gd name="connsiteY4" fmla="*/ 4278630 h 4278630"/>
              <a:gd name="connsiteX0" fmla="*/ 0 w 4442690"/>
              <a:gd name="connsiteY0" fmla="*/ 4278630 h 4278630"/>
              <a:gd name="connsiteX1" fmla="*/ 997490 w 4442690"/>
              <a:gd name="connsiteY1" fmla="*/ 0 h 4278630"/>
              <a:gd name="connsiteX2" fmla="*/ 4442690 w 4442690"/>
              <a:gd name="connsiteY2" fmla="*/ 16778 h 4278630"/>
              <a:gd name="connsiteX3" fmla="*/ 2432510 w 4442690"/>
              <a:gd name="connsiteY3" fmla="*/ 4270241 h 4278630"/>
              <a:gd name="connsiteX4" fmla="*/ 0 w 4442690"/>
              <a:gd name="connsiteY4" fmla="*/ 4278630 h 4278630"/>
              <a:gd name="connsiteX0" fmla="*/ 0 w 4442690"/>
              <a:gd name="connsiteY0" fmla="*/ 4278630 h 4278630"/>
              <a:gd name="connsiteX1" fmla="*/ 997490 w 4442690"/>
              <a:gd name="connsiteY1" fmla="*/ 0 h 4278630"/>
              <a:gd name="connsiteX2" fmla="*/ 4442690 w 4442690"/>
              <a:gd name="connsiteY2" fmla="*/ 16778 h 4278630"/>
              <a:gd name="connsiteX3" fmla="*/ 2432510 w 4442690"/>
              <a:gd name="connsiteY3" fmla="*/ 4270241 h 4278630"/>
              <a:gd name="connsiteX4" fmla="*/ 0 w 4442690"/>
              <a:gd name="connsiteY4" fmla="*/ 4278630 h 4278630"/>
              <a:gd name="connsiteX0" fmla="*/ 0 w 4375578"/>
              <a:gd name="connsiteY0" fmla="*/ 4278630 h 4278630"/>
              <a:gd name="connsiteX1" fmla="*/ 997490 w 4375578"/>
              <a:gd name="connsiteY1" fmla="*/ 0 h 4278630"/>
              <a:gd name="connsiteX2" fmla="*/ 4375578 w 4375578"/>
              <a:gd name="connsiteY2" fmla="*/ 8389 h 4278630"/>
              <a:gd name="connsiteX3" fmla="*/ 2432510 w 4375578"/>
              <a:gd name="connsiteY3" fmla="*/ 4270241 h 4278630"/>
              <a:gd name="connsiteX4" fmla="*/ 0 w 4375578"/>
              <a:gd name="connsiteY4" fmla="*/ 4278630 h 4278630"/>
              <a:gd name="connsiteX0" fmla="*/ 0 w 4459468"/>
              <a:gd name="connsiteY0" fmla="*/ 4278630 h 4278630"/>
              <a:gd name="connsiteX1" fmla="*/ 997490 w 4459468"/>
              <a:gd name="connsiteY1" fmla="*/ 0 h 4278630"/>
              <a:gd name="connsiteX2" fmla="*/ 4459468 w 4459468"/>
              <a:gd name="connsiteY2" fmla="*/ 0 h 4278630"/>
              <a:gd name="connsiteX3" fmla="*/ 2432510 w 4459468"/>
              <a:gd name="connsiteY3" fmla="*/ 4270241 h 4278630"/>
              <a:gd name="connsiteX4" fmla="*/ 0 w 4459468"/>
              <a:gd name="connsiteY4" fmla="*/ 4278630 h 4278630"/>
              <a:gd name="connsiteX0" fmla="*/ 0 w 4459468"/>
              <a:gd name="connsiteY0" fmla="*/ 4278630 h 4278630"/>
              <a:gd name="connsiteX1" fmla="*/ 2130004 w 4459468"/>
              <a:gd name="connsiteY1" fmla="*/ 0 h 4278630"/>
              <a:gd name="connsiteX2" fmla="*/ 4459468 w 4459468"/>
              <a:gd name="connsiteY2" fmla="*/ 0 h 4278630"/>
              <a:gd name="connsiteX3" fmla="*/ 2432510 w 4459468"/>
              <a:gd name="connsiteY3" fmla="*/ 4270241 h 4278630"/>
              <a:gd name="connsiteX4" fmla="*/ 0 w 4459468"/>
              <a:gd name="connsiteY4" fmla="*/ 4278630 h 427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9468" h="4278630">
                <a:moveTo>
                  <a:pt x="0" y="4278630"/>
                </a:moveTo>
                <a:lnTo>
                  <a:pt x="2130004" y="0"/>
                </a:lnTo>
                <a:lnTo>
                  <a:pt x="4459468" y="0"/>
                </a:lnTo>
                <a:lnTo>
                  <a:pt x="2432510" y="4270241"/>
                </a:lnTo>
                <a:lnTo>
                  <a:pt x="0" y="427863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12B52E9B-EBD9-59E5-FD4A-F852C1B6F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871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_01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7D312-FCF4-DE33-A475-5EF1243043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172CD-6881-B6F2-739F-2CB7D2B502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pPr/>
              <a:t>‹#›</a:t>
            </a:fld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9989E-F336-675A-C17F-6BEC4980C6E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09A61-C8B8-77A3-B50F-C473B78F17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9" name="Freeform 88">
            <a:extLst>
              <a:ext uri="{FF2B5EF4-FFF2-40B4-BE49-F238E27FC236}">
                <a16:creationId xmlns:a16="http://schemas.microsoft.com/office/drawing/2014/main" id="{B895953F-CAF8-92F3-1EC5-F97B90F9D599}"/>
              </a:ext>
            </a:extLst>
          </p:cNvPr>
          <p:cNvSpPr>
            <a:spLocks noEditPoints="1"/>
          </p:cNvSpPr>
          <p:nvPr userDrawn="1"/>
        </p:nvSpPr>
        <p:spPr bwMode="auto">
          <a:xfrm rot="13500000">
            <a:off x="8565369" y="-3309433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88">
            <a:extLst>
              <a:ext uri="{FF2B5EF4-FFF2-40B4-BE49-F238E27FC236}">
                <a16:creationId xmlns:a16="http://schemas.microsoft.com/office/drawing/2014/main" id="{063183E8-ED2B-748E-7754-13955CBFDBE0}"/>
              </a:ext>
            </a:extLst>
          </p:cNvPr>
          <p:cNvSpPr>
            <a:spLocks noEditPoints="1"/>
          </p:cNvSpPr>
          <p:nvPr userDrawn="1"/>
        </p:nvSpPr>
        <p:spPr bwMode="auto">
          <a:xfrm rot="1408779">
            <a:off x="6843673" y="-6248482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70865CC-7406-8BF6-F1B8-F40A463E72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09538" y="-83942"/>
            <a:ext cx="7441671" cy="7093790"/>
          </a:xfrm>
          <a:custGeom>
            <a:avLst/>
            <a:gdLst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905125 w 2905125"/>
              <a:gd name="connsiteY2" fmla="*/ 855676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5206987"/>
              <a:gd name="connsiteY0" fmla="*/ 971550 h 5250180"/>
              <a:gd name="connsiteX1" fmla="*/ 5206987 w 5206987"/>
              <a:gd name="connsiteY1" fmla="*/ 0 h 5250180"/>
              <a:gd name="connsiteX2" fmla="*/ 2905125 w 5206987"/>
              <a:gd name="connsiteY2" fmla="*/ 1827226 h 5250180"/>
              <a:gd name="connsiteX3" fmla="*/ 2905125 w 5206987"/>
              <a:gd name="connsiteY3" fmla="*/ 5250180 h 5250180"/>
              <a:gd name="connsiteX4" fmla="*/ 0 w 5206987"/>
              <a:gd name="connsiteY4" fmla="*/ 5250180 h 5250180"/>
              <a:gd name="connsiteX5" fmla="*/ 0 w 5206987"/>
              <a:gd name="connsiteY5" fmla="*/ 971550 h 5250180"/>
              <a:gd name="connsiteX0" fmla="*/ 0 w 5206987"/>
              <a:gd name="connsiteY0" fmla="*/ 971550 h 6827851"/>
              <a:gd name="connsiteX1" fmla="*/ 5206987 w 5206987"/>
              <a:gd name="connsiteY1" fmla="*/ 0 h 6827851"/>
              <a:gd name="connsiteX2" fmla="*/ 3405188 w 5206987"/>
              <a:gd name="connsiteY2" fmla="*/ 6827851 h 6827851"/>
              <a:gd name="connsiteX3" fmla="*/ 2905125 w 5206987"/>
              <a:gd name="connsiteY3" fmla="*/ 5250180 h 6827851"/>
              <a:gd name="connsiteX4" fmla="*/ 0 w 5206987"/>
              <a:gd name="connsiteY4" fmla="*/ 5250180 h 6827851"/>
              <a:gd name="connsiteX5" fmla="*/ 0 w 5206987"/>
              <a:gd name="connsiteY5" fmla="*/ 971550 h 6827851"/>
              <a:gd name="connsiteX0" fmla="*/ 1323975 w 6530962"/>
              <a:gd name="connsiteY0" fmla="*/ 971550 h 6950393"/>
              <a:gd name="connsiteX1" fmla="*/ 6530962 w 6530962"/>
              <a:gd name="connsiteY1" fmla="*/ 0 h 6950393"/>
              <a:gd name="connsiteX2" fmla="*/ 4729163 w 6530962"/>
              <a:gd name="connsiteY2" fmla="*/ 6827851 h 6950393"/>
              <a:gd name="connsiteX3" fmla="*/ 0 w 6530962"/>
              <a:gd name="connsiteY3" fmla="*/ 6950393 h 6950393"/>
              <a:gd name="connsiteX4" fmla="*/ 1323975 w 6530962"/>
              <a:gd name="connsiteY4" fmla="*/ 5250180 h 6950393"/>
              <a:gd name="connsiteX5" fmla="*/ 1323975 w 6530962"/>
              <a:gd name="connsiteY5" fmla="*/ 971550 h 6950393"/>
              <a:gd name="connsiteX0" fmla="*/ 1323975 w 6530962"/>
              <a:gd name="connsiteY0" fmla="*/ 971550 h 7127888"/>
              <a:gd name="connsiteX1" fmla="*/ 6530962 w 6530962"/>
              <a:gd name="connsiteY1" fmla="*/ 0 h 7127888"/>
              <a:gd name="connsiteX2" fmla="*/ 5386388 w 6530962"/>
              <a:gd name="connsiteY2" fmla="*/ 7127888 h 7127888"/>
              <a:gd name="connsiteX3" fmla="*/ 0 w 6530962"/>
              <a:gd name="connsiteY3" fmla="*/ 6950393 h 7127888"/>
              <a:gd name="connsiteX4" fmla="*/ 1323975 w 6530962"/>
              <a:gd name="connsiteY4" fmla="*/ 5250180 h 7127888"/>
              <a:gd name="connsiteX5" fmla="*/ 1323975 w 6530962"/>
              <a:gd name="connsiteY5" fmla="*/ 971550 h 7127888"/>
              <a:gd name="connsiteX0" fmla="*/ 1323975 w 6530962"/>
              <a:gd name="connsiteY0" fmla="*/ 971550 h 7013588"/>
              <a:gd name="connsiteX1" fmla="*/ 6530962 w 6530962"/>
              <a:gd name="connsiteY1" fmla="*/ 0 h 7013588"/>
              <a:gd name="connsiteX2" fmla="*/ 5514976 w 6530962"/>
              <a:gd name="connsiteY2" fmla="*/ 7013588 h 7013588"/>
              <a:gd name="connsiteX3" fmla="*/ 0 w 6530962"/>
              <a:gd name="connsiteY3" fmla="*/ 6950393 h 7013588"/>
              <a:gd name="connsiteX4" fmla="*/ 1323975 w 6530962"/>
              <a:gd name="connsiteY4" fmla="*/ 5250180 h 7013588"/>
              <a:gd name="connsiteX5" fmla="*/ 1323975 w 6530962"/>
              <a:gd name="connsiteY5" fmla="*/ 971550 h 7013588"/>
              <a:gd name="connsiteX0" fmla="*/ 1338263 w 6545250"/>
              <a:gd name="connsiteY0" fmla="*/ 971550 h 7050406"/>
              <a:gd name="connsiteX1" fmla="*/ 6545250 w 6545250"/>
              <a:gd name="connsiteY1" fmla="*/ 0 h 7050406"/>
              <a:gd name="connsiteX2" fmla="*/ 5529264 w 6545250"/>
              <a:gd name="connsiteY2" fmla="*/ 7013588 h 7050406"/>
              <a:gd name="connsiteX3" fmla="*/ 0 w 6545250"/>
              <a:gd name="connsiteY3" fmla="*/ 7050406 h 7050406"/>
              <a:gd name="connsiteX4" fmla="*/ 1338263 w 6545250"/>
              <a:gd name="connsiteY4" fmla="*/ 5250180 h 7050406"/>
              <a:gd name="connsiteX5" fmla="*/ 1338263 w 6545250"/>
              <a:gd name="connsiteY5" fmla="*/ 971550 h 7050406"/>
              <a:gd name="connsiteX0" fmla="*/ 1338263 w 6545250"/>
              <a:gd name="connsiteY0" fmla="*/ 971550 h 7050406"/>
              <a:gd name="connsiteX1" fmla="*/ 6545250 w 6545250"/>
              <a:gd name="connsiteY1" fmla="*/ 0 h 7050406"/>
              <a:gd name="connsiteX2" fmla="*/ 5529264 w 6545250"/>
              <a:gd name="connsiteY2" fmla="*/ 7013588 h 7050406"/>
              <a:gd name="connsiteX3" fmla="*/ 0 w 6545250"/>
              <a:gd name="connsiteY3" fmla="*/ 7050406 h 7050406"/>
              <a:gd name="connsiteX4" fmla="*/ 1338263 w 6545250"/>
              <a:gd name="connsiteY4" fmla="*/ 5250180 h 7050406"/>
              <a:gd name="connsiteX5" fmla="*/ 1338263 w 6545250"/>
              <a:gd name="connsiteY5" fmla="*/ 971550 h 7050406"/>
              <a:gd name="connsiteX0" fmla="*/ 2424113 w 6545250"/>
              <a:gd name="connsiteY0" fmla="*/ 0 h 7078982"/>
              <a:gd name="connsiteX1" fmla="*/ 6545250 w 6545250"/>
              <a:gd name="connsiteY1" fmla="*/ 28576 h 7078982"/>
              <a:gd name="connsiteX2" fmla="*/ 5529264 w 6545250"/>
              <a:gd name="connsiteY2" fmla="*/ 7042164 h 7078982"/>
              <a:gd name="connsiteX3" fmla="*/ 0 w 6545250"/>
              <a:gd name="connsiteY3" fmla="*/ 7078982 h 7078982"/>
              <a:gd name="connsiteX4" fmla="*/ 1338263 w 6545250"/>
              <a:gd name="connsiteY4" fmla="*/ 5278756 h 7078982"/>
              <a:gd name="connsiteX5" fmla="*/ 2424113 w 6545250"/>
              <a:gd name="connsiteY5" fmla="*/ 0 h 7078982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1338263 w 7045312"/>
              <a:gd name="connsiteY4" fmla="*/ 5307330 h 7107556"/>
              <a:gd name="connsiteX5" fmla="*/ 2424113 w 7045312"/>
              <a:gd name="connsiteY5" fmla="*/ 28574 h 7107556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2424113 w 7045312"/>
              <a:gd name="connsiteY4" fmla="*/ 28574 h 7107556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2424113 w 7045312"/>
              <a:gd name="connsiteY4" fmla="*/ 28574 h 7107556"/>
              <a:gd name="connsiteX0" fmla="*/ 2424113 w 8090341"/>
              <a:gd name="connsiteY0" fmla="*/ 16698 h 7095680"/>
              <a:gd name="connsiteX1" fmla="*/ 8090341 w 8090341"/>
              <a:gd name="connsiteY1" fmla="*/ 0 h 7095680"/>
              <a:gd name="connsiteX2" fmla="*/ 5529264 w 8090341"/>
              <a:gd name="connsiteY2" fmla="*/ 7058862 h 7095680"/>
              <a:gd name="connsiteX3" fmla="*/ 0 w 8090341"/>
              <a:gd name="connsiteY3" fmla="*/ 7095680 h 7095680"/>
              <a:gd name="connsiteX4" fmla="*/ 2424113 w 8090341"/>
              <a:gd name="connsiteY4" fmla="*/ 16698 h 7095680"/>
              <a:gd name="connsiteX0" fmla="*/ 2424113 w 8173468"/>
              <a:gd name="connsiteY0" fmla="*/ 0 h 7078982"/>
              <a:gd name="connsiteX1" fmla="*/ 8173468 w 8173468"/>
              <a:gd name="connsiteY1" fmla="*/ 18928 h 7078982"/>
              <a:gd name="connsiteX2" fmla="*/ 5529264 w 8173468"/>
              <a:gd name="connsiteY2" fmla="*/ 7042164 h 7078982"/>
              <a:gd name="connsiteX3" fmla="*/ 0 w 8173468"/>
              <a:gd name="connsiteY3" fmla="*/ 7078982 h 7078982"/>
              <a:gd name="connsiteX4" fmla="*/ 2424113 w 8173468"/>
              <a:gd name="connsiteY4" fmla="*/ 0 h 7078982"/>
              <a:gd name="connsiteX0" fmla="*/ 2424113 w 8173468"/>
              <a:gd name="connsiteY0" fmla="*/ 16698 h 7095680"/>
              <a:gd name="connsiteX1" fmla="*/ 8173468 w 8173468"/>
              <a:gd name="connsiteY1" fmla="*/ 0 h 7095680"/>
              <a:gd name="connsiteX2" fmla="*/ 5529264 w 8173468"/>
              <a:gd name="connsiteY2" fmla="*/ 7058862 h 7095680"/>
              <a:gd name="connsiteX3" fmla="*/ 0 w 8173468"/>
              <a:gd name="connsiteY3" fmla="*/ 7095680 h 7095680"/>
              <a:gd name="connsiteX4" fmla="*/ 2424113 w 8173468"/>
              <a:gd name="connsiteY4" fmla="*/ 16698 h 7095680"/>
              <a:gd name="connsiteX0" fmla="*/ 2424113 w 8173468"/>
              <a:gd name="connsiteY0" fmla="*/ 28574 h 7107556"/>
              <a:gd name="connsiteX1" fmla="*/ 8173468 w 8173468"/>
              <a:gd name="connsiteY1" fmla="*/ 0 h 7107556"/>
              <a:gd name="connsiteX2" fmla="*/ 5529264 w 8173468"/>
              <a:gd name="connsiteY2" fmla="*/ 7070738 h 7107556"/>
              <a:gd name="connsiteX3" fmla="*/ 0 w 8173468"/>
              <a:gd name="connsiteY3" fmla="*/ 7107556 h 7107556"/>
              <a:gd name="connsiteX4" fmla="*/ 2424113 w 8173468"/>
              <a:gd name="connsiteY4" fmla="*/ 28574 h 7107556"/>
              <a:gd name="connsiteX0" fmla="*/ 2424113 w 8204204"/>
              <a:gd name="connsiteY0" fmla="*/ 28574 h 7107556"/>
              <a:gd name="connsiteX1" fmla="*/ 8204204 w 8204204"/>
              <a:gd name="connsiteY1" fmla="*/ 0 h 7107556"/>
              <a:gd name="connsiteX2" fmla="*/ 5529264 w 8204204"/>
              <a:gd name="connsiteY2" fmla="*/ 7070738 h 7107556"/>
              <a:gd name="connsiteX3" fmla="*/ 0 w 8204204"/>
              <a:gd name="connsiteY3" fmla="*/ 7107556 h 7107556"/>
              <a:gd name="connsiteX4" fmla="*/ 2424113 w 8204204"/>
              <a:gd name="connsiteY4" fmla="*/ 28574 h 7107556"/>
              <a:gd name="connsiteX0" fmla="*/ 2424113 w 8219573"/>
              <a:gd name="connsiteY0" fmla="*/ 28574 h 7107556"/>
              <a:gd name="connsiteX1" fmla="*/ 8219573 w 8219573"/>
              <a:gd name="connsiteY1" fmla="*/ 0 h 7107556"/>
              <a:gd name="connsiteX2" fmla="*/ 5529264 w 8219573"/>
              <a:gd name="connsiteY2" fmla="*/ 7070738 h 7107556"/>
              <a:gd name="connsiteX3" fmla="*/ 0 w 8219573"/>
              <a:gd name="connsiteY3" fmla="*/ 7107556 h 7107556"/>
              <a:gd name="connsiteX4" fmla="*/ 2424113 w 8219573"/>
              <a:gd name="connsiteY4" fmla="*/ 28574 h 7107556"/>
              <a:gd name="connsiteX0" fmla="*/ 2424113 w 8265677"/>
              <a:gd name="connsiteY0" fmla="*/ 20889 h 7099871"/>
              <a:gd name="connsiteX1" fmla="*/ 8265677 w 8265677"/>
              <a:gd name="connsiteY1" fmla="*/ 0 h 7099871"/>
              <a:gd name="connsiteX2" fmla="*/ 5529264 w 8265677"/>
              <a:gd name="connsiteY2" fmla="*/ 7063053 h 7099871"/>
              <a:gd name="connsiteX3" fmla="*/ 0 w 8265677"/>
              <a:gd name="connsiteY3" fmla="*/ 7099871 h 7099871"/>
              <a:gd name="connsiteX4" fmla="*/ 2424113 w 8265677"/>
              <a:gd name="connsiteY4" fmla="*/ 20889 h 7099871"/>
              <a:gd name="connsiteX0" fmla="*/ 2424113 w 8288729"/>
              <a:gd name="connsiteY0" fmla="*/ 20889 h 7099871"/>
              <a:gd name="connsiteX1" fmla="*/ 8288729 w 8288729"/>
              <a:gd name="connsiteY1" fmla="*/ 0 h 7099871"/>
              <a:gd name="connsiteX2" fmla="*/ 5529264 w 8288729"/>
              <a:gd name="connsiteY2" fmla="*/ 7063053 h 7099871"/>
              <a:gd name="connsiteX3" fmla="*/ 0 w 8288729"/>
              <a:gd name="connsiteY3" fmla="*/ 7099871 h 7099871"/>
              <a:gd name="connsiteX4" fmla="*/ 2424113 w 8288729"/>
              <a:gd name="connsiteY4" fmla="*/ 20889 h 7099871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29264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4463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8305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62147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698313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21365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36733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59785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93790"/>
              <a:gd name="connsiteX1" fmla="*/ 8319465 w 8319465"/>
              <a:gd name="connsiteY1" fmla="*/ 0 h 7093790"/>
              <a:gd name="connsiteX2" fmla="*/ 5782837 w 8319465"/>
              <a:gd name="connsiteY2" fmla="*/ 7093790 h 7093790"/>
              <a:gd name="connsiteX3" fmla="*/ 0 w 8319465"/>
              <a:gd name="connsiteY3" fmla="*/ 7084503 h 7093790"/>
              <a:gd name="connsiteX4" fmla="*/ 2424113 w 8319465"/>
              <a:gd name="connsiteY4" fmla="*/ 5521 h 70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9465" h="7093790">
                <a:moveTo>
                  <a:pt x="2424113" y="5521"/>
                </a:moveTo>
                <a:lnTo>
                  <a:pt x="8319465" y="0"/>
                </a:lnTo>
                <a:lnTo>
                  <a:pt x="5782837" y="7093790"/>
                </a:lnTo>
                <a:lnTo>
                  <a:pt x="0" y="7084503"/>
                </a:lnTo>
                <a:lnTo>
                  <a:pt x="2424113" y="5521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8987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2AE6E-5012-F925-B9E0-2C9A3DBC0A6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1C01C2-421D-6D47-A4A6-F3FBD49FCCD9}"/>
              </a:ext>
            </a:extLst>
          </p:cNvPr>
          <p:cNvSpPr/>
          <p:nvPr userDrawn="1"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78213-2FB4-C549-781F-4073598A4AE7}"/>
              </a:ext>
            </a:extLst>
          </p:cNvPr>
          <p:cNvSpPr/>
          <p:nvPr userDrawn="1"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66068-AD20-659C-746B-81BEE50E9ADA}"/>
              </a:ext>
            </a:extLst>
          </p:cNvPr>
          <p:cNvSpPr/>
          <p:nvPr userDrawn="1"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5" name="Diagonal Stripe 14">
            <a:extLst>
              <a:ext uri="{FF2B5EF4-FFF2-40B4-BE49-F238E27FC236}">
                <a16:creationId xmlns:a16="http://schemas.microsoft.com/office/drawing/2014/main" id="{D82BA350-C437-1B6C-0082-CD7CF0CE547D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87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686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sz="3200" b="1" i="0" u="none" strike="noStrike" cap="non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553075" y="6413500"/>
            <a:ext cx="1085850" cy="444500"/>
          </a:xfrm>
          <a:custGeom>
            <a:avLst/>
            <a:gdLst/>
            <a:ahLst/>
            <a:cxnLst/>
            <a:rect l="l" t="t" r="r" b="b"/>
            <a:pathLst>
              <a:path w="2344943" h="407428" extrusionOk="0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71898-202E-A9B0-5802-EB291E6E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86769-6690-B393-F5E4-DCECFF419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C639E-4B25-1826-B194-296A678A9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6E48471-839B-1190-2A8F-CDE90D81E453}"/>
              </a:ext>
            </a:extLst>
          </p:cNvPr>
          <p:cNvSpPr/>
          <p:nvPr userDrawn="1"/>
        </p:nvSpPr>
        <p:spPr>
          <a:xfrm>
            <a:off x="5553075" y="6413500"/>
            <a:ext cx="1085850" cy="444500"/>
          </a:xfrm>
          <a:custGeom>
            <a:avLst/>
            <a:gdLst>
              <a:gd name="connsiteX0" fmla="*/ 550981 w 2344943"/>
              <a:gd name="connsiteY0" fmla="*/ 0 h 407428"/>
              <a:gd name="connsiteX1" fmla="*/ 940996 w 2344943"/>
              <a:gd name="connsiteY1" fmla="*/ 0 h 407428"/>
              <a:gd name="connsiteX2" fmla="*/ 1403945 w 2344943"/>
              <a:gd name="connsiteY2" fmla="*/ 0 h 407428"/>
              <a:gd name="connsiteX3" fmla="*/ 1793961 w 2344943"/>
              <a:gd name="connsiteY3" fmla="*/ 0 h 407428"/>
              <a:gd name="connsiteX4" fmla="*/ 2288061 w 2344943"/>
              <a:gd name="connsiteY4" fmla="*/ 355358 h 407428"/>
              <a:gd name="connsiteX5" fmla="*/ 2344943 w 2344943"/>
              <a:gd name="connsiteY5" fmla="*/ 407428 h 407428"/>
              <a:gd name="connsiteX6" fmla="*/ 0 w 2344943"/>
              <a:gd name="connsiteY6" fmla="*/ 407428 h 407428"/>
              <a:gd name="connsiteX7" fmla="*/ 56882 w 2344943"/>
              <a:gd name="connsiteY7" fmla="*/ 355358 h 407428"/>
              <a:gd name="connsiteX8" fmla="*/ 550981 w 2344943"/>
              <a:gd name="connsiteY8" fmla="*/ 0 h 40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44943" h="407428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1315-3089-4F92-F4F2-BBC69C1F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737D3DD-0AB3-4F16-99FA-6262B2B4036D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73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wmf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microsoft.com/office/2007/relationships/hdphoto" Target="../media/hdphoto1.wdp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816918" y="2013450"/>
            <a:ext cx="7097400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3 : Principles Software Architecture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UTMSPACE">
            <a:extLst>
              <a:ext uri="{FF2B5EF4-FFF2-40B4-BE49-F238E27FC236}">
                <a16:creationId xmlns:a16="http://schemas.microsoft.com/office/drawing/2014/main" id="{06D66BE5-D0D0-3336-7372-310A4EC3B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837" y="5792231"/>
            <a:ext cx="2798763" cy="78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77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27"/>
          <p:cNvCxnSpPr/>
          <p:nvPr/>
        </p:nvCxnSpPr>
        <p:spPr>
          <a:xfrm rot="10800000" flipH="1">
            <a:off x="2613089" y="3114077"/>
            <a:ext cx="6647100" cy="150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20" name="Google Shape;420;p27"/>
          <p:cNvSpPr/>
          <p:nvPr/>
        </p:nvSpPr>
        <p:spPr>
          <a:xfrm>
            <a:off x="2487359" y="2554997"/>
            <a:ext cx="962700" cy="9627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5416243" y="2502788"/>
            <a:ext cx="961200" cy="96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8542641" y="2502788"/>
            <a:ext cx="961200" cy="962700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3" name="Google Shape;423;p27"/>
          <p:cNvGrpSpPr/>
          <p:nvPr/>
        </p:nvGrpSpPr>
        <p:grpSpPr>
          <a:xfrm>
            <a:off x="5636484" y="2788500"/>
            <a:ext cx="528103" cy="545072"/>
            <a:chOff x="2500313" y="3883026"/>
            <a:chExt cx="395287" cy="407988"/>
          </a:xfrm>
        </p:grpSpPr>
        <p:sp>
          <p:nvSpPr>
            <p:cNvPr id="424" name="Google Shape;424;p27"/>
            <p:cNvSpPr/>
            <p:nvPr/>
          </p:nvSpPr>
          <p:spPr>
            <a:xfrm>
              <a:off x="2500313" y="4076701"/>
              <a:ext cx="261937" cy="214313"/>
            </a:xfrm>
            <a:custGeom>
              <a:avLst/>
              <a:gdLst/>
              <a:ahLst/>
              <a:cxnLst/>
              <a:rect l="l" t="t" r="r" b="b"/>
              <a:pathLst>
                <a:path w="72" h="57" extrusionOk="0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2547938" y="3927476"/>
              <a:ext cx="147637" cy="138113"/>
            </a:xfrm>
            <a:custGeom>
              <a:avLst/>
              <a:gdLst/>
              <a:ahLst/>
              <a:cxnLst/>
              <a:rect l="l" t="t" r="r" b="b"/>
              <a:pathLst>
                <a:path w="41" h="37" extrusionOk="0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663825" y="3883026"/>
              <a:ext cx="231775" cy="193675"/>
            </a:xfrm>
            <a:custGeom>
              <a:avLst/>
              <a:gdLst/>
              <a:ahLst/>
              <a:cxnLst/>
              <a:rect l="l" t="t" r="r" b="b"/>
              <a:pathLst>
                <a:path w="64" h="52" extrusionOk="0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7" name="Google Shape;427;p27"/>
          <p:cNvSpPr/>
          <p:nvPr/>
        </p:nvSpPr>
        <p:spPr>
          <a:xfrm>
            <a:off x="8770295" y="2763102"/>
            <a:ext cx="596675" cy="528805"/>
          </a:xfrm>
          <a:custGeom>
            <a:avLst/>
            <a:gdLst/>
            <a:ahLst/>
            <a:cxnLst/>
            <a:rect l="l" t="t" r="r" b="b"/>
            <a:pathLst>
              <a:path w="123" h="106" extrusionOk="0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1654390" y="453747"/>
            <a:ext cx="888322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ARCHITECTURE</a:t>
            </a:r>
            <a:endParaRPr dirty="0"/>
          </a:p>
        </p:txBody>
      </p:sp>
      <p:sp>
        <p:nvSpPr>
          <p:cNvPr id="429" name="Google Shape;429;p27"/>
          <p:cNvSpPr/>
          <p:nvPr/>
        </p:nvSpPr>
        <p:spPr>
          <a:xfrm>
            <a:off x="4808145" y="4341358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Requirements is a tricky business!  Inexperienced engineers tend not to see the many traps behind the requirements effort.</a:t>
            </a:r>
            <a:b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Avoid ambiguous requirements.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7728769" y="4331076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Architectural work focuses on the major components, the quality properties, and services.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Result in a design that supports efficient detailed design and construction. 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875735" y="4351540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Software architecture provides the groundwork essential for meeting requirements.</a:t>
            </a:r>
            <a:b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This applies to both functional and non-functional requirements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4853812" y="3750092"/>
            <a:ext cx="2491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 &amp; Design Element</a:t>
            </a:r>
            <a:endParaRPr dirty="0"/>
          </a:p>
        </p:txBody>
      </p:sp>
      <p:sp>
        <p:nvSpPr>
          <p:cNvPr id="433" name="Google Shape;433;p27"/>
          <p:cNvSpPr txBox="1"/>
          <p:nvPr/>
        </p:nvSpPr>
        <p:spPr>
          <a:xfrm>
            <a:off x="7782102" y="3756794"/>
            <a:ext cx="2491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Design Quality &amp; Construction</a:t>
            </a:r>
            <a:endParaRPr dirty="0"/>
          </a:p>
        </p:txBody>
      </p:sp>
      <p:sp>
        <p:nvSpPr>
          <p:cNvPr id="434" name="Google Shape;434;p27"/>
          <p:cNvSpPr txBox="1"/>
          <p:nvPr/>
        </p:nvSpPr>
        <p:spPr>
          <a:xfrm>
            <a:off x="1872431" y="3753631"/>
            <a:ext cx="2491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Foundational Design</a:t>
            </a:r>
            <a:endParaRPr dirty="0"/>
          </a:p>
        </p:txBody>
      </p:sp>
      <p:sp>
        <p:nvSpPr>
          <p:cNvPr id="435" name="Google Shape;435;p27"/>
          <p:cNvSpPr/>
          <p:nvPr/>
        </p:nvSpPr>
        <p:spPr>
          <a:xfrm>
            <a:off x="4170730" y="3005247"/>
            <a:ext cx="291600" cy="2916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7374122" y="3005248"/>
            <a:ext cx="294300" cy="291600"/>
          </a:xfrm>
          <a:prstGeom prst="ellipse">
            <a:avLst/>
          </a:prstGeom>
          <a:solidFill>
            <a:srgbClr val="7D26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434340" y="1320365"/>
            <a:ext cx="1132332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The foundational software design activity that evaluates and translates software requirements (both functional and non-functional) into a collection of design elements that specify structural and behavioral aspects of the major components of the system.</a:t>
            </a:r>
            <a:endParaRPr sz="12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2774995" y="2697123"/>
            <a:ext cx="387413" cy="574051"/>
          </a:xfrm>
          <a:custGeom>
            <a:avLst/>
            <a:gdLst/>
            <a:ahLst/>
            <a:cxnLst/>
            <a:rect l="l" t="t" r="r" b="b"/>
            <a:pathLst>
              <a:path w="80" h="115" extrusionOk="0">
                <a:moveTo>
                  <a:pt x="65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2" y="47"/>
                  <a:pt x="22" y="45"/>
                  <a:pt x="22" y="44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1"/>
                  <a:pt x="30" y="11"/>
                  <a:pt x="39" y="11"/>
                </a:cubicBezTo>
                <a:cubicBezTo>
                  <a:pt x="49" y="11"/>
                  <a:pt x="56" y="21"/>
                  <a:pt x="5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5"/>
                  <a:pt x="54" y="0"/>
                  <a:pt x="39" y="0"/>
                </a:cubicBezTo>
                <a:cubicBezTo>
                  <a:pt x="24" y="0"/>
                  <a:pt x="12" y="15"/>
                  <a:pt x="12" y="33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9"/>
                  <a:pt x="0" y="55"/>
                  <a:pt x="0" y="62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8"/>
                  <a:pt x="6" y="115"/>
                  <a:pt x="14" y="115"/>
                </a:cubicBezTo>
                <a:cubicBezTo>
                  <a:pt x="66" y="115"/>
                  <a:pt x="66" y="115"/>
                  <a:pt x="66" y="115"/>
                </a:cubicBezTo>
                <a:cubicBezTo>
                  <a:pt x="74" y="115"/>
                  <a:pt x="80" y="108"/>
                  <a:pt x="80" y="10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54"/>
                  <a:pt x="73" y="48"/>
                  <a:pt x="65" y="48"/>
                </a:cubicBezTo>
                <a:close/>
                <a:moveTo>
                  <a:pt x="45" y="81"/>
                </a:moveTo>
                <a:cubicBezTo>
                  <a:pt x="48" y="94"/>
                  <a:pt x="48" y="94"/>
                  <a:pt x="48" y="94"/>
                </a:cubicBezTo>
                <a:cubicBezTo>
                  <a:pt x="48" y="99"/>
                  <a:pt x="45" y="103"/>
                  <a:pt x="41" y="103"/>
                </a:cubicBezTo>
                <a:cubicBezTo>
                  <a:pt x="37" y="103"/>
                  <a:pt x="33" y="99"/>
                  <a:pt x="33" y="94"/>
                </a:cubicBezTo>
                <a:cubicBezTo>
                  <a:pt x="36" y="80"/>
                  <a:pt x="36" y="80"/>
                  <a:pt x="36" y="80"/>
                </a:cubicBezTo>
                <a:cubicBezTo>
                  <a:pt x="33" y="79"/>
                  <a:pt x="31" y="76"/>
                  <a:pt x="31" y="72"/>
                </a:cubicBezTo>
                <a:cubicBezTo>
                  <a:pt x="31" y="67"/>
                  <a:pt x="35" y="63"/>
                  <a:pt x="40" y="63"/>
                </a:cubicBezTo>
                <a:cubicBezTo>
                  <a:pt x="46" y="63"/>
                  <a:pt x="50" y="67"/>
                  <a:pt x="50" y="72"/>
                </a:cubicBezTo>
                <a:cubicBezTo>
                  <a:pt x="50" y="76"/>
                  <a:pt x="48" y="79"/>
                  <a:pt x="45" y="80"/>
                </a:cubicBezTo>
                <a:cubicBezTo>
                  <a:pt x="45" y="80"/>
                  <a:pt x="45" y="80"/>
                  <a:pt x="45" y="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49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F8E65B-A985-5225-3DBE-AE4CF54409A9}"/>
              </a:ext>
            </a:extLst>
          </p:cNvPr>
          <p:cNvSpPr txBox="1"/>
          <p:nvPr/>
        </p:nvSpPr>
        <p:spPr>
          <a:xfrm>
            <a:off x="1166992" y="2184189"/>
            <a:ext cx="82391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52233">
                    <a:lumMod val="75000"/>
                  </a:srgbClr>
                </a:solidFill>
                <a:effectLst/>
                <a:uLnTx/>
                <a:uFillTx/>
                <a:latin typeface="Poppins Medium"/>
                <a:ea typeface="+mn-ea"/>
                <a:cs typeface="+mn-cs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5E324-0B66-191D-3D8C-DB2715D13BC1}"/>
              </a:ext>
            </a:extLst>
          </p:cNvPr>
          <p:cNvSpPr txBox="1"/>
          <p:nvPr/>
        </p:nvSpPr>
        <p:spPr>
          <a:xfrm>
            <a:off x="2107851" y="2183825"/>
            <a:ext cx="2552926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Tx/>
              <a:defRPr/>
            </a:pPr>
            <a:r>
              <a:rPr lang="en-US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Poppins"/>
                <a:ea typeface="+mn-ea"/>
                <a:cs typeface="+mn-cs"/>
              </a:rPr>
              <a:t>STAKEHOLDERS CONCERN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CD455-E96D-A90F-3D91-16AFB50725EE}"/>
              </a:ext>
            </a:extLst>
          </p:cNvPr>
          <p:cNvSpPr txBox="1"/>
          <p:nvPr/>
        </p:nvSpPr>
        <p:spPr>
          <a:xfrm>
            <a:off x="1166992" y="3502094"/>
            <a:ext cx="82391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52233">
                    <a:lumMod val="75000"/>
                  </a:srgbClr>
                </a:solidFill>
                <a:effectLst/>
                <a:uLnTx/>
                <a:uFillTx/>
                <a:latin typeface="Poppins Medium"/>
                <a:ea typeface="+mn-ea"/>
                <a:cs typeface="+mn-cs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2CD0F-2BEE-DDC0-9023-496C32D9D6CC}"/>
              </a:ext>
            </a:extLst>
          </p:cNvPr>
          <p:cNvSpPr txBox="1"/>
          <p:nvPr/>
        </p:nvSpPr>
        <p:spPr>
          <a:xfrm>
            <a:off x="2107850" y="3602306"/>
            <a:ext cx="3793503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Tx/>
              <a:defRPr/>
            </a:pPr>
            <a:r>
              <a:rPr lang="en-US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Poppins"/>
                <a:ea typeface="+mn-ea"/>
                <a:cs typeface="+mn-cs"/>
              </a:rPr>
              <a:t>APPROPRIATE ARCHITECTURAL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CAB19-F005-8BCE-F7BD-C2C136A646D8}"/>
              </a:ext>
            </a:extLst>
          </p:cNvPr>
          <p:cNvSpPr txBox="1"/>
          <p:nvPr/>
        </p:nvSpPr>
        <p:spPr>
          <a:xfrm>
            <a:off x="7191497" y="2197981"/>
            <a:ext cx="4320799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Tx/>
              <a:defRPr/>
            </a:pPr>
            <a:r>
              <a:rPr lang="en-US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Poppins"/>
                <a:ea typeface="+mn-ea"/>
                <a:cs typeface="+mn-cs"/>
              </a:rPr>
              <a:t>MAJOR COMPONENTS AND INTERFACES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000E0-21FA-0956-A5E1-2F9EBFE0EFD6}"/>
              </a:ext>
            </a:extLst>
          </p:cNvPr>
          <p:cNvSpPr txBox="1"/>
          <p:nvPr/>
        </p:nvSpPr>
        <p:spPr>
          <a:xfrm>
            <a:off x="6290648" y="2184189"/>
            <a:ext cx="822325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52233">
                    <a:lumMod val="75000"/>
                  </a:srgbClr>
                </a:solidFill>
                <a:effectLst/>
                <a:uLnTx/>
                <a:uFillTx/>
                <a:latin typeface="Poppins Medium"/>
                <a:ea typeface="+mn-ea"/>
                <a:cs typeface="+mn-cs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A8026-3B7F-CE51-4B3C-CA21783F67F4}"/>
              </a:ext>
            </a:extLst>
          </p:cNvPr>
          <p:cNvSpPr txBox="1"/>
          <p:nvPr/>
        </p:nvSpPr>
        <p:spPr>
          <a:xfrm>
            <a:off x="6290648" y="3502094"/>
            <a:ext cx="822325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52233">
                    <a:lumMod val="75000"/>
                  </a:srgbClr>
                </a:solidFill>
                <a:effectLst/>
                <a:uLnTx/>
                <a:uFillTx/>
                <a:latin typeface="Poppins Medium"/>
                <a:ea typeface="+mn-ea"/>
                <a:cs typeface="+mn-cs"/>
              </a:rPr>
              <a:t>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C8FD0-3551-7A26-0C1B-E596E015078C}"/>
              </a:ext>
            </a:extLst>
          </p:cNvPr>
          <p:cNvSpPr txBox="1"/>
          <p:nvPr/>
        </p:nvSpPr>
        <p:spPr>
          <a:xfrm>
            <a:off x="7191497" y="3602305"/>
            <a:ext cx="4320799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Tx/>
              <a:defRPr/>
            </a:pPr>
            <a:r>
              <a:rPr lang="en-US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Poppins"/>
                <a:ea typeface="+mn-ea"/>
                <a:cs typeface="+mn-cs"/>
              </a:rPr>
              <a:t>EVALUATING, VALIDATING THE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888CBF-EF9B-A533-7015-C1D77AF8183B}"/>
              </a:ext>
            </a:extLst>
          </p:cNvPr>
          <p:cNvSpPr/>
          <p:nvPr/>
        </p:nvSpPr>
        <p:spPr>
          <a:xfrm>
            <a:off x="2086324" y="2528910"/>
            <a:ext cx="3984737" cy="579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Stakeholders are persons, groups, or organizations that have a direct or indirect stake in the system.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FB5E90-90EC-092A-302A-C1A78EC9B769}"/>
              </a:ext>
            </a:extLst>
          </p:cNvPr>
          <p:cNvSpPr/>
          <p:nvPr/>
        </p:nvSpPr>
        <p:spPr>
          <a:xfrm>
            <a:off x="2107850" y="3953144"/>
            <a:ext cx="3984737" cy="579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Different representations are required to evaluate certain properties of the system.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D1E9D4-74FA-6E03-9538-25A236CB4948}"/>
              </a:ext>
            </a:extLst>
          </p:cNvPr>
          <p:cNvSpPr/>
          <p:nvPr/>
        </p:nvSpPr>
        <p:spPr>
          <a:xfrm>
            <a:off x="7193802" y="2528910"/>
            <a:ext cx="4218914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Interfaces are defined for components residing within single physical nodes within a single or different process space, or for components residing on different physical nodes.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EAB436-1A73-2D82-9766-38391EFF1CE6}"/>
              </a:ext>
            </a:extLst>
          </p:cNvPr>
          <p:cNvSpPr/>
          <p:nvPr/>
        </p:nvSpPr>
        <p:spPr>
          <a:xfrm>
            <a:off x="7215328" y="3953144"/>
            <a:ext cx="4175862" cy="57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Long and iterative process. Failure to do so can have significant impact in effort and cost incurred.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7082154-5F28-3427-0747-570968D99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37D3DD-0AB3-4F16-99FA-6262B2B4036D}" type="slidenum">
              <a:rPr kumimoji="0" lang="en-MY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MY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4E9F6C-91FE-5CC8-7FA1-70BB68B23BFA}"/>
              </a:ext>
            </a:extLst>
          </p:cNvPr>
          <p:cNvSpPr txBox="1"/>
          <p:nvPr/>
        </p:nvSpPr>
        <p:spPr>
          <a:xfrm>
            <a:off x="1145466" y="4822719"/>
            <a:ext cx="82391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52233">
                    <a:lumMod val="75000"/>
                  </a:srgbClr>
                </a:solidFill>
                <a:effectLst/>
                <a:uLnTx/>
                <a:uFillTx/>
                <a:latin typeface="Poppins Medium"/>
                <a:ea typeface="+mn-ea"/>
                <a:cs typeface="+mn-cs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E29568-1461-C2D0-5DB1-66D740C38BC0}"/>
              </a:ext>
            </a:extLst>
          </p:cNvPr>
          <p:cNvSpPr txBox="1"/>
          <p:nvPr/>
        </p:nvSpPr>
        <p:spPr>
          <a:xfrm>
            <a:off x="2086325" y="4922931"/>
            <a:ext cx="3836554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Tx/>
              <a:defRPr/>
            </a:pPr>
            <a:r>
              <a:rPr lang="en-US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Poppins"/>
                <a:ea typeface="+mn-ea"/>
                <a:cs typeface="+mn-cs"/>
              </a:rPr>
              <a:t>INFLUENCES OF ARCHITECTURAL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CD7AAE-E96E-0B5D-DB41-621E949E538B}"/>
              </a:ext>
            </a:extLst>
          </p:cNvPr>
          <p:cNvSpPr txBox="1"/>
          <p:nvPr/>
        </p:nvSpPr>
        <p:spPr>
          <a:xfrm>
            <a:off x="6269122" y="4822719"/>
            <a:ext cx="822325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52233">
                    <a:lumMod val="75000"/>
                  </a:srgbClr>
                </a:solidFill>
                <a:effectLst/>
                <a:uLnTx/>
                <a:uFillTx/>
                <a:latin typeface="Poppins Medium"/>
                <a:ea typeface="+mn-ea"/>
                <a:cs typeface="+mn-cs"/>
              </a:rPr>
              <a:t>07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4B339D-52F6-9097-276E-70944A31AF10}"/>
              </a:ext>
            </a:extLst>
          </p:cNvPr>
          <p:cNvSpPr txBox="1"/>
          <p:nvPr/>
        </p:nvSpPr>
        <p:spPr>
          <a:xfrm>
            <a:off x="7169971" y="4922930"/>
            <a:ext cx="2868819" cy="38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Tx/>
              <a:defRPr/>
            </a:pPr>
            <a:r>
              <a:rPr lang="en-US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Poppins"/>
                <a:ea typeface="+mn-ea"/>
                <a:cs typeface="+mn-cs"/>
              </a:rPr>
              <a:t>DESIGN SYNCHRONICITY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F29D15-6583-ACC7-6A0D-2394CBCAC1AA}"/>
              </a:ext>
            </a:extLst>
          </p:cNvPr>
          <p:cNvSpPr/>
          <p:nvPr/>
        </p:nvSpPr>
        <p:spPr>
          <a:xfrm>
            <a:off x="2086324" y="5273769"/>
            <a:ext cx="3984737" cy="57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Impact of Architectural Decisions in Organization.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Impact of Architectural Decisions in Quality Attributes.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A181E3-2B69-D6E3-6185-9A88F13121EB}"/>
              </a:ext>
            </a:extLst>
          </p:cNvPr>
          <p:cNvSpPr/>
          <p:nvPr/>
        </p:nvSpPr>
        <p:spPr>
          <a:xfrm>
            <a:off x="7193802" y="5273769"/>
            <a:ext cx="4197388" cy="83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Design synchronicity is a measurement of the degree of how well the software implementation reflects its design, both in architectural form and detailed design form. </a:t>
            </a:r>
          </a:p>
        </p:txBody>
      </p:sp>
      <p:sp>
        <p:nvSpPr>
          <p:cNvPr id="16" name="Google Shape;428;p27">
            <a:extLst>
              <a:ext uri="{FF2B5EF4-FFF2-40B4-BE49-F238E27FC236}">
                <a16:creationId xmlns:a16="http://schemas.microsoft.com/office/drawing/2014/main" id="{98DCA98C-392D-6357-E05E-D5066BE5901E}"/>
              </a:ext>
            </a:extLst>
          </p:cNvPr>
          <p:cNvSpPr txBox="1"/>
          <p:nvPr/>
        </p:nvSpPr>
        <p:spPr>
          <a:xfrm>
            <a:off x="1654390" y="453747"/>
            <a:ext cx="8883221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TASK IN ARCHITECTURAL DESIGN</a:t>
            </a:r>
          </a:p>
        </p:txBody>
      </p:sp>
    </p:spTree>
    <p:extLst>
      <p:ext uri="{BB962C8B-B14F-4D97-AF65-F5344CB8AC3E}">
        <p14:creationId xmlns:p14="http://schemas.microsoft.com/office/powerpoint/2010/main" val="261219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ATTRIBUTES, STAKEHOLDER CONCERNED</a:t>
            </a:r>
            <a:endParaRPr sz="2500" dirty="0"/>
          </a:p>
        </p:txBody>
      </p: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pic>
        <p:nvPicPr>
          <p:cNvPr id="4" name="Picture 4" descr="UTMSPACE">
            <a:extLst>
              <a:ext uri="{FF2B5EF4-FFF2-40B4-BE49-F238E27FC236}">
                <a16:creationId xmlns:a16="http://schemas.microsoft.com/office/drawing/2014/main" id="{49AA1A79-6AA1-0D12-DE1A-0A265309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Google Shape;336;p11">
            <a:extLst>
              <a:ext uri="{FF2B5EF4-FFF2-40B4-BE49-F238E27FC236}">
                <a16:creationId xmlns:a16="http://schemas.microsoft.com/office/drawing/2014/main" id="{1D55BCA9-DECD-A7C1-91A1-DD3C5DB740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383483"/>
              </p:ext>
            </p:extLst>
          </p:nvPr>
        </p:nvGraphicFramePr>
        <p:xfrm>
          <a:off x="709697" y="1972566"/>
          <a:ext cx="6011143" cy="30481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09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Quality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Description</a:t>
                      </a:r>
                      <a:endParaRPr sz="1000"/>
                    </a:p>
                  </a:txBody>
                  <a:tcPr marL="91450" marR="91450" marT="45725" marB="45725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Usability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degree of complexity involved when learning or using the system.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Modifiability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/>
                        <a:t>The degree of complexity involved when changing the system to fit current or future needs. 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Security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system’s ability to protect and defend its information or information system. 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Performance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system’s capacity to accomplish useful work under time and resource constraints. 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Reliability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system’s failure rate.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Portability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degree of complexity involved when adapting the system to other software or hardware environments. 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Testability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degree of complexity involved when verifying and validating the system’s required functions.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Availability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system’s uptime.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Interoperability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The system’s ability to collaborate with other software or hardware systems.</a:t>
                      </a:r>
                      <a:endParaRPr sz="1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Google Shape;384;p14">
            <a:extLst>
              <a:ext uri="{FF2B5EF4-FFF2-40B4-BE49-F238E27FC236}">
                <a16:creationId xmlns:a16="http://schemas.microsoft.com/office/drawing/2014/main" id="{5B507EF0-350E-2D2A-C720-B126A0F96846}"/>
              </a:ext>
            </a:extLst>
          </p:cNvPr>
          <p:cNvSpPr txBox="1">
            <a:spLocks/>
          </p:cNvSpPr>
          <p:nvPr/>
        </p:nvSpPr>
        <p:spPr>
          <a:xfrm>
            <a:off x="7200197" y="1251422"/>
            <a:ext cx="4659571" cy="518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Tactics for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Security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Resisting Attacks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Authenticating users, Limit exposure, Limit access, only on need-to-know basis , etc.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Detecting Attacks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Intrusion detection</a:t>
            </a:r>
          </a:p>
          <a:p>
            <a:pPr marL="1143000" marR="0" lvl="2" indent="-14986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Tactics for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Testability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Event logging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Log data and operations throughout the system.  Allow testers to enable/disable this feature so  that when enabled, events are displayed in the console to give insight into the system’s operations and data.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Tactics for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Modifiability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Localize changes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Modularization, abstraction, encapsulation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Prevention of ripple effects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Encapsulation, reduce coupling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4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Tactics for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Availability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Redundancy, Task monitor, Watchdog timer , etc.</a:t>
            </a:r>
          </a:p>
          <a:p>
            <a:pPr marL="742950" marR="0" lvl="1" indent="-197167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Tactics for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Performance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27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✔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Increase computation efficiency, reduce computational overhead, introduce concurrency, etc.</a:t>
            </a:r>
          </a:p>
        </p:txBody>
      </p:sp>
    </p:spTree>
    <p:extLst>
      <p:ext uri="{BB962C8B-B14F-4D97-AF65-F5344CB8AC3E}">
        <p14:creationId xmlns:p14="http://schemas.microsoft.com/office/powerpoint/2010/main" val="353640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709696" y="551150"/>
            <a:ext cx="6559783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PROBLEM SOLVING DURING ARCHITECURE</a:t>
            </a:r>
            <a:endParaRPr sz="2500" dirty="0"/>
          </a:p>
        </p:txBody>
      </p: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4" name="Picture 4" descr="UTMSPACE">
            <a:extLst>
              <a:ext uri="{FF2B5EF4-FFF2-40B4-BE49-F238E27FC236}">
                <a16:creationId xmlns:a16="http://schemas.microsoft.com/office/drawing/2014/main" id="{49AA1A79-6AA1-0D12-DE1A-0A265309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445;p18">
            <a:extLst>
              <a:ext uri="{FF2B5EF4-FFF2-40B4-BE49-F238E27FC236}">
                <a16:creationId xmlns:a16="http://schemas.microsoft.com/office/drawing/2014/main" id="{5B5CED74-06DF-4FC9-E24E-B8945453BA00}"/>
              </a:ext>
            </a:extLst>
          </p:cNvPr>
          <p:cNvGrpSpPr/>
          <p:nvPr/>
        </p:nvGrpSpPr>
        <p:grpSpPr>
          <a:xfrm>
            <a:off x="1708916" y="982017"/>
            <a:ext cx="8763000" cy="5373707"/>
            <a:chOff x="228600" y="990600"/>
            <a:chExt cx="8763000" cy="5373707"/>
          </a:xfrm>
        </p:grpSpPr>
        <p:sp>
          <p:nvSpPr>
            <p:cNvPr id="5" name="Google Shape;446;p18">
              <a:extLst>
                <a:ext uri="{FF2B5EF4-FFF2-40B4-BE49-F238E27FC236}">
                  <a16:creationId xmlns:a16="http://schemas.microsoft.com/office/drawing/2014/main" id="{D3CD859A-E1CB-9954-A89A-03C37380989B}"/>
                </a:ext>
              </a:extLst>
            </p:cNvPr>
            <p:cNvSpPr/>
            <p:nvPr/>
          </p:nvSpPr>
          <p:spPr>
            <a:xfrm>
              <a:off x="2743200" y="3048000"/>
              <a:ext cx="3581400" cy="2286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447;p18">
              <a:extLst>
                <a:ext uri="{FF2B5EF4-FFF2-40B4-BE49-F238E27FC236}">
                  <a16:creationId xmlns:a16="http://schemas.microsoft.com/office/drawing/2014/main" id="{AD2E5047-1E41-552B-98BE-53D4FB6D72AE}"/>
                </a:ext>
              </a:extLst>
            </p:cNvPr>
            <p:cNvSpPr/>
            <p:nvPr/>
          </p:nvSpPr>
          <p:spPr>
            <a:xfrm>
              <a:off x="4019550" y="3297767"/>
              <a:ext cx="988541" cy="3217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Evaluate Constraints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" name="Google Shape;448;p18">
              <a:extLst>
                <a:ext uri="{FF2B5EF4-FFF2-40B4-BE49-F238E27FC236}">
                  <a16:creationId xmlns:a16="http://schemas.microsoft.com/office/drawing/2014/main" id="{77A71876-F4FE-BF3C-9F7D-7663A86BE10A}"/>
                </a:ext>
              </a:extLst>
            </p:cNvPr>
            <p:cNvSpPr/>
            <p:nvPr/>
          </p:nvSpPr>
          <p:spPr>
            <a:xfrm>
              <a:off x="4021609" y="4381500"/>
              <a:ext cx="988541" cy="3217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Architectural Design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" name="Google Shape;449;p18">
              <a:extLst>
                <a:ext uri="{FF2B5EF4-FFF2-40B4-BE49-F238E27FC236}">
                  <a16:creationId xmlns:a16="http://schemas.microsoft.com/office/drawing/2014/main" id="{574286A0-BE0F-6A21-48EB-1D47E088DBD5}"/>
                </a:ext>
              </a:extLst>
            </p:cNvPr>
            <p:cNvSpPr/>
            <p:nvPr/>
          </p:nvSpPr>
          <p:spPr>
            <a:xfrm>
              <a:off x="2954809" y="3848100"/>
              <a:ext cx="836141" cy="3217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Interpret Problem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Google Shape;450;p18">
              <a:extLst>
                <a:ext uri="{FF2B5EF4-FFF2-40B4-BE49-F238E27FC236}">
                  <a16:creationId xmlns:a16="http://schemas.microsoft.com/office/drawing/2014/main" id="{529CE899-7744-4F2A-85AF-3F2983905911}"/>
                </a:ext>
              </a:extLst>
            </p:cNvPr>
            <p:cNvSpPr/>
            <p:nvPr/>
          </p:nvSpPr>
          <p:spPr>
            <a:xfrm>
              <a:off x="5240808" y="3848100"/>
              <a:ext cx="836141" cy="3217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Evaluate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" name="Google Shape;451;p18">
              <a:extLst>
                <a:ext uri="{FF2B5EF4-FFF2-40B4-BE49-F238E27FC236}">
                  <a16:creationId xmlns:a16="http://schemas.microsoft.com/office/drawing/2014/main" id="{B1BBA23C-3078-8E43-FC55-702D6DAF1E8C}"/>
                </a:ext>
              </a:extLst>
            </p:cNvPr>
            <p:cNvCxnSpPr>
              <a:stCxn id="8" idx="0"/>
              <a:endCxn id="6" idx="1"/>
            </p:cNvCxnSpPr>
            <p:nvPr/>
          </p:nvCxnSpPr>
          <p:spPr>
            <a:xfrm rot="-5400000">
              <a:off x="3501579" y="3330000"/>
              <a:ext cx="389400" cy="64680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" name="Google Shape;452;p18">
              <a:extLst>
                <a:ext uri="{FF2B5EF4-FFF2-40B4-BE49-F238E27FC236}">
                  <a16:creationId xmlns:a16="http://schemas.microsoft.com/office/drawing/2014/main" id="{583B92F0-BA71-89E3-8270-0BF85BAC04B4}"/>
                </a:ext>
              </a:extLst>
            </p:cNvPr>
            <p:cNvCxnSpPr>
              <a:stCxn id="24" idx="1"/>
              <a:endCxn id="8" idx="3"/>
            </p:cNvCxnSpPr>
            <p:nvPr/>
          </p:nvCxnSpPr>
          <p:spPr>
            <a:xfrm rot="10800000">
              <a:off x="3790950" y="4008967"/>
              <a:ext cx="2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2" name="Google Shape;454;p18">
              <a:extLst>
                <a:ext uri="{FF2B5EF4-FFF2-40B4-BE49-F238E27FC236}">
                  <a16:creationId xmlns:a16="http://schemas.microsoft.com/office/drawing/2014/main" id="{8872C7C9-1253-C926-5DF3-C2AC38C56A42}"/>
                </a:ext>
              </a:extLst>
            </p:cNvPr>
            <p:cNvCxnSpPr>
              <a:stCxn id="9" idx="1"/>
              <a:endCxn id="24" idx="3"/>
            </p:cNvCxnSpPr>
            <p:nvPr/>
          </p:nvCxnSpPr>
          <p:spPr>
            <a:xfrm flipH="1">
              <a:off x="5008008" y="4008967"/>
              <a:ext cx="232800" cy="6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" name="Google Shape;455;p18">
              <a:extLst>
                <a:ext uri="{FF2B5EF4-FFF2-40B4-BE49-F238E27FC236}">
                  <a16:creationId xmlns:a16="http://schemas.microsoft.com/office/drawing/2014/main" id="{00FC904B-ED67-F074-FA20-5E19CAB3FEFF}"/>
                </a:ext>
              </a:extLst>
            </p:cNvPr>
            <p:cNvSpPr/>
            <p:nvPr/>
          </p:nvSpPr>
          <p:spPr>
            <a:xfrm rot="10800000">
              <a:off x="6553200" y="36957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56;p18">
              <a:extLst>
                <a:ext uri="{FF2B5EF4-FFF2-40B4-BE49-F238E27FC236}">
                  <a16:creationId xmlns:a16="http://schemas.microsoft.com/office/drawing/2014/main" id="{4B02BB08-7B29-869C-5CEE-5C6180D45873}"/>
                </a:ext>
              </a:extLst>
            </p:cNvPr>
            <p:cNvSpPr/>
            <p:nvPr/>
          </p:nvSpPr>
          <p:spPr>
            <a:xfrm rot="10800000">
              <a:off x="6781800" y="39243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57;p18">
              <a:extLst>
                <a:ext uri="{FF2B5EF4-FFF2-40B4-BE49-F238E27FC236}">
                  <a16:creationId xmlns:a16="http://schemas.microsoft.com/office/drawing/2014/main" id="{87E35992-8F1F-DE8B-B6D9-6CBEF84E59B2}"/>
                </a:ext>
              </a:extLst>
            </p:cNvPr>
            <p:cNvSpPr/>
            <p:nvPr/>
          </p:nvSpPr>
          <p:spPr>
            <a:xfrm rot="10800000">
              <a:off x="6553200" y="41529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" name="Google Shape;458;p18">
              <a:extLst>
                <a:ext uri="{FF2B5EF4-FFF2-40B4-BE49-F238E27FC236}">
                  <a16:creationId xmlns:a16="http://schemas.microsoft.com/office/drawing/2014/main" id="{45971C9D-8859-54D6-0D31-3040A7C5B845}"/>
                </a:ext>
              </a:extLst>
            </p:cNvPr>
            <p:cNvCxnSpPr>
              <a:stCxn id="7" idx="3"/>
              <a:endCxn id="9" idx="2"/>
            </p:cNvCxnSpPr>
            <p:nvPr/>
          </p:nvCxnSpPr>
          <p:spPr>
            <a:xfrm rot="10800000" flipH="1">
              <a:off x="5010150" y="4169767"/>
              <a:ext cx="648600" cy="37260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7" name="Google Shape;459;p18">
              <a:extLst>
                <a:ext uri="{FF2B5EF4-FFF2-40B4-BE49-F238E27FC236}">
                  <a16:creationId xmlns:a16="http://schemas.microsoft.com/office/drawing/2014/main" id="{39416A85-961A-6AA8-D008-90F1FCFBEB69}"/>
                </a:ext>
              </a:extLst>
            </p:cNvPr>
            <p:cNvSpPr/>
            <p:nvPr/>
          </p:nvSpPr>
          <p:spPr>
            <a:xfrm rot="10800000">
              <a:off x="2286000" y="36957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0;p18">
              <a:extLst>
                <a:ext uri="{FF2B5EF4-FFF2-40B4-BE49-F238E27FC236}">
                  <a16:creationId xmlns:a16="http://schemas.microsoft.com/office/drawing/2014/main" id="{60587477-FF15-2103-1F35-8FF6E99A2B83}"/>
                </a:ext>
              </a:extLst>
            </p:cNvPr>
            <p:cNvSpPr/>
            <p:nvPr/>
          </p:nvSpPr>
          <p:spPr>
            <a:xfrm rot="10800000">
              <a:off x="2057400" y="39243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61;p18">
              <a:extLst>
                <a:ext uri="{FF2B5EF4-FFF2-40B4-BE49-F238E27FC236}">
                  <a16:creationId xmlns:a16="http://schemas.microsoft.com/office/drawing/2014/main" id="{D69FC519-5CCD-BC0F-1766-080D03189F1D}"/>
                </a:ext>
              </a:extLst>
            </p:cNvPr>
            <p:cNvSpPr/>
            <p:nvPr/>
          </p:nvSpPr>
          <p:spPr>
            <a:xfrm rot="10800000">
              <a:off x="2286000" y="41529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" name="Google Shape;462;p18">
              <a:extLst>
                <a:ext uri="{FF2B5EF4-FFF2-40B4-BE49-F238E27FC236}">
                  <a16:creationId xmlns:a16="http://schemas.microsoft.com/office/drawing/2014/main" id="{86567361-4EF8-09A3-C959-BCFDB50A88EB}"/>
                </a:ext>
              </a:extLst>
            </p:cNvPr>
            <p:cNvCxnSpPr/>
            <p:nvPr/>
          </p:nvCxnSpPr>
          <p:spPr>
            <a:xfrm rot="5400000">
              <a:off x="4248944" y="3009900"/>
              <a:ext cx="532606" cy="79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oval" w="med" len="med"/>
              <a:tailEnd type="stealth" w="med" len="med"/>
            </a:ln>
          </p:spPr>
        </p:cxnSp>
        <p:sp>
          <p:nvSpPr>
            <p:cNvPr id="21" name="Google Shape;463;p18">
              <a:extLst>
                <a:ext uri="{FF2B5EF4-FFF2-40B4-BE49-F238E27FC236}">
                  <a16:creationId xmlns:a16="http://schemas.microsoft.com/office/drawing/2014/main" id="{F2279AFB-D391-9825-1E06-9426E04DD3DD}"/>
                </a:ext>
              </a:extLst>
            </p:cNvPr>
            <p:cNvSpPr/>
            <p:nvPr/>
          </p:nvSpPr>
          <p:spPr>
            <a:xfrm rot="10800000">
              <a:off x="4648778" y="27432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464;p18">
              <a:extLst>
                <a:ext uri="{FF2B5EF4-FFF2-40B4-BE49-F238E27FC236}">
                  <a16:creationId xmlns:a16="http://schemas.microsoft.com/office/drawing/2014/main" id="{B4BA207B-7AB5-68B8-2B9A-EAEA040B0BE6}"/>
                </a:ext>
              </a:extLst>
            </p:cNvPr>
            <p:cNvSpPr/>
            <p:nvPr/>
          </p:nvSpPr>
          <p:spPr>
            <a:xfrm rot="10800000">
              <a:off x="4420178" y="24384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65;p18">
              <a:extLst>
                <a:ext uri="{FF2B5EF4-FFF2-40B4-BE49-F238E27FC236}">
                  <a16:creationId xmlns:a16="http://schemas.microsoft.com/office/drawing/2014/main" id="{109FE1D8-A338-DDC8-6B82-63070A423E74}"/>
                </a:ext>
              </a:extLst>
            </p:cNvPr>
            <p:cNvSpPr/>
            <p:nvPr/>
          </p:nvSpPr>
          <p:spPr>
            <a:xfrm rot="10800000">
              <a:off x="4191578" y="2743200"/>
              <a:ext cx="152400" cy="152400"/>
            </a:xfrm>
            <a:prstGeom prst="foldedCorner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453;p18">
              <a:extLst>
                <a:ext uri="{FF2B5EF4-FFF2-40B4-BE49-F238E27FC236}">
                  <a16:creationId xmlns:a16="http://schemas.microsoft.com/office/drawing/2014/main" id="{318037CD-5DF0-FCF3-81FC-C4BF9EAA3C8F}"/>
                </a:ext>
              </a:extLst>
            </p:cNvPr>
            <p:cNvSpPr/>
            <p:nvPr/>
          </p:nvSpPr>
          <p:spPr>
            <a:xfrm>
              <a:off x="4019550" y="3848100"/>
              <a:ext cx="988541" cy="3217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Collaborative Brainstorming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" name="Google Shape;466;p18">
              <a:extLst>
                <a:ext uri="{FF2B5EF4-FFF2-40B4-BE49-F238E27FC236}">
                  <a16:creationId xmlns:a16="http://schemas.microsoft.com/office/drawing/2014/main" id="{06E806FD-E610-45CF-9644-D23DE2062575}"/>
                </a:ext>
              </a:extLst>
            </p:cNvPr>
            <p:cNvSpPr/>
            <p:nvPr/>
          </p:nvSpPr>
          <p:spPr>
            <a:xfrm>
              <a:off x="5238750" y="3297767"/>
              <a:ext cx="838200" cy="3217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" name="Google Shape;467;p18">
              <a:extLst>
                <a:ext uri="{FF2B5EF4-FFF2-40B4-BE49-F238E27FC236}">
                  <a16:creationId xmlns:a16="http://schemas.microsoft.com/office/drawing/2014/main" id="{E90EC01B-0D47-1683-C7B5-A9555785CEC0}"/>
                </a:ext>
              </a:extLst>
            </p:cNvPr>
            <p:cNvCxnSpPr>
              <a:stCxn id="24" idx="2"/>
              <a:endCxn id="7" idx="0"/>
            </p:cNvCxnSpPr>
            <p:nvPr/>
          </p:nvCxnSpPr>
          <p:spPr>
            <a:xfrm>
              <a:off x="4513821" y="4169833"/>
              <a:ext cx="2100" cy="21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" name="Google Shape;468;p18">
              <a:extLst>
                <a:ext uri="{FF2B5EF4-FFF2-40B4-BE49-F238E27FC236}">
                  <a16:creationId xmlns:a16="http://schemas.microsoft.com/office/drawing/2014/main" id="{4982820E-21D2-A846-2823-5E8794766DA6}"/>
                </a:ext>
              </a:extLst>
            </p:cNvPr>
            <p:cNvCxnSpPr>
              <a:stCxn id="6" idx="2"/>
              <a:endCxn id="24" idx="0"/>
            </p:cNvCxnSpPr>
            <p:nvPr/>
          </p:nvCxnSpPr>
          <p:spPr>
            <a:xfrm>
              <a:off x="4513821" y="3619500"/>
              <a:ext cx="0" cy="228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8" name="Google Shape;469;p18">
              <a:extLst>
                <a:ext uri="{FF2B5EF4-FFF2-40B4-BE49-F238E27FC236}">
                  <a16:creationId xmlns:a16="http://schemas.microsoft.com/office/drawing/2014/main" id="{AF059AAE-DF38-4751-C1B6-9CD15BBE1AC9}"/>
                </a:ext>
              </a:extLst>
            </p:cNvPr>
            <p:cNvCxnSpPr>
              <a:stCxn id="25" idx="2"/>
              <a:endCxn id="9" idx="0"/>
            </p:cNvCxnSpPr>
            <p:nvPr/>
          </p:nvCxnSpPr>
          <p:spPr>
            <a:xfrm>
              <a:off x="5657850" y="3619500"/>
              <a:ext cx="900" cy="228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" name="Google Shape;470;p18">
              <a:extLst>
                <a:ext uri="{FF2B5EF4-FFF2-40B4-BE49-F238E27FC236}">
                  <a16:creationId xmlns:a16="http://schemas.microsoft.com/office/drawing/2014/main" id="{C276996A-5320-D4C9-7F88-8B5F00D2601B}"/>
                </a:ext>
              </a:extLst>
            </p:cNvPr>
            <p:cNvCxnSpPr/>
            <p:nvPr/>
          </p:nvCxnSpPr>
          <p:spPr>
            <a:xfrm>
              <a:off x="2324100" y="4000500"/>
              <a:ext cx="609600" cy="15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oval" w="med" len="med"/>
              <a:tailEnd type="stealth" w="med" len="med"/>
            </a:ln>
          </p:spPr>
        </p:cxnSp>
        <p:cxnSp>
          <p:nvCxnSpPr>
            <p:cNvPr id="30" name="Google Shape;471;p18">
              <a:extLst>
                <a:ext uri="{FF2B5EF4-FFF2-40B4-BE49-F238E27FC236}">
                  <a16:creationId xmlns:a16="http://schemas.microsoft.com/office/drawing/2014/main" id="{8BEB6B5C-F6E0-5FE5-F6B3-267C4CA01D3A}"/>
                </a:ext>
              </a:extLst>
            </p:cNvPr>
            <p:cNvCxnSpPr/>
            <p:nvPr/>
          </p:nvCxnSpPr>
          <p:spPr>
            <a:xfrm>
              <a:off x="6086475" y="4017962"/>
              <a:ext cx="609600" cy="15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cxnSp>
          <p:nvCxnSpPr>
            <p:cNvPr id="31" name="Google Shape;472;p18">
              <a:extLst>
                <a:ext uri="{FF2B5EF4-FFF2-40B4-BE49-F238E27FC236}">
                  <a16:creationId xmlns:a16="http://schemas.microsoft.com/office/drawing/2014/main" id="{770CD622-FBF6-C04E-E206-36EC97FD8225}"/>
                </a:ext>
              </a:extLst>
            </p:cNvPr>
            <p:cNvCxnSpPr/>
            <p:nvPr/>
          </p:nvCxnSpPr>
          <p:spPr>
            <a:xfrm rot="-5400000" flipH="1">
              <a:off x="5753615" y="3733286"/>
              <a:ext cx="228600" cy="102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sp>
          <p:nvSpPr>
            <p:cNvPr id="32" name="Google Shape;473;p18">
              <a:extLst>
                <a:ext uri="{FF2B5EF4-FFF2-40B4-BE49-F238E27FC236}">
                  <a16:creationId xmlns:a16="http://schemas.microsoft.com/office/drawing/2014/main" id="{3930FD58-2E9A-E2F4-65AF-2D5B5A7DCFD5}"/>
                </a:ext>
              </a:extLst>
            </p:cNvPr>
            <p:cNvSpPr/>
            <p:nvPr/>
          </p:nvSpPr>
          <p:spPr>
            <a:xfrm>
              <a:off x="2971800" y="4876800"/>
              <a:ext cx="8382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Resources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474;p18">
              <a:extLst>
                <a:ext uri="{FF2B5EF4-FFF2-40B4-BE49-F238E27FC236}">
                  <a16:creationId xmlns:a16="http://schemas.microsoft.com/office/drawing/2014/main" id="{B6AA4417-B946-E066-0C76-A5DAFB4C2830}"/>
                </a:ext>
              </a:extLst>
            </p:cNvPr>
            <p:cNvSpPr/>
            <p:nvPr/>
          </p:nvSpPr>
          <p:spPr>
            <a:xfrm>
              <a:off x="4114800" y="4876800"/>
              <a:ext cx="8382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Activities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475;p18">
              <a:extLst>
                <a:ext uri="{FF2B5EF4-FFF2-40B4-BE49-F238E27FC236}">
                  <a16:creationId xmlns:a16="http://schemas.microsoft.com/office/drawing/2014/main" id="{7F28E6E2-2EB0-E5AB-AAA7-9B7363A1AD2E}"/>
                </a:ext>
              </a:extLst>
            </p:cNvPr>
            <p:cNvSpPr/>
            <p:nvPr/>
          </p:nvSpPr>
          <p:spPr>
            <a:xfrm>
              <a:off x="5257800" y="4876800"/>
              <a:ext cx="8382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" name="Google Shape;476;p18">
              <a:extLst>
                <a:ext uri="{FF2B5EF4-FFF2-40B4-BE49-F238E27FC236}">
                  <a16:creationId xmlns:a16="http://schemas.microsoft.com/office/drawing/2014/main" id="{0049256B-AF37-B443-9FC0-F4C6447195C4}"/>
                </a:ext>
              </a:extLst>
            </p:cNvPr>
            <p:cNvSpPr txBox="1"/>
            <p:nvPr/>
          </p:nvSpPr>
          <p:spPr>
            <a:xfrm>
              <a:off x="3876675" y="1828800"/>
              <a:ext cx="1303562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Schedule Constraints,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Constraints,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Quality Constraints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" name="Google Shape;477;p18">
              <a:extLst>
                <a:ext uri="{FF2B5EF4-FFF2-40B4-BE49-F238E27FC236}">
                  <a16:creationId xmlns:a16="http://schemas.microsoft.com/office/drawing/2014/main" id="{60F4147A-BD45-61E7-F985-EEABD644B5A7}"/>
                </a:ext>
              </a:extLst>
            </p:cNvPr>
            <p:cNvSpPr txBox="1"/>
            <p:nvPr/>
          </p:nvSpPr>
          <p:spPr>
            <a:xfrm>
              <a:off x="1676400" y="3048000"/>
              <a:ext cx="930063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Requirements,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Goals,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Scenarios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" name="Google Shape;478;p18">
              <a:extLst>
                <a:ext uri="{FF2B5EF4-FFF2-40B4-BE49-F238E27FC236}">
                  <a16:creationId xmlns:a16="http://schemas.microsoft.com/office/drawing/2014/main" id="{4ECAEC8E-0241-6DDC-DD91-52D1AE516A47}"/>
                </a:ext>
              </a:extLst>
            </p:cNvPr>
            <p:cNvSpPr txBox="1"/>
            <p:nvPr/>
          </p:nvSpPr>
          <p:spPr>
            <a:xfrm>
              <a:off x="6324600" y="3257490"/>
              <a:ext cx="1371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Architectural Designs,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Documentation</a:t>
              </a:r>
              <a:endParaRPr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" name="Google Shape;479;p18">
              <a:extLst>
                <a:ext uri="{FF2B5EF4-FFF2-40B4-BE49-F238E27FC236}">
                  <a16:creationId xmlns:a16="http://schemas.microsoft.com/office/drawing/2014/main" id="{441D745D-2D45-4B0D-9C94-A6B536FED473}"/>
                </a:ext>
              </a:extLst>
            </p:cNvPr>
            <p:cNvSpPr txBox="1"/>
            <p:nvPr/>
          </p:nvSpPr>
          <p:spPr>
            <a:xfrm>
              <a:off x="381000" y="2133600"/>
              <a:ext cx="2209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These define the problem  and product constraints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39" name="Google Shape;480;p18">
              <a:extLst>
                <a:ext uri="{FF2B5EF4-FFF2-40B4-BE49-F238E27FC236}">
                  <a16:creationId xmlns:a16="http://schemas.microsoft.com/office/drawing/2014/main" id="{433BC3DD-3313-4F79-EBE8-8A89319D284A}"/>
                </a:ext>
              </a:extLst>
            </p:cNvPr>
            <p:cNvSpPr/>
            <p:nvPr/>
          </p:nvSpPr>
          <p:spPr>
            <a:xfrm rot="-9336025">
              <a:off x="1611656" y="2676951"/>
              <a:ext cx="283961" cy="323678"/>
            </a:xfrm>
            <a:custGeom>
              <a:avLst/>
              <a:gdLst/>
              <a:ahLst/>
              <a:cxnLst/>
              <a:rect l="l" t="t" r="r" b="b"/>
              <a:pathLst>
                <a:path w="619125" h="400050" extrusionOk="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81;p18">
              <a:extLst>
                <a:ext uri="{FF2B5EF4-FFF2-40B4-BE49-F238E27FC236}">
                  <a16:creationId xmlns:a16="http://schemas.microsoft.com/office/drawing/2014/main" id="{E715C286-3610-77CA-CBFF-0F971D60A6C5}"/>
                </a:ext>
              </a:extLst>
            </p:cNvPr>
            <p:cNvSpPr txBox="1"/>
            <p:nvPr/>
          </p:nvSpPr>
          <p:spPr>
            <a:xfrm>
              <a:off x="228600" y="4572000"/>
              <a:ext cx="25146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Unfortunately, these are rarely complete on the first shot!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41" name="Google Shape;482;p18">
              <a:extLst>
                <a:ext uri="{FF2B5EF4-FFF2-40B4-BE49-F238E27FC236}">
                  <a16:creationId xmlns:a16="http://schemas.microsoft.com/office/drawing/2014/main" id="{D07F28DD-E485-F126-E5C5-E7D417384D4B}"/>
                </a:ext>
              </a:extLst>
            </p:cNvPr>
            <p:cNvSpPr/>
            <p:nvPr/>
          </p:nvSpPr>
          <p:spPr>
            <a:xfrm rot="4832806">
              <a:off x="1869781" y="4271995"/>
              <a:ext cx="283961" cy="323678"/>
            </a:xfrm>
            <a:custGeom>
              <a:avLst/>
              <a:gdLst/>
              <a:ahLst/>
              <a:cxnLst/>
              <a:rect l="l" t="t" r="r" b="b"/>
              <a:pathLst>
                <a:path w="619125" h="400050" extrusionOk="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83;p18">
              <a:extLst>
                <a:ext uri="{FF2B5EF4-FFF2-40B4-BE49-F238E27FC236}">
                  <a16:creationId xmlns:a16="http://schemas.microsoft.com/office/drawing/2014/main" id="{E3FC0A10-D660-CB88-3952-61F2447E87DA}"/>
                </a:ext>
              </a:extLst>
            </p:cNvPr>
            <p:cNvSpPr txBox="1"/>
            <p:nvPr/>
          </p:nvSpPr>
          <p:spPr>
            <a:xfrm>
              <a:off x="2057400" y="1371600"/>
              <a:ext cx="19812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Other project related constraints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43" name="Google Shape;484;p18">
              <a:extLst>
                <a:ext uri="{FF2B5EF4-FFF2-40B4-BE49-F238E27FC236}">
                  <a16:creationId xmlns:a16="http://schemas.microsoft.com/office/drawing/2014/main" id="{C6E8A690-B1C1-83FA-19A3-FF9D724CD1F2}"/>
                </a:ext>
              </a:extLst>
            </p:cNvPr>
            <p:cNvSpPr txBox="1"/>
            <p:nvPr/>
          </p:nvSpPr>
          <p:spPr>
            <a:xfrm>
              <a:off x="4495800" y="1219200"/>
              <a:ext cx="41910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For example, we will reuse our home-grown class framework to leverage our expertise and develop faster!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44" name="Google Shape;485;p18">
              <a:extLst>
                <a:ext uri="{FF2B5EF4-FFF2-40B4-BE49-F238E27FC236}">
                  <a16:creationId xmlns:a16="http://schemas.microsoft.com/office/drawing/2014/main" id="{FB8560D2-EFA2-FF75-03F1-376D07211EE1}"/>
                </a:ext>
              </a:extLst>
            </p:cNvPr>
            <p:cNvSpPr/>
            <p:nvPr/>
          </p:nvSpPr>
          <p:spPr>
            <a:xfrm rot="10449316">
              <a:off x="3594295" y="1764568"/>
              <a:ext cx="248635" cy="265959"/>
            </a:xfrm>
            <a:custGeom>
              <a:avLst/>
              <a:gdLst/>
              <a:ahLst/>
              <a:cxnLst/>
              <a:rect l="l" t="t" r="r" b="b"/>
              <a:pathLst>
                <a:path w="485775" h="314325" extrusionOk="0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86;p18">
              <a:extLst>
                <a:ext uri="{FF2B5EF4-FFF2-40B4-BE49-F238E27FC236}">
                  <a16:creationId xmlns:a16="http://schemas.microsoft.com/office/drawing/2014/main" id="{021C9087-75EB-2E5B-23B0-794E38BACE45}"/>
                </a:ext>
              </a:extLst>
            </p:cNvPr>
            <p:cNvSpPr/>
            <p:nvPr/>
          </p:nvSpPr>
          <p:spPr>
            <a:xfrm rot="-2420834">
              <a:off x="3425076" y="1341452"/>
              <a:ext cx="1447800" cy="990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87;p18">
              <a:extLst>
                <a:ext uri="{FF2B5EF4-FFF2-40B4-BE49-F238E27FC236}">
                  <a16:creationId xmlns:a16="http://schemas.microsoft.com/office/drawing/2014/main" id="{8617BDE6-0054-74B5-2D60-3BA48C3720E3}"/>
                </a:ext>
              </a:extLst>
            </p:cNvPr>
            <p:cNvSpPr txBox="1"/>
            <p:nvPr/>
          </p:nvSpPr>
          <p:spPr>
            <a:xfrm>
              <a:off x="5791200" y="1828800"/>
              <a:ext cx="32004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Another example, we will buy and integrate xyz library into our product instead of developing it ourselves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47" name="Google Shape;488;p18">
              <a:extLst>
                <a:ext uri="{FF2B5EF4-FFF2-40B4-BE49-F238E27FC236}">
                  <a16:creationId xmlns:a16="http://schemas.microsoft.com/office/drawing/2014/main" id="{D1293E5A-3131-54AF-2B24-C7B737397FD1}"/>
                </a:ext>
              </a:extLst>
            </p:cNvPr>
            <p:cNvSpPr/>
            <p:nvPr/>
          </p:nvSpPr>
          <p:spPr>
            <a:xfrm rot="-9336025">
              <a:off x="8436174" y="1415797"/>
              <a:ext cx="283961" cy="323678"/>
            </a:xfrm>
            <a:custGeom>
              <a:avLst/>
              <a:gdLst/>
              <a:ahLst/>
              <a:cxnLst/>
              <a:rect l="l" t="t" r="r" b="b"/>
              <a:pathLst>
                <a:path w="619125" h="400050" extrusionOk="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9;p18">
              <a:extLst>
                <a:ext uri="{FF2B5EF4-FFF2-40B4-BE49-F238E27FC236}">
                  <a16:creationId xmlns:a16="http://schemas.microsoft.com/office/drawing/2014/main" id="{66AC809D-C9A4-1581-5546-A7B76D857E78}"/>
                </a:ext>
              </a:extLst>
            </p:cNvPr>
            <p:cNvSpPr txBox="1"/>
            <p:nvPr/>
          </p:nvSpPr>
          <p:spPr>
            <a:xfrm>
              <a:off x="838200" y="5334000"/>
              <a:ext cx="17526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Development team, modeling software, IDEs, hardware, etc.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49" name="Google Shape;490;p18">
              <a:extLst>
                <a:ext uri="{FF2B5EF4-FFF2-40B4-BE49-F238E27FC236}">
                  <a16:creationId xmlns:a16="http://schemas.microsoft.com/office/drawing/2014/main" id="{C9B28261-0289-C8AF-8AF0-29449D5AE178}"/>
                </a:ext>
              </a:extLst>
            </p:cNvPr>
            <p:cNvSpPr/>
            <p:nvPr/>
          </p:nvSpPr>
          <p:spPr>
            <a:xfrm rot="5689885">
              <a:off x="2555889" y="5014611"/>
              <a:ext cx="283961" cy="507254"/>
            </a:xfrm>
            <a:custGeom>
              <a:avLst/>
              <a:gdLst/>
              <a:ahLst/>
              <a:cxnLst/>
              <a:rect l="l" t="t" r="r" b="b"/>
              <a:pathLst>
                <a:path w="619125" h="400050" extrusionOk="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491;p18">
              <a:extLst>
                <a:ext uri="{FF2B5EF4-FFF2-40B4-BE49-F238E27FC236}">
                  <a16:creationId xmlns:a16="http://schemas.microsoft.com/office/drawing/2014/main" id="{13DF4818-ECDF-662D-921E-629CD81FDD8D}"/>
                </a:ext>
              </a:extLst>
            </p:cNvPr>
            <p:cNvSpPr txBox="1"/>
            <p:nvPr/>
          </p:nvSpPr>
          <p:spPr>
            <a:xfrm>
              <a:off x="2514600" y="5410200"/>
              <a:ext cx="21336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Tasks performed to process the requirements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Example: Design Review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51" name="Google Shape;492;p18">
              <a:extLst>
                <a:ext uri="{FF2B5EF4-FFF2-40B4-BE49-F238E27FC236}">
                  <a16:creationId xmlns:a16="http://schemas.microsoft.com/office/drawing/2014/main" id="{7F5E8ABA-6EB9-2A5E-EC56-C1C6608FA2DD}"/>
                </a:ext>
              </a:extLst>
            </p:cNvPr>
            <p:cNvSpPr txBox="1"/>
            <p:nvPr/>
          </p:nvSpPr>
          <p:spPr>
            <a:xfrm>
              <a:off x="4495800" y="5410200"/>
              <a:ext cx="1752600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These dictate  how, when, and where activities are performed!</a:t>
              </a:r>
              <a:endParaRPr sz="1400" b="1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52" name="Google Shape;493;p18">
              <a:extLst>
                <a:ext uri="{FF2B5EF4-FFF2-40B4-BE49-F238E27FC236}">
                  <a16:creationId xmlns:a16="http://schemas.microsoft.com/office/drawing/2014/main" id="{A1735336-CA96-C6DE-7E23-732BCB2029AB}"/>
                </a:ext>
              </a:extLst>
            </p:cNvPr>
            <p:cNvSpPr/>
            <p:nvPr/>
          </p:nvSpPr>
          <p:spPr>
            <a:xfrm rot="5400000">
              <a:off x="4161561" y="5287238"/>
              <a:ext cx="477235" cy="265959"/>
            </a:xfrm>
            <a:custGeom>
              <a:avLst/>
              <a:gdLst/>
              <a:ahLst/>
              <a:cxnLst/>
              <a:rect l="l" t="t" r="r" b="b"/>
              <a:pathLst>
                <a:path w="485775" h="314325" extrusionOk="0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494;p18">
              <a:extLst>
                <a:ext uri="{FF2B5EF4-FFF2-40B4-BE49-F238E27FC236}">
                  <a16:creationId xmlns:a16="http://schemas.microsoft.com/office/drawing/2014/main" id="{EE28208E-154A-94F3-70F6-A0A57A51A84B}"/>
                </a:ext>
              </a:extLst>
            </p:cNvPr>
            <p:cNvSpPr/>
            <p:nvPr/>
          </p:nvSpPr>
          <p:spPr>
            <a:xfrm rot="3520803">
              <a:off x="5841745" y="5324515"/>
              <a:ext cx="430911" cy="171370"/>
            </a:xfrm>
            <a:custGeom>
              <a:avLst/>
              <a:gdLst/>
              <a:ahLst/>
              <a:cxnLst/>
              <a:rect l="l" t="t" r="r" b="b"/>
              <a:pathLst>
                <a:path w="485775" h="314325" extrusionOk="0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95;p18">
              <a:extLst>
                <a:ext uri="{FF2B5EF4-FFF2-40B4-BE49-F238E27FC236}">
                  <a16:creationId xmlns:a16="http://schemas.microsoft.com/office/drawing/2014/main" id="{4B4964A0-DBE1-7F69-34EA-1DE2EBCE9526}"/>
                </a:ext>
              </a:extLst>
            </p:cNvPr>
            <p:cNvSpPr/>
            <p:nvPr/>
          </p:nvSpPr>
          <p:spPr>
            <a:xfrm rot="8876206">
              <a:off x="5887815" y="6024948"/>
              <a:ext cx="492568" cy="218454"/>
            </a:xfrm>
            <a:custGeom>
              <a:avLst/>
              <a:gdLst/>
              <a:ahLst/>
              <a:cxnLst/>
              <a:rect l="l" t="t" r="r" b="b"/>
              <a:pathLst>
                <a:path w="485775" h="314325" extrusionOk="0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496;p18">
              <a:extLst>
                <a:ext uri="{FF2B5EF4-FFF2-40B4-BE49-F238E27FC236}">
                  <a16:creationId xmlns:a16="http://schemas.microsoft.com/office/drawing/2014/main" id="{58A66F5E-6F86-36F5-1289-ECB5266DD69C}"/>
                </a:ext>
              </a:extLst>
            </p:cNvPr>
            <p:cNvSpPr txBox="1"/>
            <p:nvPr/>
          </p:nvSpPr>
          <p:spPr>
            <a:xfrm>
              <a:off x="6400800" y="4495800"/>
              <a:ext cx="25908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Controls Examples: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1. Design reviews must be scheduled with one week of anticipation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2. Software Quality Assurance personnel must be present during review.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C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3. Review of material containing classified information must occur inside a vault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9814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5048388" y="1907462"/>
            <a:ext cx="1910159" cy="1089632"/>
          </a:xfrm>
          <a:custGeom>
            <a:avLst/>
            <a:gdLst/>
            <a:ahLst/>
            <a:cxnLst/>
            <a:rect l="l" t="t" r="r" b="b"/>
            <a:pathLst>
              <a:path w="757" h="432" extrusionOk="0">
                <a:moveTo>
                  <a:pt x="89" y="332"/>
                </a:moveTo>
                <a:cubicBezTo>
                  <a:pt x="122" y="432"/>
                  <a:pt x="122" y="432"/>
                  <a:pt x="122" y="432"/>
                </a:cubicBezTo>
                <a:cubicBezTo>
                  <a:pt x="195" y="377"/>
                  <a:pt x="286" y="344"/>
                  <a:pt x="384" y="344"/>
                </a:cubicBezTo>
                <a:cubicBezTo>
                  <a:pt x="469" y="344"/>
                  <a:pt x="547" y="368"/>
                  <a:pt x="614" y="410"/>
                </a:cubicBezTo>
                <a:cubicBezTo>
                  <a:pt x="699" y="347"/>
                  <a:pt x="699" y="347"/>
                  <a:pt x="699" y="347"/>
                </a:cubicBezTo>
                <a:cubicBezTo>
                  <a:pt x="757" y="68"/>
                  <a:pt x="757" y="68"/>
                  <a:pt x="757" y="68"/>
                </a:cubicBezTo>
                <a:cubicBezTo>
                  <a:pt x="467" y="0"/>
                  <a:pt x="200" y="105"/>
                  <a:pt x="0" y="278"/>
                </a:cubicBezTo>
                <a:lnTo>
                  <a:pt x="89" y="33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820760" y="1741280"/>
            <a:ext cx="895122" cy="8932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647898" y="2560863"/>
            <a:ext cx="1370065" cy="1733590"/>
          </a:xfrm>
          <a:custGeom>
            <a:avLst/>
            <a:gdLst/>
            <a:ahLst/>
            <a:cxnLst/>
            <a:rect l="l" t="t" r="r" b="b"/>
            <a:pathLst>
              <a:path w="543" h="687" extrusionOk="0">
                <a:moveTo>
                  <a:pt x="85" y="102"/>
                </a:moveTo>
                <a:cubicBezTo>
                  <a:pt x="0" y="164"/>
                  <a:pt x="0" y="164"/>
                  <a:pt x="0" y="164"/>
                </a:cubicBezTo>
                <a:cubicBezTo>
                  <a:pt x="75" y="217"/>
                  <a:pt x="134" y="293"/>
                  <a:pt x="165" y="387"/>
                </a:cubicBezTo>
                <a:cubicBezTo>
                  <a:pt x="191" y="467"/>
                  <a:pt x="192" y="549"/>
                  <a:pt x="173" y="625"/>
                </a:cubicBezTo>
                <a:cubicBezTo>
                  <a:pt x="259" y="687"/>
                  <a:pt x="259" y="687"/>
                  <a:pt x="259" y="687"/>
                </a:cubicBezTo>
                <a:cubicBezTo>
                  <a:pt x="543" y="655"/>
                  <a:pt x="543" y="655"/>
                  <a:pt x="543" y="655"/>
                </a:cubicBezTo>
                <a:cubicBezTo>
                  <a:pt x="518" y="358"/>
                  <a:pt x="336" y="137"/>
                  <a:pt x="109" y="0"/>
                </a:cubicBezTo>
                <a:lnTo>
                  <a:pt x="85" y="1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089793" y="2980098"/>
            <a:ext cx="1226543" cy="1226544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449"/>
                </a:moveTo>
                <a:cubicBezTo>
                  <a:pt x="196" y="486"/>
                  <a:pt x="74" y="423"/>
                  <a:pt x="37" y="310"/>
                </a:cubicBezTo>
                <a:cubicBezTo>
                  <a:pt x="0" y="196"/>
                  <a:pt x="62" y="74"/>
                  <a:pt x="176" y="37"/>
                </a:cubicBezTo>
                <a:cubicBezTo>
                  <a:pt x="290" y="0"/>
                  <a:pt x="412" y="62"/>
                  <a:pt x="449" y="176"/>
                </a:cubicBezTo>
                <a:cubicBezTo>
                  <a:pt x="486" y="290"/>
                  <a:pt x="423" y="412"/>
                  <a:pt x="310" y="4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27000" dist="38100" dir="108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200267" y="3090571"/>
            <a:ext cx="1001818" cy="1001819"/>
          </a:xfrm>
          <a:custGeom>
            <a:avLst/>
            <a:gdLst/>
            <a:ahLst/>
            <a:cxnLst/>
            <a:rect l="l" t="t" r="r" b="b"/>
            <a:pathLst>
              <a:path w="397" h="397" extrusionOk="0">
                <a:moveTo>
                  <a:pt x="30" y="253"/>
                </a:moveTo>
                <a:cubicBezTo>
                  <a:pt x="0" y="161"/>
                  <a:pt x="51" y="60"/>
                  <a:pt x="144" y="30"/>
                </a:cubicBezTo>
                <a:cubicBezTo>
                  <a:pt x="237" y="0"/>
                  <a:pt x="337" y="51"/>
                  <a:pt x="367" y="144"/>
                </a:cubicBezTo>
                <a:cubicBezTo>
                  <a:pt x="397" y="237"/>
                  <a:pt x="346" y="337"/>
                  <a:pt x="253" y="367"/>
                </a:cubicBezTo>
                <a:cubicBezTo>
                  <a:pt x="161" y="397"/>
                  <a:pt x="60" y="346"/>
                  <a:pt x="30" y="2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6017158" y="4199088"/>
            <a:ext cx="1531526" cy="1685435"/>
          </a:xfrm>
          <a:custGeom>
            <a:avLst/>
            <a:gdLst/>
            <a:ahLst/>
            <a:cxnLst/>
            <a:rect l="l" t="t" r="r" b="b"/>
            <a:pathLst>
              <a:path w="607" h="668" extrusionOk="0">
                <a:moveTo>
                  <a:pt x="503" y="61"/>
                </a:moveTo>
                <a:cubicBezTo>
                  <a:pt x="417" y="0"/>
                  <a:pt x="417" y="0"/>
                  <a:pt x="417" y="0"/>
                </a:cubicBezTo>
                <a:cubicBezTo>
                  <a:pt x="390" y="87"/>
                  <a:pt x="336" y="167"/>
                  <a:pt x="257" y="225"/>
                </a:cubicBezTo>
                <a:cubicBezTo>
                  <a:pt x="188" y="274"/>
                  <a:pt x="111" y="301"/>
                  <a:pt x="32" y="307"/>
                </a:cubicBezTo>
                <a:cubicBezTo>
                  <a:pt x="0" y="408"/>
                  <a:pt x="0" y="408"/>
                  <a:pt x="0" y="408"/>
                </a:cubicBezTo>
                <a:cubicBezTo>
                  <a:pt x="118" y="668"/>
                  <a:pt x="118" y="668"/>
                  <a:pt x="118" y="668"/>
                </a:cubicBezTo>
                <a:cubicBezTo>
                  <a:pt x="392" y="552"/>
                  <a:pt x="547" y="311"/>
                  <a:pt x="607" y="53"/>
                </a:cubicBezTo>
                <a:lnTo>
                  <a:pt x="503" y="6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189006" y="4369844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372"/>
                </a:moveTo>
                <a:cubicBezTo>
                  <a:pt x="0" y="276"/>
                  <a:pt x="21" y="140"/>
                  <a:pt x="118" y="70"/>
                </a:cubicBezTo>
                <a:cubicBezTo>
                  <a:pt x="215" y="0"/>
                  <a:pt x="351" y="21"/>
                  <a:pt x="421" y="118"/>
                </a:cubicBezTo>
                <a:cubicBezTo>
                  <a:pt x="491" y="215"/>
                  <a:pt x="470" y="350"/>
                  <a:pt x="373" y="420"/>
                </a:cubicBezTo>
                <a:cubicBezTo>
                  <a:pt x="276" y="491"/>
                  <a:pt x="141" y="469"/>
                  <a:pt x="70" y="372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27000" dist="38100" dir="162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302312" y="4882704"/>
            <a:ext cx="1012205" cy="1014094"/>
          </a:xfrm>
          <a:custGeom>
            <a:avLst/>
            <a:gdLst/>
            <a:ahLst/>
            <a:cxnLst/>
            <a:rect l="l" t="t" r="r" b="b"/>
            <a:pathLst>
              <a:path w="401" h="402" extrusionOk="0">
                <a:moveTo>
                  <a:pt x="96" y="58"/>
                </a:moveTo>
                <a:cubicBezTo>
                  <a:pt x="176" y="0"/>
                  <a:pt x="286" y="18"/>
                  <a:pt x="344" y="97"/>
                </a:cubicBezTo>
                <a:cubicBezTo>
                  <a:pt x="401" y="176"/>
                  <a:pt x="384" y="287"/>
                  <a:pt x="305" y="344"/>
                </a:cubicBezTo>
                <a:cubicBezTo>
                  <a:pt x="226" y="402"/>
                  <a:pt x="115" y="384"/>
                  <a:pt x="57" y="305"/>
                </a:cubicBezTo>
                <a:cubicBezTo>
                  <a:pt x="0" y="226"/>
                  <a:pt x="17" y="115"/>
                  <a:pt x="9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201421" y="4291621"/>
            <a:ext cx="1856338" cy="1236930"/>
          </a:xfrm>
          <a:custGeom>
            <a:avLst/>
            <a:gdLst/>
            <a:ahLst/>
            <a:cxnLst/>
            <a:rect l="l" t="t" r="r" b="b"/>
            <a:pathLst>
              <a:path w="736" h="490" extrusionOk="0">
                <a:moveTo>
                  <a:pt x="696" y="372"/>
                </a:moveTo>
                <a:cubicBezTo>
                  <a:pt x="728" y="271"/>
                  <a:pt x="728" y="271"/>
                  <a:pt x="728" y="271"/>
                </a:cubicBezTo>
                <a:cubicBezTo>
                  <a:pt x="636" y="272"/>
                  <a:pt x="544" y="246"/>
                  <a:pt x="464" y="188"/>
                </a:cubicBezTo>
                <a:cubicBezTo>
                  <a:pt x="396" y="138"/>
                  <a:pt x="346" y="73"/>
                  <a:pt x="317" y="0"/>
                </a:cubicBezTo>
                <a:cubicBezTo>
                  <a:pt x="211" y="1"/>
                  <a:pt x="211" y="1"/>
                  <a:pt x="211" y="1"/>
                </a:cubicBezTo>
                <a:cubicBezTo>
                  <a:pt x="0" y="193"/>
                  <a:pt x="0" y="193"/>
                  <a:pt x="0" y="193"/>
                </a:cubicBezTo>
                <a:cubicBezTo>
                  <a:pt x="195" y="418"/>
                  <a:pt x="472" y="490"/>
                  <a:pt x="736" y="468"/>
                </a:cubicBezTo>
                <a:lnTo>
                  <a:pt x="696" y="37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203310" y="4476689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118"/>
                </a:moveTo>
                <a:cubicBezTo>
                  <a:pt x="141" y="21"/>
                  <a:pt x="276" y="0"/>
                  <a:pt x="373" y="70"/>
                </a:cubicBezTo>
                <a:cubicBezTo>
                  <a:pt x="470" y="141"/>
                  <a:pt x="491" y="276"/>
                  <a:pt x="421" y="373"/>
                </a:cubicBezTo>
                <a:cubicBezTo>
                  <a:pt x="351" y="470"/>
                  <a:pt x="215" y="491"/>
                  <a:pt x="118" y="421"/>
                </a:cubicBezTo>
                <a:cubicBezTo>
                  <a:pt x="21" y="350"/>
                  <a:pt x="0" y="215"/>
                  <a:pt x="70" y="1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27000" dist="38100" dir="189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316616" y="4589995"/>
            <a:ext cx="1012205" cy="1012205"/>
          </a:xfrm>
          <a:custGeom>
            <a:avLst/>
            <a:gdLst/>
            <a:ahLst/>
            <a:cxnLst/>
            <a:rect l="l" t="t" r="r" b="b"/>
            <a:pathLst>
              <a:path w="401" h="401" extrusionOk="0">
                <a:moveTo>
                  <a:pt x="305" y="57"/>
                </a:moveTo>
                <a:cubicBezTo>
                  <a:pt x="384" y="115"/>
                  <a:pt x="401" y="226"/>
                  <a:pt x="344" y="305"/>
                </a:cubicBezTo>
                <a:cubicBezTo>
                  <a:pt x="286" y="384"/>
                  <a:pt x="175" y="401"/>
                  <a:pt x="96" y="344"/>
                </a:cubicBezTo>
                <a:cubicBezTo>
                  <a:pt x="17" y="286"/>
                  <a:pt x="0" y="175"/>
                  <a:pt x="57" y="96"/>
                </a:cubicBezTo>
                <a:cubicBezTo>
                  <a:pt x="115" y="17"/>
                  <a:pt x="226" y="0"/>
                  <a:pt x="305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210863" y="2426784"/>
            <a:ext cx="1098129" cy="1980976"/>
          </a:xfrm>
          <a:custGeom>
            <a:avLst/>
            <a:gdLst/>
            <a:ahLst/>
            <a:cxnLst/>
            <a:rect l="l" t="t" r="r" b="b"/>
            <a:pathLst>
              <a:path w="435" h="785" extrusionOk="0">
                <a:moveTo>
                  <a:pt x="199" y="717"/>
                </a:moveTo>
                <a:cubicBezTo>
                  <a:pt x="304" y="716"/>
                  <a:pt x="304" y="716"/>
                  <a:pt x="304" y="716"/>
                </a:cubicBezTo>
                <a:cubicBezTo>
                  <a:pt x="275" y="629"/>
                  <a:pt x="271" y="533"/>
                  <a:pt x="302" y="440"/>
                </a:cubicBezTo>
                <a:cubicBezTo>
                  <a:pt x="328" y="359"/>
                  <a:pt x="375" y="292"/>
                  <a:pt x="435" y="241"/>
                </a:cubicBezTo>
                <a:cubicBezTo>
                  <a:pt x="402" y="141"/>
                  <a:pt x="402" y="141"/>
                  <a:pt x="402" y="141"/>
                </a:cubicBezTo>
                <a:cubicBezTo>
                  <a:pt x="154" y="0"/>
                  <a:pt x="154" y="0"/>
                  <a:pt x="154" y="0"/>
                </a:cubicBezTo>
                <a:cubicBezTo>
                  <a:pt x="0" y="255"/>
                  <a:pt x="17" y="541"/>
                  <a:pt x="120" y="785"/>
                </a:cubicBezTo>
                <a:lnTo>
                  <a:pt x="199" y="717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875665" y="2503266"/>
            <a:ext cx="1225599" cy="1225599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37"/>
                </a:moveTo>
                <a:cubicBezTo>
                  <a:pt x="424" y="74"/>
                  <a:pt x="486" y="196"/>
                  <a:pt x="449" y="310"/>
                </a:cubicBezTo>
                <a:cubicBezTo>
                  <a:pt x="412" y="424"/>
                  <a:pt x="290" y="486"/>
                  <a:pt x="176" y="449"/>
                </a:cubicBezTo>
                <a:cubicBezTo>
                  <a:pt x="63" y="412"/>
                  <a:pt x="0" y="290"/>
                  <a:pt x="37" y="176"/>
                </a:cubicBezTo>
                <a:cubicBezTo>
                  <a:pt x="74" y="62"/>
                  <a:pt x="196" y="0"/>
                  <a:pt x="310" y="37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27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988971" y="2613740"/>
            <a:ext cx="1001818" cy="1004652"/>
          </a:xfrm>
          <a:custGeom>
            <a:avLst/>
            <a:gdLst/>
            <a:ahLst/>
            <a:cxnLst/>
            <a:rect l="l" t="t" r="r" b="b"/>
            <a:pathLst>
              <a:path w="397" h="398" extrusionOk="0">
                <a:moveTo>
                  <a:pt x="367" y="254"/>
                </a:moveTo>
                <a:cubicBezTo>
                  <a:pt x="337" y="347"/>
                  <a:pt x="236" y="398"/>
                  <a:pt x="144" y="367"/>
                </a:cubicBezTo>
                <a:cubicBezTo>
                  <a:pt x="51" y="337"/>
                  <a:pt x="0" y="237"/>
                  <a:pt x="30" y="144"/>
                </a:cubicBezTo>
                <a:cubicBezTo>
                  <a:pt x="60" y="51"/>
                  <a:pt x="160" y="0"/>
                  <a:pt x="253" y="31"/>
                </a:cubicBezTo>
                <a:cubicBezTo>
                  <a:pt x="346" y="61"/>
                  <a:pt x="397" y="161"/>
                  <a:pt x="367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142439" y="2768625"/>
            <a:ext cx="694882" cy="694882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920880" y="1840456"/>
            <a:ext cx="694882" cy="6948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353735" y="3244039"/>
            <a:ext cx="694882" cy="69488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60973" y="5042310"/>
            <a:ext cx="694882" cy="69488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475277" y="4748656"/>
            <a:ext cx="694882" cy="69488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4977409" y="2839411"/>
            <a:ext cx="2098384" cy="2100435"/>
          </a:xfrm>
          <a:custGeom>
            <a:avLst/>
            <a:gdLst/>
            <a:ahLst/>
            <a:cxnLst/>
            <a:rect l="l" t="t" r="r" b="b"/>
            <a:pathLst>
              <a:path w="1152" h="1153" extrusionOk="0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576071" y="2034926"/>
            <a:ext cx="283096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05. Monitor and Control Implementation</a:t>
            </a:r>
            <a:b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Development and monitoring. </a:t>
            </a:r>
            <a:endParaRPr dirty="0"/>
          </a:p>
        </p:txBody>
      </p:sp>
      <p:sp>
        <p:nvSpPr>
          <p:cNvPr id="259" name="Google Shape;259;p24"/>
          <p:cNvSpPr txBox="1"/>
          <p:nvPr/>
        </p:nvSpPr>
        <p:spPr>
          <a:xfrm>
            <a:off x="1051084" y="4374882"/>
            <a:ext cx="2687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04. Document the Architecture </a:t>
            </a:r>
            <a:b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Upon completion all documented and signed of. </a:t>
            </a:r>
            <a:endParaRPr dirty="0"/>
          </a:p>
        </p:txBody>
      </p:sp>
      <p:sp>
        <p:nvSpPr>
          <p:cNvPr id="260" name="Google Shape;260;p24"/>
          <p:cNvSpPr txBox="1"/>
          <p:nvPr/>
        </p:nvSpPr>
        <p:spPr>
          <a:xfrm flipH="1">
            <a:off x="7519546" y="1182950"/>
            <a:ext cx="339839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01. Understand and Evaluate Requirement</a:t>
            </a:r>
            <a:b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Elicit technique using scenarios.</a:t>
            </a:r>
            <a:b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Requirement classification, prioritization and negotiation.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Specific and Valid.</a:t>
            </a:r>
            <a:endParaRPr lang="en-US" dirty="0"/>
          </a:p>
        </p:txBody>
      </p:sp>
      <p:sp>
        <p:nvSpPr>
          <p:cNvPr id="261" name="Google Shape;261;p24"/>
          <p:cNvSpPr txBox="1"/>
          <p:nvPr/>
        </p:nvSpPr>
        <p:spPr>
          <a:xfrm flipH="1">
            <a:off x="8697317" y="3162624"/>
            <a:ext cx="2687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02. Design the Architecture</a:t>
            </a:r>
            <a:br>
              <a:rPr lang="en-US" sz="1200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Architecture, design and tech stacks. </a:t>
            </a:r>
            <a:endParaRPr dirty="0"/>
          </a:p>
        </p:txBody>
      </p:sp>
      <p:sp>
        <p:nvSpPr>
          <p:cNvPr id="262" name="Google Shape;262;p24"/>
          <p:cNvSpPr txBox="1"/>
          <p:nvPr/>
        </p:nvSpPr>
        <p:spPr>
          <a:xfrm flipH="1">
            <a:off x="7722743" y="5215459"/>
            <a:ext cx="268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03. Evaluate the Architecture</a:t>
            </a:r>
            <a:br>
              <a:rPr lang="en-US" sz="1200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Complete and matched. </a:t>
            </a:r>
            <a:endParaRPr dirty="0"/>
          </a:p>
        </p:txBody>
      </p:sp>
      <p:grpSp>
        <p:nvGrpSpPr>
          <p:cNvPr id="263" name="Google Shape;263;p24"/>
          <p:cNvGrpSpPr/>
          <p:nvPr/>
        </p:nvGrpSpPr>
        <p:grpSpPr>
          <a:xfrm>
            <a:off x="6083359" y="2040168"/>
            <a:ext cx="390337" cy="266195"/>
            <a:chOff x="6093139" y="2051320"/>
            <a:chExt cx="390337" cy="266195"/>
          </a:xfrm>
        </p:grpSpPr>
        <p:sp>
          <p:nvSpPr>
            <p:cNvPr id="264" name="Google Shape;264;p24"/>
            <p:cNvSpPr/>
            <p:nvPr/>
          </p:nvSpPr>
          <p:spPr>
            <a:xfrm>
              <a:off x="6140830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331" y="63581"/>
                  </a:moveTo>
                  <a:cubicBezTo>
                    <a:pt x="2921" y="63637"/>
                    <a:pt x="110" y="60941"/>
                    <a:pt x="53" y="57558"/>
                  </a:cubicBezTo>
                  <a:cubicBezTo>
                    <a:pt x="52" y="57524"/>
                    <a:pt x="52" y="57490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2" y="63581"/>
                    <a:pt x="6331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6223694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6117927" y="2212313"/>
              <a:ext cx="140715" cy="105150"/>
            </a:xfrm>
            <a:custGeom>
              <a:avLst/>
              <a:gdLst/>
              <a:ahLst/>
              <a:cxnLst/>
              <a:rect l="l" t="t" r="r" b="b"/>
              <a:pathLst>
                <a:path w="140715" h="105150" extrusionOk="0">
                  <a:moveTo>
                    <a:pt x="135053" y="105151"/>
                  </a:moveTo>
                  <a:lnTo>
                    <a:pt x="6279" y="105151"/>
                  </a:lnTo>
                  <a:cubicBezTo>
                    <a:pt x="2811" y="105151"/>
                    <a:pt x="0" y="102363"/>
                    <a:pt x="0" y="98924"/>
                  </a:cubicBezTo>
                  <a:lnTo>
                    <a:pt x="0" y="32056"/>
                  </a:lnTo>
                  <a:cubicBezTo>
                    <a:pt x="0" y="32056"/>
                    <a:pt x="0" y="32056"/>
                    <a:pt x="0" y="31443"/>
                  </a:cubicBezTo>
                  <a:cubicBezTo>
                    <a:pt x="1366" y="17590"/>
                    <a:pt x="11980" y="6393"/>
                    <a:pt x="25837" y="4185"/>
                  </a:cubicBezTo>
                  <a:lnTo>
                    <a:pt x="50645" y="102"/>
                  </a:lnTo>
                  <a:cubicBezTo>
                    <a:pt x="54000" y="-509"/>
                    <a:pt x="57219" y="1692"/>
                    <a:pt x="57835" y="5020"/>
                  </a:cubicBezTo>
                  <a:cubicBezTo>
                    <a:pt x="57841" y="5048"/>
                    <a:pt x="57846" y="5076"/>
                    <a:pt x="57851" y="5104"/>
                  </a:cubicBezTo>
                  <a:cubicBezTo>
                    <a:pt x="58458" y="8433"/>
                    <a:pt x="56229" y="11620"/>
                    <a:pt x="52873" y="12222"/>
                  </a:cubicBezTo>
                  <a:cubicBezTo>
                    <a:pt x="52817" y="12233"/>
                    <a:pt x="52760" y="12242"/>
                    <a:pt x="52704" y="12250"/>
                  </a:cubicBezTo>
                  <a:lnTo>
                    <a:pt x="27896" y="16436"/>
                  </a:lnTo>
                  <a:cubicBezTo>
                    <a:pt x="19585" y="17845"/>
                    <a:pt x="13281" y="24643"/>
                    <a:pt x="12558" y="32974"/>
                  </a:cubicBezTo>
                  <a:lnTo>
                    <a:pt x="12558" y="93309"/>
                  </a:lnTo>
                  <a:lnTo>
                    <a:pt x="128877" y="93309"/>
                  </a:lnTo>
                  <a:lnTo>
                    <a:pt x="128877" y="32974"/>
                  </a:lnTo>
                  <a:cubicBezTo>
                    <a:pt x="127925" y="24808"/>
                    <a:pt x="121619" y="18262"/>
                    <a:pt x="113436" y="16946"/>
                  </a:cubicBezTo>
                  <a:lnTo>
                    <a:pt x="88320" y="12557"/>
                  </a:lnTo>
                  <a:cubicBezTo>
                    <a:pt x="84937" y="11965"/>
                    <a:pt x="82679" y="8765"/>
                    <a:pt x="83276" y="5410"/>
                  </a:cubicBezTo>
                  <a:cubicBezTo>
                    <a:pt x="83873" y="2056"/>
                    <a:pt x="87099" y="-184"/>
                    <a:pt x="90481" y="408"/>
                  </a:cubicBezTo>
                  <a:lnTo>
                    <a:pt x="115289" y="4492"/>
                  </a:lnTo>
                  <a:cubicBezTo>
                    <a:pt x="128884" y="6833"/>
                    <a:pt x="139262" y="17835"/>
                    <a:pt x="140715" y="31443"/>
                  </a:cubicBezTo>
                  <a:lnTo>
                    <a:pt x="140715" y="98924"/>
                  </a:lnTo>
                  <a:cubicBezTo>
                    <a:pt x="140772" y="102306"/>
                    <a:pt x="138053" y="105094"/>
                    <a:pt x="134642" y="105150"/>
                  </a:cubicBezTo>
                  <a:cubicBezTo>
                    <a:pt x="134608" y="105151"/>
                    <a:pt x="134573" y="105151"/>
                    <a:pt x="134538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6332086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6414950" y="2253883"/>
              <a:ext cx="12559" cy="63581"/>
            </a:xfrm>
            <a:custGeom>
              <a:avLst/>
              <a:gdLst/>
              <a:ahLst/>
              <a:cxnLst/>
              <a:rect l="l" t="t" r="r" b="b"/>
              <a:pathLst>
                <a:path w="12559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6309147" y="2212313"/>
              <a:ext cx="141164" cy="105171"/>
            </a:xfrm>
            <a:custGeom>
              <a:avLst/>
              <a:gdLst/>
              <a:ahLst/>
              <a:cxnLst/>
              <a:rect l="l" t="t" r="r" b="b"/>
              <a:pathLst>
                <a:path w="141164" h="105171" extrusionOk="0">
                  <a:moveTo>
                    <a:pt x="134780" y="105151"/>
                  </a:moveTo>
                  <a:lnTo>
                    <a:pt x="6212" y="105151"/>
                  </a:lnTo>
                  <a:cubicBezTo>
                    <a:pt x="2801" y="105151"/>
                    <a:pt x="36" y="102409"/>
                    <a:pt x="35" y="99026"/>
                  </a:cubicBezTo>
                  <a:cubicBezTo>
                    <a:pt x="35" y="98992"/>
                    <a:pt x="36" y="98958"/>
                    <a:pt x="36" y="98924"/>
                  </a:cubicBezTo>
                  <a:lnTo>
                    <a:pt x="36" y="32056"/>
                  </a:lnTo>
                  <a:cubicBezTo>
                    <a:pt x="-12" y="31854"/>
                    <a:pt x="-12" y="31644"/>
                    <a:pt x="36" y="31443"/>
                  </a:cubicBezTo>
                  <a:cubicBezTo>
                    <a:pt x="1391" y="17622"/>
                    <a:pt x="11953" y="6435"/>
                    <a:pt x="25770" y="4185"/>
                  </a:cubicBezTo>
                  <a:lnTo>
                    <a:pt x="50681" y="102"/>
                  </a:lnTo>
                  <a:cubicBezTo>
                    <a:pt x="54036" y="-509"/>
                    <a:pt x="57255" y="1692"/>
                    <a:pt x="57872" y="5020"/>
                  </a:cubicBezTo>
                  <a:cubicBezTo>
                    <a:pt x="57877" y="5048"/>
                    <a:pt x="57882" y="5076"/>
                    <a:pt x="57887" y="5104"/>
                  </a:cubicBezTo>
                  <a:cubicBezTo>
                    <a:pt x="58445" y="8485"/>
                    <a:pt x="56145" y="11678"/>
                    <a:pt x="52740" y="12250"/>
                  </a:cubicBezTo>
                  <a:lnTo>
                    <a:pt x="27829" y="16436"/>
                  </a:lnTo>
                  <a:cubicBezTo>
                    <a:pt x="19536" y="17879"/>
                    <a:pt x="13249" y="24658"/>
                    <a:pt x="12491" y="32974"/>
                  </a:cubicBezTo>
                  <a:lnTo>
                    <a:pt x="12491" y="93309"/>
                  </a:lnTo>
                  <a:lnTo>
                    <a:pt x="128810" y="93309"/>
                  </a:lnTo>
                  <a:lnTo>
                    <a:pt x="128810" y="32974"/>
                  </a:lnTo>
                  <a:cubicBezTo>
                    <a:pt x="127825" y="24823"/>
                    <a:pt x="121535" y="18294"/>
                    <a:pt x="113370" y="16946"/>
                  </a:cubicBezTo>
                  <a:lnTo>
                    <a:pt x="88356" y="12557"/>
                  </a:lnTo>
                  <a:cubicBezTo>
                    <a:pt x="84993" y="11992"/>
                    <a:pt x="82728" y="8831"/>
                    <a:pt x="83297" y="5495"/>
                  </a:cubicBezTo>
                  <a:cubicBezTo>
                    <a:pt x="83302" y="5467"/>
                    <a:pt x="83307" y="5439"/>
                    <a:pt x="83312" y="5410"/>
                  </a:cubicBezTo>
                  <a:cubicBezTo>
                    <a:pt x="83825" y="2123"/>
                    <a:pt x="86928" y="-129"/>
                    <a:pt x="90243" y="379"/>
                  </a:cubicBezTo>
                  <a:cubicBezTo>
                    <a:pt x="90300" y="388"/>
                    <a:pt x="90357" y="398"/>
                    <a:pt x="90415" y="408"/>
                  </a:cubicBezTo>
                  <a:lnTo>
                    <a:pt x="115325" y="4492"/>
                  </a:lnTo>
                  <a:cubicBezTo>
                    <a:pt x="129183" y="6699"/>
                    <a:pt x="139796" y="17896"/>
                    <a:pt x="141163" y="31749"/>
                  </a:cubicBezTo>
                  <a:lnTo>
                    <a:pt x="141163" y="99230"/>
                  </a:lnTo>
                  <a:cubicBezTo>
                    <a:pt x="141204" y="100888"/>
                    <a:pt x="140530" y="102485"/>
                    <a:pt x="139310" y="103620"/>
                  </a:cubicBezTo>
                  <a:cubicBezTo>
                    <a:pt x="138081" y="104734"/>
                    <a:pt x="136439" y="105289"/>
                    <a:pt x="134780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6163255" y="2212478"/>
              <a:ext cx="50169" cy="32819"/>
            </a:xfrm>
            <a:custGeom>
              <a:avLst/>
              <a:gdLst/>
              <a:ahLst/>
              <a:cxnLst/>
              <a:rect l="l" t="t" r="r" b="b"/>
              <a:pathLst>
                <a:path w="50169" h="32819" extrusionOk="0">
                  <a:moveTo>
                    <a:pt x="24669" y="32809"/>
                  </a:moveTo>
                  <a:cubicBezTo>
                    <a:pt x="22891" y="32766"/>
                    <a:pt x="21212" y="31989"/>
                    <a:pt x="20036" y="30665"/>
                  </a:cubicBezTo>
                  <a:lnTo>
                    <a:pt x="1817" y="10248"/>
                  </a:lnTo>
                  <a:cubicBezTo>
                    <a:pt x="-600" y="7860"/>
                    <a:pt x="-606" y="3981"/>
                    <a:pt x="1801" y="1585"/>
                  </a:cubicBezTo>
                  <a:cubicBezTo>
                    <a:pt x="1806" y="1580"/>
                    <a:pt x="1811" y="1575"/>
                    <a:pt x="1817" y="1570"/>
                  </a:cubicBezTo>
                  <a:cubicBezTo>
                    <a:pt x="4405" y="-708"/>
                    <a:pt x="8364" y="-480"/>
                    <a:pt x="10669" y="2080"/>
                  </a:cubicBezTo>
                  <a:lnTo>
                    <a:pt x="24360" y="17598"/>
                  </a:lnTo>
                  <a:lnTo>
                    <a:pt x="39491" y="2183"/>
                  </a:lnTo>
                  <a:cubicBezTo>
                    <a:pt x="41870" y="-242"/>
                    <a:pt x="45781" y="-295"/>
                    <a:pt x="48225" y="2065"/>
                  </a:cubicBezTo>
                  <a:cubicBezTo>
                    <a:pt x="48265" y="2103"/>
                    <a:pt x="48305" y="2143"/>
                    <a:pt x="48344" y="2183"/>
                  </a:cubicBezTo>
                  <a:cubicBezTo>
                    <a:pt x="50778" y="4611"/>
                    <a:pt x="50778" y="8533"/>
                    <a:pt x="48344" y="10962"/>
                  </a:cubicBezTo>
                  <a:lnTo>
                    <a:pt x="28889" y="31380"/>
                  </a:lnTo>
                  <a:cubicBezTo>
                    <a:pt x="27727" y="32389"/>
                    <a:pt x="26210" y="32902"/>
                    <a:pt x="24669" y="32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6354736" y="2211923"/>
              <a:ext cx="50476" cy="30913"/>
            </a:xfrm>
            <a:custGeom>
              <a:avLst/>
              <a:gdLst/>
              <a:ahLst/>
              <a:cxnLst/>
              <a:rect l="l" t="t" r="r" b="b"/>
              <a:pathLst>
                <a:path w="50476" h="30913" extrusionOk="0">
                  <a:moveTo>
                    <a:pt x="25062" y="30914"/>
                  </a:moveTo>
                  <a:cubicBezTo>
                    <a:pt x="23449" y="30907"/>
                    <a:pt x="21901" y="30286"/>
                    <a:pt x="20738" y="29178"/>
                  </a:cubicBezTo>
                  <a:lnTo>
                    <a:pt x="1901" y="11007"/>
                  </a:lnTo>
                  <a:cubicBezTo>
                    <a:pt x="-572" y="8639"/>
                    <a:pt x="-641" y="4731"/>
                    <a:pt x="1747" y="2278"/>
                  </a:cubicBezTo>
                  <a:cubicBezTo>
                    <a:pt x="4134" y="-174"/>
                    <a:pt x="8075" y="-243"/>
                    <a:pt x="10548" y="2125"/>
                  </a:cubicBezTo>
                  <a:lnTo>
                    <a:pt x="25062" y="16111"/>
                  </a:lnTo>
                  <a:lnTo>
                    <a:pt x="39473" y="2125"/>
                  </a:lnTo>
                  <a:cubicBezTo>
                    <a:pt x="41757" y="-462"/>
                    <a:pt x="45724" y="-723"/>
                    <a:pt x="48333" y="1542"/>
                  </a:cubicBezTo>
                  <a:cubicBezTo>
                    <a:pt x="50943" y="3808"/>
                    <a:pt x="51206" y="7742"/>
                    <a:pt x="48921" y="10330"/>
                  </a:cubicBezTo>
                  <a:cubicBezTo>
                    <a:pt x="48706" y="10573"/>
                    <a:pt x="48473" y="10799"/>
                    <a:pt x="48223" y="11007"/>
                  </a:cubicBezTo>
                  <a:lnTo>
                    <a:pt x="29385" y="29178"/>
                  </a:lnTo>
                  <a:cubicBezTo>
                    <a:pt x="28211" y="30269"/>
                    <a:pt x="26670" y="30887"/>
                    <a:pt x="25062" y="30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6093139" y="2305060"/>
              <a:ext cx="390337" cy="12455"/>
            </a:xfrm>
            <a:custGeom>
              <a:avLst/>
              <a:gdLst/>
              <a:ahLst/>
              <a:cxnLst/>
              <a:rect l="l" t="t" r="r" b="b"/>
              <a:pathLst>
                <a:path w="390337" h="12455" extrusionOk="0">
                  <a:moveTo>
                    <a:pt x="384860" y="12404"/>
                  </a:moveTo>
                  <a:lnTo>
                    <a:pt x="7082" y="12404"/>
                  </a:lnTo>
                  <a:cubicBezTo>
                    <a:pt x="3643" y="12843"/>
                    <a:pt x="495" y="10434"/>
                    <a:pt x="52" y="7023"/>
                  </a:cubicBezTo>
                  <a:cubicBezTo>
                    <a:pt x="-391" y="3612"/>
                    <a:pt x="2038" y="490"/>
                    <a:pt x="5478" y="51"/>
                  </a:cubicBezTo>
                  <a:cubicBezTo>
                    <a:pt x="6010" y="-17"/>
                    <a:pt x="6549" y="-17"/>
                    <a:pt x="7082" y="51"/>
                  </a:cubicBezTo>
                  <a:lnTo>
                    <a:pt x="384860" y="51"/>
                  </a:lnTo>
                  <a:cubicBezTo>
                    <a:pt x="388300" y="491"/>
                    <a:pt x="390729" y="3612"/>
                    <a:pt x="390286" y="7023"/>
                  </a:cubicBezTo>
                  <a:cubicBezTo>
                    <a:pt x="389921" y="9831"/>
                    <a:pt x="387692" y="12042"/>
                    <a:pt x="384860" y="124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6152616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5925" y="71258"/>
                  </a:moveTo>
                  <a:cubicBezTo>
                    <a:pt x="16084" y="71258"/>
                    <a:pt x="0" y="55306"/>
                    <a:pt x="0" y="35629"/>
                  </a:cubicBezTo>
                  <a:cubicBezTo>
                    <a:pt x="0" y="15952"/>
                    <a:pt x="16084" y="0"/>
                    <a:pt x="35925" y="0"/>
                  </a:cubicBezTo>
                  <a:cubicBezTo>
                    <a:pt x="55766" y="0"/>
                    <a:pt x="71850" y="15952"/>
                    <a:pt x="71850" y="35629"/>
                  </a:cubicBezTo>
                  <a:cubicBezTo>
                    <a:pt x="71793" y="55283"/>
                    <a:pt x="55742" y="71202"/>
                    <a:pt x="35925" y="71258"/>
                  </a:cubicBezTo>
                  <a:close/>
                  <a:moveTo>
                    <a:pt x="35925" y="12353"/>
                  </a:moveTo>
                  <a:cubicBezTo>
                    <a:pt x="22963" y="12353"/>
                    <a:pt x="12455" y="22774"/>
                    <a:pt x="12455" y="35629"/>
                  </a:cubicBezTo>
                  <a:cubicBezTo>
                    <a:pt x="12455" y="48484"/>
                    <a:pt x="22963" y="58905"/>
                    <a:pt x="35925" y="58905"/>
                  </a:cubicBezTo>
                  <a:cubicBezTo>
                    <a:pt x="48887" y="58905"/>
                    <a:pt x="59395" y="48484"/>
                    <a:pt x="59395" y="35629"/>
                  </a:cubicBezTo>
                  <a:cubicBezTo>
                    <a:pt x="59395" y="22774"/>
                    <a:pt x="48887" y="12353"/>
                    <a:pt x="35925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343770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6028" y="71258"/>
                  </a:moveTo>
                  <a:cubicBezTo>
                    <a:pt x="16187" y="71314"/>
                    <a:pt x="57" y="55408"/>
                    <a:pt x="0" y="35731"/>
                  </a:cubicBezTo>
                  <a:cubicBezTo>
                    <a:pt x="-57" y="16054"/>
                    <a:pt x="15981" y="57"/>
                    <a:pt x="35822" y="0"/>
                  </a:cubicBezTo>
                  <a:cubicBezTo>
                    <a:pt x="55663" y="-56"/>
                    <a:pt x="71793" y="15850"/>
                    <a:pt x="71850" y="35527"/>
                  </a:cubicBezTo>
                  <a:cubicBezTo>
                    <a:pt x="71850" y="35561"/>
                    <a:pt x="71850" y="35595"/>
                    <a:pt x="71850" y="35629"/>
                  </a:cubicBezTo>
                  <a:cubicBezTo>
                    <a:pt x="71850" y="55266"/>
                    <a:pt x="55828" y="71201"/>
                    <a:pt x="36028" y="71258"/>
                  </a:cubicBezTo>
                  <a:close/>
                  <a:moveTo>
                    <a:pt x="36028" y="12353"/>
                  </a:moveTo>
                  <a:cubicBezTo>
                    <a:pt x="23069" y="12071"/>
                    <a:pt x="12333" y="22261"/>
                    <a:pt x="12049" y="35113"/>
                  </a:cubicBezTo>
                  <a:cubicBezTo>
                    <a:pt x="11765" y="47965"/>
                    <a:pt x="22040" y="58612"/>
                    <a:pt x="34999" y="58894"/>
                  </a:cubicBezTo>
                  <a:cubicBezTo>
                    <a:pt x="47957" y="59176"/>
                    <a:pt x="58693" y="48986"/>
                    <a:pt x="58977" y="36134"/>
                  </a:cubicBezTo>
                  <a:cubicBezTo>
                    <a:pt x="58981" y="35965"/>
                    <a:pt x="58983" y="35797"/>
                    <a:pt x="58983" y="35629"/>
                  </a:cubicBezTo>
                  <a:cubicBezTo>
                    <a:pt x="58986" y="22970"/>
                    <a:pt x="48788" y="12630"/>
                    <a:pt x="36028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218599" y="2078475"/>
              <a:ext cx="99540" cy="70543"/>
            </a:xfrm>
            <a:custGeom>
              <a:avLst/>
              <a:gdLst/>
              <a:ahLst/>
              <a:cxnLst/>
              <a:rect l="l" t="t" r="r" b="b"/>
              <a:pathLst>
                <a:path w="99540" h="70543" extrusionOk="0">
                  <a:moveTo>
                    <a:pt x="16470" y="70543"/>
                  </a:moveTo>
                  <a:cubicBezTo>
                    <a:pt x="15510" y="70536"/>
                    <a:pt x="14563" y="70327"/>
                    <a:pt x="13691" y="69931"/>
                  </a:cubicBezTo>
                  <a:cubicBezTo>
                    <a:pt x="11734" y="68887"/>
                    <a:pt x="10452" y="66922"/>
                    <a:pt x="10294" y="64724"/>
                  </a:cubicBezTo>
                  <a:lnTo>
                    <a:pt x="10294" y="48492"/>
                  </a:lnTo>
                  <a:cubicBezTo>
                    <a:pt x="4062" y="46084"/>
                    <a:pt x="-30" y="40118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276" y="0"/>
                  </a:lnTo>
                  <a:cubicBezTo>
                    <a:pt x="92275" y="56"/>
                    <a:pt x="99540" y="7307"/>
                    <a:pt x="99540" y="16232"/>
                  </a:cubicBezTo>
                  <a:lnTo>
                    <a:pt x="99540" y="33485"/>
                  </a:lnTo>
                  <a:cubicBezTo>
                    <a:pt x="99540" y="42393"/>
                    <a:pt x="92258" y="49615"/>
                    <a:pt x="83276" y="49615"/>
                  </a:cubicBezTo>
                  <a:lnTo>
                    <a:pt x="45704" y="49615"/>
                  </a:lnTo>
                  <a:lnTo>
                    <a:pt x="20279" y="69216"/>
                  </a:lnTo>
                  <a:cubicBezTo>
                    <a:pt x="19180" y="70043"/>
                    <a:pt x="17848" y="70507"/>
                    <a:pt x="16470" y="70543"/>
                  </a:cubicBezTo>
                  <a:close/>
                  <a:moveTo>
                    <a:pt x="16470" y="12353"/>
                  </a:moveTo>
                  <a:cubicBezTo>
                    <a:pt x="14367" y="12352"/>
                    <a:pt x="12661" y="14042"/>
                    <a:pt x="12660" y="16129"/>
                  </a:cubicBezTo>
                  <a:cubicBezTo>
                    <a:pt x="12660" y="16163"/>
                    <a:pt x="12660" y="16198"/>
                    <a:pt x="12661" y="16232"/>
                  </a:cubicBezTo>
                  <a:lnTo>
                    <a:pt x="12661" y="33485"/>
                  </a:lnTo>
                  <a:cubicBezTo>
                    <a:pt x="12661" y="35571"/>
                    <a:pt x="14367" y="37262"/>
                    <a:pt x="16470" y="37262"/>
                  </a:cubicBezTo>
                  <a:cubicBezTo>
                    <a:pt x="20031" y="37203"/>
                    <a:pt x="22995" y="39961"/>
                    <a:pt x="23161" y="43490"/>
                  </a:cubicBezTo>
                  <a:lnTo>
                    <a:pt x="23161" y="51657"/>
                  </a:lnTo>
                  <a:lnTo>
                    <a:pt x="40043" y="38589"/>
                  </a:lnTo>
                  <a:cubicBezTo>
                    <a:pt x="41122" y="37729"/>
                    <a:pt x="42466" y="37261"/>
                    <a:pt x="43851" y="37262"/>
                  </a:cubicBezTo>
                  <a:lnTo>
                    <a:pt x="83276" y="37262"/>
                  </a:lnTo>
                  <a:cubicBezTo>
                    <a:pt x="85357" y="37209"/>
                    <a:pt x="87031" y="35549"/>
                    <a:pt x="87085" y="33485"/>
                  </a:cubicBezTo>
                  <a:lnTo>
                    <a:pt x="87085" y="16232"/>
                  </a:lnTo>
                  <a:cubicBezTo>
                    <a:pt x="87085" y="14129"/>
                    <a:pt x="85396" y="12408"/>
                    <a:pt x="83276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6247524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263171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6279230" y="2099300"/>
              <a:ext cx="10293" cy="10208"/>
            </a:xfrm>
            <a:custGeom>
              <a:avLst/>
              <a:gdLst/>
              <a:ahLst/>
              <a:cxnLst/>
              <a:rect l="l" t="t" r="r" b="b"/>
              <a:pathLst>
                <a:path w="10293" h="10208" extrusionOk="0">
                  <a:moveTo>
                    <a:pt x="10293" y="5003"/>
                  </a:moveTo>
                  <a:cubicBezTo>
                    <a:pt x="10349" y="7822"/>
                    <a:pt x="8091" y="10152"/>
                    <a:pt x="5249" y="10208"/>
                  </a:cubicBezTo>
                  <a:cubicBezTo>
                    <a:pt x="2407" y="10264"/>
                    <a:pt x="57" y="8024"/>
                    <a:pt x="1" y="5206"/>
                  </a:cubicBezTo>
                  <a:cubicBezTo>
                    <a:pt x="-55" y="2387"/>
                    <a:pt x="2203" y="57"/>
                    <a:pt x="5045" y="1"/>
                  </a:cubicBezTo>
                  <a:cubicBezTo>
                    <a:pt x="5113" y="0"/>
                    <a:pt x="5181" y="0"/>
                    <a:pt x="5249" y="1"/>
                  </a:cubicBezTo>
                  <a:cubicBezTo>
                    <a:pt x="8034" y="1"/>
                    <a:pt x="10293" y="2241"/>
                    <a:pt x="10293" y="50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329874" y="2051320"/>
              <a:ext cx="99539" cy="70543"/>
            </a:xfrm>
            <a:custGeom>
              <a:avLst/>
              <a:gdLst/>
              <a:ahLst/>
              <a:cxnLst/>
              <a:rect l="l" t="t" r="r" b="b"/>
              <a:pathLst>
                <a:path w="99539" h="70543" extrusionOk="0">
                  <a:moveTo>
                    <a:pt x="83173" y="70543"/>
                  </a:moveTo>
                  <a:cubicBezTo>
                    <a:pt x="81787" y="70553"/>
                    <a:pt x="80440" y="70084"/>
                    <a:pt x="79364" y="69216"/>
                  </a:cubicBezTo>
                  <a:lnTo>
                    <a:pt x="53836" y="49717"/>
                  </a:lnTo>
                  <a:lnTo>
                    <a:pt x="16367" y="49717"/>
                  </a:lnTo>
                  <a:cubicBezTo>
                    <a:pt x="7328" y="49717"/>
                    <a:pt x="0" y="42450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173" y="0"/>
                  </a:lnTo>
                  <a:cubicBezTo>
                    <a:pt x="92212" y="0"/>
                    <a:pt x="99540" y="7267"/>
                    <a:pt x="99540" y="16232"/>
                  </a:cubicBezTo>
                  <a:lnTo>
                    <a:pt x="99540" y="33485"/>
                  </a:lnTo>
                  <a:cubicBezTo>
                    <a:pt x="99526" y="40129"/>
                    <a:pt x="95456" y="46103"/>
                    <a:pt x="89246" y="48594"/>
                  </a:cubicBezTo>
                  <a:lnTo>
                    <a:pt x="89246" y="64316"/>
                  </a:lnTo>
                  <a:cubicBezTo>
                    <a:pt x="89234" y="66690"/>
                    <a:pt x="87883" y="68858"/>
                    <a:pt x="85746" y="69931"/>
                  </a:cubicBezTo>
                  <a:cubicBezTo>
                    <a:pt x="84937" y="70300"/>
                    <a:pt x="84063" y="70508"/>
                    <a:pt x="83173" y="70543"/>
                  </a:cubicBezTo>
                  <a:close/>
                  <a:moveTo>
                    <a:pt x="16470" y="12353"/>
                  </a:moveTo>
                  <a:cubicBezTo>
                    <a:pt x="14310" y="12353"/>
                    <a:pt x="12558" y="14090"/>
                    <a:pt x="12558" y="16232"/>
                  </a:cubicBezTo>
                  <a:lnTo>
                    <a:pt x="12558" y="33485"/>
                  </a:lnTo>
                  <a:cubicBezTo>
                    <a:pt x="12558" y="35628"/>
                    <a:pt x="14310" y="37364"/>
                    <a:pt x="16470" y="37364"/>
                  </a:cubicBezTo>
                  <a:lnTo>
                    <a:pt x="56101" y="37364"/>
                  </a:lnTo>
                  <a:cubicBezTo>
                    <a:pt x="57473" y="37334"/>
                    <a:pt x="58816" y="37766"/>
                    <a:pt x="59909" y="38589"/>
                  </a:cubicBezTo>
                  <a:lnTo>
                    <a:pt x="76894" y="51759"/>
                  </a:lnTo>
                  <a:lnTo>
                    <a:pt x="76894" y="43490"/>
                  </a:lnTo>
                  <a:cubicBezTo>
                    <a:pt x="76893" y="40107"/>
                    <a:pt x="79658" y="37364"/>
                    <a:pt x="83069" y="37364"/>
                  </a:cubicBezTo>
                  <a:cubicBezTo>
                    <a:pt x="83104" y="37364"/>
                    <a:pt x="83138" y="37364"/>
                    <a:pt x="83173" y="37364"/>
                  </a:cubicBezTo>
                  <a:cubicBezTo>
                    <a:pt x="85384" y="37534"/>
                    <a:pt x="87314" y="35894"/>
                    <a:pt x="87485" y="33702"/>
                  </a:cubicBezTo>
                  <a:cubicBezTo>
                    <a:pt x="87491" y="33630"/>
                    <a:pt x="87495" y="33557"/>
                    <a:pt x="87496" y="33485"/>
                  </a:cubicBezTo>
                  <a:lnTo>
                    <a:pt x="87496" y="16232"/>
                  </a:lnTo>
                  <a:cubicBezTo>
                    <a:pt x="87508" y="14090"/>
                    <a:pt x="85767" y="12343"/>
                    <a:pt x="83607" y="12331"/>
                  </a:cubicBezTo>
                  <a:cubicBezTo>
                    <a:pt x="83462" y="12330"/>
                    <a:pt x="83317" y="12338"/>
                    <a:pt x="83173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6390401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6374737" y="2071737"/>
              <a:ext cx="10088" cy="10004"/>
            </a:xfrm>
            <a:custGeom>
              <a:avLst/>
              <a:gdLst/>
              <a:ahLst/>
              <a:cxnLst/>
              <a:rect l="l" t="t" r="r" b="b"/>
              <a:pathLst>
                <a:path w="10088" h="10004" extrusionOk="0">
                  <a:moveTo>
                    <a:pt x="17" y="5411"/>
                  </a:moveTo>
                  <a:cubicBezTo>
                    <a:pt x="244" y="8164"/>
                    <a:pt x="2679" y="10214"/>
                    <a:pt x="5456" y="9988"/>
                  </a:cubicBezTo>
                  <a:cubicBezTo>
                    <a:pt x="8232" y="9762"/>
                    <a:pt x="10298" y="7347"/>
                    <a:pt x="10071" y="4594"/>
                  </a:cubicBezTo>
                  <a:cubicBezTo>
                    <a:pt x="9857" y="2005"/>
                    <a:pt x="7680" y="9"/>
                    <a:pt x="5061" y="0"/>
                  </a:cubicBezTo>
                  <a:cubicBezTo>
                    <a:pt x="2275" y="-9"/>
                    <a:pt x="9" y="2223"/>
                    <a:pt x="0" y="4986"/>
                  </a:cubicBezTo>
                  <a:cubicBezTo>
                    <a:pt x="0" y="5128"/>
                    <a:pt x="5" y="5269"/>
                    <a:pt x="17" y="54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6359005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7578944" y="3386279"/>
            <a:ext cx="249147" cy="372348"/>
            <a:chOff x="6163008" y="1995439"/>
            <a:chExt cx="249147" cy="372348"/>
          </a:xfrm>
        </p:grpSpPr>
        <p:sp>
          <p:nvSpPr>
            <p:cNvPr id="284" name="Google Shape;284;p24"/>
            <p:cNvSpPr/>
            <p:nvPr/>
          </p:nvSpPr>
          <p:spPr>
            <a:xfrm>
              <a:off x="6195357" y="1995439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195357" y="2322983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6209959" y="2027857"/>
              <a:ext cx="155906" cy="307460"/>
            </a:xfrm>
            <a:custGeom>
              <a:avLst/>
              <a:gdLst/>
              <a:ahLst/>
              <a:cxnLst/>
              <a:rect l="l" t="t" r="r" b="b"/>
              <a:pathLst>
                <a:path w="155906" h="307460" extrusionOk="0">
                  <a:moveTo>
                    <a:pt x="149872" y="307461"/>
                  </a:moveTo>
                  <a:lnTo>
                    <a:pt x="6037" y="307461"/>
                  </a:lnTo>
                  <a:cubicBezTo>
                    <a:pt x="2704" y="307461"/>
                    <a:pt x="2" y="304722"/>
                    <a:pt x="2" y="301344"/>
                  </a:cubicBezTo>
                  <a:lnTo>
                    <a:pt x="2" y="261586"/>
                  </a:lnTo>
                  <a:cubicBezTo>
                    <a:pt x="-130" y="236751"/>
                    <a:pt x="7125" y="212451"/>
                    <a:pt x="20823" y="191857"/>
                  </a:cubicBezTo>
                  <a:lnTo>
                    <a:pt x="36514" y="168104"/>
                  </a:lnTo>
                  <a:cubicBezTo>
                    <a:pt x="42413" y="159157"/>
                    <a:pt x="42413" y="147489"/>
                    <a:pt x="36514" y="138541"/>
                  </a:cubicBezTo>
                  <a:lnTo>
                    <a:pt x="20823" y="115094"/>
                  </a:lnTo>
                  <a:cubicBezTo>
                    <a:pt x="7194" y="94658"/>
                    <a:pt x="-60" y="70541"/>
                    <a:pt x="2" y="45874"/>
                  </a:cubicBezTo>
                  <a:lnTo>
                    <a:pt x="2" y="6117"/>
                  </a:lnTo>
                  <a:cubicBezTo>
                    <a:pt x="2" y="2738"/>
                    <a:pt x="2704" y="0"/>
                    <a:pt x="6037" y="0"/>
                  </a:cubicBezTo>
                  <a:lnTo>
                    <a:pt x="149872" y="0"/>
                  </a:lnTo>
                  <a:cubicBezTo>
                    <a:pt x="153205" y="0"/>
                    <a:pt x="155907" y="2738"/>
                    <a:pt x="155907" y="6117"/>
                  </a:cubicBezTo>
                  <a:lnTo>
                    <a:pt x="155907" y="45874"/>
                  </a:lnTo>
                  <a:cubicBezTo>
                    <a:pt x="155867" y="70556"/>
                    <a:pt x="148546" y="94662"/>
                    <a:pt x="134885" y="115094"/>
                  </a:cubicBezTo>
                  <a:lnTo>
                    <a:pt x="119093" y="138949"/>
                  </a:lnTo>
                  <a:cubicBezTo>
                    <a:pt x="113194" y="147896"/>
                    <a:pt x="113194" y="159564"/>
                    <a:pt x="119093" y="168512"/>
                  </a:cubicBezTo>
                  <a:lnTo>
                    <a:pt x="134885" y="191857"/>
                  </a:lnTo>
                  <a:cubicBezTo>
                    <a:pt x="148430" y="212366"/>
                    <a:pt x="155644" y="236499"/>
                    <a:pt x="155605" y="261179"/>
                  </a:cubicBezTo>
                  <a:lnTo>
                    <a:pt x="155605" y="300936"/>
                  </a:lnTo>
                  <a:cubicBezTo>
                    <a:pt x="155831" y="304307"/>
                    <a:pt x="153319" y="307225"/>
                    <a:pt x="149993" y="307454"/>
                  </a:cubicBezTo>
                  <a:cubicBezTo>
                    <a:pt x="149953" y="307457"/>
                    <a:pt x="149912" y="307459"/>
                    <a:pt x="149872" y="307461"/>
                  </a:cubicBezTo>
                  <a:close/>
                  <a:moveTo>
                    <a:pt x="12172" y="295126"/>
                  </a:moveTo>
                  <a:lnTo>
                    <a:pt x="143736" y="295126"/>
                  </a:lnTo>
                  <a:lnTo>
                    <a:pt x="143736" y="261586"/>
                  </a:lnTo>
                  <a:cubicBezTo>
                    <a:pt x="143712" y="239344"/>
                    <a:pt x="137127" y="217617"/>
                    <a:pt x="124827" y="199197"/>
                  </a:cubicBezTo>
                  <a:lnTo>
                    <a:pt x="109035" y="175342"/>
                  </a:lnTo>
                  <a:cubicBezTo>
                    <a:pt x="100448" y="162249"/>
                    <a:pt x="100448" y="145212"/>
                    <a:pt x="109035" y="132118"/>
                  </a:cubicBezTo>
                  <a:lnTo>
                    <a:pt x="124827" y="108264"/>
                  </a:lnTo>
                  <a:cubicBezTo>
                    <a:pt x="137056" y="89821"/>
                    <a:pt x="143571" y="68095"/>
                    <a:pt x="143535" y="45874"/>
                  </a:cubicBezTo>
                  <a:lnTo>
                    <a:pt x="143535" y="12335"/>
                  </a:lnTo>
                  <a:lnTo>
                    <a:pt x="12172" y="12335"/>
                  </a:lnTo>
                  <a:lnTo>
                    <a:pt x="12172" y="45874"/>
                  </a:lnTo>
                  <a:cubicBezTo>
                    <a:pt x="12137" y="68095"/>
                    <a:pt x="18652" y="89821"/>
                    <a:pt x="30881" y="108264"/>
                  </a:cubicBezTo>
                  <a:lnTo>
                    <a:pt x="46673" y="132118"/>
                  </a:lnTo>
                  <a:cubicBezTo>
                    <a:pt x="55259" y="145212"/>
                    <a:pt x="55259" y="162249"/>
                    <a:pt x="46673" y="175342"/>
                  </a:cubicBezTo>
                  <a:lnTo>
                    <a:pt x="30881" y="199197"/>
                  </a:lnTo>
                  <a:cubicBezTo>
                    <a:pt x="18635" y="217632"/>
                    <a:pt x="12118" y="239363"/>
                    <a:pt x="12172" y="2615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6210281" y="2060593"/>
              <a:ext cx="155612" cy="27736"/>
            </a:xfrm>
            <a:custGeom>
              <a:avLst/>
              <a:gdLst/>
              <a:ahLst/>
              <a:cxnLst/>
              <a:rect l="l" t="t" r="r" b="b"/>
              <a:pathLst>
                <a:path w="155612" h="27736" extrusionOk="0">
                  <a:moveTo>
                    <a:pt x="6117" y="27717"/>
                  </a:moveTo>
                  <a:cubicBezTo>
                    <a:pt x="2729" y="27707"/>
                    <a:pt x="-10" y="24914"/>
                    <a:pt x="0" y="21480"/>
                  </a:cubicBezTo>
                  <a:cubicBezTo>
                    <a:pt x="5" y="19741"/>
                    <a:pt x="728" y="18085"/>
                    <a:pt x="1993" y="16911"/>
                  </a:cubicBezTo>
                  <a:cubicBezTo>
                    <a:pt x="21336" y="580"/>
                    <a:pt x="47689" y="-4329"/>
                    <a:pt x="71497" y="3964"/>
                  </a:cubicBezTo>
                  <a:cubicBezTo>
                    <a:pt x="96251" y="12269"/>
                    <a:pt x="122986" y="12269"/>
                    <a:pt x="147740" y="3964"/>
                  </a:cubicBezTo>
                  <a:cubicBezTo>
                    <a:pt x="150934" y="2951"/>
                    <a:pt x="154334" y="4754"/>
                    <a:pt x="155334" y="7991"/>
                  </a:cubicBezTo>
                  <a:cubicBezTo>
                    <a:pt x="156334" y="11228"/>
                    <a:pt x="154555" y="14674"/>
                    <a:pt x="151361" y="15688"/>
                  </a:cubicBezTo>
                  <a:cubicBezTo>
                    <a:pt x="124156" y="24802"/>
                    <a:pt x="94779" y="24802"/>
                    <a:pt x="67574" y="15688"/>
                  </a:cubicBezTo>
                  <a:cubicBezTo>
                    <a:pt x="47853" y="9062"/>
                    <a:pt x="26156" y="13182"/>
                    <a:pt x="10141" y="26596"/>
                  </a:cubicBezTo>
                  <a:cubicBezTo>
                    <a:pt x="8970" y="27434"/>
                    <a:pt x="7546" y="27831"/>
                    <a:pt x="6117" y="277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6211001" y="2257738"/>
              <a:ext cx="151016" cy="21832"/>
            </a:xfrm>
            <a:custGeom>
              <a:avLst/>
              <a:gdLst/>
              <a:ahLst/>
              <a:cxnLst/>
              <a:rect l="l" t="t" r="r" b="b"/>
              <a:pathLst>
                <a:path w="151016" h="21832" extrusionOk="0">
                  <a:moveTo>
                    <a:pt x="107490" y="21817"/>
                  </a:moveTo>
                  <a:cubicBezTo>
                    <a:pt x="96602" y="21733"/>
                    <a:pt x="85774" y="20155"/>
                    <a:pt x="75303" y="17128"/>
                  </a:cubicBezTo>
                  <a:cubicBezTo>
                    <a:pt x="53646" y="9873"/>
                    <a:pt x="30106" y="10998"/>
                    <a:pt x="9220" y="20288"/>
                  </a:cubicBezTo>
                  <a:cubicBezTo>
                    <a:pt x="6275" y="22005"/>
                    <a:pt x="2515" y="20978"/>
                    <a:pt x="821" y="17994"/>
                  </a:cubicBezTo>
                  <a:cubicBezTo>
                    <a:pt x="-874" y="15010"/>
                    <a:pt x="140" y="11199"/>
                    <a:pt x="3084" y="9482"/>
                  </a:cubicBezTo>
                  <a:cubicBezTo>
                    <a:pt x="26780" y="-1463"/>
                    <a:pt x="53667" y="-2991"/>
                    <a:pt x="78421" y="5201"/>
                  </a:cubicBezTo>
                  <a:cubicBezTo>
                    <a:pt x="99528" y="12426"/>
                    <a:pt x="122581" y="11036"/>
                    <a:pt x="142694" y="1327"/>
                  </a:cubicBezTo>
                  <a:cubicBezTo>
                    <a:pt x="145861" y="103"/>
                    <a:pt x="149406" y="1712"/>
                    <a:pt x="150614" y="4921"/>
                  </a:cubicBezTo>
                  <a:cubicBezTo>
                    <a:pt x="151473" y="7205"/>
                    <a:pt x="150933" y="9787"/>
                    <a:pt x="149232" y="11521"/>
                  </a:cubicBezTo>
                  <a:cubicBezTo>
                    <a:pt x="136429" y="18550"/>
                    <a:pt x="122048" y="22097"/>
                    <a:pt x="107490" y="21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6269958" y="2138792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61" y="23015"/>
                    <a:pt x="9405" y="2557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626995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187" y="28320"/>
                  </a:moveTo>
                  <a:cubicBezTo>
                    <a:pt x="2798" y="28320"/>
                    <a:pt x="51" y="2553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496"/>
                    <a:pt x="9536" y="28264"/>
                    <a:pt x="6187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626995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44"/>
                    <a:pt x="9536" y="2551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6294501" y="2138792"/>
              <a:ext cx="12271" cy="25581"/>
            </a:xfrm>
            <a:custGeom>
              <a:avLst/>
              <a:gdLst/>
              <a:ahLst/>
              <a:cxnLst/>
              <a:rect l="l" t="t" r="r" b="b"/>
              <a:pathLst>
                <a:path w="12271" h="25581" extrusionOk="0">
                  <a:moveTo>
                    <a:pt x="5684" y="25567"/>
                  </a:moveTo>
                  <a:cubicBezTo>
                    <a:pt x="2622" y="25364"/>
                    <a:pt x="198" y="22863"/>
                    <a:pt x="51" y="19757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07" y="23184"/>
                    <a:pt x="9092" y="25787"/>
                    <a:pt x="5710" y="25569"/>
                  </a:cubicBezTo>
                  <a:cubicBezTo>
                    <a:pt x="5701" y="25569"/>
                    <a:pt x="5692" y="25568"/>
                    <a:pt x="5684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629409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086" y="28320"/>
                  </a:moveTo>
                  <a:cubicBezTo>
                    <a:pt x="2737" y="28264"/>
                    <a:pt x="51" y="2549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536"/>
                    <a:pt x="9475" y="28320"/>
                    <a:pt x="6086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629409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086" y="25567"/>
                  </a:moveTo>
                  <a:cubicBezTo>
                    <a:pt x="2737" y="25512"/>
                    <a:pt x="51" y="22744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83"/>
                    <a:pt x="9475" y="25567"/>
                    <a:pt x="6086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6163008" y="2355350"/>
              <a:ext cx="249147" cy="12437"/>
            </a:xfrm>
            <a:custGeom>
              <a:avLst/>
              <a:gdLst/>
              <a:ahLst/>
              <a:cxnLst/>
              <a:rect l="l" t="t" r="r" b="b"/>
              <a:pathLst>
                <a:path w="249147" h="12437" extrusionOk="0">
                  <a:moveTo>
                    <a:pt x="243796" y="12386"/>
                  </a:moveTo>
                  <a:lnTo>
                    <a:pt x="6920" y="12386"/>
                  </a:lnTo>
                  <a:cubicBezTo>
                    <a:pt x="3559" y="12825"/>
                    <a:pt x="484" y="10419"/>
                    <a:pt x="51" y="7013"/>
                  </a:cubicBezTo>
                  <a:cubicBezTo>
                    <a:pt x="-382" y="3607"/>
                    <a:pt x="1991" y="490"/>
                    <a:pt x="5352" y="51"/>
                  </a:cubicBezTo>
                  <a:cubicBezTo>
                    <a:pt x="5873" y="-17"/>
                    <a:pt x="6400" y="-17"/>
                    <a:pt x="6920" y="51"/>
                  </a:cubicBezTo>
                  <a:lnTo>
                    <a:pt x="243796" y="51"/>
                  </a:lnTo>
                  <a:cubicBezTo>
                    <a:pt x="247156" y="490"/>
                    <a:pt x="249530" y="3607"/>
                    <a:pt x="249097" y="7013"/>
                  </a:cubicBezTo>
                  <a:cubicBezTo>
                    <a:pt x="248741" y="9817"/>
                    <a:pt x="246562" y="12025"/>
                    <a:pt x="243796" y="123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6" name="Google Shape;296;p24"/>
          <p:cNvGrpSpPr/>
          <p:nvPr/>
        </p:nvGrpSpPr>
        <p:grpSpPr>
          <a:xfrm>
            <a:off x="4358258" y="2935618"/>
            <a:ext cx="262571" cy="372214"/>
            <a:chOff x="6156807" y="1995439"/>
            <a:chExt cx="262571" cy="372214"/>
          </a:xfrm>
        </p:grpSpPr>
        <p:sp>
          <p:nvSpPr>
            <p:cNvPr id="297" name="Google Shape;297;p24"/>
            <p:cNvSpPr/>
            <p:nvPr/>
          </p:nvSpPr>
          <p:spPr>
            <a:xfrm>
              <a:off x="6184800" y="2295725"/>
              <a:ext cx="225799" cy="71928"/>
            </a:xfrm>
            <a:custGeom>
              <a:avLst/>
              <a:gdLst/>
              <a:ahLst/>
              <a:cxnLst/>
              <a:rect l="l" t="t" r="r" b="b"/>
              <a:pathLst>
                <a:path w="225799" h="71928" extrusionOk="0">
                  <a:moveTo>
                    <a:pt x="187925" y="71876"/>
                  </a:moveTo>
                  <a:lnTo>
                    <a:pt x="7024" y="71876"/>
                  </a:lnTo>
                  <a:cubicBezTo>
                    <a:pt x="3613" y="72327"/>
                    <a:pt x="491" y="69854"/>
                    <a:pt x="52" y="66353"/>
                  </a:cubicBezTo>
                  <a:cubicBezTo>
                    <a:pt x="-388" y="62853"/>
                    <a:pt x="2021" y="59649"/>
                    <a:pt x="5432" y="59198"/>
                  </a:cubicBezTo>
                  <a:cubicBezTo>
                    <a:pt x="5961" y="59128"/>
                    <a:pt x="6495" y="59128"/>
                    <a:pt x="7024" y="59198"/>
                  </a:cubicBezTo>
                  <a:cubicBezTo>
                    <a:pt x="19501" y="59140"/>
                    <a:pt x="29585" y="48743"/>
                    <a:pt x="29585" y="35938"/>
                  </a:cubicBezTo>
                  <a:lnTo>
                    <a:pt x="29585" y="6391"/>
                  </a:lnTo>
                  <a:cubicBezTo>
                    <a:pt x="29585" y="2861"/>
                    <a:pt x="32373" y="0"/>
                    <a:pt x="35813" y="0"/>
                  </a:cubicBezTo>
                  <a:lnTo>
                    <a:pt x="219572" y="0"/>
                  </a:lnTo>
                  <a:cubicBezTo>
                    <a:pt x="223011" y="0"/>
                    <a:pt x="225799" y="2861"/>
                    <a:pt x="225799" y="6391"/>
                  </a:cubicBezTo>
                  <a:lnTo>
                    <a:pt x="225799" y="32690"/>
                  </a:lnTo>
                  <a:cubicBezTo>
                    <a:pt x="225745" y="54186"/>
                    <a:pt x="208868" y="71646"/>
                    <a:pt x="187925" y="71876"/>
                  </a:cubicBezTo>
                  <a:close/>
                  <a:moveTo>
                    <a:pt x="33261" y="59198"/>
                  </a:moveTo>
                  <a:lnTo>
                    <a:pt x="187925" y="59198"/>
                  </a:lnTo>
                  <a:cubicBezTo>
                    <a:pt x="202206" y="59198"/>
                    <a:pt x="213799" y="47347"/>
                    <a:pt x="213855" y="32690"/>
                  </a:cubicBezTo>
                  <a:lnTo>
                    <a:pt x="213855" y="12678"/>
                  </a:lnTo>
                  <a:lnTo>
                    <a:pt x="42040" y="12678"/>
                  </a:lnTo>
                  <a:lnTo>
                    <a:pt x="42040" y="35938"/>
                  </a:lnTo>
                  <a:cubicBezTo>
                    <a:pt x="41931" y="44522"/>
                    <a:pt x="38815" y="52779"/>
                    <a:pt x="33261" y="59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6156807" y="2068782"/>
              <a:ext cx="204330" cy="298818"/>
            </a:xfrm>
            <a:custGeom>
              <a:avLst/>
              <a:gdLst/>
              <a:ahLst/>
              <a:cxnLst/>
              <a:rect l="l" t="t" r="r" b="b"/>
              <a:pathLst>
                <a:path w="204330" h="298818" extrusionOk="0">
                  <a:moveTo>
                    <a:pt x="35017" y="298818"/>
                  </a:moveTo>
                  <a:cubicBezTo>
                    <a:pt x="15701" y="298761"/>
                    <a:pt x="57" y="282705"/>
                    <a:pt x="1" y="262880"/>
                  </a:cubicBezTo>
                  <a:lnTo>
                    <a:pt x="1" y="6496"/>
                  </a:lnTo>
                  <a:cubicBezTo>
                    <a:pt x="-56" y="2967"/>
                    <a:pt x="2686" y="59"/>
                    <a:pt x="6125" y="1"/>
                  </a:cubicBezTo>
                  <a:cubicBezTo>
                    <a:pt x="6160" y="0"/>
                    <a:pt x="6194" y="0"/>
                    <a:pt x="6228" y="0"/>
                  </a:cubicBezTo>
                  <a:lnTo>
                    <a:pt x="79732" y="0"/>
                  </a:lnTo>
                  <a:cubicBezTo>
                    <a:pt x="83115" y="0"/>
                    <a:pt x="85858" y="2814"/>
                    <a:pt x="85858" y="6286"/>
                  </a:cubicBezTo>
                  <a:cubicBezTo>
                    <a:pt x="85858" y="6321"/>
                    <a:pt x="85858" y="6356"/>
                    <a:pt x="85857" y="6391"/>
                  </a:cubicBezTo>
                  <a:cubicBezTo>
                    <a:pt x="85858" y="9881"/>
                    <a:pt x="83131" y="12725"/>
                    <a:pt x="79732" y="12783"/>
                  </a:cubicBezTo>
                  <a:lnTo>
                    <a:pt x="12354" y="12783"/>
                  </a:lnTo>
                  <a:lnTo>
                    <a:pt x="12354" y="262880"/>
                  </a:lnTo>
                  <a:cubicBezTo>
                    <a:pt x="11514" y="275698"/>
                    <a:pt x="20957" y="286787"/>
                    <a:pt x="33446" y="287648"/>
                  </a:cubicBezTo>
                  <a:cubicBezTo>
                    <a:pt x="45935" y="288510"/>
                    <a:pt x="56739" y="278818"/>
                    <a:pt x="57579" y="266001"/>
                  </a:cubicBezTo>
                  <a:cubicBezTo>
                    <a:pt x="57647" y="264962"/>
                    <a:pt x="57647" y="263920"/>
                    <a:pt x="57579" y="262881"/>
                  </a:cubicBezTo>
                  <a:lnTo>
                    <a:pt x="57579" y="233334"/>
                  </a:lnTo>
                  <a:cubicBezTo>
                    <a:pt x="57579" y="229804"/>
                    <a:pt x="60367" y="226943"/>
                    <a:pt x="63806" y="226943"/>
                  </a:cubicBezTo>
                  <a:lnTo>
                    <a:pt x="191927" y="226943"/>
                  </a:lnTo>
                  <a:lnTo>
                    <a:pt x="191927" y="194567"/>
                  </a:lnTo>
                  <a:cubicBezTo>
                    <a:pt x="191488" y="191066"/>
                    <a:pt x="193897" y="187863"/>
                    <a:pt x="197308" y="187412"/>
                  </a:cubicBezTo>
                  <a:cubicBezTo>
                    <a:pt x="200719" y="186961"/>
                    <a:pt x="203840" y="189433"/>
                    <a:pt x="204280" y="192934"/>
                  </a:cubicBezTo>
                  <a:cubicBezTo>
                    <a:pt x="204348" y="193476"/>
                    <a:pt x="204348" y="194025"/>
                    <a:pt x="204280" y="194567"/>
                  </a:cubicBezTo>
                  <a:lnTo>
                    <a:pt x="204280" y="233334"/>
                  </a:lnTo>
                  <a:cubicBezTo>
                    <a:pt x="204280" y="236806"/>
                    <a:pt x="201537" y="239620"/>
                    <a:pt x="198155" y="239620"/>
                  </a:cubicBezTo>
                  <a:lnTo>
                    <a:pt x="70034" y="239620"/>
                  </a:lnTo>
                  <a:lnTo>
                    <a:pt x="70034" y="262880"/>
                  </a:lnTo>
                  <a:cubicBezTo>
                    <a:pt x="69977" y="282705"/>
                    <a:pt x="54333" y="298761"/>
                    <a:pt x="35017" y="2988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6252669" y="2058304"/>
              <a:ext cx="119647" cy="211435"/>
            </a:xfrm>
            <a:custGeom>
              <a:avLst/>
              <a:gdLst/>
              <a:ahLst/>
              <a:cxnLst/>
              <a:rect l="l" t="t" r="r" b="b"/>
              <a:pathLst>
                <a:path w="119647" h="211435" extrusionOk="0">
                  <a:moveTo>
                    <a:pt x="90961" y="211436"/>
                  </a:moveTo>
                  <a:lnTo>
                    <a:pt x="28891" y="211436"/>
                  </a:lnTo>
                  <a:cubicBezTo>
                    <a:pt x="25452" y="211436"/>
                    <a:pt x="22664" y="208574"/>
                    <a:pt x="22664" y="205045"/>
                  </a:cubicBezTo>
                  <a:lnTo>
                    <a:pt x="22664" y="112319"/>
                  </a:lnTo>
                  <a:lnTo>
                    <a:pt x="6227" y="112319"/>
                  </a:lnTo>
                  <a:cubicBezTo>
                    <a:pt x="2845" y="112377"/>
                    <a:pt x="57" y="109609"/>
                    <a:pt x="1" y="106138"/>
                  </a:cubicBezTo>
                  <a:cubicBezTo>
                    <a:pt x="0" y="106103"/>
                    <a:pt x="0" y="106068"/>
                    <a:pt x="0" y="106032"/>
                  </a:cubicBezTo>
                  <a:lnTo>
                    <a:pt x="0" y="36252"/>
                  </a:lnTo>
                  <a:cubicBezTo>
                    <a:pt x="0" y="16231"/>
                    <a:pt x="15814" y="0"/>
                    <a:pt x="35323" y="0"/>
                  </a:cubicBezTo>
                  <a:lnTo>
                    <a:pt x="84427" y="0"/>
                  </a:lnTo>
                  <a:cubicBezTo>
                    <a:pt x="103879" y="0"/>
                    <a:pt x="119648" y="16184"/>
                    <a:pt x="119648" y="36147"/>
                  </a:cubicBezTo>
                  <a:cubicBezTo>
                    <a:pt x="119648" y="36182"/>
                    <a:pt x="119648" y="36217"/>
                    <a:pt x="119648" y="36252"/>
                  </a:cubicBezTo>
                  <a:lnTo>
                    <a:pt x="119648" y="106032"/>
                  </a:lnTo>
                  <a:cubicBezTo>
                    <a:pt x="119648" y="109504"/>
                    <a:pt x="116905" y="112319"/>
                    <a:pt x="113522" y="112319"/>
                  </a:cubicBezTo>
                  <a:lnTo>
                    <a:pt x="97086" y="112319"/>
                  </a:lnTo>
                  <a:lnTo>
                    <a:pt x="97086" y="205045"/>
                  </a:lnTo>
                  <a:cubicBezTo>
                    <a:pt x="97143" y="208516"/>
                    <a:pt x="94446" y="211377"/>
                    <a:pt x="91064" y="211435"/>
                  </a:cubicBezTo>
                  <a:cubicBezTo>
                    <a:pt x="91029" y="211436"/>
                    <a:pt x="90995" y="211436"/>
                    <a:pt x="90961" y="211436"/>
                  </a:cubicBezTo>
                  <a:close/>
                  <a:moveTo>
                    <a:pt x="35016" y="199073"/>
                  </a:moveTo>
                  <a:lnTo>
                    <a:pt x="84733" y="199073"/>
                  </a:lnTo>
                  <a:lnTo>
                    <a:pt x="84733" y="106032"/>
                  </a:lnTo>
                  <a:cubicBezTo>
                    <a:pt x="84733" y="102503"/>
                    <a:pt x="87522" y="99641"/>
                    <a:pt x="90961" y="99641"/>
                  </a:cubicBezTo>
                  <a:lnTo>
                    <a:pt x="107295" y="99641"/>
                  </a:lnTo>
                  <a:lnTo>
                    <a:pt x="107295" y="36776"/>
                  </a:lnTo>
                  <a:cubicBezTo>
                    <a:pt x="107295" y="23814"/>
                    <a:pt x="97057" y="13306"/>
                    <a:pt x="84427" y="13306"/>
                  </a:cubicBezTo>
                  <a:lnTo>
                    <a:pt x="35323" y="13306"/>
                  </a:lnTo>
                  <a:cubicBezTo>
                    <a:pt x="22693" y="13306"/>
                    <a:pt x="12455" y="23814"/>
                    <a:pt x="12455" y="36776"/>
                  </a:cubicBezTo>
                  <a:lnTo>
                    <a:pt x="12455" y="99641"/>
                  </a:lnTo>
                  <a:lnTo>
                    <a:pt x="28891" y="99641"/>
                  </a:lnTo>
                  <a:cubicBezTo>
                    <a:pt x="32274" y="99641"/>
                    <a:pt x="35017" y="102455"/>
                    <a:pt x="35017" y="105927"/>
                  </a:cubicBezTo>
                  <a:cubicBezTo>
                    <a:pt x="35017" y="105962"/>
                    <a:pt x="35017" y="105997"/>
                    <a:pt x="35016" y="1060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6306367" y="2173954"/>
              <a:ext cx="12353" cy="95786"/>
            </a:xfrm>
            <a:custGeom>
              <a:avLst/>
              <a:gdLst/>
              <a:ahLst/>
              <a:cxnLst/>
              <a:rect l="l" t="t" r="r" b="b"/>
              <a:pathLst>
                <a:path w="12353" h="95786" extrusionOk="0">
                  <a:moveTo>
                    <a:pt x="6227" y="95787"/>
                  </a:moveTo>
                  <a:cubicBezTo>
                    <a:pt x="2788" y="95787"/>
                    <a:pt x="0" y="92925"/>
                    <a:pt x="0" y="89395"/>
                  </a:cubicBezTo>
                  <a:lnTo>
                    <a:pt x="0" y="5575"/>
                  </a:lnTo>
                  <a:cubicBezTo>
                    <a:pt x="439" y="2074"/>
                    <a:pt x="3561" y="-398"/>
                    <a:pt x="6972" y="53"/>
                  </a:cubicBezTo>
                  <a:cubicBezTo>
                    <a:pt x="9780" y="424"/>
                    <a:pt x="11991" y="2693"/>
                    <a:pt x="12353" y="5575"/>
                  </a:cubicBezTo>
                  <a:lnTo>
                    <a:pt x="12353" y="89395"/>
                  </a:lnTo>
                  <a:cubicBezTo>
                    <a:pt x="12409" y="92867"/>
                    <a:pt x="9713" y="95728"/>
                    <a:pt x="6330" y="95786"/>
                  </a:cubicBezTo>
                  <a:cubicBezTo>
                    <a:pt x="6296" y="95786"/>
                    <a:pt x="6262" y="95787"/>
                    <a:pt x="6227" y="95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27528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633735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6286763" y="1995439"/>
              <a:ext cx="54417" cy="60664"/>
            </a:xfrm>
            <a:custGeom>
              <a:avLst/>
              <a:gdLst/>
              <a:ahLst/>
              <a:cxnLst/>
              <a:rect l="l" t="t" r="r" b="b"/>
              <a:pathLst>
                <a:path w="54417" h="60664" extrusionOk="0">
                  <a:moveTo>
                    <a:pt x="26444" y="60665"/>
                  </a:moveTo>
                  <a:cubicBezTo>
                    <a:pt x="16960" y="60201"/>
                    <a:pt x="8634" y="54039"/>
                    <a:pt x="5210" y="44948"/>
                  </a:cubicBezTo>
                  <a:cubicBezTo>
                    <a:pt x="1698" y="38030"/>
                    <a:pt x="-91" y="30327"/>
                    <a:pt x="4" y="22527"/>
                  </a:cubicBezTo>
                  <a:lnTo>
                    <a:pt x="4" y="15611"/>
                  </a:lnTo>
                  <a:cubicBezTo>
                    <a:pt x="7" y="14429"/>
                    <a:pt x="324" y="13270"/>
                    <a:pt x="922" y="12259"/>
                  </a:cubicBezTo>
                  <a:cubicBezTo>
                    <a:pt x="7483" y="4467"/>
                    <a:pt x="17023" y="-8"/>
                    <a:pt x="27057" y="0"/>
                  </a:cubicBezTo>
                  <a:cubicBezTo>
                    <a:pt x="40329" y="0"/>
                    <a:pt x="54417" y="8382"/>
                    <a:pt x="54417" y="16240"/>
                  </a:cubicBezTo>
                  <a:lnTo>
                    <a:pt x="54417" y="22527"/>
                  </a:lnTo>
                  <a:cubicBezTo>
                    <a:pt x="54462" y="30321"/>
                    <a:pt x="52676" y="38012"/>
                    <a:pt x="49210" y="44948"/>
                  </a:cubicBezTo>
                  <a:cubicBezTo>
                    <a:pt x="45634" y="54329"/>
                    <a:pt x="36871" y="60546"/>
                    <a:pt x="27057" y="60665"/>
                  </a:cubicBezTo>
                  <a:close/>
                  <a:moveTo>
                    <a:pt x="12356" y="18126"/>
                  </a:moveTo>
                  <a:lnTo>
                    <a:pt x="12356" y="22527"/>
                  </a:lnTo>
                  <a:cubicBezTo>
                    <a:pt x="12287" y="28244"/>
                    <a:pt x="13584" y="33892"/>
                    <a:pt x="16134" y="38976"/>
                  </a:cubicBezTo>
                  <a:cubicBezTo>
                    <a:pt x="19196" y="45053"/>
                    <a:pt x="22973" y="48301"/>
                    <a:pt x="27057" y="47987"/>
                  </a:cubicBezTo>
                  <a:cubicBezTo>
                    <a:pt x="31141" y="47673"/>
                    <a:pt x="35224" y="45053"/>
                    <a:pt x="38287" y="38976"/>
                  </a:cubicBezTo>
                  <a:cubicBezTo>
                    <a:pt x="40836" y="33892"/>
                    <a:pt x="42133" y="28244"/>
                    <a:pt x="42064" y="22527"/>
                  </a:cubicBezTo>
                  <a:lnTo>
                    <a:pt x="42064" y="17917"/>
                  </a:lnTo>
                  <a:cubicBezTo>
                    <a:pt x="33379" y="10790"/>
                    <a:pt x="21042" y="10790"/>
                    <a:pt x="12356" y="17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6190088" y="2257377"/>
              <a:ext cx="229290" cy="12363"/>
            </a:xfrm>
            <a:custGeom>
              <a:avLst/>
              <a:gdLst/>
              <a:ahLst/>
              <a:cxnLst/>
              <a:rect l="l" t="t" r="r" b="b"/>
              <a:pathLst>
                <a:path w="229290" h="12363" extrusionOk="0">
                  <a:moveTo>
                    <a:pt x="223063" y="12363"/>
                  </a:moveTo>
                  <a:lnTo>
                    <a:pt x="6227" y="12363"/>
                  </a:lnTo>
                  <a:cubicBezTo>
                    <a:pt x="2788" y="12363"/>
                    <a:pt x="0" y="9502"/>
                    <a:pt x="0" y="5972"/>
                  </a:cubicBezTo>
                  <a:cubicBezTo>
                    <a:pt x="215" y="2607"/>
                    <a:pt x="2941" y="-7"/>
                    <a:pt x="6227" y="0"/>
                  </a:cubicBezTo>
                  <a:lnTo>
                    <a:pt x="223063" y="0"/>
                  </a:lnTo>
                  <a:cubicBezTo>
                    <a:pt x="226480" y="56"/>
                    <a:pt x="229236" y="2885"/>
                    <a:pt x="229291" y="6391"/>
                  </a:cubicBezTo>
                  <a:cubicBezTo>
                    <a:pt x="229075" y="9756"/>
                    <a:pt x="226349" y="12371"/>
                    <a:pt x="223063" y="123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6376928" y="2095727"/>
              <a:ext cx="34920" cy="31309"/>
            </a:xfrm>
            <a:custGeom>
              <a:avLst/>
              <a:gdLst/>
              <a:ahLst/>
              <a:cxnLst/>
              <a:rect l="l" t="t" r="r" b="b"/>
              <a:pathLst>
                <a:path w="34920" h="31309" extrusionOk="0">
                  <a:moveTo>
                    <a:pt x="6108" y="31310"/>
                  </a:moveTo>
                  <a:cubicBezTo>
                    <a:pt x="4212" y="31293"/>
                    <a:pt x="2434" y="30362"/>
                    <a:pt x="1310" y="28795"/>
                  </a:cubicBezTo>
                  <a:cubicBezTo>
                    <a:pt x="-777" y="26039"/>
                    <a:pt x="-322" y="22074"/>
                    <a:pt x="2331" y="19889"/>
                  </a:cubicBezTo>
                  <a:lnTo>
                    <a:pt x="24892" y="1344"/>
                  </a:lnTo>
                  <a:cubicBezTo>
                    <a:pt x="27578" y="-797"/>
                    <a:pt x="31441" y="-331"/>
                    <a:pt x="33570" y="2392"/>
                  </a:cubicBezTo>
                  <a:cubicBezTo>
                    <a:pt x="35689" y="5098"/>
                    <a:pt x="35269" y="9055"/>
                    <a:pt x="32632" y="11230"/>
                  </a:cubicBezTo>
                  <a:cubicBezTo>
                    <a:pt x="32605" y="11253"/>
                    <a:pt x="32577" y="11275"/>
                    <a:pt x="32549" y="11298"/>
                  </a:cubicBezTo>
                  <a:lnTo>
                    <a:pt x="9681" y="29843"/>
                  </a:lnTo>
                  <a:cubicBezTo>
                    <a:pt x="8678" y="30720"/>
                    <a:pt x="7423" y="31235"/>
                    <a:pt x="6108" y="31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6212974" y="2095758"/>
              <a:ext cx="35287" cy="31279"/>
            </a:xfrm>
            <a:custGeom>
              <a:avLst/>
              <a:gdLst/>
              <a:ahLst/>
              <a:cxnLst/>
              <a:rect l="l" t="t" r="r" b="b"/>
              <a:pathLst>
                <a:path w="35287" h="31279" extrusionOk="0">
                  <a:moveTo>
                    <a:pt x="29078" y="31279"/>
                  </a:moveTo>
                  <a:cubicBezTo>
                    <a:pt x="27770" y="31170"/>
                    <a:pt x="26525" y="30658"/>
                    <a:pt x="25505" y="29812"/>
                  </a:cubicBezTo>
                  <a:lnTo>
                    <a:pt x="2331" y="11267"/>
                  </a:lnTo>
                  <a:cubicBezTo>
                    <a:pt x="-322" y="9083"/>
                    <a:pt x="-777" y="5118"/>
                    <a:pt x="1310" y="2361"/>
                  </a:cubicBezTo>
                  <a:cubicBezTo>
                    <a:pt x="3502" y="-323"/>
                    <a:pt x="7355" y="-783"/>
                    <a:pt x="10089" y="1314"/>
                  </a:cubicBezTo>
                  <a:lnTo>
                    <a:pt x="32957" y="19859"/>
                  </a:lnTo>
                  <a:cubicBezTo>
                    <a:pt x="35610" y="22043"/>
                    <a:pt x="36064" y="26008"/>
                    <a:pt x="33978" y="28765"/>
                  </a:cubicBezTo>
                  <a:cubicBezTo>
                    <a:pt x="32821" y="30348"/>
                    <a:pt x="31006" y="31279"/>
                    <a:pt x="29078" y="3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189292" y="2220548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10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6189292" y="2185972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09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" name="Google Shape;309;p24"/>
          <p:cNvGrpSpPr/>
          <p:nvPr/>
        </p:nvGrpSpPr>
        <p:grpSpPr>
          <a:xfrm>
            <a:off x="4677469" y="4918037"/>
            <a:ext cx="295725" cy="361051"/>
            <a:chOff x="6142837" y="2002517"/>
            <a:chExt cx="295725" cy="361051"/>
          </a:xfrm>
        </p:grpSpPr>
        <p:sp>
          <p:nvSpPr>
            <p:cNvPr id="310" name="Google Shape;310;p24"/>
            <p:cNvSpPr/>
            <p:nvPr/>
          </p:nvSpPr>
          <p:spPr>
            <a:xfrm>
              <a:off x="6251450" y="2002517"/>
              <a:ext cx="187112" cy="361051"/>
            </a:xfrm>
            <a:custGeom>
              <a:avLst/>
              <a:gdLst/>
              <a:ahLst/>
              <a:cxnLst/>
              <a:rect l="l" t="t" r="r" b="b"/>
              <a:pathLst>
                <a:path w="187112" h="361051" extrusionOk="0">
                  <a:moveTo>
                    <a:pt x="74896" y="361052"/>
                  </a:moveTo>
                  <a:lnTo>
                    <a:pt x="28968" y="361052"/>
                  </a:lnTo>
                  <a:cubicBezTo>
                    <a:pt x="25560" y="361052"/>
                    <a:pt x="22797" y="358217"/>
                    <a:pt x="22797" y="354721"/>
                  </a:cubicBezTo>
                  <a:cubicBezTo>
                    <a:pt x="22797" y="351225"/>
                    <a:pt x="25560" y="348391"/>
                    <a:pt x="28968" y="348391"/>
                  </a:cubicBezTo>
                  <a:lnTo>
                    <a:pt x="68725" y="348391"/>
                  </a:lnTo>
                  <a:lnTo>
                    <a:pt x="68725" y="292351"/>
                  </a:lnTo>
                  <a:cubicBezTo>
                    <a:pt x="68725" y="288912"/>
                    <a:pt x="71442" y="286124"/>
                    <a:pt x="74794" y="286124"/>
                  </a:cubicBezTo>
                  <a:cubicBezTo>
                    <a:pt x="74828" y="286124"/>
                    <a:pt x="74862" y="286124"/>
                    <a:pt x="74896" y="286124"/>
                  </a:cubicBezTo>
                  <a:lnTo>
                    <a:pt x="115361" y="286124"/>
                  </a:lnTo>
                  <a:cubicBezTo>
                    <a:pt x="132976" y="286067"/>
                    <a:pt x="147227" y="271402"/>
                    <a:pt x="147227" y="253331"/>
                  </a:cubicBezTo>
                  <a:lnTo>
                    <a:pt x="147227" y="248972"/>
                  </a:lnTo>
                  <a:lnTo>
                    <a:pt x="142270" y="245132"/>
                  </a:lnTo>
                  <a:cubicBezTo>
                    <a:pt x="141626" y="244573"/>
                    <a:pt x="141079" y="243907"/>
                    <a:pt x="140651" y="243161"/>
                  </a:cubicBezTo>
                  <a:cubicBezTo>
                    <a:pt x="136783" y="236122"/>
                    <a:pt x="139068" y="227204"/>
                    <a:pt x="145810" y="223028"/>
                  </a:cubicBezTo>
                  <a:lnTo>
                    <a:pt x="155927" y="216490"/>
                  </a:lnTo>
                  <a:lnTo>
                    <a:pt x="155927" y="203725"/>
                  </a:lnTo>
                  <a:cubicBezTo>
                    <a:pt x="155871" y="197478"/>
                    <a:pt x="160762" y="192368"/>
                    <a:pt x="166852" y="192310"/>
                  </a:cubicBezTo>
                  <a:cubicBezTo>
                    <a:pt x="166886" y="192310"/>
                    <a:pt x="166919" y="192310"/>
                    <a:pt x="166953" y="192310"/>
                  </a:cubicBezTo>
                  <a:lnTo>
                    <a:pt x="171202" y="192310"/>
                  </a:lnTo>
                  <a:cubicBezTo>
                    <a:pt x="172263" y="192318"/>
                    <a:pt x="173239" y="191717"/>
                    <a:pt x="173731" y="190753"/>
                  </a:cubicBezTo>
                  <a:cubicBezTo>
                    <a:pt x="174255" y="189822"/>
                    <a:pt x="174255" y="188675"/>
                    <a:pt x="173731" y="187744"/>
                  </a:cubicBezTo>
                  <a:lnTo>
                    <a:pt x="153499" y="156611"/>
                  </a:lnTo>
                  <a:cubicBezTo>
                    <a:pt x="150380" y="151897"/>
                    <a:pt x="149049" y="146176"/>
                    <a:pt x="149756" y="140525"/>
                  </a:cubicBezTo>
                  <a:cubicBezTo>
                    <a:pt x="150347" y="136123"/>
                    <a:pt x="150651" y="131685"/>
                    <a:pt x="150666" y="127242"/>
                  </a:cubicBezTo>
                  <a:cubicBezTo>
                    <a:pt x="150565" y="95422"/>
                    <a:pt x="137684" y="65051"/>
                    <a:pt x="115057" y="43286"/>
                  </a:cubicBezTo>
                  <a:cubicBezTo>
                    <a:pt x="86232" y="16008"/>
                    <a:pt x="45639" y="6099"/>
                    <a:pt x="7927" y="17134"/>
                  </a:cubicBezTo>
                  <a:cubicBezTo>
                    <a:pt x="4688" y="18149"/>
                    <a:pt x="1256" y="16297"/>
                    <a:pt x="238" y="12983"/>
                  </a:cubicBezTo>
                  <a:cubicBezTo>
                    <a:pt x="-685" y="9636"/>
                    <a:pt x="1152" y="6143"/>
                    <a:pt x="4386" y="5096"/>
                  </a:cubicBezTo>
                  <a:cubicBezTo>
                    <a:pt x="46483" y="-7467"/>
                    <a:pt x="91919" y="3565"/>
                    <a:pt x="124061" y="34154"/>
                  </a:cubicBezTo>
                  <a:cubicBezTo>
                    <a:pt x="149226" y="58357"/>
                    <a:pt x="163507" y="92165"/>
                    <a:pt x="163514" y="127553"/>
                  </a:cubicBezTo>
                  <a:cubicBezTo>
                    <a:pt x="163516" y="132518"/>
                    <a:pt x="163178" y="137477"/>
                    <a:pt x="162502" y="142393"/>
                  </a:cubicBezTo>
                  <a:cubicBezTo>
                    <a:pt x="162196" y="145061"/>
                    <a:pt x="162843" y="147753"/>
                    <a:pt x="164323" y="149969"/>
                  </a:cubicBezTo>
                  <a:lnTo>
                    <a:pt x="184556" y="181102"/>
                  </a:lnTo>
                  <a:cubicBezTo>
                    <a:pt x="189193" y="188194"/>
                    <a:pt x="187348" y="197800"/>
                    <a:pt x="180435" y="202557"/>
                  </a:cubicBezTo>
                  <a:cubicBezTo>
                    <a:pt x="177915" y="204291"/>
                    <a:pt x="174944" y="205205"/>
                    <a:pt x="171910" y="205178"/>
                  </a:cubicBezTo>
                  <a:lnTo>
                    <a:pt x="168875" y="205178"/>
                  </a:lnTo>
                  <a:lnTo>
                    <a:pt x="168875" y="219915"/>
                  </a:lnTo>
                  <a:cubicBezTo>
                    <a:pt x="168862" y="222082"/>
                    <a:pt x="167751" y="224087"/>
                    <a:pt x="165942" y="225207"/>
                  </a:cubicBezTo>
                  <a:lnTo>
                    <a:pt x="152487" y="233717"/>
                  </a:lnTo>
                  <a:cubicBezTo>
                    <a:pt x="151717" y="234194"/>
                    <a:pt x="151284" y="235082"/>
                    <a:pt x="151374" y="236000"/>
                  </a:cubicBezTo>
                  <a:lnTo>
                    <a:pt x="157343" y="240670"/>
                  </a:lnTo>
                  <a:cubicBezTo>
                    <a:pt x="158900" y="241868"/>
                    <a:pt x="159803" y="243759"/>
                    <a:pt x="159771" y="245755"/>
                  </a:cubicBezTo>
                  <a:lnTo>
                    <a:pt x="159771" y="253331"/>
                  </a:lnTo>
                  <a:cubicBezTo>
                    <a:pt x="159771" y="278337"/>
                    <a:pt x="140040" y="298624"/>
                    <a:pt x="115664" y="298681"/>
                  </a:cubicBezTo>
                  <a:lnTo>
                    <a:pt x="80966" y="298681"/>
                  </a:lnTo>
                  <a:lnTo>
                    <a:pt x="80966" y="354721"/>
                  </a:lnTo>
                  <a:cubicBezTo>
                    <a:pt x="80966" y="358177"/>
                    <a:pt x="78264" y="360995"/>
                    <a:pt x="74896" y="3610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6163980" y="2052238"/>
              <a:ext cx="151338" cy="155250"/>
            </a:xfrm>
            <a:custGeom>
              <a:avLst/>
              <a:gdLst/>
              <a:ahLst/>
              <a:cxnLst/>
              <a:rect l="l" t="t" r="r" b="b"/>
              <a:pathLst>
                <a:path w="151338" h="155250" extrusionOk="0">
                  <a:moveTo>
                    <a:pt x="75669" y="155251"/>
                  </a:moveTo>
                  <a:cubicBezTo>
                    <a:pt x="33878" y="155251"/>
                    <a:pt x="0" y="120497"/>
                    <a:pt x="0" y="77625"/>
                  </a:cubicBezTo>
                  <a:cubicBezTo>
                    <a:pt x="0" y="34754"/>
                    <a:pt x="33878" y="0"/>
                    <a:pt x="75669" y="0"/>
                  </a:cubicBezTo>
                  <a:cubicBezTo>
                    <a:pt x="117460" y="0"/>
                    <a:pt x="151338" y="34754"/>
                    <a:pt x="151338" y="77625"/>
                  </a:cubicBezTo>
                  <a:cubicBezTo>
                    <a:pt x="151283" y="120473"/>
                    <a:pt x="117437" y="155193"/>
                    <a:pt x="75669" y="155251"/>
                  </a:cubicBezTo>
                  <a:close/>
                  <a:moveTo>
                    <a:pt x="75669" y="12453"/>
                  </a:moveTo>
                  <a:cubicBezTo>
                    <a:pt x="40639" y="12453"/>
                    <a:pt x="12241" y="41585"/>
                    <a:pt x="12241" y="77522"/>
                  </a:cubicBezTo>
                  <a:cubicBezTo>
                    <a:pt x="12241" y="113458"/>
                    <a:pt x="40639" y="142590"/>
                    <a:pt x="75669" y="142590"/>
                  </a:cubicBezTo>
                  <a:cubicBezTo>
                    <a:pt x="110700" y="142590"/>
                    <a:pt x="139098" y="113458"/>
                    <a:pt x="139098" y="77522"/>
                  </a:cubicBezTo>
                  <a:cubicBezTo>
                    <a:pt x="139042" y="41609"/>
                    <a:pt x="110677" y="12510"/>
                    <a:pt x="75669" y="124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142837" y="2030548"/>
              <a:ext cx="193625" cy="228414"/>
            </a:xfrm>
            <a:custGeom>
              <a:avLst/>
              <a:gdLst/>
              <a:ahLst/>
              <a:cxnLst/>
              <a:rect l="l" t="t" r="r" b="b"/>
              <a:pathLst>
                <a:path w="193625" h="228414" extrusionOk="0">
                  <a:moveTo>
                    <a:pt x="138593" y="228413"/>
                  </a:moveTo>
                  <a:lnTo>
                    <a:pt x="55033" y="228413"/>
                  </a:lnTo>
                  <a:cubicBezTo>
                    <a:pt x="52282" y="228398"/>
                    <a:pt x="49863" y="226547"/>
                    <a:pt x="49064" y="223847"/>
                  </a:cubicBezTo>
                  <a:lnTo>
                    <a:pt x="36824" y="177148"/>
                  </a:lnTo>
                  <a:cubicBezTo>
                    <a:pt x="13491" y="158429"/>
                    <a:pt x="-101" y="129700"/>
                    <a:pt x="1" y="99315"/>
                  </a:cubicBezTo>
                  <a:cubicBezTo>
                    <a:pt x="1" y="44465"/>
                    <a:pt x="43345" y="0"/>
                    <a:pt x="96813" y="0"/>
                  </a:cubicBezTo>
                  <a:cubicBezTo>
                    <a:pt x="150281" y="0"/>
                    <a:pt x="193625" y="44465"/>
                    <a:pt x="193625" y="99315"/>
                  </a:cubicBezTo>
                  <a:cubicBezTo>
                    <a:pt x="193726" y="129700"/>
                    <a:pt x="180134" y="158429"/>
                    <a:pt x="156802" y="177148"/>
                  </a:cubicBezTo>
                  <a:lnTo>
                    <a:pt x="144561" y="223847"/>
                  </a:lnTo>
                  <a:cubicBezTo>
                    <a:pt x="143822" y="226589"/>
                    <a:pt x="141365" y="228469"/>
                    <a:pt x="138593" y="228414"/>
                  </a:cubicBezTo>
                  <a:close/>
                  <a:moveTo>
                    <a:pt x="59686" y="215856"/>
                  </a:moveTo>
                  <a:lnTo>
                    <a:pt x="133939" y="215856"/>
                  </a:lnTo>
                  <a:lnTo>
                    <a:pt x="145472" y="171855"/>
                  </a:lnTo>
                  <a:cubicBezTo>
                    <a:pt x="145896" y="170527"/>
                    <a:pt x="146665" y="169343"/>
                    <a:pt x="147697" y="168430"/>
                  </a:cubicBezTo>
                  <a:cubicBezTo>
                    <a:pt x="168973" y="152174"/>
                    <a:pt x="181472" y="126529"/>
                    <a:pt x="181384" y="99315"/>
                  </a:cubicBezTo>
                  <a:cubicBezTo>
                    <a:pt x="181384" y="51400"/>
                    <a:pt x="143520" y="12557"/>
                    <a:pt x="96813" y="12557"/>
                  </a:cubicBezTo>
                  <a:cubicBezTo>
                    <a:pt x="50105" y="12557"/>
                    <a:pt x="12241" y="51400"/>
                    <a:pt x="12241" y="99315"/>
                  </a:cubicBezTo>
                  <a:cubicBezTo>
                    <a:pt x="12153" y="126529"/>
                    <a:pt x="24652" y="152174"/>
                    <a:pt x="45928" y="168430"/>
                  </a:cubicBezTo>
                  <a:cubicBezTo>
                    <a:pt x="46990" y="169315"/>
                    <a:pt x="47766" y="170509"/>
                    <a:pt x="48154" y="1718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6214579" y="2192166"/>
              <a:ext cx="92518" cy="37011"/>
            </a:xfrm>
            <a:custGeom>
              <a:avLst/>
              <a:gdLst/>
              <a:ahLst/>
              <a:cxnLst/>
              <a:rect l="l" t="t" r="r" b="b"/>
              <a:pathLst>
                <a:path w="92518" h="37011" extrusionOk="0">
                  <a:moveTo>
                    <a:pt x="25070" y="37012"/>
                  </a:moveTo>
                  <a:cubicBezTo>
                    <a:pt x="18270" y="37024"/>
                    <a:pt x="11487" y="36294"/>
                    <a:pt x="4838" y="34833"/>
                  </a:cubicBezTo>
                  <a:cubicBezTo>
                    <a:pt x="1541" y="34116"/>
                    <a:pt x="-565" y="30794"/>
                    <a:pt x="134" y="27412"/>
                  </a:cubicBezTo>
                  <a:cubicBezTo>
                    <a:pt x="832" y="24031"/>
                    <a:pt x="4070" y="21870"/>
                    <a:pt x="7367" y="22587"/>
                  </a:cubicBezTo>
                  <a:cubicBezTo>
                    <a:pt x="34089" y="28380"/>
                    <a:pt x="61898" y="20659"/>
                    <a:pt x="82126" y="1831"/>
                  </a:cubicBezTo>
                  <a:cubicBezTo>
                    <a:pt x="84492" y="-604"/>
                    <a:pt x="88335" y="-611"/>
                    <a:pt x="90709" y="1816"/>
                  </a:cubicBezTo>
                  <a:cubicBezTo>
                    <a:pt x="90714" y="1821"/>
                    <a:pt x="90719" y="1826"/>
                    <a:pt x="90724" y="1831"/>
                  </a:cubicBezTo>
                  <a:cubicBezTo>
                    <a:pt x="93116" y="4300"/>
                    <a:pt x="93116" y="8287"/>
                    <a:pt x="90724" y="10756"/>
                  </a:cubicBezTo>
                  <a:cubicBezTo>
                    <a:pt x="72837" y="27667"/>
                    <a:pt x="49395" y="37041"/>
                    <a:pt x="25070" y="370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6200095" y="2246405"/>
              <a:ext cx="79109" cy="29992"/>
            </a:xfrm>
            <a:custGeom>
              <a:avLst/>
              <a:gdLst/>
              <a:ahLst/>
              <a:cxnLst/>
              <a:rect l="l" t="t" r="r" b="b"/>
              <a:pathLst>
                <a:path w="79109" h="29992" extrusionOk="0">
                  <a:moveTo>
                    <a:pt x="73039" y="29992"/>
                  </a:moveTo>
                  <a:lnTo>
                    <a:pt x="6171" y="29992"/>
                  </a:lnTo>
                  <a:cubicBezTo>
                    <a:pt x="2819" y="30049"/>
                    <a:pt x="57" y="27308"/>
                    <a:pt x="1" y="23870"/>
                  </a:cubicBezTo>
                  <a:cubicBezTo>
                    <a:pt x="0" y="23835"/>
                    <a:pt x="0" y="23800"/>
                    <a:pt x="0" y="23765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73039" y="0"/>
                  </a:lnTo>
                  <a:cubicBezTo>
                    <a:pt x="76391" y="0"/>
                    <a:pt x="79109" y="2787"/>
                    <a:pt x="79110" y="6226"/>
                  </a:cubicBezTo>
                  <a:cubicBezTo>
                    <a:pt x="79110" y="6261"/>
                    <a:pt x="79109" y="6296"/>
                    <a:pt x="79109" y="6330"/>
                  </a:cubicBezTo>
                  <a:lnTo>
                    <a:pt x="79109" y="23765"/>
                  </a:lnTo>
                  <a:cubicBezTo>
                    <a:pt x="79109" y="27204"/>
                    <a:pt x="76391" y="29992"/>
                    <a:pt x="73039" y="29992"/>
                  </a:cubicBezTo>
                  <a:close/>
                  <a:moveTo>
                    <a:pt x="12342" y="17435"/>
                  </a:moveTo>
                  <a:lnTo>
                    <a:pt x="66969" y="17435"/>
                  </a:lnTo>
                  <a:lnTo>
                    <a:pt x="66969" y="12557"/>
                  </a:lnTo>
                  <a:lnTo>
                    <a:pt x="12241" y="12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6185831" y="2263424"/>
              <a:ext cx="107737" cy="80427"/>
            </a:xfrm>
            <a:custGeom>
              <a:avLst/>
              <a:gdLst/>
              <a:ahLst/>
              <a:cxnLst/>
              <a:rect l="l" t="t" r="r" b="b"/>
              <a:pathLst>
                <a:path w="107737" h="80427" extrusionOk="0">
                  <a:moveTo>
                    <a:pt x="93879" y="80427"/>
                  </a:moveTo>
                  <a:lnTo>
                    <a:pt x="13860" y="80427"/>
                  </a:lnTo>
                  <a:cubicBezTo>
                    <a:pt x="6205" y="80428"/>
                    <a:pt x="0" y="74062"/>
                    <a:pt x="0" y="66210"/>
                  </a:cubicBezTo>
                  <a:cubicBezTo>
                    <a:pt x="0" y="66176"/>
                    <a:pt x="0" y="66141"/>
                    <a:pt x="0" y="66106"/>
                  </a:cubicBezTo>
                  <a:lnTo>
                    <a:pt x="0" y="14217"/>
                  </a:lnTo>
                  <a:cubicBezTo>
                    <a:pt x="0" y="6365"/>
                    <a:pt x="6205" y="0"/>
                    <a:pt x="13860" y="0"/>
                  </a:cubicBezTo>
                  <a:lnTo>
                    <a:pt x="93879" y="0"/>
                  </a:lnTo>
                  <a:cubicBezTo>
                    <a:pt x="101510" y="57"/>
                    <a:pt x="107683" y="6389"/>
                    <a:pt x="107738" y="14217"/>
                  </a:cubicBezTo>
                  <a:lnTo>
                    <a:pt x="107738" y="66106"/>
                  </a:lnTo>
                  <a:cubicBezTo>
                    <a:pt x="107738" y="73975"/>
                    <a:pt x="101549" y="80370"/>
                    <a:pt x="93879" y="80427"/>
                  </a:cubicBezTo>
                  <a:close/>
                  <a:moveTo>
                    <a:pt x="13860" y="12972"/>
                  </a:moveTo>
                  <a:cubicBezTo>
                    <a:pt x="12966" y="12972"/>
                    <a:pt x="12241" y="13716"/>
                    <a:pt x="12241" y="14633"/>
                  </a:cubicBezTo>
                  <a:lnTo>
                    <a:pt x="12241" y="66521"/>
                  </a:lnTo>
                  <a:cubicBezTo>
                    <a:pt x="12241" y="67438"/>
                    <a:pt x="12966" y="68182"/>
                    <a:pt x="13860" y="68182"/>
                  </a:cubicBezTo>
                  <a:lnTo>
                    <a:pt x="93879" y="68182"/>
                  </a:lnTo>
                  <a:cubicBezTo>
                    <a:pt x="94773" y="68182"/>
                    <a:pt x="95497" y="67438"/>
                    <a:pt x="95497" y="66521"/>
                  </a:cubicBezTo>
                  <a:lnTo>
                    <a:pt x="95497" y="14633"/>
                  </a:lnTo>
                  <a:cubicBezTo>
                    <a:pt x="95497" y="13716"/>
                    <a:pt x="94773" y="12972"/>
                    <a:pt x="93879" y="129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6186518" y="2284957"/>
              <a:ext cx="79615" cy="12661"/>
            </a:xfrm>
            <a:custGeom>
              <a:avLst/>
              <a:gdLst/>
              <a:ahLst/>
              <a:cxnLst/>
              <a:rect l="l" t="t" r="r" b="b"/>
              <a:pathLst>
                <a:path w="79615" h="12661" extrusionOk="0">
                  <a:moveTo>
                    <a:pt x="72656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72656" y="53"/>
                  </a:lnTo>
                  <a:cubicBezTo>
                    <a:pt x="76036" y="-394"/>
                    <a:pt x="79129" y="2055"/>
                    <a:pt x="79565" y="5522"/>
                  </a:cubicBezTo>
                  <a:cubicBezTo>
                    <a:pt x="80000" y="8990"/>
                    <a:pt x="77613" y="12163"/>
                    <a:pt x="74233" y="12610"/>
                  </a:cubicBezTo>
                  <a:cubicBezTo>
                    <a:pt x="73709" y="12679"/>
                    <a:pt x="73179" y="12679"/>
                    <a:pt x="72656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6186518" y="2309345"/>
              <a:ext cx="89023" cy="12661"/>
            </a:xfrm>
            <a:custGeom>
              <a:avLst/>
              <a:gdLst/>
              <a:ahLst/>
              <a:cxnLst/>
              <a:rect l="l" t="t" r="r" b="b"/>
              <a:pathLst>
                <a:path w="89023" h="12661" extrusionOk="0">
                  <a:moveTo>
                    <a:pt x="82064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82064" y="53"/>
                  </a:lnTo>
                  <a:cubicBezTo>
                    <a:pt x="85444" y="-394"/>
                    <a:pt x="88537" y="2055"/>
                    <a:pt x="88973" y="5522"/>
                  </a:cubicBezTo>
                  <a:cubicBezTo>
                    <a:pt x="89408" y="8990"/>
                    <a:pt x="87021" y="12163"/>
                    <a:pt x="83641" y="12610"/>
                  </a:cubicBezTo>
                  <a:cubicBezTo>
                    <a:pt x="83117" y="12679"/>
                    <a:pt x="82587" y="12679"/>
                    <a:pt x="82064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6215573" y="2331190"/>
              <a:ext cx="48153" cy="32378"/>
            </a:xfrm>
            <a:custGeom>
              <a:avLst/>
              <a:gdLst/>
              <a:ahLst/>
              <a:cxnLst/>
              <a:rect l="l" t="t" r="r" b="b"/>
              <a:pathLst>
                <a:path w="48153" h="32378" extrusionOk="0">
                  <a:moveTo>
                    <a:pt x="24077" y="32378"/>
                  </a:moveTo>
                  <a:cubicBezTo>
                    <a:pt x="10802" y="32322"/>
                    <a:pt x="55" y="21297"/>
                    <a:pt x="0" y="7679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41982" y="0"/>
                  </a:lnTo>
                  <a:cubicBezTo>
                    <a:pt x="45390" y="0"/>
                    <a:pt x="48153" y="2834"/>
                    <a:pt x="48153" y="6330"/>
                  </a:cubicBezTo>
                  <a:lnTo>
                    <a:pt x="48153" y="7679"/>
                  </a:lnTo>
                  <a:cubicBezTo>
                    <a:pt x="48098" y="21297"/>
                    <a:pt x="37351" y="32322"/>
                    <a:pt x="24077" y="32378"/>
                  </a:cubicBezTo>
                  <a:close/>
                  <a:moveTo>
                    <a:pt x="13353" y="12661"/>
                  </a:moveTo>
                  <a:cubicBezTo>
                    <a:pt x="15264" y="16972"/>
                    <a:pt x="19460" y="19734"/>
                    <a:pt x="24077" y="19718"/>
                  </a:cubicBezTo>
                  <a:cubicBezTo>
                    <a:pt x="28707" y="19697"/>
                    <a:pt x="32916" y="16953"/>
                    <a:pt x="34901" y="126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6623891" y="5228121"/>
            <a:ext cx="374553" cy="293527"/>
            <a:chOff x="6100826" y="2037245"/>
            <a:chExt cx="374553" cy="293527"/>
          </a:xfrm>
        </p:grpSpPr>
        <p:sp>
          <p:nvSpPr>
            <p:cNvPr id="320" name="Google Shape;320;p24"/>
            <p:cNvSpPr/>
            <p:nvPr/>
          </p:nvSpPr>
          <p:spPr>
            <a:xfrm>
              <a:off x="6234065" y="2279169"/>
              <a:ext cx="12450" cy="51551"/>
            </a:xfrm>
            <a:custGeom>
              <a:avLst/>
              <a:gdLst/>
              <a:ahLst/>
              <a:cxnLst/>
              <a:rect l="l" t="t" r="r" b="b"/>
              <a:pathLst>
                <a:path w="12450" h="51551" extrusionOk="0">
                  <a:moveTo>
                    <a:pt x="6219" y="51550"/>
                  </a:moveTo>
                  <a:cubicBezTo>
                    <a:pt x="2824" y="51551"/>
                    <a:pt x="56" y="48753"/>
                    <a:pt x="0" y="45264"/>
                  </a:cubicBezTo>
                  <a:lnTo>
                    <a:pt x="0" y="6287"/>
                  </a:lnTo>
                  <a:cubicBezTo>
                    <a:pt x="56" y="2799"/>
                    <a:pt x="2824" y="0"/>
                    <a:pt x="6219" y="1"/>
                  </a:cubicBezTo>
                  <a:cubicBezTo>
                    <a:pt x="9596" y="-57"/>
                    <a:pt x="12380" y="2710"/>
                    <a:pt x="12436" y="6182"/>
                  </a:cubicBezTo>
                  <a:cubicBezTo>
                    <a:pt x="12437" y="6217"/>
                    <a:pt x="12437" y="6252"/>
                    <a:pt x="12437" y="6287"/>
                  </a:cubicBezTo>
                  <a:lnTo>
                    <a:pt x="12437" y="44845"/>
                  </a:lnTo>
                  <a:cubicBezTo>
                    <a:pt x="12663" y="48309"/>
                    <a:pt x="10114" y="51305"/>
                    <a:pt x="6743" y="51537"/>
                  </a:cubicBezTo>
                  <a:cubicBezTo>
                    <a:pt x="6568" y="51549"/>
                    <a:pt x="6393" y="51554"/>
                    <a:pt x="6219" y="515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6325712" y="2279881"/>
              <a:ext cx="12348" cy="50839"/>
            </a:xfrm>
            <a:custGeom>
              <a:avLst/>
              <a:gdLst/>
              <a:ahLst/>
              <a:cxnLst/>
              <a:rect l="l" t="t" r="r" b="b"/>
              <a:pathLst>
                <a:path w="12348" h="50839" extrusionOk="0">
                  <a:moveTo>
                    <a:pt x="6219" y="50838"/>
                  </a:moveTo>
                  <a:cubicBezTo>
                    <a:pt x="2841" y="50896"/>
                    <a:pt x="57" y="48129"/>
                    <a:pt x="1" y="44657"/>
                  </a:cubicBezTo>
                  <a:cubicBezTo>
                    <a:pt x="0" y="44622"/>
                    <a:pt x="0" y="44587"/>
                    <a:pt x="0" y="44552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44133"/>
                  </a:lnTo>
                  <a:cubicBezTo>
                    <a:pt x="12560" y="47597"/>
                    <a:pt x="10011" y="50593"/>
                    <a:pt x="6640" y="50824"/>
                  </a:cubicBezTo>
                  <a:cubicBezTo>
                    <a:pt x="6500" y="50834"/>
                    <a:pt x="6359" y="50838"/>
                    <a:pt x="6219" y="508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6245276" y="2130075"/>
              <a:ext cx="85741" cy="96497"/>
            </a:xfrm>
            <a:custGeom>
              <a:avLst/>
              <a:gdLst/>
              <a:ahLst/>
              <a:cxnLst/>
              <a:rect l="l" t="t" r="r" b="b"/>
              <a:pathLst>
                <a:path w="85741" h="96497" extrusionOk="0">
                  <a:moveTo>
                    <a:pt x="41800" y="96498"/>
                  </a:moveTo>
                  <a:cubicBezTo>
                    <a:pt x="26986" y="95512"/>
                    <a:pt x="14048" y="85845"/>
                    <a:pt x="8567" y="71666"/>
                  </a:cubicBezTo>
                  <a:cubicBezTo>
                    <a:pt x="2825" y="60200"/>
                    <a:pt x="-114" y="47470"/>
                    <a:pt x="3" y="34576"/>
                  </a:cubicBezTo>
                  <a:lnTo>
                    <a:pt x="3" y="22527"/>
                  </a:lnTo>
                  <a:cubicBezTo>
                    <a:pt x="-10" y="21342"/>
                    <a:pt x="309" y="20178"/>
                    <a:pt x="921" y="19174"/>
                  </a:cubicBezTo>
                  <a:cubicBezTo>
                    <a:pt x="11596" y="7006"/>
                    <a:pt x="26777" y="42"/>
                    <a:pt x="42718" y="0"/>
                  </a:cubicBezTo>
                  <a:cubicBezTo>
                    <a:pt x="64432" y="0"/>
                    <a:pt x="85738" y="13411"/>
                    <a:pt x="85738" y="23574"/>
                  </a:cubicBezTo>
                  <a:lnTo>
                    <a:pt x="85738" y="34052"/>
                  </a:lnTo>
                  <a:cubicBezTo>
                    <a:pt x="85855" y="46946"/>
                    <a:pt x="82916" y="59677"/>
                    <a:pt x="77174" y="71142"/>
                  </a:cubicBezTo>
                  <a:cubicBezTo>
                    <a:pt x="71510" y="85721"/>
                    <a:pt x="57984" y="95469"/>
                    <a:pt x="42718" y="95974"/>
                  </a:cubicBezTo>
                  <a:close/>
                  <a:moveTo>
                    <a:pt x="12339" y="24832"/>
                  </a:moveTo>
                  <a:lnTo>
                    <a:pt x="12339" y="34576"/>
                  </a:lnTo>
                  <a:cubicBezTo>
                    <a:pt x="12145" y="45499"/>
                    <a:pt x="14598" y="56301"/>
                    <a:pt x="19475" y="66008"/>
                  </a:cubicBezTo>
                  <a:cubicBezTo>
                    <a:pt x="25795" y="78267"/>
                    <a:pt x="33339" y="84239"/>
                    <a:pt x="42718" y="84030"/>
                  </a:cubicBezTo>
                  <a:cubicBezTo>
                    <a:pt x="52096" y="83820"/>
                    <a:pt x="59946" y="78267"/>
                    <a:pt x="66267" y="66008"/>
                  </a:cubicBezTo>
                  <a:cubicBezTo>
                    <a:pt x="71131" y="56296"/>
                    <a:pt x="73583" y="45498"/>
                    <a:pt x="73403" y="34576"/>
                  </a:cubicBezTo>
                  <a:lnTo>
                    <a:pt x="73403" y="24727"/>
                  </a:lnTo>
                  <a:cubicBezTo>
                    <a:pt x="64993" y="17000"/>
                    <a:pt x="54099" y="12746"/>
                    <a:pt x="42820" y="12783"/>
                  </a:cubicBezTo>
                  <a:cubicBezTo>
                    <a:pt x="31610" y="13059"/>
                    <a:pt x="20839" y="17316"/>
                    <a:pt x="12339" y="248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6267705" y="2209953"/>
              <a:ext cx="39901" cy="43652"/>
            </a:xfrm>
            <a:custGeom>
              <a:avLst/>
              <a:gdLst/>
              <a:ahLst/>
              <a:cxnLst/>
              <a:rect l="l" t="t" r="r" b="b"/>
              <a:pathLst>
                <a:path w="39901" h="43652" extrusionOk="0">
                  <a:moveTo>
                    <a:pt x="20390" y="43652"/>
                  </a:moveTo>
                  <a:cubicBezTo>
                    <a:pt x="9074" y="43652"/>
                    <a:pt x="1" y="36842"/>
                    <a:pt x="1" y="28041"/>
                  </a:cubicBezTo>
                  <a:lnTo>
                    <a:pt x="1" y="6352"/>
                  </a:lnTo>
                  <a:cubicBezTo>
                    <a:pt x="-44" y="4093"/>
                    <a:pt x="1134" y="1995"/>
                    <a:pt x="3060" y="904"/>
                  </a:cubicBezTo>
                  <a:cubicBezTo>
                    <a:pt x="5003" y="-301"/>
                    <a:pt x="7436" y="-301"/>
                    <a:pt x="9380" y="904"/>
                  </a:cubicBezTo>
                  <a:cubicBezTo>
                    <a:pt x="12435" y="2853"/>
                    <a:pt x="15980" y="3837"/>
                    <a:pt x="19574" y="3733"/>
                  </a:cubicBezTo>
                  <a:cubicBezTo>
                    <a:pt x="23405" y="3946"/>
                    <a:pt x="27208" y="2959"/>
                    <a:pt x="30482" y="904"/>
                  </a:cubicBezTo>
                  <a:cubicBezTo>
                    <a:pt x="33440" y="-891"/>
                    <a:pt x="37253" y="118"/>
                    <a:pt x="38999" y="3157"/>
                  </a:cubicBezTo>
                  <a:cubicBezTo>
                    <a:pt x="39538" y="4095"/>
                    <a:pt x="39835" y="5159"/>
                    <a:pt x="39861" y="6248"/>
                  </a:cubicBezTo>
                  <a:lnTo>
                    <a:pt x="39861" y="27936"/>
                  </a:lnTo>
                  <a:cubicBezTo>
                    <a:pt x="40575" y="36947"/>
                    <a:pt x="31706" y="43652"/>
                    <a:pt x="20390" y="43652"/>
                  </a:cubicBezTo>
                  <a:close/>
                  <a:moveTo>
                    <a:pt x="12642" y="15992"/>
                  </a:moveTo>
                  <a:lnTo>
                    <a:pt x="12642" y="28250"/>
                  </a:lnTo>
                  <a:cubicBezTo>
                    <a:pt x="14636" y="30421"/>
                    <a:pt x="17503" y="31506"/>
                    <a:pt x="20390" y="31184"/>
                  </a:cubicBezTo>
                  <a:cubicBezTo>
                    <a:pt x="23305" y="31491"/>
                    <a:pt x="26197" y="30410"/>
                    <a:pt x="28240" y="28250"/>
                  </a:cubicBezTo>
                  <a:lnTo>
                    <a:pt x="28240" y="15992"/>
                  </a:lnTo>
                  <a:cubicBezTo>
                    <a:pt x="23097" y="17109"/>
                    <a:pt x="17785" y="17109"/>
                    <a:pt x="12642" y="159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6200832" y="2223849"/>
              <a:ext cx="170871" cy="106885"/>
            </a:xfrm>
            <a:custGeom>
              <a:avLst/>
              <a:gdLst/>
              <a:ahLst/>
              <a:cxnLst/>
              <a:rect l="l" t="t" r="r" b="b"/>
              <a:pathLst>
                <a:path w="170871" h="106885" extrusionOk="0">
                  <a:moveTo>
                    <a:pt x="164333" y="106871"/>
                  </a:moveTo>
                  <a:lnTo>
                    <a:pt x="6117" y="106871"/>
                  </a:lnTo>
                  <a:cubicBezTo>
                    <a:pt x="2738" y="106871"/>
                    <a:pt x="0" y="104056"/>
                    <a:pt x="0" y="100584"/>
                  </a:cubicBezTo>
                  <a:lnTo>
                    <a:pt x="0" y="50397"/>
                  </a:lnTo>
                  <a:cubicBezTo>
                    <a:pt x="56" y="22587"/>
                    <a:pt x="21977" y="58"/>
                    <a:pt x="49035" y="0"/>
                  </a:cubicBezTo>
                  <a:lnTo>
                    <a:pt x="73399" y="0"/>
                  </a:lnTo>
                  <a:cubicBezTo>
                    <a:pt x="76834" y="0"/>
                    <a:pt x="79618" y="2861"/>
                    <a:pt x="79618" y="6391"/>
                  </a:cubicBezTo>
                  <a:lnTo>
                    <a:pt x="79618" y="14145"/>
                  </a:lnTo>
                  <a:cubicBezTo>
                    <a:pt x="81611" y="16315"/>
                    <a:pt x="84478" y="17401"/>
                    <a:pt x="87365" y="17078"/>
                  </a:cubicBezTo>
                  <a:cubicBezTo>
                    <a:pt x="90281" y="17386"/>
                    <a:pt x="93173" y="16305"/>
                    <a:pt x="95215" y="14145"/>
                  </a:cubicBezTo>
                  <a:lnTo>
                    <a:pt x="95215" y="6391"/>
                  </a:lnTo>
                  <a:cubicBezTo>
                    <a:pt x="95215" y="2861"/>
                    <a:pt x="97999" y="0"/>
                    <a:pt x="101434" y="0"/>
                  </a:cubicBezTo>
                  <a:lnTo>
                    <a:pt x="121822" y="0"/>
                  </a:lnTo>
                  <a:cubicBezTo>
                    <a:pt x="148880" y="58"/>
                    <a:pt x="170801" y="22587"/>
                    <a:pt x="170857" y="50397"/>
                  </a:cubicBezTo>
                  <a:lnTo>
                    <a:pt x="170857" y="100165"/>
                  </a:lnTo>
                  <a:cubicBezTo>
                    <a:pt x="171090" y="103629"/>
                    <a:pt x="168547" y="106631"/>
                    <a:pt x="165177" y="106871"/>
                  </a:cubicBezTo>
                  <a:cubicBezTo>
                    <a:pt x="164896" y="106891"/>
                    <a:pt x="164614" y="106891"/>
                    <a:pt x="164333" y="106871"/>
                  </a:cubicBezTo>
                  <a:close/>
                  <a:moveTo>
                    <a:pt x="12233" y="93774"/>
                  </a:moveTo>
                  <a:lnTo>
                    <a:pt x="158216" y="93774"/>
                  </a:lnTo>
                  <a:lnTo>
                    <a:pt x="158216" y="50397"/>
                  </a:lnTo>
                  <a:cubicBezTo>
                    <a:pt x="158160" y="29589"/>
                    <a:pt x="141762" y="12735"/>
                    <a:pt x="121516" y="12678"/>
                  </a:cubicBezTo>
                  <a:lnTo>
                    <a:pt x="107448" y="12678"/>
                  </a:lnTo>
                  <a:lnTo>
                    <a:pt x="107448" y="14145"/>
                  </a:lnTo>
                  <a:cubicBezTo>
                    <a:pt x="107448" y="22946"/>
                    <a:pt x="98579" y="29756"/>
                    <a:pt x="87060" y="29756"/>
                  </a:cubicBezTo>
                  <a:cubicBezTo>
                    <a:pt x="75540" y="29756"/>
                    <a:pt x="66671" y="22946"/>
                    <a:pt x="66671" y="14145"/>
                  </a:cubicBezTo>
                  <a:lnTo>
                    <a:pt x="66671" y="12573"/>
                  </a:lnTo>
                  <a:lnTo>
                    <a:pt x="49035" y="12573"/>
                  </a:lnTo>
                  <a:cubicBezTo>
                    <a:pt x="28766" y="12573"/>
                    <a:pt x="12335" y="29460"/>
                    <a:pt x="12335" y="502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6436729" y="2287949"/>
              <a:ext cx="12349" cy="42771"/>
            </a:xfrm>
            <a:custGeom>
              <a:avLst/>
              <a:gdLst/>
              <a:ahLst/>
              <a:cxnLst/>
              <a:rect l="l" t="t" r="r" b="b"/>
              <a:pathLst>
                <a:path w="12349" h="42771" extrusionOk="0">
                  <a:moveTo>
                    <a:pt x="6117" y="42770"/>
                  </a:moveTo>
                  <a:cubicBezTo>
                    <a:pt x="2739" y="42770"/>
                    <a:pt x="0" y="39956"/>
                    <a:pt x="0" y="36484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36065"/>
                  </a:lnTo>
                  <a:cubicBezTo>
                    <a:pt x="12561" y="39529"/>
                    <a:pt x="10012" y="42525"/>
                    <a:pt x="6641" y="42758"/>
                  </a:cubicBezTo>
                  <a:cubicBezTo>
                    <a:pt x="6467" y="42770"/>
                    <a:pt x="6292" y="42774"/>
                    <a:pt x="6117" y="427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6373214" y="2169576"/>
              <a:ext cx="70246" cy="78790"/>
            </a:xfrm>
            <a:custGeom>
              <a:avLst/>
              <a:gdLst/>
              <a:ahLst/>
              <a:cxnLst/>
              <a:rect l="l" t="t" r="r" b="b"/>
              <a:pathLst>
                <a:path w="70246" h="78790" extrusionOk="0">
                  <a:moveTo>
                    <a:pt x="35684" y="78791"/>
                  </a:moveTo>
                  <a:lnTo>
                    <a:pt x="34970" y="78791"/>
                  </a:lnTo>
                  <a:cubicBezTo>
                    <a:pt x="22422" y="78590"/>
                    <a:pt x="11267" y="70531"/>
                    <a:pt x="6834" y="58464"/>
                  </a:cubicBezTo>
                  <a:cubicBezTo>
                    <a:pt x="2236" y="49227"/>
                    <a:pt x="-108" y="38979"/>
                    <a:pt x="4" y="28604"/>
                  </a:cubicBezTo>
                  <a:lnTo>
                    <a:pt x="4" y="19174"/>
                  </a:lnTo>
                  <a:cubicBezTo>
                    <a:pt x="-9" y="17989"/>
                    <a:pt x="309" y="16825"/>
                    <a:pt x="921" y="15821"/>
                  </a:cubicBezTo>
                  <a:cubicBezTo>
                    <a:pt x="9564" y="5809"/>
                    <a:pt x="21948" y="55"/>
                    <a:pt x="34970" y="0"/>
                  </a:cubicBezTo>
                  <a:cubicBezTo>
                    <a:pt x="51485" y="0"/>
                    <a:pt x="70243" y="10478"/>
                    <a:pt x="70243" y="20012"/>
                  </a:cubicBezTo>
                  <a:lnTo>
                    <a:pt x="70243" y="28604"/>
                  </a:lnTo>
                  <a:cubicBezTo>
                    <a:pt x="70354" y="38979"/>
                    <a:pt x="68010" y="49227"/>
                    <a:pt x="63413" y="58464"/>
                  </a:cubicBezTo>
                  <a:cubicBezTo>
                    <a:pt x="58902" y="70286"/>
                    <a:pt x="48028" y="78257"/>
                    <a:pt x="35684" y="78791"/>
                  </a:cubicBezTo>
                  <a:close/>
                  <a:moveTo>
                    <a:pt x="34970" y="66113"/>
                  </a:moveTo>
                  <a:cubicBezTo>
                    <a:pt x="42004" y="66113"/>
                    <a:pt x="47713" y="61712"/>
                    <a:pt x="52505" y="52492"/>
                  </a:cubicBezTo>
                  <a:cubicBezTo>
                    <a:pt x="56119" y="45081"/>
                    <a:pt x="57971" y="36894"/>
                    <a:pt x="57908" y="28604"/>
                  </a:cubicBezTo>
                  <a:lnTo>
                    <a:pt x="57908" y="21269"/>
                  </a:lnTo>
                  <a:cubicBezTo>
                    <a:pt x="51514" y="15666"/>
                    <a:pt x="43372" y="12616"/>
                    <a:pt x="34970" y="12678"/>
                  </a:cubicBezTo>
                  <a:cubicBezTo>
                    <a:pt x="26679" y="12914"/>
                    <a:pt x="18706" y="16014"/>
                    <a:pt x="12339" y="21479"/>
                  </a:cubicBezTo>
                  <a:lnTo>
                    <a:pt x="12339" y="28604"/>
                  </a:lnTo>
                  <a:cubicBezTo>
                    <a:pt x="12275" y="36894"/>
                    <a:pt x="14127" y="45081"/>
                    <a:pt x="17742" y="52492"/>
                  </a:cubicBezTo>
                  <a:cubicBezTo>
                    <a:pt x="22533" y="61712"/>
                    <a:pt x="28344" y="66846"/>
                    <a:pt x="34970" y="66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6391160" y="2232584"/>
              <a:ext cx="34355" cy="37274"/>
            </a:xfrm>
            <a:custGeom>
              <a:avLst/>
              <a:gdLst/>
              <a:ahLst/>
              <a:cxnLst/>
              <a:rect l="l" t="t" r="r" b="b"/>
              <a:pathLst>
                <a:path w="34355" h="37274" extrusionOk="0">
                  <a:moveTo>
                    <a:pt x="17229" y="37156"/>
                  </a:moveTo>
                  <a:cubicBezTo>
                    <a:pt x="7544" y="37156"/>
                    <a:pt x="0" y="31184"/>
                    <a:pt x="0" y="23535"/>
                  </a:cubicBezTo>
                  <a:lnTo>
                    <a:pt x="0" y="6352"/>
                  </a:lnTo>
                  <a:cubicBezTo>
                    <a:pt x="-23" y="4099"/>
                    <a:pt x="1149" y="2012"/>
                    <a:pt x="3059" y="904"/>
                  </a:cubicBezTo>
                  <a:cubicBezTo>
                    <a:pt x="5002" y="-301"/>
                    <a:pt x="7436" y="-301"/>
                    <a:pt x="9379" y="904"/>
                  </a:cubicBezTo>
                  <a:cubicBezTo>
                    <a:pt x="11680" y="2340"/>
                    <a:pt x="14334" y="3067"/>
                    <a:pt x="17025" y="3000"/>
                  </a:cubicBezTo>
                  <a:cubicBezTo>
                    <a:pt x="19815" y="3092"/>
                    <a:pt x="22574" y="2366"/>
                    <a:pt x="24976" y="904"/>
                  </a:cubicBezTo>
                  <a:cubicBezTo>
                    <a:pt x="26920" y="-301"/>
                    <a:pt x="29353" y="-301"/>
                    <a:pt x="31297" y="904"/>
                  </a:cubicBezTo>
                  <a:cubicBezTo>
                    <a:pt x="33206" y="2012"/>
                    <a:pt x="34378" y="4099"/>
                    <a:pt x="34355" y="6352"/>
                  </a:cubicBezTo>
                  <a:lnTo>
                    <a:pt x="34355" y="23535"/>
                  </a:lnTo>
                  <a:cubicBezTo>
                    <a:pt x="33244" y="32133"/>
                    <a:pt x="25605" y="38208"/>
                    <a:pt x="17229" y="37156"/>
                  </a:cubicBezTo>
                  <a:close/>
                  <a:moveTo>
                    <a:pt x="12335" y="23012"/>
                  </a:moveTo>
                  <a:cubicBezTo>
                    <a:pt x="13744" y="24086"/>
                    <a:pt x="15480" y="24606"/>
                    <a:pt x="17229" y="24478"/>
                  </a:cubicBezTo>
                  <a:cubicBezTo>
                    <a:pt x="18945" y="24590"/>
                    <a:pt x="20643" y="24070"/>
                    <a:pt x="22020" y="23012"/>
                  </a:cubicBezTo>
                  <a:lnTo>
                    <a:pt x="22020" y="15468"/>
                  </a:lnTo>
                  <a:cubicBezTo>
                    <a:pt x="20425" y="15575"/>
                    <a:pt x="18824" y="15575"/>
                    <a:pt x="17229" y="15468"/>
                  </a:cubicBezTo>
                  <a:cubicBezTo>
                    <a:pt x="15599" y="15578"/>
                    <a:pt x="13965" y="15578"/>
                    <a:pt x="12335" y="15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6371893" y="2243547"/>
              <a:ext cx="103486" cy="87225"/>
            </a:xfrm>
            <a:custGeom>
              <a:avLst/>
              <a:gdLst/>
              <a:ahLst/>
              <a:cxnLst/>
              <a:rect l="l" t="t" r="r" b="b"/>
              <a:pathLst>
                <a:path w="103486" h="87225" extrusionOk="0">
                  <a:moveTo>
                    <a:pt x="97254" y="87173"/>
                  </a:moveTo>
                  <a:lnTo>
                    <a:pt x="15699" y="87173"/>
                  </a:lnTo>
                  <a:cubicBezTo>
                    <a:pt x="12293" y="87624"/>
                    <a:pt x="9176" y="85151"/>
                    <a:pt x="8737" y="81651"/>
                  </a:cubicBezTo>
                  <a:cubicBezTo>
                    <a:pt x="8298" y="78150"/>
                    <a:pt x="10704" y="74946"/>
                    <a:pt x="14110" y="74495"/>
                  </a:cubicBezTo>
                  <a:cubicBezTo>
                    <a:pt x="14638" y="74425"/>
                    <a:pt x="15172" y="74425"/>
                    <a:pt x="15699" y="74495"/>
                  </a:cubicBezTo>
                  <a:lnTo>
                    <a:pt x="91035" y="74495"/>
                  </a:lnTo>
                  <a:lnTo>
                    <a:pt x="91035" y="41177"/>
                  </a:lnTo>
                  <a:cubicBezTo>
                    <a:pt x="91035" y="25495"/>
                    <a:pt x="78666" y="12783"/>
                    <a:pt x="63409" y="12783"/>
                  </a:cubicBezTo>
                  <a:lnTo>
                    <a:pt x="53214" y="12783"/>
                  </a:lnTo>
                  <a:cubicBezTo>
                    <a:pt x="52003" y="21295"/>
                    <a:pt x="44395" y="27253"/>
                    <a:pt x="36088" y="26194"/>
                  </a:cubicBezTo>
                  <a:cubicBezTo>
                    <a:pt x="26505" y="26194"/>
                    <a:pt x="18961" y="20326"/>
                    <a:pt x="18860" y="12783"/>
                  </a:cubicBezTo>
                  <a:lnTo>
                    <a:pt x="6219" y="12783"/>
                  </a:lnTo>
                  <a:cubicBezTo>
                    <a:pt x="2784" y="12783"/>
                    <a:pt x="0" y="9921"/>
                    <a:pt x="0" y="6391"/>
                  </a:cubicBezTo>
                  <a:cubicBezTo>
                    <a:pt x="0" y="2861"/>
                    <a:pt x="2784" y="0"/>
                    <a:pt x="6219" y="0"/>
                  </a:cubicBezTo>
                  <a:lnTo>
                    <a:pt x="25384" y="0"/>
                  </a:lnTo>
                  <a:cubicBezTo>
                    <a:pt x="28818" y="0"/>
                    <a:pt x="31602" y="2861"/>
                    <a:pt x="31602" y="6391"/>
                  </a:cubicBezTo>
                  <a:lnTo>
                    <a:pt x="31602" y="12049"/>
                  </a:lnTo>
                  <a:cubicBezTo>
                    <a:pt x="33011" y="13123"/>
                    <a:pt x="34746" y="13644"/>
                    <a:pt x="36496" y="13516"/>
                  </a:cubicBezTo>
                  <a:cubicBezTo>
                    <a:pt x="38212" y="13627"/>
                    <a:pt x="39910" y="13107"/>
                    <a:pt x="41287" y="12049"/>
                  </a:cubicBezTo>
                  <a:lnTo>
                    <a:pt x="41287" y="6391"/>
                  </a:lnTo>
                  <a:cubicBezTo>
                    <a:pt x="41287" y="2862"/>
                    <a:pt x="44071" y="0"/>
                    <a:pt x="47506" y="0"/>
                  </a:cubicBezTo>
                  <a:lnTo>
                    <a:pt x="63409" y="0"/>
                  </a:lnTo>
                  <a:cubicBezTo>
                    <a:pt x="85512" y="58"/>
                    <a:pt x="103416" y="18459"/>
                    <a:pt x="103472" y="41177"/>
                  </a:cubicBezTo>
                  <a:lnTo>
                    <a:pt x="103472" y="80467"/>
                  </a:lnTo>
                  <a:cubicBezTo>
                    <a:pt x="103698" y="83931"/>
                    <a:pt x="101149" y="86928"/>
                    <a:pt x="97778" y="87160"/>
                  </a:cubicBezTo>
                  <a:cubicBezTo>
                    <a:pt x="97604" y="87172"/>
                    <a:pt x="97429" y="87176"/>
                    <a:pt x="97254" y="871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6127229" y="2287949"/>
              <a:ext cx="12348" cy="42771"/>
            </a:xfrm>
            <a:custGeom>
              <a:avLst/>
              <a:gdLst/>
              <a:ahLst/>
              <a:cxnLst/>
              <a:rect l="l" t="t" r="r" b="b"/>
              <a:pathLst>
                <a:path w="12348" h="42771" extrusionOk="0">
                  <a:moveTo>
                    <a:pt x="6219" y="42770"/>
                  </a:moveTo>
                  <a:cubicBezTo>
                    <a:pt x="2841" y="42828"/>
                    <a:pt x="57" y="40061"/>
                    <a:pt x="1" y="36590"/>
                  </a:cubicBezTo>
                  <a:cubicBezTo>
                    <a:pt x="0" y="36554"/>
                    <a:pt x="0" y="36519"/>
                    <a:pt x="0" y="36484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36065"/>
                  </a:lnTo>
                  <a:cubicBezTo>
                    <a:pt x="12560" y="39529"/>
                    <a:pt x="10011" y="42525"/>
                    <a:pt x="6640" y="42756"/>
                  </a:cubicBezTo>
                  <a:cubicBezTo>
                    <a:pt x="6500" y="42766"/>
                    <a:pt x="6359" y="42771"/>
                    <a:pt x="6219" y="427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6132832" y="2169576"/>
              <a:ext cx="70247" cy="78790"/>
            </a:xfrm>
            <a:custGeom>
              <a:avLst/>
              <a:gdLst/>
              <a:ahLst/>
              <a:cxnLst/>
              <a:rect l="l" t="t" r="r" b="b"/>
              <a:pathLst>
                <a:path w="70247" h="78790" extrusionOk="0">
                  <a:moveTo>
                    <a:pt x="34155" y="78791"/>
                  </a:moveTo>
                  <a:cubicBezTo>
                    <a:pt x="21962" y="78096"/>
                    <a:pt x="11285" y="70152"/>
                    <a:pt x="6834" y="58464"/>
                  </a:cubicBezTo>
                  <a:cubicBezTo>
                    <a:pt x="2236" y="49227"/>
                    <a:pt x="-108" y="38979"/>
                    <a:pt x="4" y="28604"/>
                  </a:cubicBezTo>
                  <a:lnTo>
                    <a:pt x="4" y="20012"/>
                  </a:lnTo>
                  <a:cubicBezTo>
                    <a:pt x="4" y="10687"/>
                    <a:pt x="18761" y="0"/>
                    <a:pt x="35276" y="0"/>
                  </a:cubicBezTo>
                  <a:cubicBezTo>
                    <a:pt x="48299" y="55"/>
                    <a:pt x="60682" y="5809"/>
                    <a:pt x="69325" y="15821"/>
                  </a:cubicBezTo>
                  <a:cubicBezTo>
                    <a:pt x="69922" y="16832"/>
                    <a:pt x="70240" y="17991"/>
                    <a:pt x="70243" y="19174"/>
                  </a:cubicBezTo>
                  <a:lnTo>
                    <a:pt x="70243" y="28604"/>
                  </a:lnTo>
                  <a:cubicBezTo>
                    <a:pt x="70368" y="38993"/>
                    <a:pt x="67987" y="49253"/>
                    <a:pt x="63311" y="58464"/>
                  </a:cubicBezTo>
                  <a:cubicBezTo>
                    <a:pt x="58851" y="70602"/>
                    <a:pt x="47593" y="78676"/>
                    <a:pt x="34970" y="78791"/>
                  </a:cubicBezTo>
                  <a:close/>
                  <a:moveTo>
                    <a:pt x="34970" y="66113"/>
                  </a:moveTo>
                  <a:cubicBezTo>
                    <a:pt x="42004" y="66113"/>
                    <a:pt x="47713" y="61712"/>
                    <a:pt x="52403" y="52492"/>
                  </a:cubicBezTo>
                  <a:cubicBezTo>
                    <a:pt x="56106" y="45110"/>
                    <a:pt x="57996" y="36909"/>
                    <a:pt x="57908" y="28604"/>
                  </a:cubicBezTo>
                  <a:lnTo>
                    <a:pt x="57908" y="21479"/>
                  </a:lnTo>
                  <a:cubicBezTo>
                    <a:pt x="51513" y="16064"/>
                    <a:pt x="43557" y="12970"/>
                    <a:pt x="35276" y="12678"/>
                  </a:cubicBezTo>
                  <a:cubicBezTo>
                    <a:pt x="26874" y="12616"/>
                    <a:pt x="18732" y="15666"/>
                    <a:pt x="12339" y="21269"/>
                  </a:cubicBezTo>
                  <a:lnTo>
                    <a:pt x="12339" y="28604"/>
                  </a:lnTo>
                  <a:cubicBezTo>
                    <a:pt x="12215" y="36900"/>
                    <a:pt x="14070" y="45102"/>
                    <a:pt x="17742" y="52492"/>
                  </a:cubicBezTo>
                  <a:cubicBezTo>
                    <a:pt x="22533" y="61712"/>
                    <a:pt x="28446" y="66846"/>
                    <a:pt x="34970" y="66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6150676" y="2232580"/>
              <a:ext cx="34456" cy="37279"/>
            </a:xfrm>
            <a:custGeom>
              <a:avLst/>
              <a:gdLst/>
              <a:ahLst/>
              <a:cxnLst/>
              <a:rect l="l" t="t" r="r" b="b"/>
              <a:pathLst>
                <a:path w="34456" h="37279" extrusionOk="0">
                  <a:moveTo>
                    <a:pt x="17228" y="37160"/>
                  </a:moveTo>
                  <a:cubicBezTo>
                    <a:pt x="8831" y="38215"/>
                    <a:pt x="1162" y="32152"/>
                    <a:pt x="0" y="23539"/>
                  </a:cubicBezTo>
                  <a:lnTo>
                    <a:pt x="0" y="6356"/>
                  </a:lnTo>
                  <a:cubicBezTo>
                    <a:pt x="19" y="4087"/>
                    <a:pt x="1227" y="2005"/>
                    <a:pt x="3160" y="908"/>
                  </a:cubicBezTo>
                  <a:cubicBezTo>
                    <a:pt x="5066" y="-303"/>
                    <a:pt x="7473" y="-303"/>
                    <a:pt x="9379" y="908"/>
                  </a:cubicBezTo>
                  <a:cubicBezTo>
                    <a:pt x="11722" y="2331"/>
                    <a:pt x="14405" y="3057"/>
                    <a:pt x="17126" y="3004"/>
                  </a:cubicBezTo>
                  <a:cubicBezTo>
                    <a:pt x="19918" y="3108"/>
                    <a:pt x="22680" y="2381"/>
                    <a:pt x="25078" y="908"/>
                  </a:cubicBezTo>
                  <a:cubicBezTo>
                    <a:pt x="28035" y="-887"/>
                    <a:pt x="31848" y="122"/>
                    <a:pt x="33595" y="3161"/>
                  </a:cubicBezTo>
                  <a:cubicBezTo>
                    <a:pt x="34134" y="4099"/>
                    <a:pt x="34430" y="5163"/>
                    <a:pt x="34457" y="6252"/>
                  </a:cubicBezTo>
                  <a:lnTo>
                    <a:pt x="34457" y="23435"/>
                  </a:lnTo>
                  <a:cubicBezTo>
                    <a:pt x="34457" y="31188"/>
                    <a:pt x="26913" y="37160"/>
                    <a:pt x="17228" y="37160"/>
                  </a:cubicBezTo>
                  <a:close/>
                  <a:moveTo>
                    <a:pt x="12437" y="23016"/>
                  </a:moveTo>
                  <a:cubicBezTo>
                    <a:pt x="13814" y="24074"/>
                    <a:pt x="15512" y="24594"/>
                    <a:pt x="17228" y="24482"/>
                  </a:cubicBezTo>
                  <a:cubicBezTo>
                    <a:pt x="18978" y="24610"/>
                    <a:pt x="20713" y="24090"/>
                    <a:pt x="22122" y="23016"/>
                  </a:cubicBezTo>
                  <a:lnTo>
                    <a:pt x="22122" y="15472"/>
                  </a:lnTo>
                  <a:cubicBezTo>
                    <a:pt x="20492" y="15576"/>
                    <a:pt x="18858" y="15576"/>
                    <a:pt x="17228" y="15472"/>
                  </a:cubicBezTo>
                  <a:cubicBezTo>
                    <a:pt x="15633" y="15579"/>
                    <a:pt x="14032" y="15579"/>
                    <a:pt x="12437" y="15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6100826" y="2243547"/>
              <a:ext cx="103574" cy="87173"/>
            </a:xfrm>
            <a:custGeom>
              <a:avLst/>
              <a:gdLst/>
              <a:ahLst/>
              <a:cxnLst/>
              <a:rect l="l" t="t" r="r" b="b"/>
              <a:pathLst>
                <a:path w="103574" h="87173" extrusionOk="0">
                  <a:moveTo>
                    <a:pt x="87773" y="87173"/>
                  </a:moveTo>
                  <a:lnTo>
                    <a:pt x="6219" y="87173"/>
                  </a:lnTo>
                  <a:cubicBezTo>
                    <a:pt x="2841" y="87231"/>
                    <a:pt x="57" y="84463"/>
                    <a:pt x="1" y="80992"/>
                  </a:cubicBezTo>
                  <a:cubicBezTo>
                    <a:pt x="0" y="80957"/>
                    <a:pt x="0" y="80922"/>
                    <a:pt x="0" y="80886"/>
                  </a:cubicBezTo>
                  <a:lnTo>
                    <a:pt x="0" y="41177"/>
                  </a:lnTo>
                  <a:cubicBezTo>
                    <a:pt x="56" y="18459"/>
                    <a:pt x="17960" y="58"/>
                    <a:pt x="40064" y="0"/>
                  </a:cubicBezTo>
                  <a:lnTo>
                    <a:pt x="56069" y="0"/>
                  </a:lnTo>
                  <a:cubicBezTo>
                    <a:pt x="59480" y="56"/>
                    <a:pt x="62233" y="2885"/>
                    <a:pt x="62287" y="6391"/>
                  </a:cubicBezTo>
                  <a:lnTo>
                    <a:pt x="62287" y="12049"/>
                  </a:lnTo>
                  <a:cubicBezTo>
                    <a:pt x="63664" y="13107"/>
                    <a:pt x="65363" y="13627"/>
                    <a:pt x="67079" y="13516"/>
                  </a:cubicBezTo>
                  <a:cubicBezTo>
                    <a:pt x="68828" y="13643"/>
                    <a:pt x="70564" y="13123"/>
                    <a:pt x="71972" y="12049"/>
                  </a:cubicBezTo>
                  <a:lnTo>
                    <a:pt x="71972" y="6391"/>
                  </a:lnTo>
                  <a:cubicBezTo>
                    <a:pt x="71972" y="2861"/>
                    <a:pt x="74756" y="0"/>
                    <a:pt x="78190" y="0"/>
                  </a:cubicBezTo>
                  <a:lnTo>
                    <a:pt x="97356" y="0"/>
                  </a:lnTo>
                  <a:cubicBezTo>
                    <a:pt x="100790" y="0"/>
                    <a:pt x="103574" y="2861"/>
                    <a:pt x="103574" y="6391"/>
                  </a:cubicBezTo>
                  <a:cubicBezTo>
                    <a:pt x="103574" y="9921"/>
                    <a:pt x="100790" y="12783"/>
                    <a:pt x="97356" y="12783"/>
                  </a:cubicBezTo>
                  <a:lnTo>
                    <a:pt x="84307" y="12783"/>
                  </a:lnTo>
                  <a:cubicBezTo>
                    <a:pt x="84307" y="20326"/>
                    <a:pt x="76661" y="26194"/>
                    <a:pt x="67079" y="26194"/>
                  </a:cubicBezTo>
                  <a:cubicBezTo>
                    <a:pt x="58765" y="27200"/>
                    <a:pt x="51161" y="21280"/>
                    <a:pt x="49850" y="12783"/>
                  </a:cubicBezTo>
                  <a:lnTo>
                    <a:pt x="40166" y="12783"/>
                  </a:lnTo>
                  <a:cubicBezTo>
                    <a:pt x="24908" y="12725"/>
                    <a:pt x="12494" y="25390"/>
                    <a:pt x="12437" y="41072"/>
                  </a:cubicBezTo>
                  <a:cubicBezTo>
                    <a:pt x="12437" y="41107"/>
                    <a:pt x="12437" y="41142"/>
                    <a:pt x="12437" y="41177"/>
                  </a:cubicBezTo>
                  <a:lnTo>
                    <a:pt x="12437" y="74076"/>
                  </a:lnTo>
                  <a:lnTo>
                    <a:pt x="87773" y="74076"/>
                  </a:lnTo>
                  <a:cubicBezTo>
                    <a:pt x="91292" y="74076"/>
                    <a:pt x="94145" y="77008"/>
                    <a:pt x="94145" y="80624"/>
                  </a:cubicBezTo>
                  <a:cubicBezTo>
                    <a:pt x="94145" y="84241"/>
                    <a:pt x="91292" y="87173"/>
                    <a:pt x="87773" y="871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6281979" y="2087514"/>
              <a:ext cx="12335" cy="35750"/>
            </a:xfrm>
            <a:custGeom>
              <a:avLst/>
              <a:gdLst/>
              <a:ahLst/>
              <a:cxnLst/>
              <a:rect l="l" t="t" r="r" b="b"/>
              <a:pathLst>
                <a:path w="12335" h="35750" extrusionOk="0">
                  <a:moveTo>
                    <a:pt x="6117" y="35751"/>
                  </a:moveTo>
                  <a:cubicBezTo>
                    <a:pt x="2722" y="35693"/>
                    <a:pt x="0" y="32849"/>
                    <a:pt x="0" y="29359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29359"/>
                  </a:lnTo>
                  <a:cubicBezTo>
                    <a:pt x="12335" y="32889"/>
                    <a:pt x="9551" y="35751"/>
                    <a:pt x="6117" y="35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344862" y="2087089"/>
              <a:ext cx="65839" cy="76619"/>
            </a:xfrm>
            <a:custGeom>
              <a:avLst/>
              <a:gdLst/>
              <a:ahLst/>
              <a:cxnLst/>
              <a:rect l="l" t="t" r="r" b="b"/>
              <a:pathLst>
                <a:path w="65839" h="76619" extrusionOk="0">
                  <a:moveTo>
                    <a:pt x="59245" y="76619"/>
                  </a:moveTo>
                  <a:cubicBezTo>
                    <a:pt x="56228" y="76662"/>
                    <a:pt x="53631" y="74438"/>
                    <a:pt x="53128" y="71380"/>
                  </a:cubicBezTo>
                  <a:cubicBezTo>
                    <a:pt x="46706" y="34080"/>
                    <a:pt x="3686" y="12287"/>
                    <a:pt x="3176" y="12077"/>
                  </a:cubicBezTo>
                  <a:cubicBezTo>
                    <a:pt x="233" y="10418"/>
                    <a:pt x="-859" y="6630"/>
                    <a:pt x="729" y="3591"/>
                  </a:cubicBezTo>
                  <a:cubicBezTo>
                    <a:pt x="2123" y="491"/>
                    <a:pt x="5697" y="-860"/>
                    <a:pt x="8712" y="571"/>
                  </a:cubicBezTo>
                  <a:cubicBezTo>
                    <a:pt x="8770" y="599"/>
                    <a:pt x="8828" y="627"/>
                    <a:pt x="8885" y="657"/>
                  </a:cubicBezTo>
                  <a:cubicBezTo>
                    <a:pt x="10924" y="1600"/>
                    <a:pt x="58123" y="25070"/>
                    <a:pt x="65769" y="69180"/>
                  </a:cubicBezTo>
                  <a:cubicBezTo>
                    <a:pt x="66270" y="72659"/>
                    <a:pt x="64028" y="75931"/>
                    <a:pt x="60672" y="766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6165966" y="2087084"/>
              <a:ext cx="66141" cy="76624"/>
            </a:xfrm>
            <a:custGeom>
              <a:avLst/>
              <a:gdLst/>
              <a:ahLst/>
              <a:cxnLst/>
              <a:rect l="l" t="t" r="r" b="b"/>
              <a:pathLst>
                <a:path w="66141" h="76624" extrusionOk="0">
                  <a:moveTo>
                    <a:pt x="6322" y="76624"/>
                  </a:moveTo>
                  <a:lnTo>
                    <a:pt x="5098" y="76624"/>
                  </a:lnTo>
                  <a:cubicBezTo>
                    <a:pt x="1720" y="75988"/>
                    <a:pt x="-516" y="72657"/>
                    <a:pt x="103" y="69185"/>
                  </a:cubicBezTo>
                  <a:cubicBezTo>
                    <a:pt x="7749" y="25075"/>
                    <a:pt x="54949" y="1605"/>
                    <a:pt x="57293" y="662"/>
                  </a:cubicBezTo>
                  <a:cubicBezTo>
                    <a:pt x="60316" y="-887"/>
                    <a:pt x="63989" y="375"/>
                    <a:pt x="65497" y="3482"/>
                  </a:cubicBezTo>
                  <a:cubicBezTo>
                    <a:pt x="65515" y="3520"/>
                    <a:pt x="65533" y="3558"/>
                    <a:pt x="65551" y="3596"/>
                  </a:cubicBezTo>
                  <a:cubicBezTo>
                    <a:pt x="67004" y="6779"/>
                    <a:pt x="65683" y="10571"/>
                    <a:pt x="62594" y="12083"/>
                  </a:cubicBezTo>
                  <a:cubicBezTo>
                    <a:pt x="62594" y="12083"/>
                    <a:pt x="18759" y="34085"/>
                    <a:pt x="12336" y="71385"/>
                  </a:cubicBezTo>
                  <a:cubicBezTo>
                    <a:pt x="11802" y="74382"/>
                    <a:pt x="9285" y="76574"/>
                    <a:pt x="6322" y="766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6266687" y="2037245"/>
              <a:ext cx="42816" cy="44005"/>
            </a:xfrm>
            <a:custGeom>
              <a:avLst/>
              <a:gdLst/>
              <a:ahLst/>
              <a:cxnLst/>
              <a:rect l="l" t="t" r="r" b="b"/>
              <a:pathLst>
                <a:path w="42816" h="44005" extrusionOk="0">
                  <a:moveTo>
                    <a:pt x="21408" y="44006"/>
                  </a:moveTo>
                  <a:cubicBezTo>
                    <a:pt x="9585" y="44006"/>
                    <a:pt x="0" y="34155"/>
                    <a:pt x="0" y="22003"/>
                  </a:cubicBezTo>
                  <a:cubicBezTo>
                    <a:pt x="0" y="9851"/>
                    <a:pt x="9585" y="0"/>
                    <a:pt x="21408" y="0"/>
                  </a:cubicBezTo>
                  <a:cubicBezTo>
                    <a:pt x="33231" y="0"/>
                    <a:pt x="42816" y="9851"/>
                    <a:pt x="42816" y="22003"/>
                  </a:cubicBezTo>
                  <a:cubicBezTo>
                    <a:pt x="42816" y="34155"/>
                    <a:pt x="33231" y="44006"/>
                    <a:pt x="21408" y="44006"/>
                  </a:cubicBezTo>
                  <a:close/>
                  <a:moveTo>
                    <a:pt x="21408" y="12573"/>
                  </a:moveTo>
                  <a:cubicBezTo>
                    <a:pt x="16397" y="12573"/>
                    <a:pt x="12335" y="16749"/>
                    <a:pt x="12336" y="21899"/>
                  </a:cubicBezTo>
                  <a:cubicBezTo>
                    <a:pt x="12336" y="27049"/>
                    <a:pt x="16398" y="31223"/>
                    <a:pt x="21409" y="31223"/>
                  </a:cubicBezTo>
                  <a:cubicBezTo>
                    <a:pt x="26420" y="31223"/>
                    <a:pt x="30482" y="27047"/>
                    <a:pt x="30482" y="21897"/>
                  </a:cubicBezTo>
                  <a:cubicBezTo>
                    <a:pt x="30482" y="21863"/>
                    <a:pt x="30481" y="21828"/>
                    <a:pt x="30481" y="21793"/>
                  </a:cubicBezTo>
                  <a:cubicBezTo>
                    <a:pt x="30316" y="16766"/>
                    <a:pt x="26302" y="12780"/>
                    <a:pt x="21408" y="127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7" name="Google Shape;337;p24"/>
          <p:cNvSpPr txBox="1"/>
          <p:nvPr/>
        </p:nvSpPr>
        <p:spPr>
          <a:xfrm>
            <a:off x="5560386" y="5053417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4536258" y="381592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5407986" y="2450425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6968562" y="287104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7041714" y="4480393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ARCHITECTURE PROCESS</a:t>
            </a:r>
          </a:p>
        </p:txBody>
      </p:sp>
      <p:cxnSp>
        <p:nvCxnSpPr>
          <p:cNvPr id="344" name="Google Shape;344;p24"/>
          <p:cNvCxnSpPr/>
          <p:nvPr/>
        </p:nvCxnSpPr>
        <p:spPr>
          <a:xfrm>
            <a:off x="3630411" y="247562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24"/>
          <p:cNvCxnSpPr/>
          <p:nvPr/>
        </p:nvCxnSpPr>
        <p:spPr>
          <a:xfrm>
            <a:off x="7314517" y="1901006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24"/>
          <p:cNvCxnSpPr/>
          <p:nvPr/>
        </p:nvCxnSpPr>
        <p:spPr>
          <a:xfrm>
            <a:off x="8517455" y="360368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24"/>
          <p:cNvCxnSpPr/>
          <p:nvPr/>
        </p:nvCxnSpPr>
        <p:spPr>
          <a:xfrm>
            <a:off x="7542881" y="5518019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3909657" y="4954541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BB8660E-7A7D-443B-56A4-C2E23ED6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15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709696" y="551150"/>
            <a:ext cx="655978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Examples</a:t>
            </a:r>
            <a:endParaRPr sz="2500" dirty="0"/>
          </a:p>
        </p:txBody>
      </p: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4" name="Picture 4" descr="UTMSPACE">
            <a:extLst>
              <a:ext uri="{FF2B5EF4-FFF2-40B4-BE49-F238E27FC236}">
                <a16:creationId xmlns:a16="http://schemas.microsoft.com/office/drawing/2014/main" id="{49AA1A79-6AA1-0D12-DE1A-0A265309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A977603A-1981-E446-46FA-7F534FAB30B1}"/>
              </a:ext>
            </a:extLst>
          </p:cNvPr>
          <p:cNvGrpSpPr/>
          <p:nvPr/>
        </p:nvGrpSpPr>
        <p:grpSpPr>
          <a:xfrm>
            <a:off x="1937516" y="1386840"/>
            <a:ext cx="8305800" cy="4420941"/>
            <a:chOff x="709696" y="1066800"/>
            <a:chExt cx="8305800" cy="4420941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369E2C4-9C8F-206D-B668-B493622F47DA}"/>
                </a:ext>
              </a:extLst>
            </p:cNvPr>
            <p:cNvGrpSpPr/>
            <p:nvPr/>
          </p:nvGrpSpPr>
          <p:grpSpPr>
            <a:xfrm>
              <a:off x="709696" y="1066800"/>
              <a:ext cx="8305800" cy="2362200"/>
              <a:chOff x="457200" y="3962400"/>
              <a:chExt cx="8305800" cy="23622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24F6D61-CDDC-5F77-1875-F0076C4C66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209800" y="4545687"/>
                <a:ext cx="6010275" cy="981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E2DAC3D-7C70-7047-B217-18898BFBC68B}"/>
                  </a:ext>
                </a:extLst>
              </p:cNvPr>
              <p:cNvSpPr txBox="1"/>
              <p:nvPr/>
            </p:nvSpPr>
            <p:spPr>
              <a:xfrm>
                <a:off x="457200" y="4519136"/>
                <a:ext cx="15240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This is a good requirement in the sense that it is specific and correct.  </a:t>
                </a:r>
              </a:p>
            </p:txBody>
          </p:sp>
          <p:sp>
            <p:nvSpPr>
              <p:cNvPr id="57" name="Freeform 8">
                <a:extLst>
                  <a:ext uri="{FF2B5EF4-FFF2-40B4-BE49-F238E27FC236}">
                    <a16:creationId xmlns:a16="http://schemas.microsoft.com/office/drawing/2014/main" id="{92808129-274D-DDF8-961F-839847ECD98C}"/>
                  </a:ext>
                </a:extLst>
              </p:cNvPr>
              <p:cNvSpPr/>
              <p:nvPr/>
            </p:nvSpPr>
            <p:spPr>
              <a:xfrm rot="7962304">
                <a:off x="1869757" y="4796353"/>
                <a:ext cx="391277" cy="282802"/>
              </a:xfrm>
              <a:custGeom>
                <a:avLst/>
                <a:gdLst>
                  <a:gd name="connsiteX0" fmla="*/ 619125 w 619125"/>
                  <a:gd name="connsiteY0" fmla="*/ 400050 h 400050"/>
                  <a:gd name="connsiteX1" fmla="*/ 257175 w 619125"/>
                  <a:gd name="connsiteY1" fmla="*/ 361950 h 400050"/>
                  <a:gd name="connsiteX2" fmla="*/ 47625 w 619125"/>
                  <a:gd name="connsiteY2" fmla="*/ 247650 h 400050"/>
                  <a:gd name="connsiteX3" fmla="*/ 0 w 619125"/>
                  <a:gd name="connsiteY3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5" h="400050">
                    <a:moveTo>
                      <a:pt x="619125" y="400050"/>
                    </a:moveTo>
                    <a:cubicBezTo>
                      <a:pt x="485775" y="393700"/>
                      <a:pt x="352425" y="387350"/>
                      <a:pt x="257175" y="361950"/>
                    </a:cubicBezTo>
                    <a:cubicBezTo>
                      <a:pt x="161925" y="336550"/>
                      <a:pt x="90487" y="307975"/>
                      <a:pt x="47625" y="247650"/>
                    </a:cubicBezTo>
                    <a:cubicBezTo>
                      <a:pt x="4763" y="187325"/>
                      <a:pt x="2381" y="93662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8D05814-1EFE-5A9C-1E8E-276CC0B0D450}"/>
                  </a:ext>
                </a:extLst>
              </p:cNvPr>
              <p:cNvSpPr txBox="1"/>
              <p:nvPr/>
            </p:nvSpPr>
            <p:spPr>
              <a:xfrm>
                <a:off x="1828800" y="5585936"/>
                <a:ext cx="602932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However, if we know the requirements for product reports, then a complete version of this requirement specifies this information.  This help disambiguate the notion of a product report so that it can be implemented easily in code.</a:t>
                </a:r>
              </a:p>
            </p:txBody>
          </p:sp>
          <p:sp>
            <p:nvSpPr>
              <p:cNvPr id="59" name="Freeform 10">
                <a:extLst>
                  <a:ext uri="{FF2B5EF4-FFF2-40B4-BE49-F238E27FC236}">
                    <a16:creationId xmlns:a16="http://schemas.microsoft.com/office/drawing/2014/main" id="{C453C8F5-7CEF-B7C7-15B8-136463320328}"/>
                  </a:ext>
                </a:extLst>
              </p:cNvPr>
              <p:cNvSpPr/>
              <p:nvPr/>
            </p:nvSpPr>
            <p:spPr>
              <a:xfrm rot="4556265">
                <a:off x="2017519" y="5396446"/>
                <a:ext cx="309957" cy="293847"/>
              </a:xfrm>
              <a:custGeom>
                <a:avLst/>
                <a:gdLst>
                  <a:gd name="connsiteX0" fmla="*/ 619125 w 619125"/>
                  <a:gd name="connsiteY0" fmla="*/ 400050 h 400050"/>
                  <a:gd name="connsiteX1" fmla="*/ 257175 w 619125"/>
                  <a:gd name="connsiteY1" fmla="*/ 361950 h 400050"/>
                  <a:gd name="connsiteX2" fmla="*/ 47625 w 619125"/>
                  <a:gd name="connsiteY2" fmla="*/ 247650 h 400050"/>
                  <a:gd name="connsiteX3" fmla="*/ 0 w 619125"/>
                  <a:gd name="connsiteY3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5" h="400050">
                    <a:moveTo>
                      <a:pt x="619125" y="400050"/>
                    </a:moveTo>
                    <a:cubicBezTo>
                      <a:pt x="485775" y="393700"/>
                      <a:pt x="352425" y="387350"/>
                      <a:pt x="257175" y="361950"/>
                    </a:cubicBezTo>
                    <a:cubicBezTo>
                      <a:pt x="161925" y="336550"/>
                      <a:pt x="90487" y="307975"/>
                      <a:pt x="47625" y="247650"/>
                    </a:cubicBezTo>
                    <a:cubicBezTo>
                      <a:pt x="4763" y="187325"/>
                      <a:pt x="2381" y="93662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4500B10-6516-899A-5D20-0B2583EFB9B4}"/>
                  </a:ext>
                </a:extLst>
              </p:cNvPr>
              <p:cNvSpPr/>
              <p:nvPr/>
            </p:nvSpPr>
            <p:spPr>
              <a:xfrm>
                <a:off x="5715000" y="3962400"/>
                <a:ext cx="30480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C00000"/>
                    </a:solidFill>
                    <a:latin typeface="Bradley Hand ITC" pitchFamily="66" charset="0"/>
                  </a:rPr>
                  <a:t>Notice how the original requirement is broken into two complete requirements!</a:t>
                </a:r>
                <a:endParaRPr lang="en-US" sz="1200" dirty="0"/>
              </a:p>
            </p:txBody>
          </p:sp>
          <p:sp>
            <p:nvSpPr>
              <p:cNvPr id="61" name="Freeform 12">
                <a:extLst>
                  <a:ext uri="{FF2B5EF4-FFF2-40B4-BE49-F238E27FC236}">
                    <a16:creationId xmlns:a16="http://schemas.microsoft.com/office/drawing/2014/main" id="{70997EF1-6AF5-8E14-5C28-7F130903EF67}"/>
                  </a:ext>
                </a:extLst>
              </p:cNvPr>
              <p:cNvSpPr/>
              <p:nvPr/>
            </p:nvSpPr>
            <p:spPr>
              <a:xfrm rot="13647526">
                <a:off x="7967714" y="4534720"/>
                <a:ext cx="579738" cy="607959"/>
              </a:xfrm>
              <a:custGeom>
                <a:avLst/>
                <a:gdLst>
                  <a:gd name="connsiteX0" fmla="*/ 619125 w 619125"/>
                  <a:gd name="connsiteY0" fmla="*/ 400050 h 400050"/>
                  <a:gd name="connsiteX1" fmla="*/ 257175 w 619125"/>
                  <a:gd name="connsiteY1" fmla="*/ 361950 h 400050"/>
                  <a:gd name="connsiteX2" fmla="*/ 47625 w 619125"/>
                  <a:gd name="connsiteY2" fmla="*/ 247650 h 400050"/>
                  <a:gd name="connsiteX3" fmla="*/ 0 w 619125"/>
                  <a:gd name="connsiteY3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5" h="400050">
                    <a:moveTo>
                      <a:pt x="619125" y="400050"/>
                    </a:moveTo>
                    <a:cubicBezTo>
                      <a:pt x="485775" y="393700"/>
                      <a:pt x="352425" y="387350"/>
                      <a:pt x="257175" y="361950"/>
                    </a:cubicBezTo>
                    <a:cubicBezTo>
                      <a:pt x="161925" y="336550"/>
                      <a:pt x="90487" y="307975"/>
                      <a:pt x="47625" y="247650"/>
                    </a:cubicBezTo>
                    <a:cubicBezTo>
                      <a:pt x="4763" y="187325"/>
                      <a:pt x="2381" y="93662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25C6BC8-5429-9A22-B4B8-B0026B45D986}"/>
                </a:ext>
              </a:extLst>
            </p:cNvPr>
            <p:cNvGrpSpPr/>
            <p:nvPr/>
          </p:nvGrpSpPr>
          <p:grpSpPr>
            <a:xfrm>
              <a:off x="2480754" y="3608835"/>
              <a:ext cx="6029325" cy="917306"/>
              <a:chOff x="1524000" y="3810000"/>
              <a:chExt cx="6029325" cy="917306"/>
            </a:xfrm>
          </p:grpSpPr>
          <p:pic>
            <p:nvPicPr>
              <p:cNvPr id="320" name="Picture 2">
                <a:extLst>
                  <a:ext uri="{FF2B5EF4-FFF2-40B4-BE49-F238E27FC236}">
                    <a16:creationId xmlns:a16="http://schemas.microsoft.com/office/drawing/2014/main" id="{691C62F8-A8E6-A4E1-8FFD-63885AE59B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524000" y="4098656"/>
                <a:ext cx="6029325" cy="628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64C50E64-75C6-D740-C023-9288BCFF6314}"/>
                  </a:ext>
                </a:extLst>
              </p:cNvPr>
              <p:cNvSpPr txBox="1"/>
              <p:nvPr/>
            </p:nvSpPr>
            <p:spPr>
              <a:xfrm>
                <a:off x="2514600" y="3810000"/>
                <a:ext cx="3962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Can you meet this requirement today?</a:t>
                </a:r>
              </a:p>
            </p:txBody>
          </p:sp>
          <p:sp>
            <p:nvSpPr>
              <p:cNvPr id="322" name="Freeform 8">
                <a:extLst>
                  <a:ext uri="{FF2B5EF4-FFF2-40B4-BE49-F238E27FC236}">
                    <a16:creationId xmlns:a16="http://schemas.microsoft.com/office/drawing/2014/main" id="{926E3766-C8E6-D858-E7BB-8414905D5097}"/>
                  </a:ext>
                </a:extLst>
              </p:cNvPr>
              <p:cNvSpPr/>
              <p:nvPr/>
            </p:nvSpPr>
            <p:spPr>
              <a:xfrm rot="12608784">
                <a:off x="5911953" y="4041527"/>
                <a:ext cx="391277" cy="282802"/>
              </a:xfrm>
              <a:custGeom>
                <a:avLst/>
                <a:gdLst>
                  <a:gd name="connsiteX0" fmla="*/ 619125 w 619125"/>
                  <a:gd name="connsiteY0" fmla="*/ 400050 h 400050"/>
                  <a:gd name="connsiteX1" fmla="*/ 257175 w 619125"/>
                  <a:gd name="connsiteY1" fmla="*/ 361950 h 400050"/>
                  <a:gd name="connsiteX2" fmla="*/ 47625 w 619125"/>
                  <a:gd name="connsiteY2" fmla="*/ 247650 h 400050"/>
                  <a:gd name="connsiteX3" fmla="*/ 0 w 619125"/>
                  <a:gd name="connsiteY3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5" h="400050">
                    <a:moveTo>
                      <a:pt x="619125" y="400050"/>
                    </a:moveTo>
                    <a:cubicBezTo>
                      <a:pt x="485775" y="393700"/>
                      <a:pt x="352425" y="387350"/>
                      <a:pt x="257175" y="361950"/>
                    </a:cubicBezTo>
                    <a:cubicBezTo>
                      <a:pt x="161925" y="336550"/>
                      <a:pt x="90487" y="307975"/>
                      <a:pt x="47625" y="247650"/>
                    </a:cubicBezTo>
                    <a:cubicBezTo>
                      <a:pt x="4763" y="187325"/>
                      <a:pt x="2381" y="93662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23" name="Picture 3">
              <a:extLst>
                <a:ext uri="{FF2B5EF4-FFF2-40B4-BE49-F238E27FC236}">
                  <a16:creationId xmlns:a16="http://schemas.microsoft.com/office/drawing/2014/main" id="{290648A9-8042-C3A4-D1D3-66C0CDA1A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480754" y="4878141"/>
              <a:ext cx="602932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64980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709696" y="551150"/>
            <a:ext cx="655978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Examples</a:t>
            </a:r>
            <a:endParaRPr sz="2500" dirty="0"/>
          </a:p>
        </p:txBody>
      </p: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4" name="Picture 4" descr="UTMSPACE">
            <a:extLst>
              <a:ext uri="{FF2B5EF4-FFF2-40B4-BE49-F238E27FC236}">
                <a16:creationId xmlns:a16="http://schemas.microsoft.com/office/drawing/2014/main" id="{49AA1A79-6AA1-0D12-DE1A-0A265309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3C70536D-A666-6689-29EE-24DD3A14FAC8}"/>
              </a:ext>
            </a:extLst>
          </p:cNvPr>
          <p:cNvGrpSpPr/>
          <p:nvPr/>
        </p:nvGrpSpPr>
        <p:grpSpPr>
          <a:xfrm>
            <a:off x="2089916" y="1028163"/>
            <a:ext cx="8001000" cy="2948464"/>
            <a:chOff x="609600" y="2209800"/>
            <a:chExt cx="8001000" cy="2948464"/>
          </a:xfrm>
        </p:grpSpPr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0258E058-D8D3-DBA7-E3F0-4AB8B0606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614488" y="2581275"/>
              <a:ext cx="5915025" cy="1695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39F760C-3F2D-7D26-E171-A8289140C686}"/>
                </a:ext>
              </a:extLst>
            </p:cNvPr>
            <p:cNvSpPr txBox="1"/>
            <p:nvPr/>
          </p:nvSpPr>
          <p:spPr>
            <a:xfrm>
              <a:off x="2819400" y="2209800"/>
              <a:ext cx="2514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Search the database for what?</a:t>
              </a:r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2B349F69-2FC6-0CBD-FE00-967277A86ABC}"/>
                </a:ext>
              </a:extLst>
            </p:cNvPr>
            <p:cNvSpPr/>
            <p:nvPr/>
          </p:nvSpPr>
          <p:spPr>
            <a:xfrm rot="16200000">
              <a:off x="4708263" y="2530738"/>
              <a:ext cx="467478" cy="282802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4A35699-8AB1-06C5-032A-ABDEA5C29544}"/>
                </a:ext>
              </a:extLst>
            </p:cNvPr>
            <p:cNvSpPr txBox="1"/>
            <p:nvPr/>
          </p:nvSpPr>
          <p:spPr>
            <a:xfrm>
              <a:off x="7543800" y="2362200"/>
              <a:ext cx="1066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What does this mean?</a:t>
              </a:r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B48FAC6A-C6CA-8098-4701-228A888D35BD}"/>
                </a:ext>
              </a:extLst>
            </p:cNvPr>
            <p:cNvSpPr/>
            <p:nvPr/>
          </p:nvSpPr>
          <p:spPr>
            <a:xfrm rot="16200000">
              <a:off x="5747961" y="1262439"/>
              <a:ext cx="467478" cy="3581400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32B72D-243D-35DF-1EBF-26F783983B57}"/>
                </a:ext>
              </a:extLst>
            </p:cNvPr>
            <p:cNvSpPr txBox="1"/>
            <p:nvPr/>
          </p:nvSpPr>
          <p:spPr>
            <a:xfrm>
              <a:off x="609600" y="3886200"/>
              <a:ext cx="990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Secure and fast?</a:t>
              </a:r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640273D9-6099-4711-7349-F7CC249CDD31}"/>
                </a:ext>
              </a:extLst>
            </p:cNvPr>
            <p:cNvSpPr/>
            <p:nvPr/>
          </p:nvSpPr>
          <p:spPr>
            <a:xfrm rot="5133044">
              <a:off x="1286488" y="3603805"/>
              <a:ext cx="467478" cy="456686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D26CC8A-2B43-C423-5ABE-72631A867EE0}"/>
                </a:ext>
              </a:extLst>
            </p:cNvPr>
            <p:cNvSpPr txBox="1"/>
            <p:nvPr/>
          </p:nvSpPr>
          <p:spPr>
            <a:xfrm>
              <a:off x="2743200" y="4419600"/>
              <a:ext cx="42672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These two requirements are specific and provide the information required to determine what secure and fast mean! </a:t>
              </a:r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DEE1BCB6-E1EC-37C6-DFBA-5E27DDE32598}"/>
                </a:ext>
              </a:extLst>
            </p:cNvPr>
            <p:cNvSpPr/>
            <p:nvPr/>
          </p:nvSpPr>
          <p:spPr>
            <a:xfrm rot="2736002">
              <a:off x="3447070" y="4177065"/>
              <a:ext cx="292981" cy="216525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D54521DF-9809-E6BB-CD22-7EC4E38AA349}"/>
              </a:ext>
            </a:extLst>
          </p:cNvPr>
          <p:cNvGrpSpPr/>
          <p:nvPr/>
        </p:nvGrpSpPr>
        <p:grpSpPr>
          <a:xfrm>
            <a:off x="2547117" y="4095212"/>
            <a:ext cx="7467600" cy="2199620"/>
            <a:chOff x="1295400" y="4114800"/>
            <a:chExt cx="7467600" cy="2199620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3801D362-AB3F-053E-7994-1894E766F409}"/>
                </a:ext>
              </a:extLst>
            </p:cNvPr>
            <p:cNvGrpSpPr/>
            <p:nvPr/>
          </p:nvGrpSpPr>
          <p:grpSpPr>
            <a:xfrm>
              <a:off x="1295400" y="4114800"/>
              <a:ext cx="6115050" cy="2047123"/>
              <a:chOff x="2419350" y="4356654"/>
              <a:chExt cx="6115050" cy="2047123"/>
            </a:xfrm>
          </p:grpSpPr>
          <p:pic>
            <p:nvPicPr>
              <p:cNvPr id="357" name="Picture 2" descr="C:\Users\cotero\AppData\Local\Microsoft\Windows\Temporary Internet Files\Content.IE5\ES8921MZ\MC900048773[1].wmf">
                <a:extLst>
                  <a:ext uri="{FF2B5EF4-FFF2-40B4-BE49-F238E27FC236}">
                    <a16:creationId xmlns:a16="http://schemas.microsoft.com/office/drawing/2014/main" id="{69A5AE29-093E-0DEF-7811-29F2C41617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464639" y="5867400"/>
                <a:ext cx="478961" cy="533400"/>
              </a:xfrm>
              <a:prstGeom prst="rect">
                <a:avLst/>
              </a:prstGeom>
              <a:noFill/>
            </p:spPr>
          </p:pic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2EA3413A-3E93-B6F5-CEE5-DCBC6CBE25C9}"/>
                  </a:ext>
                </a:extLst>
              </p:cNvPr>
              <p:cNvSpPr txBox="1"/>
              <p:nvPr/>
            </p:nvSpPr>
            <p:spPr>
              <a:xfrm>
                <a:off x="3124200" y="6096000"/>
                <a:ext cx="2057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Attempt to register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266DC1BE-3900-22BF-CF1D-C23FD0352421}"/>
                  </a:ext>
                </a:extLst>
              </p:cNvPr>
              <p:cNvGrpSpPr/>
              <p:nvPr/>
            </p:nvGrpSpPr>
            <p:grpSpPr>
              <a:xfrm>
                <a:off x="2438400" y="4419600"/>
                <a:ext cx="1295400" cy="1295400"/>
                <a:chOff x="2743200" y="4648200"/>
                <a:chExt cx="1295400" cy="1295400"/>
              </a:xfrm>
            </p:grpSpPr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id="{61908873-09FA-274C-3BA0-552727779A7B}"/>
                    </a:ext>
                  </a:extLst>
                </p:cNvPr>
                <p:cNvGrpSpPr/>
                <p:nvPr/>
              </p:nvGrpSpPr>
              <p:grpSpPr>
                <a:xfrm>
                  <a:off x="2743200" y="4648200"/>
                  <a:ext cx="1295400" cy="1295400"/>
                  <a:chOff x="2362200" y="4800600"/>
                  <a:chExt cx="1295400" cy="1295400"/>
                </a:xfrm>
              </p:grpSpPr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ECBD4405-2307-8B4C-B36C-3F11AB5B9E46}"/>
                      </a:ext>
                    </a:extLst>
                  </p:cNvPr>
                  <p:cNvSpPr/>
                  <p:nvPr/>
                </p:nvSpPr>
                <p:spPr>
                  <a:xfrm>
                    <a:off x="2362200" y="4800600"/>
                    <a:ext cx="1295400" cy="12954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934893F6-A91C-D062-FAC7-AE72AE5D07A6}"/>
                      </a:ext>
                    </a:extLst>
                  </p:cNvPr>
                  <p:cNvSpPr/>
                  <p:nvPr/>
                </p:nvSpPr>
                <p:spPr>
                  <a:xfrm>
                    <a:off x="2438400" y="4953000"/>
                    <a:ext cx="1143000" cy="10668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bg1">
                        <a:lumMod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BD00F569-6829-9358-FDEA-8A5E9D502B1D}"/>
                      </a:ext>
                    </a:extLst>
                  </p:cNvPr>
                  <p:cNvSpPr/>
                  <p:nvPr/>
                </p:nvSpPr>
                <p:spPr>
                  <a:xfrm>
                    <a:off x="2543175" y="5210175"/>
                    <a:ext cx="914400" cy="15240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D61B25B0-A1A6-D6D0-10F7-2985E478CDB6}"/>
                      </a:ext>
                    </a:extLst>
                  </p:cNvPr>
                  <p:cNvSpPr txBox="1"/>
                  <p:nvPr/>
                </p:nvSpPr>
                <p:spPr>
                  <a:xfrm>
                    <a:off x="2457450" y="5029200"/>
                    <a:ext cx="64152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/>
                      <a:t>Username:</a:t>
                    </a: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36E7582A-789D-EB99-FA29-3BD8C295C9D1}"/>
                      </a:ext>
                    </a:extLst>
                  </p:cNvPr>
                  <p:cNvSpPr/>
                  <p:nvPr/>
                </p:nvSpPr>
                <p:spPr>
                  <a:xfrm>
                    <a:off x="3152775" y="5753100"/>
                    <a:ext cx="304800" cy="1524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635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4" name="TextBox 383">
                    <a:extLst>
                      <a:ext uri="{FF2B5EF4-FFF2-40B4-BE49-F238E27FC236}">
                        <a16:creationId xmlns:a16="http://schemas.microsoft.com/office/drawing/2014/main" id="{412FA1F4-C929-F568-D241-98E125575445}"/>
                      </a:ext>
                    </a:extLst>
                  </p:cNvPr>
                  <p:cNvSpPr txBox="1"/>
                  <p:nvPr/>
                </p:nvSpPr>
                <p:spPr>
                  <a:xfrm>
                    <a:off x="3086100" y="5715000"/>
                    <a:ext cx="409086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/>
                      <a:t>Login</a:t>
                    </a:r>
                  </a:p>
                </p:txBody>
              </p:sp>
              <p:sp>
                <p:nvSpPr>
                  <p:cNvPr id="385" name="Rectangle 384">
                    <a:extLst>
                      <a:ext uri="{FF2B5EF4-FFF2-40B4-BE49-F238E27FC236}">
                        <a16:creationId xmlns:a16="http://schemas.microsoft.com/office/drawing/2014/main" id="{1772EA2F-90F9-D73A-F6D4-6DEC06D0CA3E}"/>
                      </a:ext>
                    </a:extLst>
                  </p:cNvPr>
                  <p:cNvSpPr/>
                  <p:nvPr/>
                </p:nvSpPr>
                <p:spPr>
                  <a:xfrm>
                    <a:off x="2543175" y="5524500"/>
                    <a:ext cx="914400" cy="15240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6" name="TextBox 385">
                    <a:extLst>
                      <a:ext uri="{FF2B5EF4-FFF2-40B4-BE49-F238E27FC236}">
                        <a16:creationId xmlns:a16="http://schemas.microsoft.com/office/drawing/2014/main" id="{401CBB6E-3F0D-D346-B3AC-86E57D66CED0}"/>
                      </a:ext>
                    </a:extLst>
                  </p:cNvPr>
                  <p:cNvSpPr txBox="1"/>
                  <p:nvPr/>
                </p:nvSpPr>
                <p:spPr>
                  <a:xfrm>
                    <a:off x="2457450" y="5343525"/>
                    <a:ext cx="612668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/>
                      <a:t>Password:</a:t>
                    </a:r>
                  </a:p>
                </p:txBody>
              </p:sp>
            </p:grpSp>
            <p:sp>
              <p:nvSpPr>
                <p:cNvPr id="377" name="TextBox 376">
                  <a:extLst>
                    <a:ext uri="{FF2B5EF4-FFF2-40B4-BE49-F238E27FC236}">
                      <a16:creationId xmlns:a16="http://schemas.microsoft.com/office/drawing/2014/main" id="{5870FB3D-E405-D2A5-3426-4BE13EDDE328}"/>
                    </a:ext>
                  </a:extLst>
                </p:cNvPr>
                <p:cNvSpPr txBox="1"/>
                <p:nvPr/>
              </p:nvSpPr>
              <p:spPr>
                <a:xfrm>
                  <a:off x="2895600" y="5029200"/>
                  <a:ext cx="51969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user123</a:t>
                  </a:r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D561601D-9456-68F0-2093-66C75208C621}"/>
                    </a:ext>
                  </a:extLst>
                </p:cNvPr>
                <p:cNvSpPr txBox="1"/>
                <p:nvPr/>
              </p:nvSpPr>
              <p:spPr>
                <a:xfrm>
                  <a:off x="2895600" y="5334000"/>
                  <a:ext cx="521297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pwd123</a:t>
                  </a:r>
                </a:p>
              </p:txBody>
            </p:sp>
          </p:grp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5BCF3B08-A525-1296-DC2F-8FED7CF3EC67}"/>
                  </a:ext>
                </a:extLst>
              </p:cNvPr>
              <p:cNvGrpSpPr/>
              <p:nvPr/>
            </p:nvGrpSpPr>
            <p:grpSpPr>
              <a:xfrm>
                <a:off x="4572000" y="4419600"/>
                <a:ext cx="1295400" cy="1095375"/>
                <a:chOff x="5029200" y="4772025"/>
                <a:chExt cx="1295400" cy="1095375"/>
              </a:xfrm>
            </p:grpSpPr>
            <p:sp>
              <p:nvSpPr>
                <p:cNvPr id="369" name="Rectangle 368">
                  <a:extLst>
                    <a:ext uri="{FF2B5EF4-FFF2-40B4-BE49-F238E27FC236}">
                      <a16:creationId xmlns:a16="http://schemas.microsoft.com/office/drawing/2014/main" id="{512BE456-276A-4FEC-9188-36701F9B393B}"/>
                    </a:ext>
                  </a:extLst>
                </p:cNvPr>
                <p:cNvSpPr/>
                <p:nvPr/>
              </p:nvSpPr>
              <p:spPr>
                <a:xfrm>
                  <a:off x="5029200" y="4800600"/>
                  <a:ext cx="1295400" cy="10668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0" name="Rectangle 369">
                  <a:extLst>
                    <a:ext uri="{FF2B5EF4-FFF2-40B4-BE49-F238E27FC236}">
                      <a16:creationId xmlns:a16="http://schemas.microsoft.com/office/drawing/2014/main" id="{117FFEA5-3C54-6DAD-B88C-E1D3D4F41FB0}"/>
                    </a:ext>
                  </a:extLst>
                </p:cNvPr>
                <p:cNvSpPr/>
                <p:nvPr/>
              </p:nvSpPr>
              <p:spPr>
                <a:xfrm>
                  <a:off x="5105400" y="4953000"/>
                  <a:ext cx="1143000" cy="8382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7CB3C626-70FE-CF8D-B5F9-76697F695652}"/>
                    </a:ext>
                  </a:extLst>
                </p:cNvPr>
                <p:cNvSpPr txBox="1"/>
                <p:nvPr/>
              </p:nvSpPr>
              <p:spPr>
                <a:xfrm>
                  <a:off x="5124450" y="5029200"/>
                  <a:ext cx="114967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Error: You must use a</a:t>
                  </a:r>
                </a:p>
                <a:p>
                  <a:r>
                    <a:rPr lang="en-US" sz="800" dirty="0"/>
                    <a:t>unique combination of</a:t>
                  </a:r>
                </a:p>
                <a:p>
                  <a:r>
                    <a:rPr lang="en-US" sz="800" dirty="0"/>
                    <a:t>user ID and password!</a:t>
                  </a:r>
                </a:p>
              </p:txBody>
            </p:sp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8DF455F8-2D5D-7D2C-8EB1-09CCFA4F3BC5}"/>
                    </a:ext>
                  </a:extLst>
                </p:cNvPr>
                <p:cNvGrpSpPr/>
                <p:nvPr/>
              </p:nvGrpSpPr>
              <p:grpSpPr>
                <a:xfrm>
                  <a:off x="5857783" y="5486400"/>
                  <a:ext cx="314417" cy="215444"/>
                  <a:chOff x="5810158" y="5715000"/>
                  <a:chExt cx="314417" cy="215444"/>
                </a:xfrm>
              </p:grpSpPr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A022C8A8-E78F-3B01-05B0-3B134EBBDD73}"/>
                      </a:ext>
                    </a:extLst>
                  </p:cNvPr>
                  <p:cNvSpPr/>
                  <p:nvPr/>
                </p:nvSpPr>
                <p:spPr>
                  <a:xfrm>
                    <a:off x="5819775" y="5753100"/>
                    <a:ext cx="304800" cy="1524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635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828D377C-F086-C485-A19E-10310F115F84}"/>
                      </a:ext>
                    </a:extLst>
                  </p:cNvPr>
                  <p:cNvSpPr txBox="1"/>
                  <p:nvPr/>
                </p:nvSpPr>
                <p:spPr>
                  <a:xfrm>
                    <a:off x="5810158" y="5715000"/>
                    <a:ext cx="30489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/>
                      <a:t>OK</a:t>
                    </a:r>
                  </a:p>
                </p:txBody>
              </p:sp>
            </p:grpSp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5913DBB3-B853-AF08-32E1-2DCB98C52911}"/>
                    </a:ext>
                  </a:extLst>
                </p:cNvPr>
                <p:cNvSpPr txBox="1"/>
                <p:nvPr/>
              </p:nvSpPr>
              <p:spPr>
                <a:xfrm>
                  <a:off x="5029200" y="4772025"/>
                  <a:ext cx="67518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Login Error!</a:t>
                  </a:r>
                </a:p>
              </p:txBody>
            </p:sp>
          </p:grpSp>
          <p:sp>
            <p:nvSpPr>
              <p:cNvPr id="361" name="Freeform 33">
                <a:extLst>
                  <a:ext uri="{FF2B5EF4-FFF2-40B4-BE49-F238E27FC236}">
                    <a16:creationId xmlns:a16="http://schemas.microsoft.com/office/drawing/2014/main" id="{DFE6B337-1951-5F79-C8C3-25DFB76BD688}"/>
                  </a:ext>
                </a:extLst>
              </p:cNvPr>
              <p:cNvSpPr/>
              <p:nvPr/>
            </p:nvSpPr>
            <p:spPr>
              <a:xfrm>
                <a:off x="3562350" y="5457824"/>
                <a:ext cx="1924050" cy="638175"/>
              </a:xfrm>
              <a:custGeom>
                <a:avLst/>
                <a:gdLst>
                  <a:gd name="connsiteX0" fmla="*/ 1114425 w 1114425"/>
                  <a:gd name="connsiteY0" fmla="*/ 609600 h 609600"/>
                  <a:gd name="connsiteX1" fmla="*/ 723900 w 1114425"/>
                  <a:gd name="connsiteY1" fmla="*/ 571500 h 609600"/>
                  <a:gd name="connsiteX2" fmla="*/ 371475 w 1114425"/>
                  <a:gd name="connsiteY2" fmla="*/ 219075 h 609600"/>
                  <a:gd name="connsiteX3" fmla="*/ 0 w 1114425"/>
                  <a:gd name="connsiteY3" fmla="*/ 0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4425" h="609600">
                    <a:moveTo>
                      <a:pt x="1114425" y="609600"/>
                    </a:moveTo>
                    <a:lnTo>
                      <a:pt x="723900" y="571500"/>
                    </a:lnTo>
                    <a:cubicBezTo>
                      <a:pt x="600075" y="506413"/>
                      <a:pt x="492125" y="314325"/>
                      <a:pt x="371475" y="219075"/>
                    </a:cubicBezTo>
                    <a:cubicBezTo>
                      <a:pt x="250825" y="123825"/>
                      <a:pt x="125412" y="61912"/>
                      <a:pt x="0" y="0"/>
                    </a:cubicBezTo>
                  </a:path>
                </a:pathLst>
              </a:custGeom>
              <a:ln w="6350">
                <a:solidFill>
                  <a:srgbClr val="C00000"/>
                </a:solidFill>
                <a:prstDash val="das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Freeform 35">
                <a:extLst>
                  <a:ext uri="{FF2B5EF4-FFF2-40B4-BE49-F238E27FC236}">
                    <a16:creationId xmlns:a16="http://schemas.microsoft.com/office/drawing/2014/main" id="{857CC25F-B794-4F8D-A8C6-1B0E00912A08}"/>
                  </a:ext>
                </a:extLst>
              </p:cNvPr>
              <p:cNvSpPr/>
              <p:nvPr/>
            </p:nvSpPr>
            <p:spPr>
              <a:xfrm>
                <a:off x="3552825" y="4752975"/>
                <a:ext cx="981075" cy="609600"/>
              </a:xfrm>
              <a:custGeom>
                <a:avLst/>
                <a:gdLst>
                  <a:gd name="connsiteX0" fmla="*/ 0 w 981075"/>
                  <a:gd name="connsiteY0" fmla="*/ 609600 h 609600"/>
                  <a:gd name="connsiteX1" fmla="*/ 323850 w 981075"/>
                  <a:gd name="connsiteY1" fmla="*/ 266700 h 609600"/>
                  <a:gd name="connsiteX2" fmla="*/ 609600 w 981075"/>
                  <a:gd name="connsiteY2" fmla="*/ 57150 h 609600"/>
                  <a:gd name="connsiteX3" fmla="*/ 981075 w 981075"/>
                  <a:gd name="connsiteY3" fmla="*/ 0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075" h="609600">
                    <a:moveTo>
                      <a:pt x="0" y="609600"/>
                    </a:moveTo>
                    <a:cubicBezTo>
                      <a:pt x="111125" y="484187"/>
                      <a:pt x="222250" y="358775"/>
                      <a:pt x="323850" y="266700"/>
                    </a:cubicBezTo>
                    <a:cubicBezTo>
                      <a:pt x="425450" y="174625"/>
                      <a:pt x="500063" y="101600"/>
                      <a:pt x="609600" y="57150"/>
                    </a:cubicBezTo>
                    <a:cubicBezTo>
                      <a:pt x="719137" y="12700"/>
                      <a:pt x="850106" y="6350"/>
                      <a:pt x="981075" y="0"/>
                    </a:cubicBezTo>
                  </a:path>
                </a:pathLst>
              </a:custGeom>
              <a:ln w="6350">
                <a:solidFill>
                  <a:srgbClr val="C00000"/>
                </a:solidFill>
                <a:prstDash val="das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CB895EB4-579F-4A36-CE04-BF685C331F3F}"/>
                  </a:ext>
                </a:extLst>
              </p:cNvPr>
              <p:cNvSpPr txBox="1"/>
              <p:nvPr/>
            </p:nvSpPr>
            <p:spPr>
              <a:xfrm>
                <a:off x="2419350" y="4381500"/>
                <a:ext cx="52450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Register</a:t>
                </a: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F20E7A47-DBCB-94C7-268E-9E694FE4D92C}"/>
                  </a:ext>
                </a:extLst>
              </p:cNvPr>
              <p:cNvSpPr txBox="1"/>
              <p:nvPr/>
            </p:nvSpPr>
            <p:spPr>
              <a:xfrm>
                <a:off x="6096000" y="4416623"/>
                <a:ext cx="2438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Display error, per specification</a:t>
                </a:r>
              </a:p>
            </p:txBody>
          </p:sp>
          <p:sp>
            <p:nvSpPr>
              <p:cNvPr id="365" name="Freeform 39">
                <a:extLst>
                  <a:ext uri="{FF2B5EF4-FFF2-40B4-BE49-F238E27FC236}">
                    <a16:creationId xmlns:a16="http://schemas.microsoft.com/office/drawing/2014/main" id="{5CD43118-8D54-CA0A-EB5B-632829C45772}"/>
                  </a:ext>
                </a:extLst>
              </p:cNvPr>
              <p:cNvSpPr/>
              <p:nvPr/>
            </p:nvSpPr>
            <p:spPr>
              <a:xfrm rot="19263920">
                <a:off x="5976248" y="4356654"/>
                <a:ext cx="367308" cy="233737"/>
              </a:xfrm>
              <a:custGeom>
                <a:avLst/>
                <a:gdLst>
                  <a:gd name="connsiteX0" fmla="*/ 485775 w 485775"/>
                  <a:gd name="connsiteY0" fmla="*/ 314325 h 314325"/>
                  <a:gd name="connsiteX1" fmla="*/ 438150 w 485775"/>
                  <a:gd name="connsiteY1" fmla="*/ 114300 h 314325"/>
                  <a:gd name="connsiteX2" fmla="*/ 333375 w 485775"/>
                  <a:gd name="connsiteY2" fmla="*/ 19050 h 314325"/>
                  <a:gd name="connsiteX3" fmla="*/ 0 w 485775"/>
                  <a:gd name="connsiteY3" fmla="*/ 0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5" h="314325">
                    <a:moveTo>
                      <a:pt x="485775" y="314325"/>
                    </a:moveTo>
                    <a:cubicBezTo>
                      <a:pt x="474662" y="238918"/>
                      <a:pt x="463550" y="163512"/>
                      <a:pt x="438150" y="114300"/>
                    </a:cubicBezTo>
                    <a:cubicBezTo>
                      <a:pt x="412750" y="65088"/>
                      <a:pt x="406400" y="38100"/>
                      <a:pt x="333375" y="19050"/>
                    </a:cubicBezTo>
                    <a:cubicBezTo>
                      <a:pt x="260350" y="0"/>
                      <a:pt x="130175" y="0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DF6BDEC1-6B7E-4849-84C5-3F01B10E8A63}"/>
                  </a:ext>
                </a:extLst>
              </p:cNvPr>
              <p:cNvGrpSpPr/>
              <p:nvPr/>
            </p:nvGrpSpPr>
            <p:grpSpPr>
              <a:xfrm>
                <a:off x="6019800" y="5029200"/>
                <a:ext cx="1828800" cy="762000"/>
                <a:chOff x="6248400" y="4953000"/>
                <a:chExt cx="1828800" cy="762000"/>
              </a:xfrm>
            </p:grpSpPr>
            <p:sp>
              <p:nvSpPr>
                <p:cNvPr id="367" name="Cloud Callout 37">
                  <a:extLst>
                    <a:ext uri="{FF2B5EF4-FFF2-40B4-BE49-F238E27FC236}">
                      <a16:creationId xmlns:a16="http://schemas.microsoft.com/office/drawing/2014/main" id="{21658EE4-7B8A-BC72-586A-F21ABD8C6540}"/>
                    </a:ext>
                  </a:extLst>
                </p:cNvPr>
                <p:cNvSpPr/>
                <p:nvPr/>
              </p:nvSpPr>
              <p:spPr>
                <a:xfrm>
                  <a:off x="6248400" y="4953000"/>
                  <a:ext cx="1828800" cy="762000"/>
                </a:xfrm>
                <a:prstGeom prst="cloudCallout">
                  <a:avLst>
                    <a:gd name="adj1" fmla="val -53869"/>
                    <a:gd name="adj2" fmla="val 6777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D5095A17-5110-1574-7DF7-DA544A0BA7DD}"/>
                    </a:ext>
                  </a:extLst>
                </p:cNvPr>
                <p:cNvSpPr txBox="1"/>
                <p:nvPr/>
              </p:nvSpPr>
              <p:spPr>
                <a:xfrm>
                  <a:off x="6400800" y="5105400"/>
                  <a:ext cx="166103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user123 and pwd123 combination </a:t>
                  </a:r>
                </a:p>
                <a:p>
                  <a:r>
                    <a:rPr lang="en-US" sz="800" dirty="0"/>
                    <a:t>is taken!  What happens if I try to </a:t>
                  </a:r>
                </a:p>
                <a:p>
                  <a:r>
                    <a:rPr lang="en-US" sz="800" dirty="0"/>
                    <a:t>log in using this combination?</a:t>
                  </a:r>
                </a:p>
              </p:txBody>
            </p:sp>
          </p:grpSp>
        </p:grp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45D06AAF-2854-54B5-0223-73E8C46C265E}"/>
                </a:ext>
              </a:extLst>
            </p:cNvPr>
            <p:cNvSpPr txBox="1"/>
            <p:nvPr/>
          </p:nvSpPr>
          <p:spPr>
            <a:xfrm>
              <a:off x="5257800" y="5791200"/>
              <a:ext cx="3505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Yes, that is right.  The system has given away someone else’s logon information!</a:t>
              </a:r>
            </a:p>
          </p:txBody>
        </p:sp>
        <p:sp>
          <p:nvSpPr>
            <p:cNvPr id="356" name="Freeform 44">
              <a:extLst>
                <a:ext uri="{FF2B5EF4-FFF2-40B4-BE49-F238E27FC236}">
                  <a16:creationId xmlns:a16="http://schemas.microsoft.com/office/drawing/2014/main" id="{1E25502D-AE49-02FE-125C-F7FD8BC71CAD}"/>
                </a:ext>
              </a:extLst>
            </p:cNvPr>
            <p:cNvSpPr/>
            <p:nvPr/>
          </p:nvSpPr>
          <p:spPr>
            <a:xfrm rot="2573766">
              <a:off x="5284789" y="5633631"/>
              <a:ext cx="283638" cy="190731"/>
            </a:xfrm>
            <a:custGeom>
              <a:avLst/>
              <a:gdLst>
                <a:gd name="connsiteX0" fmla="*/ 533400 w 533400"/>
                <a:gd name="connsiteY0" fmla="*/ 314325 h 314325"/>
                <a:gd name="connsiteX1" fmla="*/ 180975 w 533400"/>
                <a:gd name="connsiteY1" fmla="*/ 238125 h 314325"/>
                <a:gd name="connsiteX2" fmla="*/ 0 w 533400"/>
                <a:gd name="connsiteY2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3400" h="314325">
                  <a:moveTo>
                    <a:pt x="533400" y="314325"/>
                  </a:moveTo>
                  <a:cubicBezTo>
                    <a:pt x="401637" y="302418"/>
                    <a:pt x="269875" y="290512"/>
                    <a:pt x="180975" y="238125"/>
                  </a:cubicBezTo>
                  <a:cubicBezTo>
                    <a:pt x="92075" y="185738"/>
                    <a:pt x="46037" y="92869"/>
                    <a:pt x="0" y="0"/>
                  </a:cubicBezTo>
                </a:path>
              </a:pathLst>
            </a:custGeom>
            <a:ln w="635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66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5048388" y="1907462"/>
            <a:ext cx="1910159" cy="1089632"/>
          </a:xfrm>
          <a:custGeom>
            <a:avLst/>
            <a:gdLst/>
            <a:ahLst/>
            <a:cxnLst/>
            <a:rect l="l" t="t" r="r" b="b"/>
            <a:pathLst>
              <a:path w="757" h="432" extrusionOk="0">
                <a:moveTo>
                  <a:pt x="89" y="332"/>
                </a:moveTo>
                <a:cubicBezTo>
                  <a:pt x="122" y="432"/>
                  <a:pt x="122" y="432"/>
                  <a:pt x="122" y="432"/>
                </a:cubicBezTo>
                <a:cubicBezTo>
                  <a:pt x="195" y="377"/>
                  <a:pt x="286" y="344"/>
                  <a:pt x="384" y="344"/>
                </a:cubicBezTo>
                <a:cubicBezTo>
                  <a:pt x="469" y="344"/>
                  <a:pt x="547" y="368"/>
                  <a:pt x="614" y="410"/>
                </a:cubicBezTo>
                <a:cubicBezTo>
                  <a:pt x="699" y="347"/>
                  <a:pt x="699" y="347"/>
                  <a:pt x="699" y="347"/>
                </a:cubicBezTo>
                <a:cubicBezTo>
                  <a:pt x="757" y="68"/>
                  <a:pt x="757" y="68"/>
                  <a:pt x="757" y="68"/>
                </a:cubicBezTo>
                <a:cubicBezTo>
                  <a:pt x="467" y="0"/>
                  <a:pt x="200" y="105"/>
                  <a:pt x="0" y="278"/>
                </a:cubicBezTo>
                <a:lnTo>
                  <a:pt x="89" y="33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820760" y="1741280"/>
            <a:ext cx="895122" cy="8932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647898" y="2560863"/>
            <a:ext cx="1370065" cy="1733590"/>
          </a:xfrm>
          <a:custGeom>
            <a:avLst/>
            <a:gdLst/>
            <a:ahLst/>
            <a:cxnLst/>
            <a:rect l="l" t="t" r="r" b="b"/>
            <a:pathLst>
              <a:path w="543" h="687" extrusionOk="0">
                <a:moveTo>
                  <a:pt x="85" y="102"/>
                </a:moveTo>
                <a:cubicBezTo>
                  <a:pt x="0" y="164"/>
                  <a:pt x="0" y="164"/>
                  <a:pt x="0" y="164"/>
                </a:cubicBezTo>
                <a:cubicBezTo>
                  <a:pt x="75" y="217"/>
                  <a:pt x="134" y="293"/>
                  <a:pt x="165" y="387"/>
                </a:cubicBezTo>
                <a:cubicBezTo>
                  <a:pt x="191" y="467"/>
                  <a:pt x="192" y="549"/>
                  <a:pt x="173" y="625"/>
                </a:cubicBezTo>
                <a:cubicBezTo>
                  <a:pt x="259" y="687"/>
                  <a:pt x="259" y="687"/>
                  <a:pt x="259" y="687"/>
                </a:cubicBezTo>
                <a:cubicBezTo>
                  <a:pt x="543" y="655"/>
                  <a:pt x="543" y="655"/>
                  <a:pt x="543" y="655"/>
                </a:cubicBezTo>
                <a:cubicBezTo>
                  <a:pt x="518" y="358"/>
                  <a:pt x="336" y="137"/>
                  <a:pt x="109" y="0"/>
                </a:cubicBezTo>
                <a:lnTo>
                  <a:pt x="85" y="1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089793" y="2980098"/>
            <a:ext cx="1226543" cy="1226544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449"/>
                </a:moveTo>
                <a:cubicBezTo>
                  <a:pt x="196" y="486"/>
                  <a:pt x="74" y="423"/>
                  <a:pt x="37" y="310"/>
                </a:cubicBezTo>
                <a:cubicBezTo>
                  <a:pt x="0" y="196"/>
                  <a:pt x="62" y="74"/>
                  <a:pt x="176" y="37"/>
                </a:cubicBezTo>
                <a:cubicBezTo>
                  <a:pt x="290" y="0"/>
                  <a:pt x="412" y="62"/>
                  <a:pt x="449" y="176"/>
                </a:cubicBezTo>
                <a:cubicBezTo>
                  <a:pt x="486" y="290"/>
                  <a:pt x="423" y="412"/>
                  <a:pt x="310" y="4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27000" dist="38100" dir="108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200267" y="3090571"/>
            <a:ext cx="1001818" cy="1001819"/>
          </a:xfrm>
          <a:custGeom>
            <a:avLst/>
            <a:gdLst/>
            <a:ahLst/>
            <a:cxnLst/>
            <a:rect l="l" t="t" r="r" b="b"/>
            <a:pathLst>
              <a:path w="397" h="397" extrusionOk="0">
                <a:moveTo>
                  <a:pt x="30" y="253"/>
                </a:moveTo>
                <a:cubicBezTo>
                  <a:pt x="0" y="161"/>
                  <a:pt x="51" y="60"/>
                  <a:pt x="144" y="30"/>
                </a:cubicBezTo>
                <a:cubicBezTo>
                  <a:pt x="237" y="0"/>
                  <a:pt x="337" y="51"/>
                  <a:pt x="367" y="144"/>
                </a:cubicBezTo>
                <a:cubicBezTo>
                  <a:pt x="397" y="237"/>
                  <a:pt x="346" y="337"/>
                  <a:pt x="253" y="367"/>
                </a:cubicBezTo>
                <a:cubicBezTo>
                  <a:pt x="161" y="397"/>
                  <a:pt x="60" y="346"/>
                  <a:pt x="30" y="2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6017158" y="4199088"/>
            <a:ext cx="1531526" cy="1685435"/>
          </a:xfrm>
          <a:custGeom>
            <a:avLst/>
            <a:gdLst/>
            <a:ahLst/>
            <a:cxnLst/>
            <a:rect l="l" t="t" r="r" b="b"/>
            <a:pathLst>
              <a:path w="607" h="668" extrusionOk="0">
                <a:moveTo>
                  <a:pt x="503" y="61"/>
                </a:moveTo>
                <a:cubicBezTo>
                  <a:pt x="417" y="0"/>
                  <a:pt x="417" y="0"/>
                  <a:pt x="417" y="0"/>
                </a:cubicBezTo>
                <a:cubicBezTo>
                  <a:pt x="390" y="87"/>
                  <a:pt x="336" y="167"/>
                  <a:pt x="257" y="225"/>
                </a:cubicBezTo>
                <a:cubicBezTo>
                  <a:pt x="188" y="274"/>
                  <a:pt x="111" y="301"/>
                  <a:pt x="32" y="307"/>
                </a:cubicBezTo>
                <a:cubicBezTo>
                  <a:pt x="0" y="408"/>
                  <a:pt x="0" y="408"/>
                  <a:pt x="0" y="408"/>
                </a:cubicBezTo>
                <a:cubicBezTo>
                  <a:pt x="118" y="668"/>
                  <a:pt x="118" y="668"/>
                  <a:pt x="118" y="668"/>
                </a:cubicBezTo>
                <a:cubicBezTo>
                  <a:pt x="392" y="552"/>
                  <a:pt x="547" y="311"/>
                  <a:pt x="607" y="53"/>
                </a:cubicBezTo>
                <a:lnTo>
                  <a:pt x="503" y="6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189006" y="4369844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372"/>
                </a:moveTo>
                <a:cubicBezTo>
                  <a:pt x="0" y="276"/>
                  <a:pt x="21" y="140"/>
                  <a:pt x="118" y="70"/>
                </a:cubicBezTo>
                <a:cubicBezTo>
                  <a:pt x="215" y="0"/>
                  <a:pt x="351" y="21"/>
                  <a:pt x="421" y="118"/>
                </a:cubicBezTo>
                <a:cubicBezTo>
                  <a:pt x="491" y="215"/>
                  <a:pt x="470" y="350"/>
                  <a:pt x="373" y="420"/>
                </a:cubicBezTo>
                <a:cubicBezTo>
                  <a:pt x="276" y="491"/>
                  <a:pt x="141" y="469"/>
                  <a:pt x="70" y="372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27000" dist="38100" dir="162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302312" y="4882704"/>
            <a:ext cx="1012205" cy="1014094"/>
          </a:xfrm>
          <a:custGeom>
            <a:avLst/>
            <a:gdLst/>
            <a:ahLst/>
            <a:cxnLst/>
            <a:rect l="l" t="t" r="r" b="b"/>
            <a:pathLst>
              <a:path w="401" h="402" extrusionOk="0">
                <a:moveTo>
                  <a:pt x="96" y="58"/>
                </a:moveTo>
                <a:cubicBezTo>
                  <a:pt x="176" y="0"/>
                  <a:pt x="286" y="18"/>
                  <a:pt x="344" y="97"/>
                </a:cubicBezTo>
                <a:cubicBezTo>
                  <a:pt x="401" y="176"/>
                  <a:pt x="384" y="287"/>
                  <a:pt x="305" y="344"/>
                </a:cubicBezTo>
                <a:cubicBezTo>
                  <a:pt x="226" y="402"/>
                  <a:pt x="115" y="384"/>
                  <a:pt x="57" y="305"/>
                </a:cubicBezTo>
                <a:cubicBezTo>
                  <a:pt x="0" y="226"/>
                  <a:pt x="17" y="115"/>
                  <a:pt x="9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201421" y="4291621"/>
            <a:ext cx="1856338" cy="1236930"/>
          </a:xfrm>
          <a:custGeom>
            <a:avLst/>
            <a:gdLst/>
            <a:ahLst/>
            <a:cxnLst/>
            <a:rect l="l" t="t" r="r" b="b"/>
            <a:pathLst>
              <a:path w="736" h="490" extrusionOk="0">
                <a:moveTo>
                  <a:pt x="696" y="372"/>
                </a:moveTo>
                <a:cubicBezTo>
                  <a:pt x="728" y="271"/>
                  <a:pt x="728" y="271"/>
                  <a:pt x="728" y="271"/>
                </a:cubicBezTo>
                <a:cubicBezTo>
                  <a:pt x="636" y="272"/>
                  <a:pt x="544" y="246"/>
                  <a:pt x="464" y="188"/>
                </a:cubicBezTo>
                <a:cubicBezTo>
                  <a:pt x="396" y="138"/>
                  <a:pt x="346" y="73"/>
                  <a:pt x="317" y="0"/>
                </a:cubicBezTo>
                <a:cubicBezTo>
                  <a:pt x="211" y="1"/>
                  <a:pt x="211" y="1"/>
                  <a:pt x="211" y="1"/>
                </a:cubicBezTo>
                <a:cubicBezTo>
                  <a:pt x="0" y="193"/>
                  <a:pt x="0" y="193"/>
                  <a:pt x="0" y="193"/>
                </a:cubicBezTo>
                <a:cubicBezTo>
                  <a:pt x="195" y="418"/>
                  <a:pt x="472" y="490"/>
                  <a:pt x="736" y="468"/>
                </a:cubicBezTo>
                <a:lnTo>
                  <a:pt x="696" y="37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203310" y="4476689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118"/>
                </a:moveTo>
                <a:cubicBezTo>
                  <a:pt x="141" y="21"/>
                  <a:pt x="276" y="0"/>
                  <a:pt x="373" y="70"/>
                </a:cubicBezTo>
                <a:cubicBezTo>
                  <a:pt x="470" y="141"/>
                  <a:pt x="491" y="276"/>
                  <a:pt x="421" y="373"/>
                </a:cubicBezTo>
                <a:cubicBezTo>
                  <a:pt x="351" y="470"/>
                  <a:pt x="215" y="491"/>
                  <a:pt x="118" y="421"/>
                </a:cubicBezTo>
                <a:cubicBezTo>
                  <a:pt x="21" y="350"/>
                  <a:pt x="0" y="215"/>
                  <a:pt x="70" y="1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27000" dist="38100" dir="189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316616" y="4589995"/>
            <a:ext cx="1012205" cy="1012205"/>
          </a:xfrm>
          <a:custGeom>
            <a:avLst/>
            <a:gdLst/>
            <a:ahLst/>
            <a:cxnLst/>
            <a:rect l="l" t="t" r="r" b="b"/>
            <a:pathLst>
              <a:path w="401" h="401" extrusionOk="0">
                <a:moveTo>
                  <a:pt x="305" y="57"/>
                </a:moveTo>
                <a:cubicBezTo>
                  <a:pt x="384" y="115"/>
                  <a:pt x="401" y="226"/>
                  <a:pt x="344" y="305"/>
                </a:cubicBezTo>
                <a:cubicBezTo>
                  <a:pt x="286" y="384"/>
                  <a:pt x="175" y="401"/>
                  <a:pt x="96" y="344"/>
                </a:cubicBezTo>
                <a:cubicBezTo>
                  <a:pt x="17" y="286"/>
                  <a:pt x="0" y="175"/>
                  <a:pt x="57" y="96"/>
                </a:cubicBezTo>
                <a:cubicBezTo>
                  <a:pt x="115" y="17"/>
                  <a:pt x="226" y="0"/>
                  <a:pt x="305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210863" y="2426784"/>
            <a:ext cx="1098129" cy="1980976"/>
          </a:xfrm>
          <a:custGeom>
            <a:avLst/>
            <a:gdLst/>
            <a:ahLst/>
            <a:cxnLst/>
            <a:rect l="l" t="t" r="r" b="b"/>
            <a:pathLst>
              <a:path w="435" h="785" extrusionOk="0">
                <a:moveTo>
                  <a:pt x="199" y="717"/>
                </a:moveTo>
                <a:cubicBezTo>
                  <a:pt x="304" y="716"/>
                  <a:pt x="304" y="716"/>
                  <a:pt x="304" y="716"/>
                </a:cubicBezTo>
                <a:cubicBezTo>
                  <a:pt x="275" y="629"/>
                  <a:pt x="271" y="533"/>
                  <a:pt x="302" y="440"/>
                </a:cubicBezTo>
                <a:cubicBezTo>
                  <a:pt x="328" y="359"/>
                  <a:pt x="375" y="292"/>
                  <a:pt x="435" y="241"/>
                </a:cubicBezTo>
                <a:cubicBezTo>
                  <a:pt x="402" y="141"/>
                  <a:pt x="402" y="141"/>
                  <a:pt x="402" y="141"/>
                </a:cubicBezTo>
                <a:cubicBezTo>
                  <a:pt x="154" y="0"/>
                  <a:pt x="154" y="0"/>
                  <a:pt x="154" y="0"/>
                </a:cubicBezTo>
                <a:cubicBezTo>
                  <a:pt x="0" y="255"/>
                  <a:pt x="17" y="541"/>
                  <a:pt x="120" y="785"/>
                </a:cubicBezTo>
                <a:lnTo>
                  <a:pt x="199" y="717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875665" y="2503266"/>
            <a:ext cx="1225599" cy="1225599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37"/>
                </a:moveTo>
                <a:cubicBezTo>
                  <a:pt x="424" y="74"/>
                  <a:pt x="486" y="196"/>
                  <a:pt x="449" y="310"/>
                </a:cubicBezTo>
                <a:cubicBezTo>
                  <a:pt x="412" y="424"/>
                  <a:pt x="290" y="486"/>
                  <a:pt x="176" y="449"/>
                </a:cubicBezTo>
                <a:cubicBezTo>
                  <a:pt x="63" y="412"/>
                  <a:pt x="0" y="290"/>
                  <a:pt x="37" y="176"/>
                </a:cubicBezTo>
                <a:cubicBezTo>
                  <a:pt x="74" y="62"/>
                  <a:pt x="196" y="0"/>
                  <a:pt x="310" y="37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27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988971" y="2613740"/>
            <a:ext cx="1001818" cy="1004652"/>
          </a:xfrm>
          <a:custGeom>
            <a:avLst/>
            <a:gdLst/>
            <a:ahLst/>
            <a:cxnLst/>
            <a:rect l="l" t="t" r="r" b="b"/>
            <a:pathLst>
              <a:path w="397" h="398" extrusionOk="0">
                <a:moveTo>
                  <a:pt x="367" y="254"/>
                </a:moveTo>
                <a:cubicBezTo>
                  <a:pt x="337" y="347"/>
                  <a:pt x="236" y="398"/>
                  <a:pt x="144" y="367"/>
                </a:cubicBezTo>
                <a:cubicBezTo>
                  <a:pt x="51" y="337"/>
                  <a:pt x="0" y="237"/>
                  <a:pt x="30" y="144"/>
                </a:cubicBezTo>
                <a:cubicBezTo>
                  <a:pt x="60" y="51"/>
                  <a:pt x="160" y="0"/>
                  <a:pt x="253" y="31"/>
                </a:cubicBezTo>
                <a:cubicBezTo>
                  <a:pt x="346" y="61"/>
                  <a:pt x="397" y="161"/>
                  <a:pt x="367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142439" y="2768625"/>
            <a:ext cx="694882" cy="694882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920880" y="1840456"/>
            <a:ext cx="694882" cy="6948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353735" y="3244039"/>
            <a:ext cx="694882" cy="69488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60973" y="5042310"/>
            <a:ext cx="694882" cy="69488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475277" y="4748656"/>
            <a:ext cx="694882" cy="69488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4977409" y="2839411"/>
            <a:ext cx="2098384" cy="2100435"/>
          </a:xfrm>
          <a:custGeom>
            <a:avLst/>
            <a:gdLst/>
            <a:ahLst/>
            <a:cxnLst/>
            <a:rect l="l" t="t" r="r" b="b"/>
            <a:pathLst>
              <a:path w="1152" h="1153" extrusionOk="0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713115" y="2173063"/>
            <a:ext cx="268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05. USER VIEW</a:t>
            </a:r>
            <a:b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Use cases and scenarios. </a:t>
            </a:r>
            <a:endParaRPr dirty="0"/>
          </a:p>
        </p:txBody>
      </p:sp>
      <p:sp>
        <p:nvSpPr>
          <p:cNvPr id="259" name="Google Shape;259;p24"/>
          <p:cNvSpPr txBox="1"/>
          <p:nvPr/>
        </p:nvSpPr>
        <p:spPr>
          <a:xfrm>
            <a:off x="1051084" y="4374882"/>
            <a:ext cx="2687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04. PHYSICAL VIEW </a:t>
            </a:r>
            <a:b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Deployment diagrams.</a:t>
            </a:r>
            <a:b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Infrastructure diagrams. </a:t>
            </a:r>
            <a:endParaRPr dirty="0"/>
          </a:p>
        </p:txBody>
      </p:sp>
      <p:sp>
        <p:nvSpPr>
          <p:cNvPr id="260" name="Google Shape;260;p24"/>
          <p:cNvSpPr txBox="1"/>
          <p:nvPr/>
        </p:nvSpPr>
        <p:spPr>
          <a:xfrm flipH="1">
            <a:off x="7519546" y="1459947"/>
            <a:ext cx="2687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01. LOGICAL VIEW</a:t>
            </a:r>
            <a:b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Component diagrams</a:t>
            </a:r>
            <a:b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Class diagrams</a:t>
            </a:r>
            <a:endParaRPr dirty="0"/>
          </a:p>
        </p:txBody>
      </p:sp>
      <p:sp>
        <p:nvSpPr>
          <p:cNvPr id="261" name="Google Shape;261;p24"/>
          <p:cNvSpPr txBox="1"/>
          <p:nvPr/>
        </p:nvSpPr>
        <p:spPr>
          <a:xfrm flipH="1">
            <a:off x="8697317" y="3162624"/>
            <a:ext cx="2687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02. PROCESS VIEW</a:t>
            </a:r>
            <a:br>
              <a:rPr lang="en-US" sz="1200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Sequence diagrams.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Communication diagrams. </a:t>
            </a:r>
            <a:endParaRPr dirty="0"/>
          </a:p>
        </p:txBody>
      </p:sp>
      <p:sp>
        <p:nvSpPr>
          <p:cNvPr id="262" name="Google Shape;262;p24"/>
          <p:cNvSpPr txBox="1"/>
          <p:nvPr/>
        </p:nvSpPr>
        <p:spPr>
          <a:xfrm flipH="1">
            <a:off x="7722743" y="5215459"/>
            <a:ext cx="268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None/>
            </a:pPr>
            <a:r>
              <a:rPr lang="en-US" sz="1200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03. DEVELOPMENT VIEW</a:t>
            </a:r>
            <a:br>
              <a:rPr lang="en-US" sz="1200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Module or package diagrams. </a:t>
            </a:r>
            <a:endParaRPr dirty="0"/>
          </a:p>
        </p:txBody>
      </p:sp>
      <p:grpSp>
        <p:nvGrpSpPr>
          <p:cNvPr id="263" name="Google Shape;263;p24"/>
          <p:cNvGrpSpPr/>
          <p:nvPr/>
        </p:nvGrpSpPr>
        <p:grpSpPr>
          <a:xfrm>
            <a:off x="6083359" y="2040168"/>
            <a:ext cx="390337" cy="266195"/>
            <a:chOff x="6093139" y="2051320"/>
            <a:chExt cx="390337" cy="266195"/>
          </a:xfrm>
        </p:grpSpPr>
        <p:sp>
          <p:nvSpPr>
            <p:cNvPr id="264" name="Google Shape;264;p24"/>
            <p:cNvSpPr/>
            <p:nvPr/>
          </p:nvSpPr>
          <p:spPr>
            <a:xfrm>
              <a:off x="6140830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331" y="63581"/>
                  </a:moveTo>
                  <a:cubicBezTo>
                    <a:pt x="2921" y="63637"/>
                    <a:pt x="110" y="60941"/>
                    <a:pt x="53" y="57558"/>
                  </a:cubicBezTo>
                  <a:cubicBezTo>
                    <a:pt x="52" y="57524"/>
                    <a:pt x="52" y="57490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2" y="63581"/>
                    <a:pt x="6331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6223694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6117927" y="2212313"/>
              <a:ext cx="140715" cy="105150"/>
            </a:xfrm>
            <a:custGeom>
              <a:avLst/>
              <a:gdLst/>
              <a:ahLst/>
              <a:cxnLst/>
              <a:rect l="l" t="t" r="r" b="b"/>
              <a:pathLst>
                <a:path w="140715" h="105150" extrusionOk="0">
                  <a:moveTo>
                    <a:pt x="135053" y="105151"/>
                  </a:moveTo>
                  <a:lnTo>
                    <a:pt x="6279" y="105151"/>
                  </a:lnTo>
                  <a:cubicBezTo>
                    <a:pt x="2811" y="105151"/>
                    <a:pt x="0" y="102363"/>
                    <a:pt x="0" y="98924"/>
                  </a:cubicBezTo>
                  <a:lnTo>
                    <a:pt x="0" y="32056"/>
                  </a:lnTo>
                  <a:cubicBezTo>
                    <a:pt x="0" y="32056"/>
                    <a:pt x="0" y="32056"/>
                    <a:pt x="0" y="31443"/>
                  </a:cubicBezTo>
                  <a:cubicBezTo>
                    <a:pt x="1366" y="17590"/>
                    <a:pt x="11980" y="6393"/>
                    <a:pt x="25837" y="4185"/>
                  </a:cubicBezTo>
                  <a:lnTo>
                    <a:pt x="50645" y="102"/>
                  </a:lnTo>
                  <a:cubicBezTo>
                    <a:pt x="54000" y="-509"/>
                    <a:pt x="57219" y="1692"/>
                    <a:pt x="57835" y="5020"/>
                  </a:cubicBezTo>
                  <a:cubicBezTo>
                    <a:pt x="57841" y="5048"/>
                    <a:pt x="57846" y="5076"/>
                    <a:pt x="57851" y="5104"/>
                  </a:cubicBezTo>
                  <a:cubicBezTo>
                    <a:pt x="58458" y="8433"/>
                    <a:pt x="56229" y="11620"/>
                    <a:pt x="52873" y="12222"/>
                  </a:cubicBezTo>
                  <a:cubicBezTo>
                    <a:pt x="52817" y="12233"/>
                    <a:pt x="52760" y="12242"/>
                    <a:pt x="52704" y="12250"/>
                  </a:cubicBezTo>
                  <a:lnTo>
                    <a:pt x="27896" y="16436"/>
                  </a:lnTo>
                  <a:cubicBezTo>
                    <a:pt x="19585" y="17845"/>
                    <a:pt x="13281" y="24643"/>
                    <a:pt x="12558" y="32974"/>
                  </a:cubicBezTo>
                  <a:lnTo>
                    <a:pt x="12558" y="93309"/>
                  </a:lnTo>
                  <a:lnTo>
                    <a:pt x="128877" y="93309"/>
                  </a:lnTo>
                  <a:lnTo>
                    <a:pt x="128877" y="32974"/>
                  </a:lnTo>
                  <a:cubicBezTo>
                    <a:pt x="127925" y="24808"/>
                    <a:pt x="121619" y="18262"/>
                    <a:pt x="113436" y="16946"/>
                  </a:cubicBezTo>
                  <a:lnTo>
                    <a:pt x="88320" y="12557"/>
                  </a:lnTo>
                  <a:cubicBezTo>
                    <a:pt x="84937" y="11965"/>
                    <a:pt x="82679" y="8765"/>
                    <a:pt x="83276" y="5410"/>
                  </a:cubicBezTo>
                  <a:cubicBezTo>
                    <a:pt x="83873" y="2056"/>
                    <a:pt x="87099" y="-184"/>
                    <a:pt x="90481" y="408"/>
                  </a:cubicBezTo>
                  <a:lnTo>
                    <a:pt x="115289" y="4492"/>
                  </a:lnTo>
                  <a:cubicBezTo>
                    <a:pt x="128884" y="6833"/>
                    <a:pt x="139262" y="17835"/>
                    <a:pt x="140715" y="31443"/>
                  </a:cubicBezTo>
                  <a:lnTo>
                    <a:pt x="140715" y="98924"/>
                  </a:lnTo>
                  <a:cubicBezTo>
                    <a:pt x="140772" y="102306"/>
                    <a:pt x="138053" y="105094"/>
                    <a:pt x="134642" y="105150"/>
                  </a:cubicBezTo>
                  <a:cubicBezTo>
                    <a:pt x="134608" y="105151"/>
                    <a:pt x="134573" y="105151"/>
                    <a:pt x="134538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6332086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6414950" y="2253883"/>
              <a:ext cx="12559" cy="63581"/>
            </a:xfrm>
            <a:custGeom>
              <a:avLst/>
              <a:gdLst/>
              <a:ahLst/>
              <a:cxnLst/>
              <a:rect l="l" t="t" r="r" b="b"/>
              <a:pathLst>
                <a:path w="12559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6309147" y="2212313"/>
              <a:ext cx="141164" cy="105171"/>
            </a:xfrm>
            <a:custGeom>
              <a:avLst/>
              <a:gdLst/>
              <a:ahLst/>
              <a:cxnLst/>
              <a:rect l="l" t="t" r="r" b="b"/>
              <a:pathLst>
                <a:path w="141164" h="105171" extrusionOk="0">
                  <a:moveTo>
                    <a:pt x="134780" y="105151"/>
                  </a:moveTo>
                  <a:lnTo>
                    <a:pt x="6212" y="105151"/>
                  </a:lnTo>
                  <a:cubicBezTo>
                    <a:pt x="2801" y="105151"/>
                    <a:pt x="36" y="102409"/>
                    <a:pt x="35" y="99026"/>
                  </a:cubicBezTo>
                  <a:cubicBezTo>
                    <a:pt x="35" y="98992"/>
                    <a:pt x="36" y="98958"/>
                    <a:pt x="36" y="98924"/>
                  </a:cubicBezTo>
                  <a:lnTo>
                    <a:pt x="36" y="32056"/>
                  </a:lnTo>
                  <a:cubicBezTo>
                    <a:pt x="-12" y="31854"/>
                    <a:pt x="-12" y="31644"/>
                    <a:pt x="36" y="31443"/>
                  </a:cubicBezTo>
                  <a:cubicBezTo>
                    <a:pt x="1391" y="17622"/>
                    <a:pt x="11953" y="6435"/>
                    <a:pt x="25770" y="4185"/>
                  </a:cubicBezTo>
                  <a:lnTo>
                    <a:pt x="50681" y="102"/>
                  </a:lnTo>
                  <a:cubicBezTo>
                    <a:pt x="54036" y="-509"/>
                    <a:pt x="57255" y="1692"/>
                    <a:pt x="57872" y="5020"/>
                  </a:cubicBezTo>
                  <a:cubicBezTo>
                    <a:pt x="57877" y="5048"/>
                    <a:pt x="57882" y="5076"/>
                    <a:pt x="57887" y="5104"/>
                  </a:cubicBezTo>
                  <a:cubicBezTo>
                    <a:pt x="58445" y="8485"/>
                    <a:pt x="56145" y="11678"/>
                    <a:pt x="52740" y="12250"/>
                  </a:cubicBezTo>
                  <a:lnTo>
                    <a:pt x="27829" y="16436"/>
                  </a:lnTo>
                  <a:cubicBezTo>
                    <a:pt x="19536" y="17879"/>
                    <a:pt x="13249" y="24658"/>
                    <a:pt x="12491" y="32974"/>
                  </a:cubicBezTo>
                  <a:lnTo>
                    <a:pt x="12491" y="93309"/>
                  </a:lnTo>
                  <a:lnTo>
                    <a:pt x="128810" y="93309"/>
                  </a:lnTo>
                  <a:lnTo>
                    <a:pt x="128810" y="32974"/>
                  </a:lnTo>
                  <a:cubicBezTo>
                    <a:pt x="127825" y="24823"/>
                    <a:pt x="121535" y="18294"/>
                    <a:pt x="113370" y="16946"/>
                  </a:cubicBezTo>
                  <a:lnTo>
                    <a:pt x="88356" y="12557"/>
                  </a:lnTo>
                  <a:cubicBezTo>
                    <a:pt x="84993" y="11992"/>
                    <a:pt x="82728" y="8831"/>
                    <a:pt x="83297" y="5495"/>
                  </a:cubicBezTo>
                  <a:cubicBezTo>
                    <a:pt x="83302" y="5467"/>
                    <a:pt x="83307" y="5439"/>
                    <a:pt x="83312" y="5410"/>
                  </a:cubicBezTo>
                  <a:cubicBezTo>
                    <a:pt x="83825" y="2123"/>
                    <a:pt x="86928" y="-129"/>
                    <a:pt x="90243" y="379"/>
                  </a:cubicBezTo>
                  <a:cubicBezTo>
                    <a:pt x="90300" y="388"/>
                    <a:pt x="90357" y="398"/>
                    <a:pt x="90415" y="408"/>
                  </a:cubicBezTo>
                  <a:lnTo>
                    <a:pt x="115325" y="4492"/>
                  </a:lnTo>
                  <a:cubicBezTo>
                    <a:pt x="129183" y="6699"/>
                    <a:pt x="139796" y="17896"/>
                    <a:pt x="141163" y="31749"/>
                  </a:cubicBezTo>
                  <a:lnTo>
                    <a:pt x="141163" y="99230"/>
                  </a:lnTo>
                  <a:cubicBezTo>
                    <a:pt x="141204" y="100888"/>
                    <a:pt x="140530" y="102485"/>
                    <a:pt x="139310" y="103620"/>
                  </a:cubicBezTo>
                  <a:cubicBezTo>
                    <a:pt x="138081" y="104734"/>
                    <a:pt x="136439" y="105289"/>
                    <a:pt x="134780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6163255" y="2212478"/>
              <a:ext cx="50169" cy="32819"/>
            </a:xfrm>
            <a:custGeom>
              <a:avLst/>
              <a:gdLst/>
              <a:ahLst/>
              <a:cxnLst/>
              <a:rect l="l" t="t" r="r" b="b"/>
              <a:pathLst>
                <a:path w="50169" h="32819" extrusionOk="0">
                  <a:moveTo>
                    <a:pt x="24669" y="32809"/>
                  </a:moveTo>
                  <a:cubicBezTo>
                    <a:pt x="22891" y="32766"/>
                    <a:pt x="21212" y="31989"/>
                    <a:pt x="20036" y="30665"/>
                  </a:cubicBezTo>
                  <a:lnTo>
                    <a:pt x="1817" y="10248"/>
                  </a:lnTo>
                  <a:cubicBezTo>
                    <a:pt x="-600" y="7860"/>
                    <a:pt x="-606" y="3981"/>
                    <a:pt x="1801" y="1585"/>
                  </a:cubicBezTo>
                  <a:cubicBezTo>
                    <a:pt x="1806" y="1580"/>
                    <a:pt x="1811" y="1575"/>
                    <a:pt x="1817" y="1570"/>
                  </a:cubicBezTo>
                  <a:cubicBezTo>
                    <a:pt x="4405" y="-708"/>
                    <a:pt x="8364" y="-480"/>
                    <a:pt x="10669" y="2080"/>
                  </a:cubicBezTo>
                  <a:lnTo>
                    <a:pt x="24360" y="17598"/>
                  </a:lnTo>
                  <a:lnTo>
                    <a:pt x="39491" y="2183"/>
                  </a:lnTo>
                  <a:cubicBezTo>
                    <a:pt x="41870" y="-242"/>
                    <a:pt x="45781" y="-295"/>
                    <a:pt x="48225" y="2065"/>
                  </a:cubicBezTo>
                  <a:cubicBezTo>
                    <a:pt x="48265" y="2103"/>
                    <a:pt x="48305" y="2143"/>
                    <a:pt x="48344" y="2183"/>
                  </a:cubicBezTo>
                  <a:cubicBezTo>
                    <a:pt x="50778" y="4611"/>
                    <a:pt x="50778" y="8533"/>
                    <a:pt x="48344" y="10962"/>
                  </a:cubicBezTo>
                  <a:lnTo>
                    <a:pt x="28889" y="31380"/>
                  </a:lnTo>
                  <a:cubicBezTo>
                    <a:pt x="27727" y="32389"/>
                    <a:pt x="26210" y="32902"/>
                    <a:pt x="24669" y="32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6354736" y="2211923"/>
              <a:ext cx="50476" cy="30913"/>
            </a:xfrm>
            <a:custGeom>
              <a:avLst/>
              <a:gdLst/>
              <a:ahLst/>
              <a:cxnLst/>
              <a:rect l="l" t="t" r="r" b="b"/>
              <a:pathLst>
                <a:path w="50476" h="30913" extrusionOk="0">
                  <a:moveTo>
                    <a:pt x="25062" y="30914"/>
                  </a:moveTo>
                  <a:cubicBezTo>
                    <a:pt x="23449" y="30907"/>
                    <a:pt x="21901" y="30286"/>
                    <a:pt x="20738" y="29178"/>
                  </a:cubicBezTo>
                  <a:lnTo>
                    <a:pt x="1901" y="11007"/>
                  </a:lnTo>
                  <a:cubicBezTo>
                    <a:pt x="-572" y="8639"/>
                    <a:pt x="-641" y="4731"/>
                    <a:pt x="1747" y="2278"/>
                  </a:cubicBezTo>
                  <a:cubicBezTo>
                    <a:pt x="4134" y="-174"/>
                    <a:pt x="8075" y="-243"/>
                    <a:pt x="10548" y="2125"/>
                  </a:cubicBezTo>
                  <a:lnTo>
                    <a:pt x="25062" y="16111"/>
                  </a:lnTo>
                  <a:lnTo>
                    <a:pt x="39473" y="2125"/>
                  </a:lnTo>
                  <a:cubicBezTo>
                    <a:pt x="41757" y="-462"/>
                    <a:pt x="45724" y="-723"/>
                    <a:pt x="48333" y="1542"/>
                  </a:cubicBezTo>
                  <a:cubicBezTo>
                    <a:pt x="50943" y="3808"/>
                    <a:pt x="51206" y="7742"/>
                    <a:pt x="48921" y="10330"/>
                  </a:cubicBezTo>
                  <a:cubicBezTo>
                    <a:pt x="48706" y="10573"/>
                    <a:pt x="48473" y="10799"/>
                    <a:pt x="48223" y="11007"/>
                  </a:cubicBezTo>
                  <a:lnTo>
                    <a:pt x="29385" y="29178"/>
                  </a:lnTo>
                  <a:cubicBezTo>
                    <a:pt x="28211" y="30269"/>
                    <a:pt x="26670" y="30887"/>
                    <a:pt x="25062" y="30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6093139" y="2305060"/>
              <a:ext cx="390337" cy="12455"/>
            </a:xfrm>
            <a:custGeom>
              <a:avLst/>
              <a:gdLst/>
              <a:ahLst/>
              <a:cxnLst/>
              <a:rect l="l" t="t" r="r" b="b"/>
              <a:pathLst>
                <a:path w="390337" h="12455" extrusionOk="0">
                  <a:moveTo>
                    <a:pt x="384860" y="12404"/>
                  </a:moveTo>
                  <a:lnTo>
                    <a:pt x="7082" y="12404"/>
                  </a:lnTo>
                  <a:cubicBezTo>
                    <a:pt x="3643" y="12843"/>
                    <a:pt x="495" y="10434"/>
                    <a:pt x="52" y="7023"/>
                  </a:cubicBezTo>
                  <a:cubicBezTo>
                    <a:pt x="-391" y="3612"/>
                    <a:pt x="2038" y="490"/>
                    <a:pt x="5478" y="51"/>
                  </a:cubicBezTo>
                  <a:cubicBezTo>
                    <a:pt x="6010" y="-17"/>
                    <a:pt x="6549" y="-17"/>
                    <a:pt x="7082" y="51"/>
                  </a:cubicBezTo>
                  <a:lnTo>
                    <a:pt x="384860" y="51"/>
                  </a:lnTo>
                  <a:cubicBezTo>
                    <a:pt x="388300" y="491"/>
                    <a:pt x="390729" y="3612"/>
                    <a:pt x="390286" y="7023"/>
                  </a:cubicBezTo>
                  <a:cubicBezTo>
                    <a:pt x="389921" y="9831"/>
                    <a:pt x="387692" y="12042"/>
                    <a:pt x="384860" y="124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6152616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5925" y="71258"/>
                  </a:moveTo>
                  <a:cubicBezTo>
                    <a:pt x="16084" y="71258"/>
                    <a:pt x="0" y="55306"/>
                    <a:pt x="0" y="35629"/>
                  </a:cubicBezTo>
                  <a:cubicBezTo>
                    <a:pt x="0" y="15952"/>
                    <a:pt x="16084" y="0"/>
                    <a:pt x="35925" y="0"/>
                  </a:cubicBezTo>
                  <a:cubicBezTo>
                    <a:pt x="55766" y="0"/>
                    <a:pt x="71850" y="15952"/>
                    <a:pt x="71850" y="35629"/>
                  </a:cubicBezTo>
                  <a:cubicBezTo>
                    <a:pt x="71793" y="55283"/>
                    <a:pt x="55742" y="71202"/>
                    <a:pt x="35925" y="71258"/>
                  </a:cubicBezTo>
                  <a:close/>
                  <a:moveTo>
                    <a:pt x="35925" y="12353"/>
                  </a:moveTo>
                  <a:cubicBezTo>
                    <a:pt x="22963" y="12353"/>
                    <a:pt x="12455" y="22774"/>
                    <a:pt x="12455" y="35629"/>
                  </a:cubicBezTo>
                  <a:cubicBezTo>
                    <a:pt x="12455" y="48484"/>
                    <a:pt x="22963" y="58905"/>
                    <a:pt x="35925" y="58905"/>
                  </a:cubicBezTo>
                  <a:cubicBezTo>
                    <a:pt x="48887" y="58905"/>
                    <a:pt x="59395" y="48484"/>
                    <a:pt x="59395" y="35629"/>
                  </a:cubicBezTo>
                  <a:cubicBezTo>
                    <a:pt x="59395" y="22774"/>
                    <a:pt x="48887" y="12353"/>
                    <a:pt x="35925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343770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6028" y="71258"/>
                  </a:moveTo>
                  <a:cubicBezTo>
                    <a:pt x="16187" y="71314"/>
                    <a:pt x="57" y="55408"/>
                    <a:pt x="0" y="35731"/>
                  </a:cubicBezTo>
                  <a:cubicBezTo>
                    <a:pt x="-57" y="16054"/>
                    <a:pt x="15981" y="57"/>
                    <a:pt x="35822" y="0"/>
                  </a:cubicBezTo>
                  <a:cubicBezTo>
                    <a:pt x="55663" y="-56"/>
                    <a:pt x="71793" y="15850"/>
                    <a:pt x="71850" y="35527"/>
                  </a:cubicBezTo>
                  <a:cubicBezTo>
                    <a:pt x="71850" y="35561"/>
                    <a:pt x="71850" y="35595"/>
                    <a:pt x="71850" y="35629"/>
                  </a:cubicBezTo>
                  <a:cubicBezTo>
                    <a:pt x="71850" y="55266"/>
                    <a:pt x="55828" y="71201"/>
                    <a:pt x="36028" y="71258"/>
                  </a:cubicBezTo>
                  <a:close/>
                  <a:moveTo>
                    <a:pt x="36028" y="12353"/>
                  </a:moveTo>
                  <a:cubicBezTo>
                    <a:pt x="23069" y="12071"/>
                    <a:pt x="12333" y="22261"/>
                    <a:pt x="12049" y="35113"/>
                  </a:cubicBezTo>
                  <a:cubicBezTo>
                    <a:pt x="11765" y="47965"/>
                    <a:pt x="22040" y="58612"/>
                    <a:pt x="34999" y="58894"/>
                  </a:cubicBezTo>
                  <a:cubicBezTo>
                    <a:pt x="47957" y="59176"/>
                    <a:pt x="58693" y="48986"/>
                    <a:pt x="58977" y="36134"/>
                  </a:cubicBezTo>
                  <a:cubicBezTo>
                    <a:pt x="58981" y="35965"/>
                    <a:pt x="58983" y="35797"/>
                    <a:pt x="58983" y="35629"/>
                  </a:cubicBezTo>
                  <a:cubicBezTo>
                    <a:pt x="58986" y="22970"/>
                    <a:pt x="48788" y="12630"/>
                    <a:pt x="36028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218599" y="2078475"/>
              <a:ext cx="99540" cy="70543"/>
            </a:xfrm>
            <a:custGeom>
              <a:avLst/>
              <a:gdLst/>
              <a:ahLst/>
              <a:cxnLst/>
              <a:rect l="l" t="t" r="r" b="b"/>
              <a:pathLst>
                <a:path w="99540" h="70543" extrusionOk="0">
                  <a:moveTo>
                    <a:pt x="16470" y="70543"/>
                  </a:moveTo>
                  <a:cubicBezTo>
                    <a:pt x="15510" y="70536"/>
                    <a:pt x="14563" y="70327"/>
                    <a:pt x="13691" y="69931"/>
                  </a:cubicBezTo>
                  <a:cubicBezTo>
                    <a:pt x="11734" y="68887"/>
                    <a:pt x="10452" y="66922"/>
                    <a:pt x="10294" y="64724"/>
                  </a:cubicBezTo>
                  <a:lnTo>
                    <a:pt x="10294" y="48492"/>
                  </a:lnTo>
                  <a:cubicBezTo>
                    <a:pt x="4062" y="46084"/>
                    <a:pt x="-30" y="40118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276" y="0"/>
                  </a:lnTo>
                  <a:cubicBezTo>
                    <a:pt x="92275" y="56"/>
                    <a:pt x="99540" y="7307"/>
                    <a:pt x="99540" y="16232"/>
                  </a:cubicBezTo>
                  <a:lnTo>
                    <a:pt x="99540" y="33485"/>
                  </a:lnTo>
                  <a:cubicBezTo>
                    <a:pt x="99540" y="42393"/>
                    <a:pt x="92258" y="49615"/>
                    <a:pt x="83276" y="49615"/>
                  </a:cubicBezTo>
                  <a:lnTo>
                    <a:pt x="45704" y="49615"/>
                  </a:lnTo>
                  <a:lnTo>
                    <a:pt x="20279" y="69216"/>
                  </a:lnTo>
                  <a:cubicBezTo>
                    <a:pt x="19180" y="70043"/>
                    <a:pt x="17848" y="70507"/>
                    <a:pt x="16470" y="70543"/>
                  </a:cubicBezTo>
                  <a:close/>
                  <a:moveTo>
                    <a:pt x="16470" y="12353"/>
                  </a:moveTo>
                  <a:cubicBezTo>
                    <a:pt x="14367" y="12352"/>
                    <a:pt x="12661" y="14042"/>
                    <a:pt x="12660" y="16129"/>
                  </a:cubicBezTo>
                  <a:cubicBezTo>
                    <a:pt x="12660" y="16163"/>
                    <a:pt x="12660" y="16198"/>
                    <a:pt x="12661" y="16232"/>
                  </a:cubicBezTo>
                  <a:lnTo>
                    <a:pt x="12661" y="33485"/>
                  </a:lnTo>
                  <a:cubicBezTo>
                    <a:pt x="12661" y="35571"/>
                    <a:pt x="14367" y="37262"/>
                    <a:pt x="16470" y="37262"/>
                  </a:cubicBezTo>
                  <a:cubicBezTo>
                    <a:pt x="20031" y="37203"/>
                    <a:pt x="22995" y="39961"/>
                    <a:pt x="23161" y="43490"/>
                  </a:cubicBezTo>
                  <a:lnTo>
                    <a:pt x="23161" y="51657"/>
                  </a:lnTo>
                  <a:lnTo>
                    <a:pt x="40043" y="38589"/>
                  </a:lnTo>
                  <a:cubicBezTo>
                    <a:pt x="41122" y="37729"/>
                    <a:pt x="42466" y="37261"/>
                    <a:pt x="43851" y="37262"/>
                  </a:cubicBezTo>
                  <a:lnTo>
                    <a:pt x="83276" y="37262"/>
                  </a:lnTo>
                  <a:cubicBezTo>
                    <a:pt x="85357" y="37209"/>
                    <a:pt x="87031" y="35549"/>
                    <a:pt x="87085" y="33485"/>
                  </a:cubicBezTo>
                  <a:lnTo>
                    <a:pt x="87085" y="16232"/>
                  </a:lnTo>
                  <a:cubicBezTo>
                    <a:pt x="87085" y="14129"/>
                    <a:pt x="85396" y="12408"/>
                    <a:pt x="83276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6247524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263171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6279230" y="2099300"/>
              <a:ext cx="10293" cy="10208"/>
            </a:xfrm>
            <a:custGeom>
              <a:avLst/>
              <a:gdLst/>
              <a:ahLst/>
              <a:cxnLst/>
              <a:rect l="l" t="t" r="r" b="b"/>
              <a:pathLst>
                <a:path w="10293" h="10208" extrusionOk="0">
                  <a:moveTo>
                    <a:pt x="10293" y="5003"/>
                  </a:moveTo>
                  <a:cubicBezTo>
                    <a:pt x="10349" y="7822"/>
                    <a:pt x="8091" y="10152"/>
                    <a:pt x="5249" y="10208"/>
                  </a:cubicBezTo>
                  <a:cubicBezTo>
                    <a:pt x="2407" y="10264"/>
                    <a:pt x="57" y="8024"/>
                    <a:pt x="1" y="5206"/>
                  </a:cubicBezTo>
                  <a:cubicBezTo>
                    <a:pt x="-55" y="2387"/>
                    <a:pt x="2203" y="57"/>
                    <a:pt x="5045" y="1"/>
                  </a:cubicBezTo>
                  <a:cubicBezTo>
                    <a:pt x="5113" y="0"/>
                    <a:pt x="5181" y="0"/>
                    <a:pt x="5249" y="1"/>
                  </a:cubicBezTo>
                  <a:cubicBezTo>
                    <a:pt x="8034" y="1"/>
                    <a:pt x="10293" y="2241"/>
                    <a:pt x="10293" y="50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329874" y="2051320"/>
              <a:ext cx="99539" cy="70543"/>
            </a:xfrm>
            <a:custGeom>
              <a:avLst/>
              <a:gdLst/>
              <a:ahLst/>
              <a:cxnLst/>
              <a:rect l="l" t="t" r="r" b="b"/>
              <a:pathLst>
                <a:path w="99539" h="70543" extrusionOk="0">
                  <a:moveTo>
                    <a:pt x="83173" y="70543"/>
                  </a:moveTo>
                  <a:cubicBezTo>
                    <a:pt x="81787" y="70553"/>
                    <a:pt x="80440" y="70084"/>
                    <a:pt x="79364" y="69216"/>
                  </a:cubicBezTo>
                  <a:lnTo>
                    <a:pt x="53836" y="49717"/>
                  </a:lnTo>
                  <a:lnTo>
                    <a:pt x="16367" y="49717"/>
                  </a:lnTo>
                  <a:cubicBezTo>
                    <a:pt x="7328" y="49717"/>
                    <a:pt x="0" y="42450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173" y="0"/>
                  </a:lnTo>
                  <a:cubicBezTo>
                    <a:pt x="92212" y="0"/>
                    <a:pt x="99540" y="7267"/>
                    <a:pt x="99540" y="16232"/>
                  </a:cubicBezTo>
                  <a:lnTo>
                    <a:pt x="99540" y="33485"/>
                  </a:lnTo>
                  <a:cubicBezTo>
                    <a:pt x="99526" y="40129"/>
                    <a:pt x="95456" y="46103"/>
                    <a:pt x="89246" y="48594"/>
                  </a:cubicBezTo>
                  <a:lnTo>
                    <a:pt x="89246" y="64316"/>
                  </a:lnTo>
                  <a:cubicBezTo>
                    <a:pt x="89234" y="66690"/>
                    <a:pt x="87883" y="68858"/>
                    <a:pt x="85746" y="69931"/>
                  </a:cubicBezTo>
                  <a:cubicBezTo>
                    <a:pt x="84937" y="70300"/>
                    <a:pt x="84063" y="70508"/>
                    <a:pt x="83173" y="70543"/>
                  </a:cubicBezTo>
                  <a:close/>
                  <a:moveTo>
                    <a:pt x="16470" y="12353"/>
                  </a:moveTo>
                  <a:cubicBezTo>
                    <a:pt x="14310" y="12353"/>
                    <a:pt x="12558" y="14090"/>
                    <a:pt x="12558" y="16232"/>
                  </a:cubicBezTo>
                  <a:lnTo>
                    <a:pt x="12558" y="33485"/>
                  </a:lnTo>
                  <a:cubicBezTo>
                    <a:pt x="12558" y="35628"/>
                    <a:pt x="14310" y="37364"/>
                    <a:pt x="16470" y="37364"/>
                  </a:cubicBezTo>
                  <a:lnTo>
                    <a:pt x="56101" y="37364"/>
                  </a:lnTo>
                  <a:cubicBezTo>
                    <a:pt x="57473" y="37334"/>
                    <a:pt x="58816" y="37766"/>
                    <a:pt x="59909" y="38589"/>
                  </a:cubicBezTo>
                  <a:lnTo>
                    <a:pt x="76894" y="51759"/>
                  </a:lnTo>
                  <a:lnTo>
                    <a:pt x="76894" y="43490"/>
                  </a:lnTo>
                  <a:cubicBezTo>
                    <a:pt x="76893" y="40107"/>
                    <a:pt x="79658" y="37364"/>
                    <a:pt x="83069" y="37364"/>
                  </a:cubicBezTo>
                  <a:cubicBezTo>
                    <a:pt x="83104" y="37364"/>
                    <a:pt x="83138" y="37364"/>
                    <a:pt x="83173" y="37364"/>
                  </a:cubicBezTo>
                  <a:cubicBezTo>
                    <a:pt x="85384" y="37534"/>
                    <a:pt x="87314" y="35894"/>
                    <a:pt x="87485" y="33702"/>
                  </a:cubicBezTo>
                  <a:cubicBezTo>
                    <a:pt x="87491" y="33630"/>
                    <a:pt x="87495" y="33557"/>
                    <a:pt x="87496" y="33485"/>
                  </a:cubicBezTo>
                  <a:lnTo>
                    <a:pt x="87496" y="16232"/>
                  </a:lnTo>
                  <a:cubicBezTo>
                    <a:pt x="87508" y="14090"/>
                    <a:pt x="85767" y="12343"/>
                    <a:pt x="83607" y="12331"/>
                  </a:cubicBezTo>
                  <a:cubicBezTo>
                    <a:pt x="83462" y="12330"/>
                    <a:pt x="83317" y="12338"/>
                    <a:pt x="83173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6390401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6374737" y="2071737"/>
              <a:ext cx="10088" cy="10004"/>
            </a:xfrm>
            <a:custGeom>
              <a:avLst/>
              <a:gdLst/>
              <a:ahLst/>
              <a:cxnLst/>
              <a:rect l="l" t="t" r="r" b="b"/>
              <a:pathLst>
                <a:path w="10088" h="10004" extrusionOk="0">
                  <a:moveTo>
                    <a:pt x="17" y="5411"/>
                  </a:moveTo>
                  <a:cubicBezTo>
                    <a:pt x="244" y="8164"/>
                    <a:pt x="2679" y="10214"/>
                    <a:pt x="5456" y="9988"/>
                  </a:cubicBezTo>
                  <a:cubicBezTo>
                    <a:pt x="8232" y="9762"/>
                    <a:pt x="10298" y="7347"/>
                    <a:pt x="10071" y="4594"/>
                  </a:cubicBezTo>
                  <a:cubicBezTo>
                    <a:pt x="9857" y="2005"/>
                    <a:pt x="7680" y="9"/>
                    <a:pt x="5061" y="0"/>
                  </a:cubicBezTo>
                  <a:cubicBezTo>
                    <a:pt x="2275" y="-9"/>
                    <a:pt x="9" y="2223"/>
                    <a:pt x="0" y="4986"/>
                  </a:cubicBezTo>
                  <a:cubicBezTo>
                    <a:pt x="0" y="5128"/>
                    <a:pt x="5" y="5269"/>
                    <a:pt x="17" y="54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6359005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7578944" y="3386279"/>
            <a:ext cx="249147" cy="372348"/>
            <a:chOff x="6163008" y="1995439"/>
            <a:chExt cx="249147" cy="372348"/>
          </a:xfrm>
        </p:grpSpPr>
        <p:sp>
          <p:nvSpPr>
            <p:cNvPr id="284" name="Google Shape;284;p24"/>
            <p:cNvSpPr/>
            <p:nvPr/>
          </p:nvSpPr>
          <p:spPr>
            <a:xfrm>
              <a:off x="6195357" y="1995439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195357" y="2322983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6209959" y="2027857"/>
              <a:ext cx="155906" cy="307460"/>
            </a:xfrm>
            <a:custGeom>
              <a:avLst/>
              <a:gdLst/>
              <a:ahLst/>
              <a:cxnLst/>
              <a:rect l="l" t="t" r="r" b="b"/>
              <a:pathLst>
                <a:path w="155906" h="307460" extrusionOk="0">
                  <a:moveTo>
                    <a:pt x="149872" y="307461"/>
                  </a:moveTo>
                  <a:lnTo>
                    <a:pt x="6037" y="307461"/>
                  </a:lnTo>
                  <a:cubicBezTo>
                    <a:pt x="2704" y="307461"/>
                    <a:pt x="2" y="304722"/>
                    <a:pt x="2" y="301344"/>
                  </a:cubicBezTo>
                  <a:lnTo>
                    <a:pt x="2" y="261586"/>
                  </a:lnTo>
                  <a:cubicBezTo>
                    <a:pt x="-130" y="236751"/>
                    <a:pt x="7125" y="212451"/>
                    <a:pt x="20823" y="191857"/>
                  </a:cubicBezTo>
                  <a:lnTo>
                    <a:pt x="36514" y="168104"/>
                  </a:lnTo>
                  <a:cubicBezTo>
                    <a:pt x="42413" y="159157"/>
                    <a:pt x="42413" y="147489"/>
                    <a:pt x="36514" y="138541"/>
                  </a:cubicBezTo>
                  <a:lnTo>
                    <a:pt x="20823" y="115094"/>
                  </a:lnTo>
                  <a:cubicBezTo>
                    <a:pt x="7194" y="94658"/>
                    <a:pt x="-60" y="70541"/>
                    <a:pt x="2" y="45874"/>
                  </a:cubicBezTo>
                  <a:lnTo>
                    <a:pt x="2" y="6117"/>
                  </a:lnTo>
                  <a:cubicBezTo>
                    <a:pt x="2" y="2738"/>
                    <a:pt x="2704" y="0"/>
                    <a:pt x="6037" y="0"/>
                  </a:cubicBezTo>
                  <a:lnTo>
                    <a:pt x="149872" y="0"/>
                  </a:lnTo>
                  <a:cubicBezTo>
                    <a:pt x="153205" y="0"/>
                    <a:pt x="155907" y="2738"/>
                    <a:pt x="155907" y="6117"/>
                  </a:cubicBezTo>
                  <a:lnTo>
                    <a:pt x="155907" y="45874"/>
                  </a:lnTo>
                  <a:cubicBezTo>
                    <a:pt x="155867" y="70556"/>
                    <a:pt x="148546" y="94662"/>
                    <a:pt x="134885" y="115094"/>
                  </a:cubicBezTo>
                  <a:lnTo>
                    <a:pt x="119093" y="138949"/>
                  </a:lnTo>
                  <a:cubicBezTo>
                    <a:pt x="113194" y="147896"/>
                    <a:pt x="113194" y="159564"/>
                    <a:pt x="119093" y="168512"/>
                  </a:cubicBezTo>
                  <a:lnTo>
                    <a:pt x="134885" y="191857"/>
                  </a:lnTo>
                  <a:cubicBezTo>
                    <a:pt x="148430" y="212366"/>
                    <a:pt x="155644" y="236499"/>
                    <a:pt x="155605" y="261179"/>
                  </a:cubicBezTo>
                  <a:lnTo>
                    <a:pt x="155605" y="300936"/>
                  </a:lnTo>
                  <a:cubicBezTo>
                    <a:pt x="155831" y="304307"/>
                    <a:pt x="153319" y="307225"/>
                    <a:pt x="149993" y="307454"/>
                  </a:cubicBezTo>
                  <a:cubicBezTo>
                    <a:pt x="149953" y="307457"/>
                    <a:pt x="149912" y="307459"/>
                    <a:pt x="149872" y="307461"/>
                  </a:cubicBezTo>
                  <a:close/>
                  <a:moveTo>
                    <a:pt x="12172" y="295126"/>
                  </a:moveTo>
                  <a:lnTo>
                    <a:pt x="143736" y="295126"/>
                  </a:lnTo>
                  <a:lnTo>
                    <a:pt x="143736" y="261586"/>
                  </a:lnTo>
                  <a:cubicBezTo>
                    <a:pt x="143712" y="239344"/>
                    <a:pt x="137127" y="217617"/>
                    <a:pt x="124827" y="199197"/>
                  </a:cubicBezTo>
                  <a:lnTo>
                    <a:pt x="109035" y="175342"/>
                  </a:lnTo>
                  <a:cubicBezTo>
                    <a:pt x="100448" y="162249"/>
                    <a:pt x="100448" y="145212"/>
                    <a:pt x="109035" y="132118"/>
                  </a:cubicBezTo>
                  <a:lnTo>
                    <a:pt x="124827" y="108264"/>
                  </a:lnTo>
                  <a:cubicBezTo>
                    <a:pt x="137056" y="89821"/>
                    <a:pt x="143571" y="68095"/>
                    <a:pt x="143535" y="45874"/>
                  </a:cubicBezTo>
                  <a:lnTo>
                    <a:pt x="143535" y="12335"/>
                  </a:lnTo>
                  <a:lnTo>
                    <a:pt x="12172" y="12335"/>
                  </a:lnTo>
                  <a:lnTo>
                    <a:pt x="12172" y="45874"/>
                  </a:lnTo>
                  <a:cubicBezTo>
                    <a:pt x="12137" y="68095"/>
                    <a:pt x="18652" y="89821"/>
                    <a:pt x="30881" y="108264"/>
                  </a:cubicBezTo>
                  <a:lnTo>
                    <a:pt x="46673" y="132118"/>
                  </a:lnTo>
                  <a:cubicBezTo>
                    <a:pt x="55259" y="145212"/>
                    <a:pt x="55259" y="162249"/>
                    <a:pt x="46673" y="175342"/>
                  </a:cubicBezTo>
                  <a:lnTo>
                    <a:pt x="30881" y="199197"/>
                  </a:lnTo>
                  <a:cubicBezTo>
                    <a:pt x="18635" y="217632"/>
                    <a:pt x="12118" y="239363"/>
                    <a:pt x="12172" y="2615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6210281" y="2060593"/>
              <a:ext cx="155612" cy="27736"/>
            </a:xfrm>
            <a:custGeom>
              <a:avLst/>
              <a:gdLst/>
              <a:ahLst/>
              <a:cxnLst/>
              <a:rect l="l" t="t" r="r" b="b"/>
              <a:pathLst>
                <a:path w="155612" h="27736" extrusionOk="0">
                  <a:moveTo>
                    <a:pt x="6117" y="27717"/>
                  </a:moveTo>
                  <a:cubicBezTo>
                    <a:pt x="2729" y="27707"/>
                    <a:pt x="-10" y="24914"/>
                    <a:pt x="0" y="21480"/>
                  </a:cubicBezTo>
                  <a:cubicBezTo>
                    <a:pt x="5" y="19741"/>
                    <a:pt x="728" y="18085"/>
                    <a:pt x="1993" y="16911"/>
                  </a:cubicBezTo>
                  <a:cubicBezTo>
                    <a:pt x="21336" y="580"/>
                    <a:pt x="47689" y="-4329"/>
                    <a:pt x="71497" y="3964"/>
                  </a:cubicBezTo>
                  <a:cubicBezTo>
                    <a:pt x="96251" y="12269"/>
                    <a:pt x="122986" y="12269"/>
                    <a:pt x="147740" y="3964"/>
                  </a:cubicBezTo>
                  <a:cubicBezTo>
                    <a:pt x="150934" y="2951"/>
                    <a:pt x="154334" y="4754"/>
                    <a:pt x="155334" y="7991"/>
                  </a:cubicBezTo>
                  <a:cubicBezTo>
                    <a:pt x="156334" y="11228"/>
                    <a:pt x="154555" y="14674"/>
                    <a:pt x="151361" y="15688"/>
                  </a:cubicBezTo>
                  <a:cubicBezTo>
                    <a:pt x="124156" y="24802"/>
                    <a:pt x="94779" y="24802"/>
                    <a:pt x="67574" y="15688"/>
                  </a:cubicBezTo>
                  <a:cubicBezTo>
                    <a:pt x="47853" y="9062"/>
                    <a:pt x="26156" y="13182"/>
                    <a:pt x="10141" y="26596"/>
                  </a:cubicBezTo>
                  <a:cubicBezTo>
                    <a:pt x="8970" y="27434"/>
                    <a:pt x="7546" y="27831"/>
                    <a:pt x="6117" y="277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6211001" y="2257738"/>
              <a:ext cx="151016" cy="21832"/>
            </a:xfrm>
            <a:custGeom>
              <a:avLst/>
              <a:gdLst/>
              <a:ahLst/>
              <a:cxnLst/>
              <a:rect l="l" t="t" r="r" b="b"/>
              <a:pathLst>
                <a:path w="151016" h="21832" extrusionOk="0">
                  <a:moveTo>
                    <a:pt x="107490" y="21817"/>
                  </a:moveTo>
                  <a:cubicBezTo>
                    <a:pt x="96602" y="21733"/>
                    <a:pt x="85774" y="20155"/>
                    <a:pt x="75303" y="17128"/>
                  </a:cubicBezTo>
                  <a:cubicBezTo>
                    <a:pt x="53646" y="9873"/>
                    <a:pt x="30106" y="10998"/>
                    <a:pt x="9220" y="20288"/>
                  </a:cubicBezTo>
                  <a:cubicBezTo>
                    <a:pt x="6275" y="22005"/>
                    <a:pt x="2515" y="20978"/>
                    <a:pt x="821" y="17994"/>
                  </a:cubicBezTo>
                  <a:cubicBezTo>
                    <a:pt x="-874" y="15010"/>
                    <a:pt x="140" y="11199"/>
                    <a:pt x="3084" y="9482"/>
                  </a:cubicBezTo>
                  <a:cubicBezTo>
                    <a:pt x="26780" y="-1463"/>
                    <a:pt x="53667" y="-2991"/>
                    <a:pt x="78421" y="5201"/>
                  </a:cubicBezTo>
                  <a:cubicBezTo>
                    <a:pt x="99528" y="12426"/>
                    <a:pt x="122581" y="11036"/>
                    <a:pt x="142694" y="1327"/>
                  </a:cubicBezTo>
                  <a:cubicBezTo>
                    <a:pt x="145861" y="103"/>
                    <a:pt x="149406" y="1712"/>
                    <a:pt x="150614" y="4921"/>
                  </a:cubicBezTo>
                  <a:cubicBezTo>
                    <a:pt x="151473" y="7205"/>
                    <a:pt x="150933" y="9787"/>
                    <a:pt x="149232" y="11521"/>
                  </a:cubicBezTo>
                  <a:cubicBezTo>
                    <a:pt x="136429" y="18550"/>
                    <a:pt x="122048" y="22097"/>
                    <a:pt x="107490" y="21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6269958" y="2138792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61" y="23015"/>
                    <a:pt x="9405" y="2557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626995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187" y="28320"/>
                  </a:moveTo>
                  <a:cubicBezTo>
                    <a:pt x="2798" y="28320"/>
                    <a:pt x="51" y="2553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496"/>
                    <a:pt x="9536" y="28264"/>
                    <a:pt x="6187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626995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44"/>
                    <a:pt x="9536" y="2551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6294501" y="2138792"/>
              <a:ext cx="12271" cy="25581"/>
            </a:xfrm>
            <a:custGeom>
              <a:avLst/>
              <a:gdLst/>
              <a:ahLst/>
              <a:cxnLst/>
              <a:rect l="l" t="t" r="r" b="b"/>
              <a:pathLst>
                <a:path w="12271" h="25581" extrusionOk="0">
                  <a:moveTo>
                    <a:pt x="5684" y="25567"/>
                  </a:moveTo>
                  <a:cubicBezTo>
                    <a:pt x="2622" y="25364"/>
                    <a:pt x="198" y="22863"/>
                    <a:pt x="51" y="19757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07" y="23184"/>
                    <a:pt x="9092" y="25787"/>
                    <a:pt x="5710" y="25569"/>
                  </a:cubicBezTo>
                  <a:cubicBezTo>
                    <a:pt x="5701" y="25569"/>
                    <a:pt x="5692" y="25568"/>
                    <a:pt x="5684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629409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086" y="28320"/>
                  </a:moveTo>
                  <a:cubicBezTo>
                    <a:pt x="2737" y="28264"/>
                    <a:pt x="51" y="2549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536"/>
                    <a:pt x="9475" y="28320"/>
                    <a:pt x="6086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629409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086" y="25567"/>
                  </a:moveTo>
                  <a:cubicBezTo>
                    <a:pt x="2737" y="25512"/>
                    <a:pt x="51" y="22744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83"/>
                    <a:pt x="9475" y="25567"/>
                    <a:pt x="6086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6163008" y="2355350"/>
              <a:ext cx="249147" cy="12437"/>
            </a:xfrm>
            <a:custGeom>
              <a:avLst/>
              <a:gdLst/>
              <a:ahLst/>
              <a:cxnLst/>
              <a:rect l="l" t="t" r="r" b="b"/>
              <a:pathLst>
                <a:path w="249147" h="12437" extrusionOk="0">
                  <a:moveTo>
                    <a:pt x="243796" y="12386"/>
                  </a:moveTo>
                  <a:lnTo>
                    <a:pt x="6920" y="12386"/>
                  </a:lnTo>
                  <a:cubicBezTo>
                    <a:pt x="3559" y="12825"/>
                    <a:pt x="484" y="10419"/>
                    <a:pt x="51" y="7013"/>
                  </a:cubicBezTo>
                  <a:cubicBezTo>
                    <a:pt x="-382" y="3607"/>
                    <a:pt x="1991" y="490"/>
                    <a:pt x="5352" y="51"/>
                  </a:cubicBezTo>
                  <a:cubicBezTo>
                    <a:pt x="5873" y="-17"/>
                    <a:pt x="6400" y="-17"/>
                    <a:pt x="6920" y="51"/>
                  </a:cubicBezTo>
                  <a:lnTo>
                    <a:pt x="243796" y="51"/>
                  </a:lnTo>
                  <a:cubicBezTo>
                    <a:pt x="247156" y="490"/>
                    <a:pt x="249530" y="3607"/>
                    <a:pt x="249097" y="7013"/>
                  </a:cubicBezTo>
                  <a:cubicBezTo>
                    <a:pt x="248741" y="9817"/>
                    <a:pt x="246562" y="12025"/>
                    <a:pt x="243796" y="123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6" name="Google Shape;296;p24"/>
          <p:cNvGrpSpPr/>
          <p:nvPr/>
        </p:nvGrpSpPr>
        <p:grpSpPr>
          <a:xfrm>
            <a:off x="4358258" y="2935618"/>
            <a:ext cx="262571" cy="372214"/>
            <a:chOff x="6156807" y="1995439"/>
            <a:chExt cx="262571" cy="372214"/>
          </a:xfrm>
        </p:grpSpPr>
        <p:sp>
          <p:nvSpPr>
            <p:cNvPr id="297" name="Google Shape;297;p24"/>
            <p:cNvSpPr/>
            <p:nvPr/>
          </p:nvSpPr>
          <p:spPr>
            <a:xfrm>
              <a:off x="6184800" y="2295725"/>
              <a:ext cx="225799" cy="71928"/>
            </a:xfrm>
            <a:custGeom>
              <a:avLst/>
              <a:gdLst/>
              <a:ahLst/>
              <a:cxnLst/>
              <a:rect l="l" t="t" r="r" b="b"/>
              <a:pathLst>
                <a:path w="225799" h="71928" extrusionOk="0">
                  <a:moveTo>
                    <a:pt x="187925" y="71876"/>
                  </a:moveTo>
                  <a:lnTo>
                    <a:pt x="7024" y="71876"/>
                  </a:lnTo>
                  <a:cubicBezTo>
                    <a:pt x="3613" y="72327"/>
                    <a:pt x="491" y="69854"/>
                    <a:pt x="52" y="66353"/>
                  </a:cubicBezTo>
                  <a:cubicBezTo>
                    <a:pt x="-388" y="62853"/>
                    <a:pt x="2021" y="59649"/>
                    <a:pt x="5432" y="59198"/>
                  </a:cubicBezTo>
                  <a:cubicBezTo>
                    <a:pt x="5961" y="59128"/>
                    <a:pt x="6495" y="59128"/>
                    <a:pt x="7024" y="59198"/>
                  </a:cubicBezTo>
                  <a:cubicBezTo>
                    <a:pt x="19501" y="59140"/>
                    <a:pt x="29585" y="48743"/>
                    <a:pt x="29585" y="35938"/>
                  </a:cubicBezTo>
                  <a:lnTo>
                    <a:pt x="29585" y="6391"/>
                  </a:lnTo>
                  <a:cubicBezTo>
                    <a:pt x="29585" y="2861"/>
                    <a:pt x="32373" y="0"/>
                    <a:pt x="35813" y="0"/>
                  </a:cubicBezTo>
                  <a:lnTo>
                    <a:pt x="219572" y="0"/>
                  </a:lnTo>
                  <a:cubicBezTo>
                    <a:pt x="223011" y="0"/>
                    <a:pt x="225799" y="2861"/>
                    <a:pt x="225799" y="6391"/>
                  </a:cubicBezTo>
                  <a:lnTo>
                    <a:pt x="225799" y="32690"/>
                  </a:lnTo>
                  <a:cubicBezTo>
                    <a:pt x="225745" y="54186"/>
                    <a:pt x="208868" y="71646"/>
                    <a:pt x="187925" y="71876"/>
                  </a:cubicBezTo>
                  <a:close/>
                  <a:moveTo>
                    <a:pt x="33261" y="59198"/>
                  </a:moveTo>
                  <a:lnTo>
                    <a:pt x="187925" y="59198"/>
                  </a:lnTo>
                  <a:cubicBezTo>
                    <a:pt x="202206" y="59198"/>
                    <a:pt x="213799" y="47347"/>
                    <a:pt x="213855" y="32690"/>
                  </a:cubicBezTo>
                  <a:lnTo>
                    <a:pt x="213855" y="12678"/>
                  </a:lnTo>
                  <a:lnTo>
                    <a:pt x="42040" y="12678"/>
                  </a:lnTo>
                  <a:lnTo>
                    <a:pt x="42040" y="35938"/>
                  </a:lnTo>
                  <a:cubicBezTo>
                    <a:pt x="41931" y="44522"/>
                    <a:pt x="38815" y="52779"/>
                    <a:pt x="33261" y="59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6156807" y="2068782"/>
              <a:ext cx="204330" cy="298818"/>
            </a:xfrm>
            <a:custGeom>
              <a:avLst/>
              <a:gdLst/>
              <a:ahLst/>
              <a:cxnLst/>
              <a:rect l="l" t="t" r="r" b="b"/>
              <a:pathLst>
                <a:path w="204330" h="298818" extrusionOk="0">
                  <a:moveTo>
                    <a:pt x="35017" y="298818"/>
                  </a:moveTo>
                  <a:cubicBezTo>
                    <a:pt x="15701" y="298761"/>
                    <a:pt x="57" y="282705"/>
                    <a:pt x="1" y="262880"/>
                  </a:cubicBezTo>
                  <a:lnTo>
                    <a:pt x="1" y="6496"/>
                  </a:lnTo>
                  <a:cubicBezTo>
                    <a:pt x="-56" y="2967"/>
                    <a:pt x="2686" y="59"/>
                    <a:pt x="6125" y="1"/>
                  </a:cubicBezTo>
                  <a:cubicBezTo>
                    <a:pt x="6160" y="0"/>
                    <a:pt x="6194" y="0"/>
                    <a:pt x="6228" y="0"/>
                  </a:cubicBezTo>
                  <a:lnTo>
                    <a:pt x="79732" y="0"/>
                  </a:lnTo>
                  <a:cubicBezTo>
                    <a:pt x="83115" y="0"/>
                    <a:pt x="85858" y="2814"/>
                    <a:pt x="85858" y="6286"/>
                  </a:cubicBezTo>
                  <a:cubicBezTo>
                    <a:pt x="85858" y="6321"/>
                    <a:pt x="85858" y="6356"/>
                    <a:pt x="85857" y="6391"/>
                  </a:cubicBezTo>
                  <a:cubicBezTo>
                    <a:pt x="85858" y="9881"/>
                    <a:pt x="83131" y="12725"/>
                    <a:pt x="79732" y="12783"/>
                  </a:cubicBezTo>
                  <a:lnTo>
                    <a:pt x="12354" y="12783"/>
                  </a:lnTo>
                  <a:lnTo>
                    <a:pt x="12354" y="262880"/>
                  </a:lnTo>
                  <a:cubicBezTo>
                    <a:pt x="11514" y="275698"/>
                    <a:pt x="20957" y="286787"/>
                    <a:pt x="33446" y="287648"/>
                  </a:cubicBezTo>
                  <a:cubicBezTo>
                    <a:pt x="45935" y="288510"/>
                    <a:pt x="56739" y="278818"/>
                    <a:pt x="57579" y="266001"/>
                  </a:cubicBezTo>
                  <a:cubicBezTo>
                    <a:pt x="57647" y="264962"/>
                    <a:pt x="57647" y="263920"/>
                    <a:pt x="57579" y="262881"/>
                  </a:cubicBezTo>
                  <a:lnTo>
                    <a:pt x="57579" y="233334"/>
                  </a:lnTo>
                  <a:cubicBezTo>
                    <a:pt x="57579" y="229804"/>
                    <a:pt x="60367" y="226943"/>
                    <a:pt x="63806" y="226943"/>
                  </a:cubicBezTo>
                  <a:lnTo>
                    <a:pt x="191927" y="226943"/>
                  </a:lnTo>
                  <a:lnTo>
                    <a:pt x="191927" y="194567"/>
                  </a:lnTo>
                  <a:cubicBezTo>
                    <a:pt x="191488" y="191066"/>
                    <a:pt x="193897" y="187863"/>
                    <a:pt x="197308" y="187412"/>
                  </a:cubicBezTo>
                  <a:cubicBezTo>
                    <a:pt x="200719" y="186961"/>
                    <a:pt x="203840" y="189433"/>
                    <a:pt x="204280" y="192934"/>
                  </a:cubicBezTo>
                  <a:cubicBezTo>
                    <a:pt x="204348" y="193476"/>
                    <a:pt x="204348" y="194025"/>
                    <a:pt x="204280" y="194567"/>
                  </a:cubicBezTo>
                  <a:lnTo>
                    <a:pt x="204280" y="233334"/>
                  </a:lnTo>
                  <a:cubicBezTo>
                    <a:pt x="204280" y="236806"/>
                    <a:pt x="201537" y="239620"/>
                    <a:pt x="198155" y="239620"/>
                  </a:cubicBezTo>
                  <a:lnTo>
                    <a:pt x="70034" y="239620"/>
                  </a:lnTo>
                  <a:lnTo>
                    <a:pt x="70034" y="262880"/>
                  </a:lnTo>
                  <a:cubicBezTo>
                    <a:pt x="69977" y="282705"/>
                    <a:pt x="54333" y="298761"/>
                    <a:pt x="35017" y="2988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6252669" y="2058304"/>
              <a:ext cx="119647" cy="211435"/>
            </a:xfrm>
            <a:custGeom>
              <a:avLst/>
              <a:gdLst/>
              <a:ahLst/>
              <a:cxnLst/>
              <a:rect l="l" t="t" r="r" b="b"/>
              <a:pathLst>
                <a:path w="119647" h="211435" extrusionOk="0">
                  <a:moveTo>
                    <a:pt x="90961" y="211436"/>
                  </a:moveTo>
                  <a:lnTo>
                    <a:pt x="28891" y="211436"/>
                  </a:lnTo>
                  <a:cubicBezTo>
                    <a:pt x="25452" y="211436"/>
                    <a:pt x="22664" y="208574"/>
                    <a:pt x="22664" y="205045"/>
                  </a:cubicBezTo>
                  <a:lnTo>
                    <a:pt x="22664" y="112319"/>
                  </a:lnTo>
                  <a:lnTo>
                    <a:pt x="6227" y="112319"/>
                  </a:lnTo>
                  <a:cubicBezTo>
                    <a:pt x="2845" y="112377"/>
                    <a:pt x="57" y="109609"/>
                    <a:pt x="1" y="106138"/>
                  </a:cubicBezTo>
                  <a:cubicBezTo>
                    <a:pt x="0" y="106103"/>
                    <a:pt x="0" y="106068"/>
                    <a:pt x="0" y="106032"/>
                  </a:cubicBezTo>
                  <a:lnTo>
                    <a:pt x="0" y="36252"/>
                  </a:lnTo>
                  <a:cubicBezTo>
                    <a:pt x="0" y="16231"/>
                    <a:pt x="15814" y="0"/>
                    <a:pt x="35323" y="0"/>
                  </a:cubicBezTo>
                  <a:lnTo>
                    <a:pt x="84427" y="0"/>
                  </a:lnTo>
                  <a:cubicBezTo>
                    <a:pt x="103879" y="0"/>
                    <a:pt x="119648" y="16184"/>
                    <a:pt x="119648" y="36147"/>
                  </a:cubicBezTo>
                  <a:cubicBezTo>
                    <a:pt x="119648" y="36182"/>
                    <a:pt x="119648" y="36217"/>
                    <a:pt x="119648" y="36252"/>
                  </a:cubicBezTo>
                  <a:lnTo>
                    <a:pt x="119648" y="106032"/>
                  </a:lnTo>
                  <a:cubicBezTo>
                    <a:pt x="119648" y="109504"/>
                    <a:pt x="116905" y="112319"/>
                    <a:pt x="113522" y="112319"/>
                  </a:cubicBezTo>
                  <a:lnTo>
                    <a:pt x="97086" y="112319"/>
                  </a:lnTo>
                  <a:lnTo>
                    <a:pt x="97086" y="205045"/>
                  </a:lnTo>
                  <a:cubicBezTo>
                    <a:pt x="97143" y="208516"/>
                    <a:pt x="94446" y="211377"/>
                    <a:pt x="91064" y="211435"/>
                  </a:cubicBezTo>
                  <a:cubicBezTo>
                    <a:pt x="91029" y="211436"/>
                    <a:pt x="90995" y="211436"/>
                    <a:pt x="90961" y="211436"/>
                  </a:cubicBezTo>
                  <a:close/>
                  <a:moveTo>
                    <a:pt x="35016" y="199073"/>
                  </a:moveTo>
                  <a:lnTo>
                    <a:pt x="84733" y="199073"/>
                  </a:lnTo>
                  <a:lnTo>
                    <a:pt x="84733" y="106032"/>
                  </a:lnTo>
                  <a:cubicBezTo>
                    <a:pt x="84733" y="102503"/>
                    <a:pt x="87522" y="99641"/>
                    <a:pt x="90961" y="99641"/>
                  </a:cubicBezTo>
                  <a:lnTo>
                    <a:pt x="107295" y="99641"/>
                  </a:lnTo>
                  <a:lnTo>
                    <a:pt x="107295" y="36776"/>
                  </a:lnTo>
                  <a:cubicBezTo>
                    <a:pt x="107295" y="23814"/>
                    <a:pt x="97057" y="13306"/>
                    <a:pt x="84427" y="13306"/>
                  </a:cubicBezTo>
                  <a:lnTo>
                    <a:pt x="35323" y="13306"/>
                  </a:lnTo>
                  <a:cubicBezTo>
                    <a:pt x="22693" y="13306"/>
                    <a:pt x="12455" y="23814"/>
                    <a:pt x="12455" y="36776"/>
                  </a:cubicBezTo>
                  <a:lnTo>
                    <a:pt x="12455" y="99641"/>
                  </a:lnTo>
                  <a:lnTo>
                    <a:pt x="28891" y="99641"/>
                  </a:lnTo>
                  <a:cubicBezTo>
                    <a:pt x="32274" y="99641"/>
                    <a:pt x="35017" y="102455"/>
                    <a:pt x="35017" y="105927"/>
                  </a:cubicBezTo>
                  <a:cubicBezTo>
                    <a:pt x="35017" y="105962"/>
                    <a:pt x="35017" y="105997"/>
                    <a:pt x="35016" y="1060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6306367" y="2173954"/>
              <a:ext cx="12353" cy="95786"/>
            </a:xfrm>
            <a:custGeom>
              <a:avLst/>
              <a:gdLst/>
              <a:ahLst/>
              <a:cxnLst/>
              <a:rect l="l" t="t" r="r" b="b"/>
              <a:pathLst>
                <a:path w="12353" h="95786" extrusionOk="0">
                  <a:moveTo>
                    <a:pt x="6227" y="95787"/>
                  </a:moveTo>
                  <a:cubicBezTo>
                    <a:pt x="2788" y="95787"/>
                    <a:pt x="0" y="92925"/>
                    <a:pt x="0" y="89395"/>
                  </a:cubicBezTo>
                  <a:lnTo>
                    <a:pt x="0" y="5575"/>
                  </a:lnTo>
                  <a:cubicBezTo>
                    <a:pt x="439" y="2074"/>
                    <a:pt x="3561" y="-398"/>
                    <a:pt x="6972" y="53"/>
                  </a:cubicBezTo>
                  <a:cubicBezTo>
                    <a:pt x="9780" y="424"/>
                    <a:pt x="11991" y="2693"/>
                    <a:pt x="12353" y="5575"/>
                  </a:cubicBezTo>
                  <a:lnTo>
                    <a:pt x="12353" y="89395"/>
                  </a:lnTo>
                  <a:cubicBezTo>
                    <a:pt x="12409" y="92867"/>
                    <a:pt x="9713" y="95728"/>
                    <a:pt x="6330" y="95786"/>
                  </a:cubicBezTo>
                  <a:cubicBezTo>
                    <a:pt x="6296" y="95786"/>
                    <a:pt x="6262" y="95787"/>
                    <a:pt x="6227" y="95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27528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633735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6286763" y="1995439"/>
              <a:ext cx="54417" cy="60664"/>
            </a:xfrm>
            <a:custGeom>
              <a:avLst/>
              <a:gdLst/>
              <a:ahLst/>
              <a:cxnLst/>
              <a:rect l="l" t="t" r="r" b="b"/>
              <a:pathLst>
                <a:path w="54417" h="60664" extrusionOk="0">
                  <a:moveTo>
                    <a:pt x="26444" y="60665"/>
                  </a:moveTo>
                  <a:cubicBezTo>
                    <a:pt x="16960" y="60201"/>
                    <a:pt x="8634" y="54039"/>
                    <a:pt x="5210" y="44948"/>
                  </a:cubicBezTo>
                  <a:cubicBezTo>
                    <a:pt x="1698" y="38030"/>
                    <a:pt x="-91" y="30327"/>
                    <a:pt x="4" y="22527"/>
                  </a:cubicBezTo>
                  <a:lnTo>
                    <a:pt x="4" y="15611"/>
                  </a:lnTo>
                  <a:cubicBezTo>
                    <a:pt x="7" y="14429"/>
                    <a:pt x="324" y="13270"/>
                    <a:pt x="922" y="12259"/>
                  </a:cubicBezTo>
                  <a:cubicBezTo>
                    <a:pt x="7483" y="4467"/>
                    <a:pt x="17023" y="-8"/>
                    <a:pt x="27057" y="0"/>
                  </a:cubicBezTo>
                  <a:cubicBezTo>
                    <a:pt x="40329" y="0"/>
                    <a:pt x="54417" y="8382"/>
                    <a:pt x="54417" y="16240"/>
                  </a:cubicBezTo>
                  <a:lnTo>
                    <a:pt x="54417" y="22527"/>
                  </a:lnTo>
                  <a:cubicBezTo>
                    <a:pt x="54462" y="30321"/>
                    <a:pt x="52676" y="38012"/>
                    <a:pt x="49210" y="44948"/>
                  </a:cubicBezTo>
                  <a:cubicBezTo>
                    <a:pt x="45634" y="54329"/>
                    <a:pt x="36871" y="60546"/>
                    <a:pt x="27057" y="60665"/>
                  </a:cubicBezTo>
                  <a:close/>
                  <a:moveTo>
                    <a:pt x="12356" y="18126"/>
                  </a:moveTo>
                  <a:lnTo>
                    <a:pt x="12356" y="22527"/>
                  </a:lnTo>
                  <a:cubicBezTo>
                    <a:pt x="12287" y="28244"/>
                    <a:pt x="13584" y="33892"/>
                    <a:pt x="16134" y="38976"/>
                  </a:cubicBezTo>
                  <a:cubicBezTo>
                    <a:pt x="19196" y="45053"/>
                    <a:pt x="22973" y="48301"/>
                    <a:pt x="27057" y="47987"/>
                  </a:cubicBezTo>
                  <a:cubicBezTo>
                    <a:pt x="31141" y="47673"/>
                    <a:pt x="35224" y="45053"/>
                    <a:pt x="38287" y="38976"/>
                  </a:cubicBezTo>
                  <a:cubicBezTo>
                    <a:pt x="40836" y="33892"/>
                    <a:pt x="42133" y="28244"/>
                    <a:pt x="42064" y="22527"/>
                  </a:cubicBezTo>
                  <a:lnTo>
                    <a:pt x="42064" y="17917"/>
                  </a:lnTo>
                  <a:cubicBezTo>
                    <a:pt x="33379" y="10790"/>
                    <a:pt x="21042" y="10790"/>
                    <a:pt x="12356" y="17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6190088" y="2257377"/>
              <a:ext cx="229290" cy="12363"/>
            </a:xfrm>
            <a:custGeom>
              <a:avLst/>
              <a:gdLst/>
              <a:ahLst/>
              <a:cxnLst/>
              <a:rect l="l" t="t" r="r" b="b"/>
              <a:pathLst>
                <a:path w="229290" h="12363" extrusionOk="0">
                  <a:moveTo>
                    <a:pt x="223063" y="12363"/>
                  </a:moveTo>
                  <a:lnTo>
                    <a:pt x="6227" y="12363"/>
                  </a:lnTo>
                  <a:cubicBezTo>
                    <a:pt x="2788" y="12363"/>
                    <a:pt x="0" y="9502"/>
                    <a:pt x="0" y="5972"/>
                  </a:cubicBezTo>
                  <a:cubicBezTo>
                    <a:pt x="215" y="2607"/>
                    <a:pt x="2941" y="-7"/>
                    <a:pt x="6227" y="0"/>
                  </a:cubicBezTo>
                  <a:lnTo>
                    <a:pt x="223063" y="0"/>
                  </a:lnTo>
                  <a:cubicBezTo>
                    <a:pt x="226480" y="56"/>
                    <a:pt x="229236" y="2885"/>
                    <a:pt x="229291" y="6391"/>
                  </a:cubicBezTo>
                  <a:cubicBezTo>
                    <a:pt x="229075" y="9756"/>
                    <a:pt x="226349" y="12371"/>
                    <a:pt x="223063" y="123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6376928" y="2095727"/>
              <a:ext cx="34920" cy="31309"/>
            </a:xfrm>
            <a:custGeom>
              <a:avLst/>
              <a:gdLst/>
              <a:ahLst/>
              <a:cxnLst/>
              <a:rect l="l" t="t" r="r" b="b"/>
              <a:pathLst>
                <a:path w="34920" h="31309" extrusionOk="0">
                  <a:moveTo>
                    <a:pt x="6108" y="31310"/>
                  </a:moveTo>
                  <a:cubicBezTo>
                    <a:pt x="4212" y="31293"/>
                    <a:pt x="2434" y="30362"/>
                    <a:pt x="1310" y="28795"/>
                  </a:cubicBezTo>
                  <a:cubicBezTo>
                    <a:pt x="-777" y="26039"/>
                    <a:pt x="-322" y="22074"/>
                    <a:pt x="2331" y="19889"/>
                  </a:cubicBezTo>
                  <a:lnTo>
                    <a:pt x="24892" y="1344"/>
                  </a:lnTo>
                  <a:cubicBezTo>
                    <a:pt x="27578" y="-797"/>
                    <a:pt x="31441" y="-331"/>
                    <a:pt x="33570" y="2392"/>
                  </a:cubicBezTo>
                  <a:cubicBezTo>
                    <a:pt x="35689" y="5098"/>
                    <a:pt x="35269" y="9055"/>
                    <a:pt x="32632" y="11230"/>
                  </a:cubicBezTo>
                  <a:cubicBezTo>
                    <a:pt x="32605" y="11253"/>
                    <a:pt x="32577" y="11275"/>
                    <a:pt x="32549" y="11298"/>
                  </a:cubicBezTo>
                  <a:lnTo>
                    <a:pt x="9681" y="29843"/>
                  </a:lnTo>
                  <a:cubicBezTo>
                    <a:pt x="8678" y="30720"/>
                    <a:pt x="7423" y="31235"/>
                    <a:pt x="6108" y="31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6212974" y="2095758"/>
              <a:ext cx="35287" cy="31279"/>
            </a:xfrm>
            <a:custGeom>
              <a:avLst/>
              <a:gdLst/>
              <a:ahLst/>
              <a:cxnLst/>
              <a:rect l="l" t="t" r="r" b="b"/>
              <a:pathLst>
                <a:path w="35287" h="31279" extrusionOk="0">
                  <a:moveTo>
                    <a:pt x="29078" y="31279"/>
                  </a:moveTo>
                  <a:cubicBezTo>
                    <a:pt x="27770" y="31170"/>
                    <a:pt x="26525" y="30658"/>
                    <a:pt x="25505" y="29812"/>
                  </a:cubicBezTo>
                  <a:lnTo>
                    <a:pt x="2331" y="11267"/>
                  </a:lnTo>
                  <a:cubicBezTo>
                    <a:pt x="-322" y="9083"/>
                    <a:pt x="-777" y="5118"/>
                    <a:pt x="1310" y="2361"/>
                  </a:cubicBezTo>
                  <a:cubicBezTo>
                    <a:pt x="3502" y="-323"/>
                    <a:pt x="7355" y="-783"/>
                    <a:pt x="10089" y="1314"/>
                  </a:cubicBezTo>
                  <a:lnTo>
                    <a:pt x="32957" y="19859"/>
                  </a:lnTo>
                  <a:cubicBezTo>
                    <a:pt x="35610" y="22043"/>
                    <a:pt x="36064" y="26008"/>
                    <a:pt x="33978" y="28765"/>
                  </a:cubicBezTo>
                  <a:cubicBezTo>
                    <a:pt x="32821" y="30348"/>
                    <a:pt x="31006" y="31279"/>
                    <a:pt x="29078" y="3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189292" y="2220548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10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6189292" y="2185972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09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" name="Google Shape;309;p24"/>
          <p:cNvGrpSpPr/>
          <p:nvPr/>
        </p:nvGrpSpPr>
        <p:grpSpPr>
          <a:xfrm>
            <a:off x="4677469" y="4918037"/>
            <a:ext cx="295725" cy="361051"/>
            <a:chOff x="6142837" y="2002517"/>
            <a:chExt cx="295725" cy="361051"/>
          </a:xfrm>
        </p:grpSpPr>
        <p:sp>
          <p:nvSpPr>
            <p:cNvPr id="310" name="Google Shape;310;p24"/>
            <p:cNvSpPr/>
            <p:nvPr/>
          </p:nvSpPr>
          <p:spPr>
            <a:xfrm>
              <a:off x="6251450" y="2002517"/>
              <a:ext cx="187112" cy="361051"/>
            </a:xfrm>
            <a:custGeom>
              <a:avLst/>
              <a:gdLst/>
              <a:ahLst/>
              <a:cxnLst/>
              <a:rect l="l" t="t" r="r" b="b"/>
              <a:pathLst>
                <a:path w="187112" h="361051" extrusionOk="0">
                  <a:moveTo>
                    <a:pt x="74896" y="361052"/>
                  </a:moveTo>
                  <a:lnTo>
                    <a:pt x="28968" y="361052"/>
                  </a:lnTo>
                  <a:cubicBezTo>
                    <a:pt x="25560" y="361052"/>
                    <a:pt x="22797" y="358217"/>
                    <a:pt x="22797" y="354721"/>
                  </a:cubicBezTo>
                  <a:cubicBezTo>
                    <a:pt x="22797" y="351225"/>
                    <a:pt x="25560" y="348391"/>
                    <a:pt x="28968" y="348391"/>
                  </a:cubicBezTo>
                  <a:lnTo>
                    <a:pt x="68725" y="348391"/>
                  </a:lnTo>
                  <a:lnTo>
                    <a:pt x="68725" y="292351"/>
                  </a:lnTo>
                  <a:cubicBezTo>
                    <a:pt x="68725" y="288912"/>
                    <a:pt x="71442" y="286124"/>
                    <a:pt x="74794" y="286124"/>
                  </a:cubicBezTo>
                  <a:cubicBezTo>
                    <a:pt x="74828" y="286124"/>
                    <a:pt x="74862" y="286124"/>
                    <a:pt x="74896" y="286124"/>
                  </a:cubicBezTo>
                  <a:lnTo>
                    <a:pt x="115361" y="286124"/>
                  </a:lnTo>
                  <a:cubicBezTo>
                    <a:pt x="132976" y="286067"/>
                    <a:pt x="147227" y="271402"/>
                    <a:pt x="147227" y="253331"/>
                  </a:cubicBezTo>
                  <a:lnTo>
                    <a:pt x="147227" y="248972"/>
                  </a:lnTo>
                  <a:lnTo>
                    <a:pt x="142270" y="245132"/>
                  </a:lnTo>
                  <a:cubicBezTo>
                    <a:pt x="141626" y="244573"/>
                    <a:pt x="141079" y="243907"/>
                    <a:pt x="140651" y="243161"/>
                  </a:cubicBezTo>
                  <a:cubicBezTo>
                    <a:pt x="136783" y="236122"/>
                    <a:pt x="139068" y="227204"/>
                    <a:pt x="145810" y="223028"/>
                  </a:cubicBezTo>
                  <a:lnTo>
                    <a:pt x="155927" y="216490"/>
                  </a:lnTo>
                  <a:lnTo>
                    <a:pt x="155927" y="203725"/>
                  </a:lnTo>
                  <a:cubicBezTo>
                    <a:pt x="155871" y="197478"/>
                    <a:pt x="160762" y="192368"/>
                    <a:pt x="166852" y="192310"/>
                  </a:cubicBezTo>
                  <a:cubicBezTo>
                    <a:pt x="166886" y="192310"/>
                    <a:pt x="166919" y="192310"/>
                    <a:pt x="166953" y="192310"/>
                  </a:cubicBezTo>
                  <a:lnTo>
                    <a:pt x="171202" y="192310"/>
                  </a:lnTo>
                  <a:cubicBezTo>
                    <a:pt x="172263" y="192318"/>
                    <a:pt x="173239" y="191717"/>
                    <a:pt x="173731" y="190753"/>
                  </a:cubicBezTo>
                  <a:cubicBezTo>
                    <a:pt x="174255" y="189822"/>
                    <a:pt x="174255" y="188675"/>
                    <a:pt x="173731" y="187744"/>
                  </a:cubicBezTo>
                  <a:lnTo>
                    <a:pt x="153499" y="156611"/>
                  </a:lnTo>
                  <a:cubicBezTo>
                    <a:pt x="150380" y="151897"/>
                    <a:pt x="149049" y="146176"/>
                    <a:pt x="149756" y="140525"/>
                  </a:cubicBezTo>
                  <a:cubicBezTo>
                    <a:pt x="150347" y="136123"/>
                    <a:pt x="150651" y="131685"/>
                    <a:pt x="150666" y="127242"/>
                  </a:cubicBezTo>
                  <a:cubicBezTo>
                    <a:pt x="150565" y="95422"/>
                    <a:pt x="137684" y="65051"/>
                    <a:pt x="115057" y="43286"/>
                  </a:cubicBezTo>
                  <a:cubicBezTo>
                    <a:pt x="86232" y="16008"/>
                    <a:pt x="45639" y="6099"/>
                    <a:pt x="7927" y="17134"/>
                  </a:cubicBezTo>
                  <a:cubicBezTo>
                    <a:pt x="4688" y="18149"/>
                    <a:pt x="1256" y="16297"/>
                    <a:pt x="238" y="12983"/>
                  </a:cubicBezTo>
                  <a:cubicBezTo>
                    <a:pt x="-685" y="9636"/>
                    <a:pt x="1152" y="6143"/>
                    <a:pt x="4386" y="5096"/>
                  </a:cubicBezTo>
                  <a:cubicBezTo>
                    <a:pt x="46483" y="-7467"/>
                    <a:pt x="91919" y="3565"/>
                    <a:pt x="124061" y="34154"/>
                  </a:cubicBezTo>
                  <a:cubicBezTo>
                    <a:pt x="149226" y="58357"/>
                    <a:pt x="163507" y="92165"/>
                    <a:pt x="163514" y="127553"/>
                  </a:cubicBezTo>
                  <a:cubicBezTo>
                    <a:pt x="163516" y="132518"/>
                    <a:pt x="163178" y="137477"/>
                    <a:pt x="162502" y="142393"/>
                  </a:cubicBezTo>
                  <a:cubicBezTo>
                    <a:pt x="162196" y="145061"/>
                    <a:pt x="162843" y="147753"/>
                    <a:pt x="164323" y="149969"/>
                  </a:cubicBezTo>
                  <a:lnTo>
                    <a:pt x="184556" y="181102"/>
                  </a:lnTo>
                  <a:cubicBezTo>
                    <a:pt x="189193" y="188194"/>
                    <a:pt x="187348" y="197800"/>
                    <a:pt x="180435" y="202557"/>
                  </a:cubicBezTo>
                  <a:cubicBezTo>
                    <a:pt x="177915" y="204291"/>
                    <a:pt x="174944" y="205205"/>
                    <a:pt x="171910" y="205178"/>
                  </a:cubicBezTo>
                  <a:lnTo>
                    <a:pt x="168875" y="205178"/>
                  </a:lnTo>
                  <a:lnTo>
                    <a:pt x="168875" y="219915"/>
                  </a:lnTo>
                  <a:cubicBezTo>
                    <a:pt x="168862" y="222082"/>
                    <a:pt x="167751" y="224087"/>
                    <a:pt x="165942" y="225207"/>
                  </a:cubicBezTo>
                  <a:lnTo>
                    <a:pt x="152487" y="233717"/>
                  </a:lnTo>
                  <a:cubicBezTo>
                    <a:pt x="151717" y="234194"/>
                    <a:pt x="151284" y="235082"/>
                    <a:pt x="151374" y="236000"/>
                  </a:cubicBezTo>
                  <a:lnTo>
                    <a:pt x="157343" y="240670"/>
                  </a:lnTo>
                  <a:cubicBezTo>
                    <a:pt x="158900" y="241868"/>
                    <a:pt x="159803" y="243759"/>
                    <a:pt x="159771" y="245755"/>
                  </a:cubicBezTo>
                  <a:lnTo>
                    <a:pt x="159771" y="253331"/>
                  </a:lnTo>
                  <a:cubicBezTo>
                    <a:pt x="159771" y="278337"/>
                    <a:pt x="140040" y="298624"/>
                    <a:pt x="115664" y="298681"/>
                  </a:cubicBezTo>
                  <a:lnTo>
                    <a:pt x="80966" y="298681"/>
                  </a:lnTo>
                  <a:lnTo>
                    <a:pt x="80966" y="354721"/>
                  </a:lnTo>
                  <a:cubicBezTo>
                    <a:pt x="80966" y="358177"/>
                    <a:pt x="78264" y="360995"/>
                    <a:pt x="74896" y="3610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6163980" y="2052238"/>
              <a:ext cx="151338" cy="155250"/>
            </a:xfrm>
            <a:custGeom>
              <a:avLst/>
              <a:gdLst/>
              <a:ahLst/>
              <a:cxnLst/>
              <a:rect l="l" t="t" r="r" b="b"/>
              <a:pathLst>
                <a:path w="151338" h="155250" extrusionOk="0">
                  <a:moveTo>
                    <a:pt x="75669" y="155251"/>
                  </a:moveTo>
                  <a:cubicBezTo>
                    <a:pt x="33878" y="155251"/>
                    <a:pt x="0" y="120497"/>
                    <a:pt x="0" y="77625"/>
                  </a:cubicBezTo>
                  <a:cubicBezTo>
                    <a:pt x="0" y="34754"/>
                    <a:pt x="33878" y="0"/>
                    <a:pt x="75669" y="0"/>
                  </a:cubicBezTo>
                  <a:cubicBezTo>
                    <a:pt x="117460" y="0"/>
                    <a:pt x="151338" y="34754"/>
                    <a:pt x="151338" y="77625"/>
                  </a:cubicBezTo>
                  <a:cubicBezTo>
                    <a:pt x="151283" y="120473"/>
                    <a:pt x="117437" y="155193"/>
                    <a:pt x="75669" y="155251"/>
                  </a:cubicBezTo>
                  <a:close/>
                  <a:moveTo>
                    <a:pt x="75669" y="12453"/>
                  </a:moveTo>
                  <a:cubicBezTo>
                    <a:pt x="40639" y="12453"/>
                    <a:pt x="12241" y="41585"/>
                    <a:pt x="12241" y="77522"/>
                  </a:cubicBezTo>
                  <a:cubicBezTo>
                    <a:pt x="12241" y="113458"/>
                    <a:pt x="40639" y="142590"/>
                    <a:pt x="75669" y="142590"/>
                  </a:cubicBezTo>
                  <a:cubicBezTo>
                    <a:pt x="110700" y="142590"/>
                    <a:pt x="139098" y="113458"/>
                    <a:pt x="139098" y="77522"/>
                  </a:cubicBezTo>
                  <a:cubicBezTo>
                    <a:pt x="139042" y="41609"/>
                    <a:pt x="110677" y="12510"/>
                    <a:pt x="75669" y="124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142837" y="2030548"/>
              <a:ext cx="193625" cy="228414"/>
            </a:xfrm>
            <a:custGeom>
              <a:avLst/>
              <a:gdLst/>
              <a:ahLst/>
              <a:cxnLst/>
              <a:rect l="l" t="t" r="r" b="b"/>
              <a:pathLst>
                <a:path w="193625" h="228414" extrusionOk="0">
                  <a:moveTo>
                    <a:pt x="138593" y="228413"/>
                  </a:moveTo>
                  <a:lnTo>
                    <a:pt x="55033" y="228413"/>
                  </a:lnTo>
                  <a:cubicBezTo>
                    <a:pt x="52282" y="228398"/>
                    <a:pt x="49863" y="226547"/>
                    <a:pt x="49064" y="223847"/>
                  </a:cubicBezTo>
                  <a:lnTo>
                    <a:pt x="36824" y="177148"/>
                  </a:lnTo>
                  <a:cubicBezTo>
                    <a:pt x="13491" y="158429"/>
                    <a:pt x="-101" y="129700"/>
                    <a:pt x="1" y="99315"/>
                  </a:cubicBezTo>
                  <a:cubicBezTo>
                    <a:pt x="1" y="44465"/>
                    <a:pt x="43345" y="0"/>
                    <a:pt x="96813" y="0"/>
                  </a:cubicBezTo>
                  <a:cubicBezTo>
                    <a:pt x="150281" y="0"/>
                    <a:pt x="193625" y="44465"/>
                    <a:pt x="193625" y="99315"/>
                  </a:cubicBezTo>
                  <a:cubicBezTo>
                    <a:pt x="193726" y="129700"/>
                    <a:pt x="180134" y="158429"/>
                    <a:pt x="156802" y="177148"/>
                  </a:cubicBezTo>
                  <a:lnTo>
                    <a:pt x="144561" y="223847"/>
                  </a:lnTo>
                  <a:cubicBezTo>
                    <a:pt x="143822" y="226589"/>
                    <a:pt x="141365" y="228469"/>
                    <a:pt x="138593" y="228414"/>
                  </a:cubicBezTo>
                  <a:close/>
                  <a:moveTo>
                    <a:pt x="59686" y="215856"/>
                  </a:moveTo>
                  <a:lnTo>
                    <a:pt x="133939" y="215856"/>
                  </a:lnTo>
                  <a:lnTo>
                    <a:pt x="145472" y="171855"/>
                  </a:lnTo>
                  <a:cubicBezTo>
                    <a:pt x="145896" y="170527"/>
                    <a:pt x="146665" y="169343"/>
                    <a:pt x="147697" y="168430"/>
                  </a:cubicBezTo>
                  <a:cubicBezTo>
                    <a:pt x="168973" y="152174"/>
                    <a:pt x="181472" y="126529"/>
                    <a:pt x="181384" y="99315"/>
                  </a:cubicBezTo>
                  <a:cubicBezTo>
                    <a:pt x="181384" y="51400"/>
                    <a:pt x="143520" y="12557"/>
                    <a:pt x="96813" y="12557"/>
                  </a:cubicBezTo>
                  <a:cubicBezTo>
                    <a:pt x="50105" y="12557"/>
                    <a:pt x="12241" y="51400"/>
                    <a:pt x="12241" y="99315"/>
                  </a:cubicBezTo>
                  <a:cubicBezTo>
                    <a:pt x="12153" y="126529"/>
                    <a:pt x="24652" y="152174"/>
                    <a:pt x="45928" y="168430"/>
                  </a:cubicBezTo>
                  <a:cubicBezTo>
                    <a:pt x="46990" y="169315"/>
                    <a:pt x="47766" y="170509"/>
                    <a:pt x="48154" y="1718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6214579" y="2192166"/>
              <a:ext cx="92518" cy="37011"/>
            </a:xfrm>
            <a:custGeom>
              <a:avLst/>
              <a:gdLst/>
              <a:ahLst/>
              <a:cxnLst/>
              <a:rect l="l" t="t" r="r" b="b"/>
              <a:pathLst>
                <a:path w="92518" h="37011" extrusionOk="0">
                  <a:moveTo>
                    <a:pt x="25070" y="37012"/>
                  </a:moveTo>
                  <a:cubicBezTo>
                    <a:pt x="18270" y="37024"/>
                    <a:pt x="11487" y="36294"/>
                    <a:pt x="4838" y="34833"/>
                  </a:cubicBezTo>
                  <a:cubicBezTo>
                    <a:pt x="1541" y="34116"/>
                    <a:pt x="-565" y="30794"/>
                    <a:pt x="134" y="27412"/>
                  </a:cubicBezTo>
                  <a:cubicBezTo>
                    <a:pt x="832" y="24031"/>
                    <a:pt x="4070" y="21870"/>
                    <a:pt x="7367" y="22587"/>
                  </a:cubicBezTo>
                  <a:cubicBezTo>
                    <a:pt x="34089" y="28380"/>
                    <a:pt x="61898" y="20659"/>
                    <a:pt x="82126" y="1831"/>
                  </a:cubicBezTo>
                  <a:cubicBezTo>
                    <a:pt x="84492" y="-604"/>
                    <a:pt x="88335" y="-611"/>
                    <a:pt x="90709" y="1816"/>
                  </a:cubicBezTo>
                  <a:cubicBezTo>
                    <a:pt x="90714" y="1821"/>
                    <a:pt x="90719" y="1826"/>
                    <a:pt x="90724" y="1831"/>
                  </a:cubicBezTo>
                  <a:cubicBezTo>
                    <a:pt x="93116" y="4300"/>
                    <a:pt x="93116" y="8287"/>
                    <a:pt x="90724" y="10756"/>
                  </a:cubicBezTo>
                  <a:cubicBezTo>
                    <a:pt x="72837" y="27667"/>
                    <a:pt x="49395" y="37041"/>
                    <a:pt x="25070" y="370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6200095" y="2246405"/>
              <a:ext cx="79109" cy="29992"/>
            </a:xfrm>
            <a:custGeom>
              <a:avLst/>
              <a:gdLst/>
              <a:ahLst/>
              <a:cxnLst/>
              <a:rect l="l" t="t" r="r" b="b"/>
              <a:pathLst>
                <a:path w="79109" h="29992" extrusionOk="0">
                  <a:moveTo>
                    <a:pt x="73039" y="29992"/>
                  </a:moveTo>
                  <a:lnTo>
                    <a:pt x="6171" y="29992"/>
                  </a:lnTo>
                  <a:cubicBezTo>
                    <a:pt x="2819" y="30049"/>
                    <a:pt x="57" y="27308"/>
                    <a:pt x="1" y="23870"/>
                  </a:cubicBezTo>
                  <a:cubicBezTo>
                    <a:pt x="0" y="23835"/>
                    <a:pt x="0" y="23800"/>
                    <a:pt x="0" y="23765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73039" y="0"/>
                  </a:lnTo>
                  <a:cubicBezTo>
                    <a:pt x="76391" y="0"/>
                    <a:pt x="79109" y="2787"/>
                    <a:pt x="79110" y="6226"/>
                  </a:cubicBezTo>
                  <a:cubicBezTo>
                    <a:pt x="79110" y="6261"/>
                    <a:pt x="79109" y="6296"/>
                    <a:pt x="79109" y="6330"/>
                  </a:cubicBezTo>
                  <a:lnTo>
                    <a:pt x="79109" y="23765"/>
                  </a:lnTo>
                  <a:cubicBezTo>
                    <a:pt x="79109" y="27204"/>
                    <a:pt x="76391" y="29992"/>
                    <a:pt x="73039" y="29992"/>
                  </a:cubicBezTo>
                  <a:close/>
                  <a:moveTo>
                    <a:pt x="12342" y="17435"/>
                  </a:moveTo>
                  <a:lnTo>
                    <a:pt x="66969" y="17435"/>
                  </a:lnTo>
                  <a:lnTo>
                    <a:pt x="66969" y="12557"/>
                  </a:lnTo>
                  <a:lnTo>
                    <a:pt x="12241" y="12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6185831" y="2263424"/>
              <a:ext cx="107737" cy="80427"/>
            </a:xfrm>
            <a:custGeom>
              <a:avLst/>
              <a:gdLst/>
              <a:ahLst/>
              <a:cxnLst/>
              <a:rect l="l" t="t" r="r" b="b"/>
              <a:pathLst>
                <a:path w="107737" h="80427" extrusionOk="0">
                  <a:moveTo>
                    <a:pt x="93879" y="80427"/>
                  </a:moveTo>
                  <a:lnTo>
                    <a:pt x="13860" y="80427"/>
                  </a:lnTo>
                  <a:cubicBezTo>
                    <a:pt x="6205" y="80428"/>
                    <a:pt x="0" y="74062"/>
                    <a:pt x="0" y="66210"/>
                  </a:cubicBezTo>
                  <a:cubicBezTo>
                    <a:pt x="0" y="66176"/>
                    <a:pt x="0" y="66141"/>
                    <a:pt x="0" y="66106"/>
                  </a:cubicBezTo>
                  <a:lnTo>
                    <a:pt x="0" y="14217"/>
                  </a:lnTo>
                  <a:cubicBezTo>
                    <a:pt x="0" y="6365"/>
                    <a:pt x="6205" y="0"/>
                    <a:pt x="13860" y="0"/>
                  </a:cubicBezTo>
                  <a:lnTo>
                    <a:pt x="93879" y="0"/>
                  </a:lnTo>
                  <a:cubicBezTo>
                    <a:pt x="101510" y="57"/>
                    <a:pt x="107683" y="6389"/>
                    <a:pt x="107738" y="14217"/>
                  </a:cubicBezTo>
                  <a:lnTo>
                    <a:pt x="107738" y="66106"/>
                  </a:lnTo>
                  <a:cubicBezTo>
                    <a:pt x="107738" y="73975"/>
                    <a:pt x="101549" y="80370"/>
                    <a:pt x="93879" y="80427"/>
                  </a:cubicBezTo>
                  <a:close/>
                  <a:moveTo>
                    <a:pt x="13860" y="12972"/>
                  </a:moveTo>
                  <a:cubicBezTo>
                    <a:pt x="12966" y="12972"/>
                    <a:pt x="12241" y="13716"/>
                    <a:pt x="12241" y="14633"/>
                  </a:cubicBezTo>
                  <a:lnTo>
                    <a:pt x="12241" y="66521"/>
                  </a:lnTo>
                  <a:cubicBezTo>
                    <a:pt x="12241" y="67438"/>
                    <a:pt x="12966" y="68182"/>
                    <a:pt x="13860" y="68182"/>
                  </a:cubicBezTo>
                  <a:lnTo>
                    <a:pt x="93879" y="68182"/>
                  </a:lnTo>
                  <a:cubicBezTo>
                    <a:pt x="94773" y="68182"/>
                    <a:pt x="95497" y="67438"/>
                    <a:pt x="95497" y="66521"/>
                  </a:cubicBezTo>
                  <a:lnTo>
                    <a:pt x="95497" y="14633"/>
                  </a:lnTo>
                  <a:cubicBezTo>
                    <a:pt x="95497" y="13716"/>
                    <a:pt x="94773" y="12972"/>
                    <a:pt x="93879" y="129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6186518" y="2284957"/>
              <a:ext cx="79615" cy="12661"/>
            </a:xfrm>
            <a:custGeom>
              <a:avLst/>
              <a:gdLst/>
              <a:ahLst/>
              <a:cxnLst/>
              <a:rect l="l" t="t" r="r" b="b"/>
              <a:pathLst>
                <a:path w="79615" h="12661" extrusionOk="0">
                  <a:moveTo>
                    <a:pt x="72656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72656" y="53"/>
                  </a:lnTo>
                  <a:cubicBezTo>
                    <a:pt x="76036" y="-394"/>
                    <a:pt x="79129" y="2055"/>
                    <a:pt x="79565" y="5522"/>
                  </a:cubicBezTo>
                  <a:cubicBezTo>
                    <a:pt x="80000" y="8990"/>
                    <a:pt x="77613" y="12163"/>
                    <a:pt x="74233" y="12610"/>
                  </a:cubicBezTo>
                  <a:cubicBezTo>
                    <a:pt x="73709" y="12679"/>
                    <a:pt x="73179" y="12679"/>
                    <a:pt x="72656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6186518" y="2309345"/>
              <a:ext cx="89023" cy="12661"/>
            </a:xfrm>
            <a:custGeom>
              <a:avLst/>
              <a:gdLst/>
              <a:ahLst/>
              <a:cxnLst/>
              <a:rect l="l" t="t" r="r" b="b"/>
              <a:pathLst>
                <a:path w="89023" h="12661" extrusionOk="0">
                  <a:moveTo>
                    <a:pt x="82064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82064" y="53"/>
                  </a:lnTo>
                  <a:cubicBezTo>
                    <a:pt x="85444" y="-394"/>
                    <a:pt x="88537" y="2055"/>
                    <a:pt x="88973" y="5522"/>
                  </a:cubicBezTo>
                  <a:cubicBezTo>
                    <a:pt x="89408" y="8990"/>
                    <a:pt x="87021" y="12163"/>
                    <a:pt x="83641" y="12610"/>
                  </a:cubicBezTo>
                  <a:cubicBezTo>
                    <a:pt x="83117" y="12679"/>
                    <a:pt x="82587" y="12679"/>
                    <a:pt x="82064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6215573" y="2331190"/>
              <a:ext cx="48153" cy="32378"/>
            </a:xfrm>
            <a:custGeom>
              <a:avLst/>
              <a:gdLst/>
              <a:ahLst/>
              <a:cxnLst/>
              <a:rect l="l" t="t" r="r" b="b"/>
              <a:pathLst>
                <a:path w="48153" h="32378" extrusionOk="0">
                  <a:moveTo>
                    <a:pt x="24077" y="32378"/>
                  </a:moveTo>
                  <a:cubicBezTo>
                    <a:pt x="10802" y="32322"/>
                    <a:pt x="55" y="21297"/>
                    <a:pt x="0" y="7679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41982" y="0"/>
                  </a:lnTo>
                  <a:cubicBezTo>
                    <a:pt x="45390" y="0"/>
                    <a:pt x="48153" y="2834"/>
                    <a:pt x="48153" y="6330"/>
                  </a:cubicBezTo>
                  <a:lnTo>
                    <a:pt x="48153" y="7679"/>
                  </a:lnTo>
                  <a:cubicBezTo>
                    <a:pt x="48098" y="21297"/>
                    <a:pt x="37351" y="32322"/>
                    <a:pt x="24077" y="32378"/>
                  </a:cubicBezTo>
                  <a:close/>
                  <a:moveTo>
                    <a:pt x="13353" y="12661"/>
                  </a:moveTo>
                  <a:cubicBezTo>
                    <a:pt x="15264" y="16972"/>
                    <a:pt x="19460" y="19734"/>
                    <a:pt x="24077" y="19718"/>
                  </a:cubicBezTo>
                  <a:cubicBezTo>
                    <a:pt x="28707" y="19697"/>
                    <a:pt x="32916" y="16953"/>
                    <a:pt x="34901" y="126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6623891" y="5228121"/>
            <a:ext cx="374553" cy="293527"/>
            <a:chOff x="6100826" y="2037245"/>
            <a:chExt cx="374553" cy="293527"/>
          </a:xfrm>
        </p:grpSpPr>
        <p:sp>
          <p:nvSpPr>
            <p:cNvPr id="320" name="Google Shape;320;p24"/>
            <p:cNvSpPr/>
            <p:nvPr/>
          </p:nvSpPr>
          <p:spPr>
            <a:xfrm>
              <a:off x="6234065" y="2279169"/>
              <a:ext cx="12450" cy="51551"/>
            </a:xfrm>
            <a:custGeom>
              <a:avLst/>
              <a:gdLst/>
              <a:ahLst/>
              <a:cxnLst/>
              <a:rect l="l" t="t" r="r" b="b"/>
              <a:pathLst>
                <a:path w="12450" h="51551" extrusionOk="0">
                  <a:moveTo>
                    <a:pt x="6219" y="51550"/>
                  </a:moveTo>
                  <a:cubicBezTo>
                    <a:pt x="2824" y="51551"/>
                    <a:pt x="56" y="48753"/>
                    <a:pt x="0" y="45264"/>
                  </a:cubicBezTo>
                  <a:lnTo>
                    <a:pt x="0" y="6287"/>
                  </a:lnTo>
                  <a:cubicBezTo>
                    <a:pt x="56" y="2799"/>
                    <a:pt x="2824" y="0"/>
                    <a:pt x="6219" y="1"/>
                  </a:cubicBezTo>
                  <a:cubicBezTo>
                    <a:pt x="9596" y="-57"/>
                    <a:pt x="12380" y="2710"/>
                    <a:pt x="12436" y="6182"/>
                  </a:cubicBezTo>
                  <a:cubicBezTo>
                    <a:pt x="12437" y="6217"/>
                    <a:pt x="12437" y="6252"/>
                    <a:pt x="12437" y="6287"/>
                  </a:cubicBezTo>
                  <a:lnTo>
                    <a:pt x="12437" y="44845"/>
                  </a:lnTo>
                  <a:cubicBezTo>
                    <a:pt x="12663" y="48309"/>
                    <a:pt x="10114" y="51305"/>
                    <a:pt x="6743" y="51537"/>
                  </a:cubicBezTo>
                  <a:cubicBezTo>
                    <a:pt x="6568" y="51549"/>
                    <a:pt x="6393" y="51554"/>
                    <a:pt x="6219" y="515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6325712" y="2279881"/>
              <a:ext cx="12348" cy="50839"/>
            </a:xfrm>
            <a:custGeom>
              <a:avLst/>
              <a:gdLst/>
              <a:ahLst/>
              <a:cxnLst/>
              <a:rect l="l" t="t" r="r" b="b"/>
              <a:pathLst>
                <a:path w="12348" h="50839" extrusionOk="0">
                  <a:moveTo>
                    <a:pt x="6219" y="50838"/>
                  </a:moveTo>
                  <a:cubicBezTo>
                    <a:pt x="2841" y="50896"/>
                    <a:pt x="57" y="48129"/>
                    <a:pt x="1" y="44657"/>
                  </a:cubicBezTo>
                  <a:cubicBezTo>
                    <a:pt x="0" y="44622"/>
                    <a:pt x="0" y="44587"/>
                    <a:pt x="0" y="44552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44133"/>
                  </a:lnTo>
                  <a:cubicBezTo>
                    <a:pt x="12560" y="47597"/>
                    <a:pt x="10011" y="50593"/>
                    <a:pt x="6640" y="50824"/>
                  </a:cubicBezTo>
                  <a:cubicBezTo>
                    <a:pt x="6500" y="50834"/>
                    <a:pt x="6359" y="50838"/>
                    <a:pt x="6219" y="508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6245276" y="2130075"/>
              <a:ext cx="85741" cy="96497"/>
            </a:xfrm>
            <a:custGeom>
              <a:avLst/>
              <a:gdLst/>
              <a:ahLst/>
              <a:cxnLst/>
              <a:rect l="l" t="t" r="r" b="b"/>
              <a:pathLst>
                <a:path w="85741" h="96497" extrusionOk="0">
                  <a:moveTo>
                    <a:pt x="41800" y="96498"/>
                  </a:moveTo>
                  <a:cubicBezTo>
                    <a:pt x="26986" y="95512"/>
                    <a:pt x="14048" y="85845"/>
                    <a:pt x="8567" y="71666"/>
                  </a:cubicBezTo>
                  <a:cubicBezTo>
                    <a:pt x="2825" y="60200"/>
                    <a:pt x="-114" y="47470"/>
                    <a:pt x="3" y="34576"/>
                  </a:cubicBezTo>
                  <a:lnTo>
                    <a:pt x="3" y="22527"/>
                  </a:lnTo>
                  <a:cubicBezTo>
                    <a:pt x="-10" y="21342"/>
                    <a:pt x="309" y="20178"/>
                    <a:pt x="921" y="19174"/>
                  </a:cubicBezTo>
                  <a:cubicBezTo>
                    <a:pt x="11596" y="7006"/>
                    <a:pt x="26777" y="42"/>
                    <a:pt x="42718" y="0"/>
                  </a:cubicBezTo>
                  <a:cubicBezTo>
                    <a:pt x="64432" y="0"/>
                    <a:pt x="85738" y="13411"/>
                    <a:pt x="85738" y="23574"/>
                  </a:cubicBezTo>
                  <a:lnTo>
                    <a:pt x="85738" y="34052"/>
                  </a:lnTo>
                  <a:cubicBezTo>
                    <a:pt x="85855" y="46946"/>
                    <a:pt x="82916" y="59677"/>
                    <a:pt x="77174" y="71142"/>
                  </a:cubicBezTo>
                  <a:cubicBezTo>
                    <a:pt x="71510" y="85721"/>
                    <a:pt x="57984" y="95469"/>
                    <a:pt x="42718" y="95974"/>
                  </a:cubicBezTo>
                  <a:close/>
                  <a:moveTo>
                    <a:pt x="12339" y="24832"/>
                  </a:moveTo>
                  <a:lnTo>
                    <a:pt x="12339" y="34576"/>
                  </a:lnTo>
                  <a:cubicBezTo>
                    <a:pt x="12145" y="45499"/>
                    <a:pt x="14598" y="56301"/>
                    <a:pt x="19475" y="66008"/>
                  </a:cubicBezTo>
                  <a:cubicBezTo>
                    <a:pt x="25795" y="78267"/>
                    <a:pt x="33339" y="84239"/>
                    <a:pt x="42718" y="84030"/>
                  </a:cubicBezTo>
                  <a:cubicBezTo>
                    <a:pt x="52096" y="83820"/>
                    <a:pt x="59946" y="78267"/>
                    <a:pt x="66267" y="66008"/>
                  </a:cubicBezTo>
                  <a:cubicBezTo>
                    <a:pt x="71131" y="56296"/>
                    <a:pt x="73583" y="45498"/>
                    <a:pt x="73403" y="34576"/>
                  </a:cubicBezTo>
                  <a:lnTo>
                    <a:pt x="73403" y="24727"/>
                  </a:lnTo>
                  <a:cubicBezTo>
                    <a:pt x="64993" y="17000"/>
                    <a:pt x="54099" y="12746"/>
                    <a:pt x="42820" y="12783"/>
                  </a:cubicBezTo>
                  <a:cubicBezTo>
                    <a:pt x="31610" y="13059"/>
                    <a:pt x="20839" y="17316"/>
                    <a:pt x="12339" y="248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6267705" y="2209953"/>
              <a:ext cx="39901" cy="43652"/>
            </a:xfrm>
            <a:custGeom>
              <a:avLst/>
              <a:gdLst/>
              <a:ahLst/>
              <a:cxnLst/>
              <a:rect l="l" t="t" r="r" b="b"/>
              <a:pathLst>
                <a:path w="39901" h="43652" extrusionOk="0">
                  <a:moveTo>
                    <a:pt x="20390" y="43652"/>
                  </a:moveTo>
                  <a:cubicBezTo>
                    <a:pt x="9074" y="43652"/>
                    <a:pt x="1" y="36842"/>
                    <a:pt x="1" y="28041"/>
                  </a:cubicBezTo>
                  <a:lnTo>
                    <a:pt x="1" y="6352"/>
                  </a:lnTo>
                  <a:cubicBezTo>
                    <a:pt x="-44" y="4093"/>
                    <a:pt x="1134" y="1995"/>
                    <a:pt x="3060" y="904"/>
                  </a:cubicBezTo>
                  <a:cubicBezTo>
                    <a:pt x="5003" y="-301"/>
                    <a:pt x="7436" y="-301"/>
                    <a:pt x="9380" y="904"/>
                  </a:cubicBezTo>
                  <a:cubicBezTo>
                    <a:pt x="12435" y="2853"/>
                    <a:pt x="15980" y="3837"/>
                    <a:pt x="19574" y="3733"/>
                  </a:cubicBezTo>
                  <a:cubicBezTo>
                    <a:pt x="23405" y="3946"/>
                    <a:pt x="27208" y="2959"/>
                    <a:pt x="30482" y="904"/>
                  </a:cubicBezTo>
                  <a:cubicBezTo>
                    <a:pt x="33440" y="-891"/>
                    <a:pt x="37253" y="118"/>
                    <a:pt x="38999" y="3157"/>
                  </a:cubicBezTo>
                  <a:cubicBezTo>
                    <a:pt x="39538" y="4095"/>
                    <a:pt x="39835" y="5159"/>
                    <a:pt x="39861" y="6248"/>
                  </a:cubicBezTo>
                  <a:lnTo>
                    <a:pt x="39861" y="27936"/>
                  </a:lnTo>
                  <a:cubicBezTo>
                    <a:pt x="40575" y="36947"/>
                    <a:pt x="31706" y="43652"/>
                    <a:pt x="20390" y="43652"/>
                  </a:cubicBezTo>
                  <a:close/>
                  <a:moveTo>
                    <a:pt x="12642" y="15992"/>
                  </a:moveTo>
                  <a:lnTo>
                    <a:pt x="12642" y="28250"/>
                  </a:lnTo>
                  <a:cubicBezTo>
                    <a:pt x="14636" y="30421"/>
                    <a:pt x="17503" y="31506"/>
                    <a:pt x="20390" y="31184"/>
                  </a:cubicBezTo>
                  <a:cubicBezTo>
                    <a:pt x="23305" y="31491"/>
                    <a:pt x="26197" y="30410"/>
                    <a:pt x="28240" y="28250"/>
                  </a:cubicBezTo>
                  <a:lnTo>
                    <a:pt x="28240" y="15992"/>
                  </a:lnTo>
                  <a:cubicBezTo>
                    <a:pt x="23097" y="17109"/>
                    <a:pt x="17785" y="17109"/>
                    <a:pt x="12642" y="159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6200832" y="2223849"/>
              <a:ext cx="170871" cy="106885"/>
            </a:xfrm>
            <a:custGeom>
              <a:avLst/>
              <a:gdLst/>
              <a:ahLst/>
              <a:cxnLst/>
              <a:rect l="l" t="t" r="r" b="b"/>
              <a:pathLst>
                <a:path w="170871" h="106885" extrusionOk="0">
                  <a:moveTo>
                    <a:pt x="164333" y="106871"/>
                  </a:moveTo>
                  <a:lnTo>
                    <a:pt x="6117" y="106871"/>
                  </a:lnTo>
                  <a:cubicBezTo>
                    <a:pt x="2738" y="106871"/>
                    <a:pt x="0" y="104056"/>
                    <a:pt x="0" y="100584"/>
                  </a:cubicBezTo>
                  <a:lnTo>
                    <a:pt x="0" y="50397"/>
                  </a:lnTo>
                  <a:cubicBezTo>
                    <a:pt x="56" y="22587"/>
                    <a:pt x="21977" y="58"/>
                    <a:pt x="49035" y="0"/>
                  </a:cubicBezTo>
                  <a:lnTo>
                    <a:pt x="73399" y="0"/>
                  </a:lnTo>
                  <a:cubicBezTo>
                    <a:pt x="76834" y="0"/>
                    <a:pt x="79618" y="2861"/>
                    <a:pt x="79618" y="6391"/>
                  </a:cubicBezTo>
                  <a:lnTo>
                    <a:pt x="79618" y="14145"/>
                  </a:lnTo>
                  <a:cubicBezTo>
                    <a:pt x="81611" y="16315"/>
                    <a:pt x="84478" y="17401"/>
                    <a:pt x="87365" y="17078"/>
                  </a:cubicBezTo>
                  <a:cubicBezTo>
                    <a:pt x="90281" y="17386"/>
                    <a:pt x="93173" y="16305"/>
                    <a:pt x="95215" y="14145"/>
                  </a:cubicBezTo>
                  <a:lnTo>
                    <a:pt x="95215" y="6391"/>
                  </a:lnTo>
                  <a:cubicBezTo>
                    <a:pt x="95215" y="2861"/>
                    <a:pt x="97999" y="0"/>
                    <a:pt x="101434" y="0"/>
                  </a:cubicBezTo>
                  <a:lnTo>
                    <a:pt x="121822" y="0"/>
                  </a:lnTo>
                  <a:cubicBezTo>
                    <a:pt x="148880" y="58"/>
                    <a:pt x="170801" y="22587"/>
                    <a:pt x="170857" y="50397"/>
                  </a:cubicBezTo>
                  <a:lnTo>
                    <a:pt x="170857" y="100165"/>
                  </a:lnTo>
                  <a:cubicBezTo>
                    <a:pt x="171090" y="103629"/>
                    <a:pt x="168547" y="106631"/>
                    <a:pt x="165177" y="106871"/>
                  </a:cubicBezTo>
                  <a:cubicBezTo>
                    <a:pt x="164896" y="106891"/>
                    <a:pt x="164614" y="106891"/>
                    <a:pt x="164333" y="106871"/>
                  </a:cubicBezTo>
                  <a:close/>
                  <a:moveTo>
                    <a:pt x="12233" y="93774"/>
                  </a:moveTo>
                  <a:lnTo>
                    <a:pt x="158216" y="93774"/>
                  </a:lnTo>
                  <a:lnTo>
                    <a:pt x="158216" y="50397"/>
                  </a:lnTo>
                  <a:cubicBezTo>
                    <a:pt x="158160" y="29589"/>
                    <a:pt x="141762" y="12735"/>
                    <a:pt x="121516" y="12678"/>
                  </a:cubicBezTo>
                  <a:lnTo>
                    <a:pt x="107448" y="12678"/>
                  </a:lnTo>
                  <a:lnTo>
                    <a:pt x="107448" y="14145"/>
                  </a:lnTo>
                  <a:cubicBezTo>
                    <a:pt x="107448" y="22946"/>
                    <a:pt x="98579" y="29756"/>
                    <a:pt x="87060" y="29756"/>
                  </a:cubicBezTo>
                  <a:cubicBezTo>
                    <a:pt x="75540" y="29756"/>
                    <a:pt x="66671" y="22946"/>
                    <a:pt x="66671" y="14145"/>
                  </a:cubicBezTo>
                  <a:lnTo>
                    <a:pt x="66671" y="12573"/>
                  </a:lnTo>
                  <a:lnTo>
                    <a:pt x="49035" y="12573"/>
                  </a:lnTo>
                  <a:cubicBezTo>
                    <a:pt x="28766" y="12573"/>
                    <a:pt x="12335" y="29460"/>
                    <a:pt x="12335" y="502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6436729" y="2287949"/>
              <a:ext cx="12349" cy="42771"/>
            </a:xfrm>
            <a:custGeom>
              <a:avLst/>
              <a:gdLst/>
              <a:ahLst/>
              <a:cxnLst/>
              <a:rect l="l" t="t" r="r" b="b"/>
              <a:pathLst>
                <a:path w="12349" h="42771" extrusionOk="0">
                  <a:moveTo>
                    <a:pt x="6117" y="42770"/>
                  </a:moveTo>
                  <a:cubicBezTo>
                    <a:pt x="2739" y="42770"/>
                    <a:pt x="0" y="39956"/>
                    <a:pt x="0" y="36484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36065"/>
                  </a:lnTo>
                  <a:cubicBezTo>
                    <a:pt x="12561" y="39529"/>
                    <a:pt x="10012" y="42525"/>
                    <a:pt x="6641" y="42758"/>
                  </a:cubicBezTo>
                  <a:cubicBezTo>
                    <a:pt x="6467" y="42770"/>
                    <a:pt x="6292" y="42774"/>
                    <a:pt x="6117" y="427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6373214" y="2169576"/>
              <a:ext cx="70246" cy="78790"/>
            </a:xfrm>
            <a:custGeom>
              <a:avLst/>
              <a:gdLst/>
              <a:ahLst/>
              <a:cxnLst/>
              <a:rect l="l" t="t" r="r" b="b"/>
              <a:pathLst>
                <a:path w="70246" h="78790" extrusionOk="0">
                  <a:moveTo>
                    <a:pt x="35684" y="78791"/>
                  </a:moveTo>
                  <a:lnTo>
                    <a:pt x="34970" y="78791"/>
                  </a:lnTo>
                  <a:cubicBezTo>
                    <a:pt x="22422" y="78590"/>
                    <a:pt x="11267" y="70531"/>
                    <a:pt x="6834" y="58464"/>
                  </a:cubicBezTo>
                  <a:cubicBezTo>
                    <a:pt x="2236" y="49227"/>
                    <a:pt x="-108" y="38979"/>
                    <a:pt x="4" y="28604"/>
                  </a:cubicBezTo>
                  <a:lnTo>
                    <a:pt x="4" y="19174"/>
                  </a:lnTo>
                  <a:cubicBezTo>
                    <a:pt x="-9" y="17989"/>
                    <a:pt x="309" y="16825"/>
                    <a:pt x="921" y="15821"/>
                  </a:cubicBezTo>
                  <a:cubicBezTo>
                    <a:pt x="9564" y="5809"/>
                    <a:pt x="21948" y="55"/>
                    <a:pt x="34970" y="0"/>
                  </a:cubicBezTo>
                  <a:cubicBezTo>
                    <a:pt x="51485" y="0"/>
                    <a:pt x="70243" y="10478"/>
                    <a:pt x="70243" y="20012"/>
                  </a:cubicBezTo>
                  <a:lnTo>
                    <a:pt x="70243" y="28604"/>
                  </a:lnTo>
                  <a:cubicBezTo>
                    <a:pt x="70354" y="38979"/>
                    <a:pt x="68010" y="49227"/>
                    <a:pt x="63413" y="58464"/>
                  </a:cubicBezTo>
                  <a:cubicBezTo>
                    <a:pt x="58902" y="70286"/>
                    <a:pt x="48028" y="78257"/>
                    <a:pt x="35684" y="78791"/>
                  </a:cubicBezTo>
                  <a:close/>
                  <a:moveTo>
                    <a:pt x="34970" y="66113"/>
                  </a:moveTo>
                  <a:cubicBezTo>
                    <a:pt x="42004" y="66113"/>
                    <a:pt x="47713" y="61712"/>
                    <a:pt x="52505" y="52492"/>
                  </a:cubicBezTo>
                  <a:cubicBezTo>
                    <a:pt x="56119" y="45081"/>
                    <a:pt x="57971" y="36894"/>
                    <a:pt x="57908" y="28604"/>
                  </a:cubicBezTo>
                  <a:lnTo>
                    <a:pt x="57908" y="21269"/>
                  </a:lnTo>
                  <a:cubicBezTo>
                    <a:pt x="51514" y="15666"/>
                    <a:pt x="43372" y="12616"/>
                    <a:pt x="34970" y="12678"/>
                  </a:cubicBezTo>
                  <a:cubicBezTo>
                    <a:pt x="26679" y="12914"/>
                    <a:pt x="18706" y="16014"/>
                    <a:pt x="12339" y="21479"/>
                  </a:cubicBezTo>
                  <a:lnTo>
                    <a:pt x="12339" y="28604"/>
                  </a:lnTo>
                  <a:cubicBezTo>
                    <a:pt x="12275" y="36894"/>
                    <a:pt x="14127" y="45081"/>
                    <a:pt x="17742" y="52492"/>
                  </a:cubicBezTo>
                  <a:cubicBezTo>
                    <a:pt x="22533" y="61712"/>
                    <a:pt x="28344" y="66846"/>
                    <a:pt x="34970" y="66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6391160" y="2232584"/>
              <a:ext cx="34355" cy="37274"/>
            </a:xfrm>
            <a:custGeom>
              <a:avLst/>
              <a:gdLst/>
              <a:ahLst/>
              <a:cxnLst/>
              <a:rect l="l" t="t" r="r" b="b"/>
              <a:pathLst>
                <a:path w="34355" h="37274" extrusionOk="0">
                  <a:moveTo>
                    <a:pt x="17229" y="37156"/>
                  </a:moveTo>
                  <a:cubicBezTo>
                    <a:pt x="7544" y="37156"/>
                    <a:pt x="0" y="31184"/>
                    <a:pt x="0" y="23535"/>
                  </a:cubicBezTo>
                  <a:lnTo>
                    <a:pt x="0" y="6352"/>
                  </a:lnTo>
                  <a:cubicBezTo>
                    <a:pt x="-23" y="4099"/>
                    <a:pt x="1149" y="2012"/>
                    <a:pt x="3059" y="904"/>
                  </a:cubicBezTo>
                  <a:cubicBezTo>
                    <a:pt x="5002" y="-301"/>
                    <a:pt x="7436" y="-301"/>
                    <a:pt x="9379" y="904"/>
                  </a:cubicBezTo>
                  <a:cubicBezTo>
                    <a:pt x="11680" y="2340"/>
                    <a:pt x="14334" y="3067"/>
                    <a:pt x="17025" y="3000"/>
                  </a:cubicBezTo>
                  <a:cubicBezTo>
                    <a:pt x="19815" y="3092"/>
                    <a:pt x="22574" y="2366"/>
                    <a:pt x="24976" y="904"/>
                  </a:cubicBezTo>
                  <a:cubicBezTo>
                    <a:pt x="26920" y="-301"/>
                    <a:pt x="29353" y="-301"/>
                    <a:pt x="31297" y="904"/>
                  </a:cubicBezTo>
                  <a:cubicBezTo>
                    <a:pt x="33206" y="2012"/>
                    <a:pt x="34378" y="4099"/>
                    <a:pt x="34355" y="6352"/>
                  </a:cubicBezTo>
                  <a:lnTo>
                    <a:pt x="34355" y="23535"/>
                  </a:lnTo>
                  <a:cubicBezTo>
                    <a:pt x="33244" y="32133"/>
                    <a:pt x="25605" y="38208"/>
                    <a:pt x="17229" y="37156"/>
                  </a:cubicBezTo>
                  <a:close/>
                  <a:moveTo>
                    <a:pt x="12335" y="23012"/>
                  </a:moveTo>
                  <a:cubicBezTo>
                    <a:pt x="13744" y="24086"/>
                    <a:pt x="15480" y="24606"/>
                    <a:pt x="17229" y="24478"/>
                  </a:cubicBezTo>
                  <a:cubicBezTo>
                    <a:pt x="18945" y="24590"/>
                    <a:pt x="20643" y="24070"/>
                    <a:pt x="22020" y="23012"/>
                  </a:cubicBezTo>
                  <a:lnTo>
                    <a:pt x="22020" y="15468"/>
                  </a:lnTo>
                  <a:cubicBezTo>
                    <a:pt x="20425" y="15575"/>
                    <a:pt x="18824" y="15575"/>
                    <a:pt x="17229" y="15468"/>
                  </a:cubicBezTo>
                  <a:cubicBezTo>
                    <a:pt x="15599" y="15578"/>
                    <a:pt x="13965" y="15578"/>
                    <a:pt x="12335" y="15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6371893" y="2243547"/>
              <a:ext cx="103486" cy="87225"/>
            </a:xfrm>
            <a:custGeom>
              <a:avLst/>
              <a:gdLst/>
              <a:ahLst/>
              <a:cxnLst/>
              <a:rect l="l" t="t" r="r" b="b"/>
              <a:pathLst>
                <a:path w="103486" h="87225" extrusionOk="0">
                  <a:moveTo>
                    <a:pt x="97254" y="87173"/>
                  </a:moveTo>
                  <a:lnTo>
                    <a:pt x="15699" y="87173"/>
                  </a:lnTo>
                  <a:cubicBezTo>
                    <a:pt x="12293" y="87624"/>
                    <a:pt x="9176" y="85151"/>
                    <a:pt x="8737" y="81651"/>
                  </a:cubicBezTo>
                  <a:cubicBezTo>
                    <a:pt x="8298" y="78150"/>
                    <a:pt x="10704" y="74946"/>
                    <a:pt x="14110" y="74495"/>
                  </a:cubicBezTo>
                  <a:cubicBezTo>
                    <a:pt x="14638" y="74425"/>
                    <a:pt x="15172" y="74425"/>
                    <a:pt x="15699" y="74495"/>
                  </a:cubicBezTo>
                  <a:lnTo>
                    <a:pt x="91035" y="74495"/>
                  </a:lnTo>
                  <a:lnTo>
                    <a:pt x="91035" y="41177"/>
                  </a:lnTo>
                  <a:cubicBezTo>
                    <a:pt x="91035" y="25495"/>
                    <a:pt x="78666" y="12783"/>
                    <a:pt x="63409" y="12783"/>
                  </a:cubicBezTo>
                  <a:lnTo>
                    <a:pt x="53214" y="12783"/>
                  </a:lnTo>
                  <a:cubicBezTo>
                    <a:pt x="52003" y="21295"/>
                    <a:pt x="44395" y="27253"/>
                    <a:pt x="36088" y="26194"/>
                  </a:cubicBezTo>
                  <a:cubicBezTo>
                    <a:pt x="26505" y="26194"/>
                    <a:pt x="18961" y="20326"/>
                    <a:pt x="18860" y="12783"/>
                  </a:cubicBezTo>
                  <a:lnTo>
                    <a:pt x="6219" y="12783"/>
                  </a:lnTo>
                  <a:cubicBezTo>
                    <a:pt x="2784" y="12783"/>
                    <a:pt x="0" y="9921"/>
                    <a:pt x="0" y="6391"/>
                  </a:cubicBezTo>
                  <a:cubicBezTo>
                    <a:pt x="0" y="2861"/>
                    <a:pt x="2784" y="0"/>
                    <a:pt x="6219" y="0"/>
                  </a:cubicBezTo>
                  <a:lnTo>
                    <a:pt x="25384" y="0"/>
                  </a:lnTo>
                  <a:cubicBezTo>
                    <a:pt x="28818" y="0"/>
                    <a:pt x="31602" y="2861"/>
                    <a:pt x="31602" y="6391"/>
                  </a:cubicBezTo>
                  <a:lnTo>
                    <a:pt x="31602" y="12049"/>
                  </a:lnTo>
                  <a:cubicBezTo>
                    <a:pt x="33011" y="13123"/>
                    <a:pt x="34746" y="13644"/>
                    <a:pt x="36496" y="13516"/>
                  </a:cubicBezTo>
                  <a:cubicBezTo>
                    <a:pt x="38212" y="13627"/>
                    <a:pt x="39910" y="13107"/>
                    <a:pt x="41287" y="12049"/>
                  </a:cubicBezTo>
                  <a:lnTo>
                    <a:pt x="41287" y="6391"/>
                  </a:lnTo>
                  <a:cubicBezTo>
                    <a:pt x="41287" y="2862"/>
                    <a:pt x="44071" y="0"/>
                    <a:pt x="47506" y="0"/>
                  </a:cubicBezTo>
                  <a:lnTo>
                    <a:pt x="63409" y="0"/>
                  </a:lnTo>
                  <a:cubicBezTo>
                    <a:pt x="85512" y="58"/>
                    <a:pt x="103416" y="18459"/>
                    <a:pt x="103472" y="41177"/>
                  </a:cubicBezTo>
                  <a:lnTo>
                    <a:pt x="103472" y="80467"/>
                  </a:lnTo>
                  <a:cubicBezTo>
                    <a:pt x="103698" y="83931"/>
                    <a:pt x="101149" y="86928"/>
                    <a:pt x="97778" y="87160"/>
                  </a:cubicBezTo>
                  <a:cubicBezTo>
                    <a:pt x="97604" y="87172"/>
                    <a:pt x="97429" y="87176"/>
                    <a:pt x="97254" y="871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6127229" y="2287949"/>
              <a:ext cx="12348" cy="42771"/>
            </a:xfrm>
            <a:custGeom>
              <a:avLst/>
              <a:gdLst/>
              <a:ahLst/>
              <a:cxnLst/>
              <a:rect l="l" t="t" r="r" b="b"/>
              <a:pathLst>
                <a:path w="12348" h="42771" extrusionOk="0">
                  <a:moveTo>
                    <a:pt x="6219" y="42770"/>
                  </a:moveTo>
                  <a:cubicBezTo>
                    <a:pt x="2841" y="42828"/>
                    <a:pt x="57" y="40061"/>
                    <a:pt x="1" y="36590"/>
                  </a:cubicBezTo>
                  <a:cubicBezTo>
                    <a:pt x="0" y="36554"/>
                    <a:pt x="0" y="36519"/>
                    <a:pt x="0" y="36484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36065"/>
                  </a:lnTo>
                  <a:cubicBezTo>
                    <a:pt x="12560" y="39529"/>
                    <a:pt x="10011" y="42525"/>
                    <a:pt x="6640" y="42756"/>
                  </a:cubicBezTo>
                  <a:cubicBezTo>
                    <a:pt x="6500" y="42766"/>
                    <a:pt x="6359" y="42771"/>
                    <a:pt x="6219" y="427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6132832" y="2169576"/>
              <a:ext cx="70247" cy="78790"/>
            </a:xfrm>
            <a:custGeom>
              <a:avLst/>
              <a:gdLst/>
              <a:ahLst/>
              <a:cxnLst/>
              <a:rect l="l" t="t" r="r" b="b"/>
              <a:pathLst>
                <a:path w="70247" h="78790" extrusionOk="0">
                  <a:moveTo>
                    <a:pt x="34155" y="78791"/>
                  </a:moveTo>
                  <a:cubicBezTo>
                    <a:pt x="21962" y="78096"/>
                    <a:pt x="11285" y="70152"/>
                    <a:pt x="6834" y="58464"/>
                  </a:cubicBezTo>
                  <a:cubicBezTo>
                    <a:pt x="2236" y="49227"/>
                    <a:pt x="-108" y="38979"/>
                    <a:pt x="4" y="28604"/>
                  </a:cubicBezTo>
                  <a:lnTo>
                    <a:pt x="4" y="20012"/>
                  </a:lnTo>
                  <a:cubicBezTo>
                    <a:pt x="4" y="10687"/>
                    <a:pt x="18761" y="0"/>
                    <a:pt x="35276" y="0"/>
                  </a:cubicBezTo>
                  <a:cubicBezTo>
                    <a:pt x="48299" y="55"/>
                    <a:pt x="60682" y="5809"/>
                    <a:pt x="69325" y="15821"/>
                  </a:cubicBezTo>
                  <a:cubicBezTo>
                    <a:pt x="69922" y="16832"/>
                    <a:pt x="70240" y="17991"/>
                    <a:pt x="70243" y="19174"/>
                  </a:cubicBezTo>
                  <a:lnTo>
                    <a:pt x="70243" y="28604"/>
                  </a:lnTo>
                  <a:cubicBezTo>
                    <a:pt x="70368" y="38993"/>
                    <a:pt x="67987" y="49253"/>
                    <a:pt x="63311" y="58464"/>
                  </a:cubicBezTo>
                  <a:cubicBezTo>
                    <a:pt x="58851" y="70602"/>
                    <a:pt x="47593" y="78676"/>
                    <a:pt x="34970" y="78791"/>
                  </a:cubicBezTo>
                  <a:close/>
                  <a:moveTo>
                    <a:pt x="34970" y="66113"/>
                  </a:moveTo>
                  <a:cubicBezTo>
                    <a:pt x="42004" y="66113"/>
                    <a:pt x="47713" y="61712"/>
                    <a:pt x="52403" y="52492"/>
                  </a:cubicBezTo>
                  <a:cubicBezTo>
                    <a:pt x="56106" y="45110"/>
                    <a:pt x="57996" y="36909"/>
                    <a:pt x="57908" y="28604"/>
                  </a:cubicBezTo>
                  <a:lnTo>
                    <a:pt x="57908" y="21479"/>
                  </a:lnTo>
                  <a:cubicBezTo>
                    <a:pt x="51513" y="16064"/>
                    <a:pt x="43557" y="12970"/>
                    <a:pt x="35276" y="12678"/>
                  </a:cubicBezTo>
                  <a:cubicBezTo>
                    <a:pt x="26874" y="12616"/>
                    <a:pt x="18732" y="15666"/>
                    <a:pt x="12339" y="21269"/>
                  </a:cubicBezTo>
                  <a:lnTo>
                    <a:pt x="12339" y="28604"/>
                  </a:lnTo>
                  <a:cubicBezTo>
                    <a:pt x="12215" y="36900"/>
                    <a:pt x="14070" y="45102"/>
                    <a:pt x="17742" y="52492"/>
                  </a:cubicBezTo>
                  <a:cubicBezTo>
                    <a:pt x="22533" y="61712"/>
                    <a:pt x="28446" y="66846"/>
                    <a:pt x="34970" y="66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6150676" y="2232580"/>
              <a:ext cx="34456" cy="37279"/>
            </a:xfrm>
            <a:custGeom>
              <a:avLst/>
              <a:gdLst/>
              <a:ahLst/>
              <a:cxnLst/>
              <a:rect l="l" t="t" r="r" b="b"/>
              <a:pathLst>
                <a:path w="34456" h="37279" extrusionOk="0">
                  <a:moveTo>
                    <a:pt x="17228" y="37160"/>
                  </a:moveTo>
                  <a:cubicBezTo>
                    <a:pt x="8831" y="38215"/>
                    <a:pt x="1162" y="32152"/>
                    <a:pt x="0" y="23539"/>
                  </a:cubicBezTo>
                  <a:lnTo>
                    <a:pt x="0" y="6356"/>
                  </a:lnTo>
                  <a:cubicBezTo>
                    <a:pt x="19" y="4087"/>
                    <a:pt x="1227" y="2005"/>
                    <a:pt x="3160" y="908"/>
                  </a:cubicBezTo>
                  <a:cubicBezTo>
                    <a:pt x="5066" y="-303"/>
                    <a:pt x="7473" y="-303"/>
                    <a:pt x="9379" y="908"/>
                  </a:cubicBezTo>
                  <a:cubicBezTo>
                    <a:pt x="11722" y="2331"/>
                    <a:pt x="14405" y="3057"/>
                    <a:pt x="17126" y="3004"/>
                  </a:cubicBezTo>
                  <a:cubicBezTo>
                    <a:pt x="19918" y="3108"/>
                    <a:pt x="22680" y="2381"/>
                    <a:pt x="25078" y="908"/>
                  </a:cubicBezTo>
                  <a:cubicBezTo>
                    <a:pt x="28035" y="-887"/>
                    <a:pt x="31848" y="122"/>
                    <a:pt x="33595" y="3161"/>
                  </a:cubicBezTo>
                  <a:cubicBezTo>
                    <a:pt x="34134" y="4099"/>
                    <a:pt x="34430" y="5163"/>
                    <a:pt x="34457" y="6252"/>
                  </a:cubicBezTo>
                  <a:lnTo>
                    <a:pt x="34457" y="23435"/>
                  </a:lnTo>
                  <a:cubicBezTo>
                    <a:pt x="34457" y="31188"/>
                    <a:pt x="26913" y="37160"/>
                    <a:pt x="17228" y="37160"/>
                  </a:cubicBezTo>
                  <a:close/>
                  <a:moveTo>
                    <a:pt x="12437" y="23016"/>
                  </a:moveTo>
                  <a:cubicBezTo>
                    <a:pt x="13814" y="24074"/>
                    <a:pt x="15512" y="24594"/>
                    <a:pt x="17228" y="24482"/>
                  </a:cubicBezTo>
                  <a:cubicBezTo>
                    <a:pt x="18978" y="24610"/>
                    <a:pt x="20713" y="24090"/>
                    <a:pt x="22122" y="23016"/>
                  </a:cubicBezTo>
                  <a:lnTo>
                    <a:pt x="22122" y="15472"/>
                  </a:lnTo>
                  <a:cubicBezTo>
                    <a:pt x="20492" y="15576"/>
                    <a:pt x="18858" y="15576"/>
                    <a:pt x="17228" y="15472"/>
                  </a:cubicBezTo>
                  <a:cubicBezTo>
                    <a:pt x="15633" y="15579"/>
                    <a:pt x="14032" y="15579"/>
                    <a:pt x="12437" y="15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6100826" y="2243547"/>
              <a:ext cx="103574" cy="87173"/>
            </a:xfrm>
            <a:custGeom>
              <a:avLst/>
              <a:gdLst/>
              <a:ahLst/>
              <a:cxnLst/>
              <a:rect l="l" t="t" r="r" b="b"/>
              <a:pathLst>
                <a:path w="103574" h="87173" extrusionOk="0">
                  <a:moveTo>
                    <a:pt x="87773" y="87173"/>
                  </a:moveTo>
                  <a:lnTo>
                    <a:pt x="6219" y="87173"/>
                  </a:lnTo>
                  <a:cubicBezTo>
                    <a:pt x="2841" y="87231"/>
                    <a:pt x="57" y="84463"/>
                    <a:pt x="1" y="80992"/>
                  </a:cubicBezTo>
                  <a:cubicBezTo>
                    <a:pt x="0" y="80957"/>
                    <a:pt x="0" y="80922"/>
                    <a:pt x="0" y="80886"/>
                  </a:cubicBezTo>
                  <a:lnTo>
                    <a:pt x="0" y="41177"/>
                  </a:lnTo>
                  <a:cubicBezTo>
                    <a:pt x="56" y="18459"/>
                    <a:pt x="17960" y="58"/>
                    <a:pt x="40064" y="0"/>
                  </a:cubicBezTo>
                  <a:lnTo>
                    <a:pt x="56069" y="0"/>
                  </a:lnTo>
                  <a:cubicBezTo>
                    <a:pt x="59480" y="56"/>
                    <a:pt x="62233" y="2885"/>
                    <a:pt x="62287" y="6391"/>
                  </a:cubicBezTo>
                  <a:lnTo>
                    <a:pt x="62287" y="12049"/>
                  </a:lnTo>
                  <a:cubicBezTo>
                    <a:pt x="63664" y="13107"/>
                    <a:pt x="65363" y="13627"/>
                    <a:pt x="67079" y="13516"/>
                  </a:cubicBezTo>
                  <a:cubicBezTo>
                    <a:pt x="68828" y="13643"/>
                    <a:pt x="70564" y="13123"/>
                    <a:pt x="71972" y="12049"/>
                  </a:cubicBezTo>
                  <a:lnTo>
                    <a:pt x="71972" y="6391"/>
                  </a:lnTo>
                  <a:cubicBezTo>
                    <a:pt x="71972" y="2861"/>
                    <a:pt x="74756" y="0"/>
                    <a:pt x="78190" y="0"/>
                  </a:cubicBezTo>
                  <a:lnTo>
                    <a:pt x="97356" y="0"/>
                  </a:lnTo>
                  <a:cubicBezTo>
                    <a:pt x="100790" y="0"/>
                    <a:pt x="103574" y="2861"/>
                    <a:pt x="103574" y="6391"/>
                  </a:cubicBezTo>
                  <a:cubicBezTo>
                    <a:pt x="103574" y="9921"/>
                    <a:pt x="100790" y="12783"/>
                    <a:pt x="97356" y="12783"/>
                  </a:cubicBezTo>
                  <a:lnTo>
                    <a:pt x="84307" y="12783"/>
                  </a:lnTo>
                  <a:cubicBezTo>
                    <a:pt x="84307" y="20326"/>
                    <a:pt x="76661" y="26194"/>
                    <a:pt x="67079" y="26194"/>
                  </a:cubicBezTo>
                  <a:cubicBezTo>
                    <a:pt x="58765" y="27200"/>
                    <a:pt x="51161" y="21280"/>
                    <a:pt x="49850" y="12783"/>
                  </a:cubicBezTo>
                  <a:lnTo>
                    <a:pt x="40166" y="12783"/>
                  </a:lnTo>
                  <a:cubicBezTo>
                    <a:pt x="24908" y="12725"/>
                    <a:pt x="12494" y="25390"/>
                    <a:pt x="12437" y="41072"/>
                  </a:cubicBezTo>
                  <a:cubicBezTo>
                    <a:pt x="12437" y="41107"/>
                    <a:pt x="12437" y="41142"/>
                    <a:pt x="12437" y="41177"/>
                  </a:cubicBezTo>
                  <a:lnTo>
                    <a:pt x="12437" y="74076"/>
                  </a:lnTo>
                  <a:lnTo>
                    <a:pt x="87773" y="74076"/>
                  </a:lnTo>
                  <a:cubicBezTo>
                    <a:pt x="91292" y="74076"/>
                    <a:pt x="94145" y="77008"/>
                    <a:pt x="94145" y="80624"/>
                  </a:cubicBezTo>
                  <a:cubicBezTo>
                    <a:pt x="94145" y="84241"/>
                    <a:pt x="91292" y="87173"/>
                    <a:pt x="87773" y="871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6281979" y="2087514"/>
              <a:ext cx="12335" cy="35750"/>
            </a:xfrm>
            <a:custGeom>
              <a:avLst/>
              <a:gdLst/>
              <a:ahLst/>
              <a:cxnLst/>
              <a:rect l="l" t="t" r="r" b="b"/>
              <a:pathLst>
                <a:path w="12335" h="35750" extrusionOk="0">
                  <a:moveTo>
                    <a:pt x="6117" y="35751"/>
                  </a:moveTo>
                  <a:cubicBezTo>
                    <a:pt x="2722" y="35693"/>
                    <a:pt x="0" y="32849"/>
                    <a:pt x="0" y="29359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29359"/>
                  </a:lnTo>
                  <a:cubicBezTo>
                    <a:pt x="12335" y="32889"/>
                    <a:pt x="9551" y="35751"/>
                    <a:pt x="6117" y="35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344862" y="2087089"/>
              <a:ext cx="65839" cy="76619"/>
            </a:xfrm>
            <a:custGeom>
              <a:avLst/>
              <a:gdLst/>
              <a:ahLst/>
              <a:cxnLst/>
              <a:rect l="l" t="t" r="r" b="b"/>
              <a:pathLst>
                <a:path w="65839" h="76619" extrusionOk="0">
                  <a:moveTo>
                    <a:pt x="59245" y="76619"/>
                  </a:moveTo>
                  <a:cubicBezTo>
                    <a:pt x="56228" y="76662"/>
                    <a:pt x="53631" y="74438"/>
                    <a:pt x="53128" y="71380"/>
                  </a:cubicBezTo>
                  <a:cubicBezTo>
                    <a:pt x="46706" y="34080"/>
                    <a:pt x="3686" y="12287"/>
                    <a:pt x="3176" y="12077"/>
                  </a:cubicBezTo>
                  <a:cubicBezTo>
                    <a:pt x="233" y="10418"/>
                    <a:pt x="-859" y="6630"/>
                    <a:pt x="729" y="3591"/>
                  </a:cubicBezTo>
                  <a:cubicBezTo>
                    <a:pt x="2123" y="491"/>
                    <a:pt x="5697" y="-860"/>
                    <a:pt x="8712" y="571"/>
                  </a:cubicBezTo>
                  <a:cubicBezTo>
                    <a:pt x="8770" y="599"/>
                    <a:pt x="8828" y="627"/>
                    <a:pt x="8885" y="657"/>
                  </a:cubicBezTo>
                  <a:cubicBezTo>
                    <a:pt x="10924" y="1600"/>
                    <a:pt x="58123" y="25070"/>
                    <a:pt x="65769" y="69180"/>
                  </a:cubicBezTo>
                  <a:cubicBezTo>
                    <a:pt x="66270" y="72659"/>
                    <a:pt x="64028" y="75931"/>
                    <a:pt x="60672" y="766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6165966" y="2087084"/>
              <a:ext cx="66141" cy="76624"/>
            </a:xfrm>
            <a:custGeom>
              <a:avLst/>
              <a:gdLst/>
              <a:ahLst/>
              <a:cxnLst/>
              <a:rect l="l" t="t" r="r" b="b"/>
              <a:pathLst>
                <a:path w="66141" h="76624" extrusionOk="0">
                  <a:moveTo>
                    <a:pt x="6322" y="76624"/>
                  </a:moveTo>
                  <a:lnTo>
                    <a:pt x="5098" y="76624"/>
                  </a:lnTo>
                  <a:cubicBezTo>
                    <a:pt x="1720" y="75988"/>
                    <a:pt x="-516" y="72657"/>
                    <a:pt x="103" y="69185"/>
                  </a:cubicBezTo>
                  <a:cubicBezTo>
                    <a:pt x="7749" y="25075"/>
                    <a:pt x="54949" y="1605"/>
                    <a:pt x="57293" y="662"/>
                  </a:cubicBezTo>
                  <a:cubicBezTo>
                    <a:pt x="60316" y="-887"/>
                    <a:pt x="63989" y="375"/>
                    <a:pt x="65497" y="3482"/>
                  </a:cubicBezTo>
                  <a:cubicBezTo>
                    <a:pt x="65515" y="3520"/>
                    <a:pt x="65533" y="3558"/>
                    <a:pt x="65551" y="3596"/>
                  </a:cubicBezTo>
                  <a:cubicBezTo>
                    <a:pt x="67004" y="6779"/>
                    <a:pt x="65683" y="10571"/>
                    <a:pt x="62594" y="12083"/>
                  </a:cubicBezTo>
                  <a:cubicBezTo>
                    <a:pt x="62594" y="12083"/>
                    <a:pt x="18759" y="34085"/>
                    <a:pt x="12336" y="71385"/>
                  </a:cubicBezTo>
                  <a:cubicBezTo>
                    <a:pt x="11802" y="74382"/>
                    <a:pt x="9285" y="76574"/>
                    <a:pt x="6322" y="766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6266687" y="2037245"/>
              <a:ext cx="42816" cy="44005"/>
            </a:xfrm>
            <a:custGeom>
              <a:avLst/>
              <a:gdLst/>
              <a:ahLst/>
              <a:cxnLst/>
              <a:rect l="l" t="t" r="r" b="b"/>
              <a:pathLst>
                <a:path w="42816" h="44005" extrusionOk="0">
                  <a:moveTo>
                    <a:pt x="21408" y="44006"/>
                  </a:moveTo>
                  <a:cubicBezTo>
                    <a:pt x="9585" y="44006"/>
                    <a:pt x="0" y="34155"/>
                    <a:pt x="0" y="22003"/>
                  </a:cubicBezTo>
                  <a:cubicBezTo>
                    <a:pt x="0" y="9851"/>
                    <a:pt x="9585" y="0"/>
                    <a:pt x="21408" y="0"/>
                  </a:cubicBezTo>
                  <a:cubicBezTo>
                    <a:pt x="33231" y="0"/>
                    <a:pt x="42816" y="9851"/>
                    <a:pt x="42816" y="22003"/>
                  </a:cubicBezTo>
                  <a:cubicBezTo>
                    <a:pt x="42816" y="34155"/>
                    <a:pt x="33231" y="44006"/>
                    <a:pt x="21408" y="44006"/>
                  </a:cubicBezTo>
                  <a:close/>
                  <a:moveTo>
                    <a:pt x="21408" y="12573"/>
                  </a:moveTo>
                  <a:cubicBezTo>
                    <a:pt x="16397" y="12573"/>
                    <a:pt x="12335" y="16749"/>
                    <a:pt x="12336" y="21899"/>
                  </a:cubicBezTo>
                  <a:cubicBezTo>
                    <a:pt x="12336" y="27049"/>
                    <a:pt x="16398" y="31223"/>
                    <a:pt x="21409" y="31223"/>
                  </a:cubicBezTo>
                  <a:cubicBezTo>
                    <a:pt x="26420" y="31223"/>
                    <a:pt x="30482" y="27047"/>
                    <a:pt x="30482" y="21897"/>
                  </a:cubicBezTo>
                  <a:cubicBezTo>
                    <a:pt x="30482" y="21863"/>
                    <a:pt x="30481" y="21828"/>
                    <a:pt x="30481" y="21793"/>
                  </a:cubicBezTo>
                  <a:cubicBezTo>
                    <a:pt x="30316" y="16766"/>
                    <a:pt x="26302" y="12780"/>
                    <a:pt x="21408" y="127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7" name="Google Shape;337;p24"/>
          <p:cNvSpPr txBox="1"/>
          <p:nvPr/>
        </p:nvSpPr>
        <p:spPr>
          <a:xfrm>
            <a:off x="5560386" y="5053417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4536258" y="381592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5407986" y="2450425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6968562" y="287104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7041714" y="4480393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DESIGNING WITH THE 4 + 1 VIEW </a:t>
            </a:r>
            <a:endParaRPr sz="2500" dirty="0"/>
          </a:p>
        </p:txBody>
      </p:sp>
      <p:cxnSp>
        <p:nvCxnSpPr>
          <p:cNvPr id="344" name="Google Shape;344;p24"/>
          <p:cNvCxnSpPr/>
          <p:nvPr/>
        </p:nvCxnSpPr>
        <p:spPr>
          <a:xfrm>
            <a:off x="3630411" y="247562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24"/>
          <p:cNvCxnSpPr/>
          <p:nvPr/>
        </p:nvCxnSpPr>
        <p:spPr>
          <a:xfrm>
            <a:off x="7314517" y="1901006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24"/>
          <p:cNvCxnSpPr/>
          <p:nvPr/>
        </p:nvCxnSpPr>
        <p:spPr>
          <a:xfrm>
            <a:off x="8517455" y="360368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24"/>
          <p:cNvCxnSpPr/>
          <p:nvPr/>
        </p:nvCxnSpPr>
        <p:spPr>
          <a:xfrm>
            <a:off x="7542881" y="5518019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3909657" y="4954541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BB8660E-7A7D-443B-56A4-C2E23ED6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35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4 + 1 VIEW </a:t>
            </a:r>
            <a:endParaRPr sz="2500" dirty="0"/>
          </a:p>
        </p:txBody>
      </p: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BB8660E-7A7D-443B-56A4-C2E23ED6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351E94-8913-2014-62A1-928241460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1788" y="1181559"/>
            <a:ext cx="273926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EF538E3-5DE4-5A8F-CCFB-8C3982A18BC0}"/>
              </a:ext>
            </a:extLst>
          </p:cNvPr>
          <p:cNvGrpSpPr/>
          <p:nvPr/>
        </p:nvGrpSpPr>
        <p:grpSpPr>
          <a:xfrm>
            <a:off x="3745843" y="1176528"/>
            <a:ext cx="7848602" cy="4191000"/>
            <a:chOff x="609599" y="1600200"/>
            <a:chExt cx="7848602" cy="4191000"/>
          </a:xfrm>
        </p:grpSpPr>
        <p:sp>
          <p:nvSpPr>
            <p:cNvPr id="4" name="Round Single Corner Rectangle 7">
              <a:extLst>
                <a:ext uri="{FF2B5EF4-FFF2-40B4-BE49-F238E27FC236}">
                  <a16:creationId xmlns:a16="http://schemas.microsoft.com/office/drawing/2014/main" id="{34A1B334-DA8F-C7C6-6445-4A5D28905DF1}"/>
                </a:ext>
              </a:extLst>
            </p:cNvPr>
            <p:cNvSpPr/>
            <p:nvPr/>
          </p:nvSpPr>
          <p:spPr>
            <a:xfrm rot="16200000">
              <a:off x="1578061" y="631739"/>
              <a:ext cx="1823863" cy="3760788"/>
            </a:xfrm>
            <a:prstGeom prst="round1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5" name="Round Single Corner Rectangle 4">
              <a:extLst>
                <a:ext uri="{FF2B5EF4-FFF2-40B4-BE49-F238E27FC236}">
                  <a16:creationId xmlns:a16="http://schemas.microsoft.com/office/drawing/2014/main" id="{2B5BE138-946A-3F18-6573-45FD0790A766}"/>
                </a:ext>
              </a:extLst>
            </p:cNvPr>
            <p:cNvSpPr/>
            <p:nvPr/>
          </p:nvSpPr>
          <p:spPr>
            <a:xfrm>
              <a:off x="609602" y="1600200"/>
              <a:ext cx="3760788" cy="300564"/>
            </a:xfrm>
            <a:prstGeom prst="rect">
              <a:avLst/>
            </a:prstGeom>
            <a:ln w="63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>
                  <a:solidFill>
                    <a:schemeClr val="tx1"/>
                  </a:solidFill>
                </a:rPr>
                <a:t>Logical View</a:t>
              </a:r>
            </a:p>
          </p:txBody>
        </p:sp>
        <p:sp>
          <p:nvSpPr>
            <p:cNvPr id="6" name="Round Single Corner Rectangle 9">
              <a:extLst>
                <a:ext uri="{FF2B5EF4-FFF2-40B4-BE49-F238E27FC236}">
                  <a16:creationId xmlns:a16="http://schemas.microsoft.com/office/drawing/2014/main" id="{479CE944-383A-0A4C-C794-DD9A61D0CDD4}"/>
                </a:ext>
              </a:extLst>
            </p:cNvPr>
            <p:cNvSpPr/>
            <p:nvPr/>
          </p:nvSpPr>
          <p:spPr>
            <a:xfrm>
              <a:off x="4697413" y="1600203"/>
              <a:ext cx="3760788" cy="1823860"/>
            </a:xfrm>
            <a:prstGeom prst="round1Rect">
              <a:avLst/>
            </a:prstGeom>
            <a:solidFill>
              <a:schemeClr val="bg1"/>
            </a:solidFill>
            <a:ln w="6350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7" name="Round Single Corner Rectangle 6">
              <a:extLst>
                <a:ext uri="{FF2B5EF4-FFF2-40B4-BE49-F238E27FC236}">
                  <a16:creationId xmlns:a16="http://schemas.microsoft.com/office/drawing/2014/main" id="{77F8CE05-C6D6-A925-1563-0B65D0DD1448}"/>
                </a:ext>
              </a:extLst>
            </p:cNvPr>
            <p:cNvSpPr/>
            <p:nvPr/>
          </p:nvSpPr>
          <p:spPr>
            <a:xfrm>
              <a:off x="4697413" y="1600200"/>
              <a:ext cx="3760788" cy="282572"/>
            </a:xfrm>
            <a:prstGeom prst="rect">
              <a:avLst/>
            </a:prstGeom>
            <a:ln w="63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>
                  <a:solidFill>
                    <a:schemeClr val="tx1"/>
                  </a:solidFill>
                </a:rPr>
                <a:t>Development View</a:t>
              </a:r>
            </a:p>
          </p:txBody>
        </p:sp>
        <p:sp>
          <p:nvSpPr>
            <p:cNvPr id="8" name="Round Single Corner Rectangle 11">
              <a:extLst>
                <a:ext uri="{FF2B5EF4-FFF2-40B4-BE49-F238E27FC236}">
                  <a16:creationId xmlns:a16="http://schemas.microsoft.com/office/drawing/2014/main" id="{13D13587-9821-AE6D-EFD6-26BC38182912}"/>
                </a:ext>
              </a:extLst>
            </p:cNvPr>
            <p:cNvSpPr/>
            <p:nvPr/>
          </p:nvSpPr>
          <p:spPr>
            <a:xfrm rot="10800000">
              <a:off x="609600" y="3967340"/>
              <a:ext cx="3760788" cy="1823860"/>
            </a:xfrm>
            <a:prstGeom prst="round1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9" name="Round Single Corner Rectangle 8">
              <a:extLst>
                <a:ext uri="{FF2B5EF4-FFF2-40B4-BE49-F238E27FC236}">
                  <a16:creationId xmlns:a16="http://schemas.microsoft.com/office/drawing/2014/main" id="{9D9BB02C-FF99-6318-5DAD-64A91CD1B2C6}"/>
                </a:ext>
              </a:extLst>
            </p:cNvPr>
            <p:cNvSpPr/>
            <p:nvPr/>
          </p:nvSpPr>
          <p:spPr>
            <a:xfrm>
              <a:off x="609600" y="3962400"/>
              <a:ext cx="3760788" cy="258232"/>
            </a:xfrm>
            <a:prstGeom prst="rect">
              <a:avLst/>
            </a:prstGeom>
            <a:ln w="63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>
                  <a:solidFill>
                    <a:schemeClr val="tx1"/>
                  </a:solidFill>
                </a:rPr>
                <a:t>Process View</a:t>
              </a:r>
            </a:p>
          </p:txBody>
        </p:sp>
        <p:sp>
          <p:nvSpPr>
            <p:cNvPr id="10" name="Round Single Corner Rectangle 13">
              <a:extLst>
                <a:ext uri="{FF2B5EF4-FFF2-40B4-BE49-F238E27FC236}">
                  <a16:creationId xmlns:a16="http://schemas.microsoft.com/office/drawing/2014/main" id="{13FF5860-0D5F-D9DA-028D-CCC22FD8CBE4}"/>
                </a:ext>
              </a:extLst>
            </p:cNvPr>
            <p:cNvSpPr/>
            <p:nvPr/>
          </p:nvSpPr>
          <p:spPr>
            <a:xfrm rot="5400000">
              <a:off x="5665874" y="2998876"/>
              <a:ext cx="1823860" cy="3760788"/>
            </a:xfrm>
            <a:prstGeom prst="round1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1" name="Round Single Corner Rectangle 10">
              <a:extLst>
                <a:ext uri="{FF2B5EF4-FFF2-40B4-BE49-F238E27FC236}">
                  <a16:creationId xmlns:a16="http://schemas.microsoft.com/office/drawing/2014/main" id="{AC408CE5-6194-168A-05CC-38B5F575820A}"/>
                </a:ext>
              </a:extLst>
            </p:cNvPr>
            <p:cNvSpPr/>
            <p:nvPr/>
          </p:nvSpPr>
          <p:spPr>
            <a:xfrm>
              <a:off x="4697413" y="3962400"/>
              <a:ext cx="3760788" cy="258232"/>
            </a:xfrm>
            <a:prstGeom prst="rect">
              <a:avLst/>
            </a:prstGeom>
            <a:ln w="63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>
                  <a:solidFill>
                    <a:schemeClr val="tx1"/>
                  </a:solidFill>
                </a:rPr>
                <a:t>Physical View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C41504-0D3B-F47D-BA19-AE7837C05536}"/>
                </a:ext>
              </a:extLst>
            </p:cNvPr>
            <p:cNvSpPr/>
            <p:nvPr/>
          </p:nvSpPr>
          <p:spPr>
            <a:xfrm>
              <a:off x="3552825" y="3288243"/>
              <a:ext cx="1983514" cy="8745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User View</a:t>
              </a:r>
            </a:p>
          </p:txBody>
        </p:sp>
        <p:cxnSp>
          <p:nvCxnSpPr>
            <p:cNvPr id="13" name="Shape 17">
              <a:extLst>
                <a:ext uri="{FF2B5EF4-FFF2-40B4-BE49-F238E27FC236}">
                  <a16:creationId xmlns:a16="http://schemas.microsoft.com/office/drawing/2014/main" id="{29C16DE4-444B-3CA0-28A6-68C2D011CE2C}"/>
                </a:ext>
              </a:extLst>
            </p:cNvPr>
            <p:cNvCxnSpPr>
              <a:endCxn id="21" idx="4"/>
            </p:cNvCxnSpPr>
            <p:nvPr/>
          </p:nvCxnSpPr>
          <p:spPr>
            <a:xfrm rot="10800000">
              <a:off x="4533900" y="4539722"/>
              <a:ext cx="163513" cy="713050"/>
            </a:xfrm>
            <a:prstGeom prst="bentConnector2">
              <a:avLst/>
            </a:prstGeom>
            <a:ln w="6350" cmpd="sng">
              <a:solidFill>
                <a:schemeClr val="tx1"/>
              </a:solidFill>
              <a:prstDash val="soli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8">
              <a:extLst>
                <a:ext uri="{FF2B5EF4-FFF2-40B4-BE49-F238E27FC236}">
                  <a16:creationId xmlns:a16="http://schemas.microsoft.com/office/drawing/2014/main" id="{A4B77B94-FEEE-E731-4640-657DA0E36F3E}"/>
                </a:ext>
              </a:extLst>
            </p:cNvPr>
            <p:cNvCxnSpPr>
              <a:endCxn id="21" idx="2"/>
            </p:cNvCxnSpPr>
            <p:nvPr/>
          </p:nvCxnSpPr>
          <p:spPr>
            <a:xfrm rot="5400000" flipH="1" flipV="1">
              <a:off x="2625770" y="3530823"/>
              <a:ext cx="300743" cy="572294"/>
            </a:xfrm>
            <a:prstGeom prst="bentConnector2">
              <a:avLst/>
            </a:prstGeom>
            <a:ln w="6350" cmpd="sng">
              <a:solidFill>
                <a:schemeClr val="tx1"/>
              </a:solidFill>
              <a:prstDash val="soli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9">
              <a:extLst>
                <a:ext uri="{FF2B5EF4-FFF2-40B4-BE49-F238E27FC236}">
                  <a16:creationId xmlns:a16="http://schemas.microsoft.com/office/drawing/2014/main" id="{4089E5A9-AAD5-EF59-F009-0DF80B87BBD8}"/>
                </a:ext>
              </a:extLst>
            </p:cNvPr>
            <p:cNvCxnSpPr>
              <a:endCxn id="21" idx="0"/>
            </p:cNvCxnSpPr>
            <p:nvPr/>
          </p:nvCxnSpPr>
          <p:spPr>
            <a:xfrm>
              <a:off x="4370390" y="2138631"/>
              <a:ext cx="163510" cy="654842"/>
            </a:xfrm>
            <a:prstGeom prst="bentConnector2">
              <a:avLst/>
            </a:prstGeom>
            <a:ln w="6350" cmpd="sng">
              <a:solidFill>
                <a:schemeClr val="tx1"/>
              </a:solidFill>
              <a:prstDash val="soli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20">
              <a:extLst>
                <a:ext uri="{FF2B5EF4-FFF2-40B4-BE49-F238E27FC236}">
                  <a16:creationId xmlns:a16="http://schemas.microsoft.com/office/drawing/2014/main" id="{498DE2D4-FAEA-C3B5-89CB-AD25D67A6BCE}"/>
                </a:ext>
              </a:extLst>
            </p:cNvPr>
            <p:cNvCxnSpPr/>
            <p:nvPr/>
          </p:nvCxnSpPr>
          <p:spPr>
            <a:xfrm rot="10800000" flipV="1">
              <a:off x="6025952" y="3433764"/>
              <a:ext cx="817563" cy="232833"/>
            </a:xfrm>
            <a:prstGeom prst="bentConnector3">
              <a:avLst>
                <a:gd name="adj1" fmla="val 0"/>
              </a:avLst>
            </a:prstGeom>
            <a:ln w="635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258D6374-54EA-E1C3-A268-F669196F7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114425" y="1866900"/>
              <a:ext cx="2487848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Picture 3">
              <a:extLst>
                <a:ext uri="{FF2B5EF4-FFF2-40B4-BE49-F238E27FC236}">
                  <a16:creationId xmlns:a16="http://schemas.microsoft.com/office/drawing/2014/main" id="{79AF17A5-3CF4-ECB4-18F8-3D3D103A2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943600" y="1828800"/>
              <a:ext cx="1853663" cy="15098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18" descr="ScreenHunter_40 May">
              <a:extLst>
                <a:ext uri="{FF2B5EF4-FFF2-40B4-BE49-F238E27FC236}">
                  <a16:creationId xmlns:a16="http://schemas.microsoft.com/office/drawing/2014/main" id="{65FB5A91-08FB-6EAE-5A75-D1B0BE1BE5A9}"/>
                </a:ext>
              </a:extLst>
            </p:cNvPr>
            <p:cNvPicPr/>
            <p:nvPr/>
          </p:nvPicPr>
          <p:blipFill>
            <a:blip r:embed="rId8" cstate="print"/>
            <a:srcRect l="2680" t="35753" r="1201" b="685"/>
            <a:stretch>
              <a:fillRect/>
            </a:stretch>
          </p:blipFill>
          <p:spPr bwMode="auto">
            <a:xfrm>
              <a:off x="5400675" y="4171950"/>
              <a:ext cx="2514600" cy="160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3">
              <a:extLst>
                <a:ext uri="{FF2B5EF4-FFF2-40B4-BE49-F238E27FC236}">
                  <a16:creationId xmlns:a16="http://schemas.microsoft.com/office/drawing/2014/main" id="{FAD8B6E3-694E-3122-BD60-8B6CB93117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143000" y="4267200"/>
              <a:ext cx="2585804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1905560-E09C-6002-250C-7678F0BB0D5F}"/>
                </a:ext>
              </a:extLst>
            </p:cNvPr>
            <p:cNvSpPr/>
            <p:nvPr/>
          </p:nvSpPr>
          <p:spPr>
            <a:xfrm>
              <a:off x="3062288" y="2793473"/>
              <a:ext cx="2943225" cy="174624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473D5F45-ADD5-9FF8-6EF3-677D26E91F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3962400" y="2971800"/>
              <a:ext cx="1219200" cy="1369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71063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51"/>
          <p:cNvGrpSpPr/>
          <p:nvPr/>
        </p:nvGrpSpPr>
        <p:grpSpPr>
          <a:xfrm>
            <a:off x="9734963" y="5647537"/>
            <a:ext cx="166688" cy="149219"/>
            <a:chOff x="11258550" y="6548438"/>
            <a:chExt cx="222250" cy="200025"/>
          </a:xfrm>
        </p:grpSpPr>
        <p:sp>
          <p:nvSpPr>
            <p:cNvPr id="1191" name="Google Shape;1191;p51"/>
            <p:cNvSpPr/>
            <p:nvPr/>
          </p:nvSpPr>
          <p:spPr>
            <a:xfrm>
              <a:off x="11258550" y="65484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48" h="220" extrusionOk="0">
                  <a:moveTo>
                    <a:pt x="0" y="212"/>
                  </a:moveTo>
                  <a:cubicBezTo>
                    <a:pt x="0" y="216"/>
                    <a:pt x="4" y="220"/>
                    <a:pt x="8" y="220"/>
                  </a:cubicBezTo>
                  <a:cubicBezTo>
                    <a:pt x="240" y="220"/>
                    <a:pt x="240" y="220"/>
                    <a:pt x="240" y="220"/>
                  </a:cubicBezTo>
                  <a:cubicBezTo>
                    <a:pt x="244" y="220"/>
                    <a:pt x="248" y="216"/>
                    <a:pt x="248" y="212"/>
                  </a:cubicBezTo>
                  <a:cubicBezTo>
                    <a:pt x="248" y="76"/>
                    <a:pt x="248" y="76"/>
                    <a:pt x="248" y="76"/>
                  </a:cubicBezTo>
                  <a:cubicBezTo>
                    <a:pt x="248" y="71"/>
                    <a:pt x="244" y="68"/>
                    <a:pt x="240" y="68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71"/>
                    <a:pt x="0" y="76"/>
                  </a:cubicBezTo>
                  <a:lnTo>
                    <a:pt x="0" y="212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11258550" y="6614403"/>
              <a:ext cx="222250" cy="134060"/>
            </a:xfrm>
            <a:custGeom>
              <a:avLst/>
              <a:gdLst/>
              <a:ahLst/>
              <a:cxnLst/>
              <a:rect l="l" t="t" r="r" b="b"/>
              <a:pathLst>
                <a:path w="248" h="149" extrusionOk="0">
                  <a:moveTo>
                    <a:pt x="124" y="93"/>
                  </a:moveTo>
                  <a:cubicBezTo>
                    <a:pt x="90" y="68"/>
                    <a:pt x="0" y="1"/>
                    <a:pt x="0" y="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5"/>
                    <a:pt x="4" y="149"/>
                    <a:pt x="8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244" y="149"/>
                    <a:pt x="248" y="145"/>
                    <a:pt x="248" y="141"/>
                  </a:cubicBezTo>
                  <a:cubicBezTo>
                    <a:pt x="248" y="5"/>
                    <a:pt x="248" y="5"/>
                    <a:pt x="248" y="5"/>
                  </a:cubicBezTo>
                  <a:cubicBezTo>
                    <a:pt x="248" y="0"/>
                    <a:pt x="124" y="93"/>
                    <a:pt x="124" y="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193" name="Google Shape;1193;p51"/>
            <p:cNvCxnSpPr/>
            <p:nvPr/>
          </p:nvCxnSpPr>
          <p:spPr>
            <a:xfrm rot="10800000">
              <a:off x="11389867" y="6682408"/>
              <a:ext cx="867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4" name="Google Shape;1194;p51"/>
            <p:cNvCxnSpPr/>
            <p:nvPr/>
          </p:nvCxnSpPr>
          <p:spPr>
            <a:xfrm rot="10800000" flipH="1">
              <a:off x="11262783" y="6682408"/>
              <a:ext cx="846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95" name="Google Shape;1195;p51"/>
          <p:cNvGrpSpPr/>
          <p:nvPr/>
        </p:nvGrpSpPr>
        <p:grpSpPr>
          <a:xfrm>
            <a:off x="9702042" y="5267708"/>
            <a:ext cx="228595" cy="160348"/>
            <a:chOff x="8075613" y="3859213"/>
            <a:chExt cx="306387" cy="214312"/>
          </a:xfrm>
        </p:grpSpPr>
        <p:sp>
          <p:nvSpPr>
            <p:cNvPr id="1196" name="Google Shape;1196;p51"/>
            <p:cNvSpPr/>
            <p:nvPr/>
          </p:nvSpPr>
          <p:spPr>
            <a:xfrm>
              <a:off x="8109656" y="4020477"/>
              <a:ext cx="110640" cy="53048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89" y="9"/>
                  </a:moveTo>
                  <a:cubicBezTo>
                    <a:pt x="84" y="10"/>
                    <a:pt x="79" y="10"/>
                    <a:pt x="75" y="10"/>
                  </a:cubicBezTo>
                  <a:cubicBezTo>
                    <a:pt x="72" y="10"/>
                    <a:pt x="69" y="10"/>
                    <a:pt x="66" y="1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7" name="Google Shape;1197;p51"/>
            <p:cNvSpPr/>
            <p:nvPr/>
          </p:nvSpPr>
          <p:spPr>
            <a:xfrm>
              <a:off x="8075613" y="3859213"/>
              <a:ext cx="221279" cy="167630"/>
            </a:xfrm>
            <a:custGeom>
              <a:avLst/>
              <a:gdLst/>
              <a:ahLst/>
              <a:cxnLst/>
              <a:rect l="l" t="t" r="r" b="b"/>
              <a:pathLst>
                <a:path w="180" h="135" extrusionOk="0">
                  <a:moveTo>
                    <a:pt x="62" y="135"/>
                  </a:moveTo>
                  <a:cubicBezTo>
                    <a:pt x="58" y="134"/>
                    <a:pt x="53" y="132"/>
                    <a:pt x="49" y="130"/>
                  </a:cubicBezTo>
                  <a:cubicBezTo>
                    <a:pt x="20" y="118"/>
                    <a:pt x="1" y="97"/>
                    <a:pt x="1" y="72"/>
                  </a:cubicBezTo>
                  <a:cubicBezTo>
                    <a:pt x="0" y="33"/>
                    <a:pt x="45" y="1"/>
                    <a:pt x="102" y="0"/>
                  </a:cubicBezTo>
                  <a:cubicBezTo>
                    <a:pt x="133" y="0"/>
                    <a:pt x="161" y="9"/>
                    <a:pt x="180" y="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8" name="Google Shape;1198;p51"/>
            <p:cNvSpPr/>
            <p:nvPr/>
          </p:nvSpPr>
          <p:spPr>
            <a:xfrm>
              <a:off x="8175615" y="3893163"/>
              <a:ext cx="206385" cy="178239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19" y="111"/>
                  </a:moveTo>
                  <a:cubicBezTo>
                    <a:pt x="123" y="110"/>
                    <a:pt x="127" y="108"/>
                    <a:pt x="130" y="107"/>
                  </a:cubicBezTo>
                  <a:cubicBezTo>
                    <a:pt x="153" y="96"/>
                    <a:pt x="169" y="78"/>
                    <a:pt x="168" y="57"/>
                  </a:cubicBezTo>
                  <a:cubicBezTo>
                    <a:pt x="168" y="25"/>
                    <a:pt x="130" y="0"/>
                    <a:pt x="83" y="0"/>
                  </a:cubicBezTo>
                  <a:cubicBezTo>
                    <a:pt x="37" y="1"/>
                    <a:pt x="0" y="27"/>
                    <a:pt x="0" y="60"/>
                  </a:cubicBezTo>
                  <a:cubicBezTo>
                    <a:pt x="0" y="92"/>
                    <a:pt x="39" y="117"/>
                    <a:pt x="85" y="116"/>
                  </a:cubicBezTo>
                  <a:cubicBezTo>
                    <a:pt x="87" y="116"/>
                    <a:pt x="90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30" y="107"/>
                    <a:pt x="130" y="107"/>
                    <a:pt x="130" y="107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99" name="Google Shape;1199;p51"/>
          <p:cNvSpPr txBox="1"/>
          <p:nvPr/>
        </p:nvSpPr>
        <p:spPr>
          <a:xfrm>
            <a:off x="10062924" y="5187055"/>
            <a:ext cx="1593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+013 509 9215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0" name="Google Shape;1200;p51"/>
          <p:cNvSpPr txBox="1"/>
          <p:nvPr/>
        </p:nvSpPr>
        <p:spPr>
          <a:xfrm>
            <a:off x="10062934" y="5620700"/>
            <a:ext cx="1903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khatibsyarbini@utm.my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1" name="Google Shape;1201;p5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02" name="Google Shape;1202;p51"/>
          <p:cNvSpPr/>
          <p:nvPr/>
        </p:nvSpPr>
        <p:spPr>
          <a:xfrm>
            <a:off x="6096000" y="5130877"/>
            <a:ext cx="3336300" cy="10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 for your participation. I am very grateful to have the opportunity into this sharing session. If there any enquiries, feels free to contact me.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3" name="Google Shape;12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00" y="511237"/>
            <a:ext cx="4622800" cy="3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Google Shape;1209;p5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0548" y="4882841"/>
            <a:ext cx="1783499" cy="603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52"/>
          <p:cNvSpPr txBox="1"/>
          <p:nvPr/>
        </p:nvSpPr>
        <p:spPr>
          <a:xfrm>
            <a:off x="3753095" y="2380689"/>
            <a:ext cx="47070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" b="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/>
          </a:p>
        </p:txBody>
      </p:sp>
      <p:sp>
        <p:nvSpPr>
          <p:cNvPr id="1211" name="Google Shape;1211;p52"/>
          <p:cNvSpPr txBox="1"/>
          <p:nvPr/>
        </p:nvSpPr>
        <p:spPr>
          <a:xfrm>
            <a:off x="5428912" y="6322009"/>
            <a:ext cx="380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univteknologimalaysia</a:t>
            </a:r>
            <a:endParaRPr/>
          </a:p>
        </p:txBody>
      </p:sp>
      <p:grpSp>
        <p:nvGrpSpPr>
          <p:cNvPr id="1212" name="Google Shape;1212;p52"/>
          <p:cNvGrpSpPr/>
          <p:nvPr/>
        </p:nvGrpSpPr>
        <p:grpSpPr>
          <a:xfrm>
            <a:off x="5024474" y="6321479"/>
            <a:ext cx="280218" cy="281948"/>
            <a:chOff x="2163763" y="-1266825"/>
            <a:chExt cx="1028700" cy="1035050"/>
          </a:xfrm>
        </p:grpSpPr>
        <p:sp>
          <p:nvSpPr>
            <p:cNvPr id="1213" name="Google Shape;1213;p52"/>
            <p:cNvSpPr/>
            <p:nvPr/>
          </p:nvSpPr>
          <p:spPr>
            <a:xfrm>
              <a:off x="2163763" y="-1266825"/>
              <a:ext cx="1028700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4" name="Google Shape;1214;p52"/>
            <p:cNvSpPr/>
            <p:nvPr/>
          </p:nvSpPr>
          <p:spPr>
            <a:xfrm>
              <a:off x="2554288" y="-1014413"/>
              <a:ext cx="246063" cy="528638"/>
            </a:xfrm>
            <a:custGeom>
              <a:avLst/>
              <a:gdLst/>
              <a:ahLst/>
              <a:cxnLst/>
              <a:rect l="l" t="t" r="r" b="b"/>
              <a:pathLst>
                <a:path w="95" h="202" extrusionOk="0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15" name="Google Shape;1215;p52"/>
          <p:cNvGrpSpPr/>
          <p:nvPr/>
        </p:nvGrpSpPr>
        <p:grpSpPr>
          <a:xfrm>
            <a:off x="7579548" y="6317292"/>
            <a:ext cx="279786" cy="281948"/>
            <a:chOff x="3470276" y="-1266825"/>
            <a:chExt cx="1027113" cy="1035050"/>
          </a:xfrm>
        </p:grpSpPr>
        <p:sp>
          <p:nvSpPr>
            <p:cNvPr id="1216" name="Google Shape;1216;p52"/>
            <p:cNvSpPr/>
            <p:nvPr/>
          </p:nvSpPr>
          <p:spPr>
            <a:xfrm>
              <a:off x="3470276" y="-1266825"/>
              <a:ext cx="1027113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>
              <a:off x="3727451" y="-1011238"/>
              <a:ext cx="515938" cy="520700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18" name="Google Shape;1218;p52"/>
          <p:cNvSpPr/>
          <p:nvPr/>
        </p:nvSpPr>
        <p:spPr>
          <a:xfrm>
            <a:off x="3588919" y="6338057"/>
            <a:ext cx="281962" cy="281956"/>
          </a:xfrm>
          <a:custGeom>
            <a:avLst/>
            <a:gdLst/>
            <a:ahLst/>
            <a:cxnLst/>
            <a:rect l="l" t="t" r="r" b="b"/>
            <a:pathLst>
              <a:path w="2328" h="2328" extrusionOk="0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9" name="Google Shape;1219;p52"/>
          <p:cNvSpPr txBox="1"/>
          <p:nvPr/>
        </p:nvSpPr>
        <p:spPr>
          <a:xfrm>
            <a:off x="7984002" y="6338058"/>
            <a:ext cx="262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utmofficial</a:t>
            </a:r>
            <a:endParaRPr/>
          </a:p>
        </p:txBody>
      </p:sp>
      <p:sp>
        <p:nvSpPr>
          <p:cNvPr id="1220" name="Google Shape;1220;p52"/>
          <p:cNvSpPr txBox="1"/>
          <p:nvPr/>
        </p:nvSpPr>
        <p:spPr>
          <a:xfrm>
            <a:off x="3994395" y="6329744"/>
            <a:ext cx="303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utm.my</a:t>
            </a:r>
            <a:endParaRPr/>
          </a:p>
        </p:txBody>
      </p:sp>
      <p:sp>
        <p:nvSpPr>
          <p:cNvPr id="1221" name="Google Shape;1221;p52"/>
          <p:cNvSpPr txBox="1"/>
          <p:nvPr/>
        </p:nvSpPr>
        <p:spPr>
          <a:xfrm>
            <a:off x="3730697" y="57025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Name of God for Mankind</a:t>
            </a:r>
            <a:endParaRPr sz="1400" b="0" i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PPT custom">
      <a:dk1>
        <a:sysClr val="windowText" lastClr="000000"/>
      </a:dk1>
      <a:lt1>
        <a:sysClr val="window" lastClr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Custom 2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71585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1086</Words>
  <Application>Microsoft Office PowerPoint</Application>
  <PresentationFormat>Widescreen</PresentationFormat>
  <Paragraphs>179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Bradley Hand ITC</vt:lpstr>
      <vt:lpstr>Calibri</vt:lpstr>
      <vt:lpstr>Noto Sans Symbols</vt:lpstr>
      <vt:lpstr>Architects Daughter</vt:lpstr>
      <vt:lpstr>Poppins Medium</vt:lpstr>
      <vt:lpstr>Open Sans SemiBold</vt:lpstr>
      <vt:lpstr>Times New Roman</vt:lpstr>
      <vt:lpstr>Poppins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KHATIBSYARBINI 16880</cp:lastModifiedBy>
  <cp:revision>34</cp:revision>
  <dcterms:modified xsi:type="dcterms:W3CDTF">2025-10-27T02:32:46Z</dcterms:modified>
</cp:coreProperties>
</file>