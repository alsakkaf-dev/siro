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7" r:id="rId1"/>
  </p:sldMasterIdLst>
  <p:notesMasterIdLst>
    <p:notesMasterId r:id="rId15"/>
  </p:notesMasterIdLst>
  <p:sldIdLst>
    <p:sldId id="256" r:id="rId2"/>
    <p:sldId id="257" r:id="rId3"/>
    <p:sldId id="321" r:id="rId4"/>
    <p:sldId id="322" r:id="rId5"/>
    <p:sldId id="298" r:id="rId6"/>
    <p:sldId id="299" r:id="rId7"/>
    <p:sldId id="323" r:id="rId8"/>
    <p:sldId id="324" r:id="rId9"/>
    <p:sldId id="325" r:id="rId10"/>
    <p:sldId id="326" r:id="rId11"/>
    <p:sldId id="327" r:id="rId12"/>
    <p:sldId id="286" r:id="rId13"/>
    <p:sldId id="287" r:id="rId14"/>
  </p:sldIdLst>
  <p:sldSz cx="12192000" cy="6858000"/>
  <p:notesSz cx="6858000" cy="9144000"/>
  <p:embeddedFontLst>
    <p:embeddedFont>
      <p:font typeface="Calibri" panose="020F0502020204030204" pitchFamily="34" charset="0"/>
      <p:regular r:id="rId16"/>
      <p:bold r:id="rId17"/>
      <p:italic r:id="rId18"/>
      <p:boldItalic r:id="rId19"/>
    </p:embeddedFont>
    <p:embeddedFont>
      <p:font typeface="Poppins" panose="00000500000000000000" pitchFamily="2" charset="0"/>
      <p:regular r:id="rId20"/>
      <p:bold r:id="rId21"/>
      <p:italic r:id="rId22"/>
      <p:boldItalic r:id="rId23"/>
    </p:embeddedFont>
    <p:embeddedFont>
      <p:font typeface="Poppins Medium" panose="00000600000000000000"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4.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font" Target="fonts/font12.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8" name="Google Shape;188;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4"/>
        <p:cNvGrpSpPr/>
        <p:nvPr/>
      </p:nvGrpSpPr>
      <p:grpSpPr>
        <a:xfrm>
          <a:off x="0" y="0"/>
          <a:ext cx="0" cy="0"/>
          <a:chOff x="0" y="0"/>
          <a:chExt cx="0" cy="0"/>
        </a:xfrm>
      </p:grpSpPr>
      <p:sp>
        <p:nvSpPr>
          <p:cNvPr id="195" name="Google Shape;195;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6" name="Google Shape;196;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241212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7360398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99758629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24497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770206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5636300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730416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87129279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55266a5de8_0_8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7" name="Google Shape;417;g255266a5de8_0_8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615182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6"/>
        <p:cNvGrpSpPr/>
        <p:nvPr/>
      </p:nvGrpSpPr>
      <p:grpSpPr>
        <a:xfrm>
          <a:off x="0" y="0"/>
          <a:ext cx="0" cy="0"/>
          <a:chOff x="0" y="0"/>
          <a:chExt cx="0" cy="0"/>
        </a:xfrm>
      </p:grpSpPr>
      <p:sp>
        <p:nvSpPr>
          <p:cNvPr id="1187" name="Google Shape;1187;g255ca97c17c_0_65: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88" name="Google Shape;1188;g255ca97c17c_0_6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05"/>
        <p:cNvGrpSpPr/>
        <p:nvPr/>
      </p:nvGrpSpPr>
      <p:grpSpPr>
        <a:xfrm>
          <a:off x="0" y="0"/>
          <a:ext cx="0" cy="0"/>
          <a:chOff x="0" y="0"/>
          <a:chExt cx="0" cy="0"/>
        </a:xfrm>
      </p:grpSpPr>
      <p:sp>
        <p:nvSpPr>
          <p:cNvPr id="1206" name="Google Shape;1206;g255ca97c17c_0_19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07" name="Google Shape;1207;g255ca97c17c_0_19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intro">
  <p:cSld name="intro">
    <p:spTree>
      <p:nvGrpSpPr>
        <p:cNvPr id="1" name="Shape 15"/>
        <p:cNvGrpSpPr/>
        <p:nvPr/>
      </p:nvGrpSpPr>
      <p:grpSpPr>
        <a:xfrm>
          <a:off x="0" y="0"/>
          <a:ext cx="0" cy="0"/>
          <a:chOff x="0" y="0"/>
          <a:chExt cx="0" cy="0"/>
        </a:xfrm>
      </p:grpSpPr>
      <p:pic>
        <p:nvPicPr>
          <p:cNvPr id="16" name="Google Shape;16;p2"/>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pic>
        <p:nvPicPr>
          <p:cNvPr id="17" name="Google Shape;17;p2"/>
          <p:cNvPicPr preferRelativeResize="0"/>
          <p:nvPr/>
        </p:nvPicPr>
        <p:blipFill rotWithShape="1">
          <a:blip r:embed="rId3">
            <a:alphaModFix/>
          </a:blip>
          <a:srcRect/>
          <a:stretch/>
        </p:blipFill>
        <p:spPr>
          <a:xfrm>
            <a:off x="5939" y="0"/>
            <a:ext cx="8736520" cy="6858000"/>
          </a:xfrm>
          <a:prstGeom prst="rect">
            <a:avLst/>
          </a:prstGeom>
          <a:noFill/>
          <a:ln>
            <a:noFill/>
          </a:ln>
        </p:spPr>
      </p:pic>
      <p:pic>
        <p:nvPicPr>
          <p:cNvPr id="18" name="Google Shape;18;p2" descr="Logo&#10;&#10;Description automatically generated"/>
          <p:cNvPicPr preferRelativeResize="0"/>
          <p:nvPr/>
        </p:nvPicPr>
        <p:blipFill rotWithShape="1">
          <a:blip r:embed="rId4">
            <a:alphaModFix/>
          </a:blip>
          <a:srcRect/>
          <a:stretch/>
        </p:blipFill>
        <p:spPr>
          <a:xfrm>
            <a:off x="812346" y="943365"/>
            <a:ext cx="1963312" cy="664029"/>
          </a:xfrm>
          <a:prstGeom prst="rect">
            <a:avLst/>
          </a:prstGeom>
          <a:noFill/>
          <a:ln>
            <a:noFill/>
          </a:ln>
        </p:spPr>
      </p:pic>
      <p:sp>
        <p:nvSpPr>
          <p:cNvPr id="19" name="Google Shape;19;p2"/>
          <p:cNvSpPr>
            <a:spLocks noGrp="1"/>
          </p:cNvSpPr>
          <p:nvPr>
            <p:ph type="pic" idx="2"/>
          </p:nvPr>
        </p:nvSpPr>
        <p:spPr>
          <a:xfrm>
            <a:off x="7093358" y="-16187"/>
            <a:ext cx="5097012" cy="6880967"/>
          </a:xfrm>
          <a:prstGeom prst="rect">
            <a:avLst/>
          </a:prstGeom>
          <a:noFill/>
          <a:ln>
            <a:noFill/>
          </a:ln>
        </p:spPr>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intro">
  <p:cSld name="1_intro">
    <p:bg>
      <p:bgPr>
        <a:solidFill>
          <a:srgbClr val="2C2C2C"/>
        </a:solidFill>
        <a:effectLst/>
      </p:bgPr>
    </p:bg>
    <p:spTree>
      <p:nvGrpSpPr>
        <p:cNvPr id="1" name="Shape 20"/>
        <p:cNvGrpSpPr/>
        <p:nvPr/>
      </p:nvGrpSpPr>
      <p:grpSpPr>
        <a:xfrm>
          <a:off x="0" y="0"/>
          <a:ext cx="0" cy="0"/>
          <a:chOff x="0" y="0"/>
          <a:chExt cx="0" cy="0"/>
        </a:xfrm>
      </p:grpSpPr>
      <p:sp>
        <p:nvSpPr>
          <p:cNvPr id="21" name="Google Shape;21;p3"/>
          <p:cNvSpPr/>
          <p:nvPr/>
        </p:nvSpPr>
        <p:spPr>
          <a:xfrm>
            <a:off x="0" y="0"/>
            <a:ext cx="12192000" cy="6858000"/>
          </a:xfrm>
          <a:prstGeom prst="rect">
            <a:avLst/>
          </a:prstGeom>
          <a:gradFill>
            <a:gsLst>
              <a:gs pos="0">
                <a:schemeClr val="lt1"/>
              </a:gs>
              <a:gs pos="52000">
                <a:schemeClr val="lt1"/>
              </a:gs>
              <a:gs pos="82000">
                <a:srgbClr val="F2F2F2"/>
              </a:gs>
              <a:gs pos="100000">
                <a:schemeClr val="lt1"/>
              </a:gs>
            </a:gsLst>
            <a:lin ang="60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22" name="Google Shape;22;p3"/>
          <p:cNvSpPr>
            <a:spLocks noGrp="1"/>
          </p:cNvSpPr>
          <p:nvPr>
            <p:ph type="pic" idx="2"/>
          </p:nvPr>
        </p:nvSpPr>
        <p:spPr>
          <a:xfrm>
            <a:off x="4527052" y="-39938"/>
            <a:ext cx="7679193" cy="7005082"/>
          </a:xfrm>
          <a:prstGeom prst="rect">
            <a:avLst/>
          </a:prstGeom>
          <a:noFill/>
          <a:ln>
            <a:noFill/>
          </a:ln>
        </p:spPr>
      </p:sp>
      <p:sp>
        <p:nvSpPr>
          <p:cNvPr id="23" name="Google Shape;23;p3"/>
          <p:cNvSpPr/>
          <p:nvPr/>
        </p:nvSpPr>
        <p:spPr>
          <a:xfrm>
            <a:off x="876629" y="-15775"/>
            <a:ext cx="7686809" cy="6857999"/>
          </a:xfrm>
          <a:custGeom>
            <a:avLst/>
            <a:gdLst/>
            <a:ahLst/>
            <a:cxnLst/>
            <a:rect l="l" t="t" r="r" b="b"/>
            <a:pathLst>
              <a:path w="10000" h="10000" extrusionOk="0">
                <a:moveTo>
                  <a:pt x="0" y="6404"/>
                </a:moveTo>
                <a:lnTo>
                  <a:pt x="0" y="10000"/>
                </a:lnTo>
                <a:lnTo>
                  <a:pt x="4844" y="10000"/>
                </a:lnTo>
                <a:lnTo>
                  <a:pt x="10000" y="0"/>
                </a:lnTo>
                <a:lnTo>
                  <a:pt x="3033" y="0"/>
                </a:lnTo>
                <a:lnTo>
                  <a:pt x="0" y="6404"/>
                </a:lnTo>
                <a:close/>
              </a:path>
            </a:pathLst>
          </a:custGeom>
          <a:gradFill>
            <a:gsLst>
              <a:gs pos="0">
                <a:srgbClr val="2C2C2C"/>
              </a:gs>
              <a:gs pos="5000">
                <a:srgbClr val="2C2C2C"/>
              </a:gs>
              <a:gs pos="62000">
                <a:srgbClr val="989898"/>
              </a:gs>
              <a:gs pos="100000">
                <a:srgbClr val="7F7F7F"/>
              </a:gs>
            </a:gsLst>
            <a:lin ang="60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24" name="Google Shape;24;p3"/>
          <p:cNvSpPr/>
          <p:nvPr/>
        </p:nvSpPr>
        <p:spPr>
          <a:xfrm>
            <a:off x="-32223" y="-14401"/>
            <a:ext cx="8108976" cy="6902576"/>
          </a:xfrm>
          <a:custGeom>
            <a:avLst/>
            <a:gdLst/>
            <a:ahLst/>
            <a:cxnLst/>
            <a:rect l="l" t="t" r="r" b="b"/>
            <a:pathLst>
              <a:path w="13036" h="10065" extrusionOk="0">
                <a:moveTo>
                  <a:pt x="8" y="0"/>
                </a:moveTo>
                <a:lnTo>
                  <a:pt x="13036" y="26"/>
                </a:lnTo>
                <a:lnTo>
                  <a:pt x="6689" y="10065"/>
                </a:lnTo>
                <a:lnTo>
                  <a:pt x="0" y="10044"/>
                </a:lnTo>
                <a:cubicBezTo>
                  <a:pt x="17" y="6703"/>
                  <a:pt x="-9" y="3341"/>
                  <a:pt x="8" y="0"/>
                </a:cubicBezTo>
                <a:close/>
              </a:path>
            </a:pathLst>
          </a:custGeom>
          <a:gradFill>
            <a:gsLst>
              <a:gs pos="0">
                <a:srgbClr val="3F3F3F"/>
              </a:gs>
              <a:gs pos="52000">
                <a:srgbClr val="3F3F3F"/>
              </a:gs>
              <a:gs pos="82000">
                <a:srgbClr val="5A5A5A"/>
              </a:gs>
              <a:gs pos="100000">
                <a:srgbClr val="5F5F5F"/>
              </a:gs>
            </a:gsLst>
            <a:lin ang="30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25" name="Google Shape;25;p3"/>
          <p:cNvSpPr/>
          <p:nvPr/>
        </p:nvSpPr>
        <p:spPr>
          <a:xfrm>
            <a:off x="2209176" y="3456710"/>
            <a:ext cx="4299176" cy="3429000"/>
          </a:xfrm>
          <a:custGeom>
            <a:avLst/>
            <a:gdLst/>
            <a:ahLst/>
            <a:cxnLst/>
            <a:rect l="l" t="t" r="r" b="b"/>
            <a:pathLst>
              <a:path w="499" h="398" extrusionOk="0">
                <a:moveTo>
                  <a:pt x="499" y="0"/>
                </a:moveTo>
                <a:lnTo>
                  <a:pt x="226" y="0"/>
                </a:lnTo>
                <a:lnTo>
                  <a:pt x="0" y="398"/>
                </a:lnTo>
                <a:lnTo>
                  <a:pt x="273" y="398"/>
                </a:lnTo>
                <a:lnTo>
                  <a:pt x="499" y="0"/>
                </a:lnTo>
                <a:close/>
              </a:path>
            </a:pathLst>
          </a:custGeom>
          <a:gradFill>
            <a:gsLst>
              <a:gs pos="0">
                <a:srgbClr val="595959"/>
              </a:gs>
              <a:gs pos="68000">
                <a:srgbClr val="989898"/>
              </a:gs>
              <a:gs pos="100000">
                <a:srgbClr val="BFBFBF"/>
              </a:gs>
            </a:gsLst>
            <a:lin ang="5400000" scaled="0"/>
          </a:gra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26" name="Google Shape;26;p3"/>
          <p:cNvSpPr/>
          <p:nvPr/>
        </p:nvSpPr>
        <p:spPr>
          <a:xfrm>
            <a:off x="3960220" y="3450562"/>
            <a:ext cx="2619136" cy="3429000"/>
          </a:xfrm>
          <a:custGeom>
            <a:avLst/>
            <a:gdLst/>
            <a:ahLst/>
            <a:cxnLst/>
            <a:rect l="l" t="t" r="r" b="b"/>
            <a:pathLst>
              <a:path w="304" h="398" extrusionOk="0">
                <a:moveTo>
                  <a:pt x="0" y="398"/>
                </a:moveTo>
                <a:lnTo>
                  <a:pt x="74" y="398"/>
                </a:lnTo>
                <a:lnTo>
                  <a:pt x="304" y="0"/>
                </a:lnTo>
                <a:lnTo>
                  <a:pt x="223" y="0"/>
                </a:lnTo>
                <a:lnTo>
                  <a:pt x="0" y="398"/>
                </a:lnTo>
                <a:close/>
              </a:path>
            </a:pathLst>
          </a:custGeom>
          <a:solidFill>
            <a:srgbClr val="A5A5A5"/>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27" name="Google Shape;27;p3"/>
          <p:cNvSpPr/>
          <p:nvPr/>
        </p:nvSpPr>
        <p:spPr>
          <a:xfrm>
            <a:off x="10367888" y="3713311"/>
            <a:ext cx="1835121" cy="3144689"/>
          </a:xfrm>
          <a:custGeom>
            <a:avLst/>
            <a:gdLst/>
            <a:ahLst/>
            <a:cxnLst/>
            <a:rect l="l" t="t" r="r" b="b"/>
            <a:pathLst>
              <a:path w="213" h="365" extrusionOk="0">
                <a:moveTo>
                  <a:pt x="213" y="0"/>
                </a:moveTo>
                <a:lnTo>
                  <a:pt x="0" y="365"/>
                </a:lnTo>
                <a:lnTo>
                  <a:pt x="213" y="365"/>
                </a:lnTo>
                <a:lnTo>
                  <a:pt x="213" y="0"/>
                </a:lnTo>
                <a:close/>
              </a:path>
            </a:pathLst>
          </a:custGeom>
          <a:solidFill>
            <a:srgbClr val="7412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pic>
        <p:nvPicPr>
          <p:cNvPr id="28" name="Google Shape;28;p3" descr="Logo&#10;&#10;Description automatically generated"/>
          <p:cNvPicPr preferRelativeResize="0"/>
          <p:nvPr/>
        </p:nvPicPr>
        <p:blipFill rotWithShape="1">
          <a:blip r:embed="rId2">
            <a:alphaModFix/>
          </a:blip>
          <a:srcRect/>
          <a:stretch/>
        </p:blipFill>
        <p:spPr>
          <a:xfrm>
            <a:off x="1056097" y="970721"/>
            <a:ext cx="1963312" cy="664029"/>
          </a:xfrm>
          <a:prstGeom prst="rect">
            <a:avLst/>
          </a:prstGeom>
          <a:noFill/>
          <a:ln>
            <a:noFill/>
          </a:ln>
        </p:spPr>
      </p:pic>
      <p:sp>
        <p:nvSpPr>
          <p:cNvPr id="29" name="Google Shape;29;p3"/>
          <p:cNvSpPr/>
          <p:nvPr/>
        </p:nvSpPr>
        <p:spPr>
          <a:xfrm rot="175485">
            <a:off x="1821520" y="4675411"/>
            <a:ext cx="2314796" cy="2272379"/>
          </a:xfrm>
          <a:custGeom>
            <a:avLst/>
            <a:gdLst/>
            <a:ahLst/>
            <a:cxnLst/>
            <a:rect l="l" t="t" r="r" b="b"/>
            <a:pathLst>
              <a:path w="2314796" h="2272379" extrusionOk="0">
                <a:moveTo>
                  <a:pt x="0" y="2272379"/>
                </a:moveTo>
                <a:lnTo>
                  <a:pt x="1183658" y="0"/>
                </a:lnTo>
                <a:lnTo>
                  <a:pt x="2314796" y="0"/>
                </a:lnTo>
                <a:lnTo>
                  <a:pt x="1226913" y="2162664"/>
                </a:lnTo>
                <a:lnTo>
                  <a:pt x="0" y="2272379"/>
                </a:lnTo>
                <a:close/>
              </a:path>
            </a:pathLst>
          </a:custGeom>
          <a:solidFill>
            <a:srgbClr val="BFBFBF">
              <a:alpha val="1686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Poppins"/>
              <a:ea typeface="Poppins"/>
              <a:cs typeface="Poppins"/>
              <a:sym typeface="Poppins"/>
            </a:endParaRPr>
          </a:p>
        </p:txBody>
      </p:sp>
      <p:sp>
        <p:nvSpPr>
          <p:cNvPr id="30" name="Google Shape;30;p3"/>
          <p:cNvSpPr/>
          <p:nvPr/>
        </p:nvSpPr>
        <p:spPr>
          <a:xfrm rot="10800000">
            <a:off x="0" y="5616"/>
            <a:ext cx="1317018" cy="2121303"/>
          </a:xfrm>
          <a:custGeom>
            <a:avLst/>
            <a:gdLst/>
            <a:ahLst/>
            <a:cxnLst/>
            <a:rect l="l" t="t" r="r" b="b"/>
            <a:pathLst>
              <a:path w="213" h="365" extrusionOk="0">
                <a:moveTo>
                  <a:pt x="213" y="0"/>
                </a:moveTo>
                <a:lnTo>
                  <a:pt x="0" y="365"/>
                </a:lnTo>
                <a:lnTo>
                  <a:pt x="213" y="365"/>
                </a:lnTo>
                <a:lnTo>
                  <a:pt x="213" y="0"/>
                </a:lnTo>
                <a:close/>
              </a:path>
            </a:pathLst>
          </a:custGeom>
          <a:solidFill>
            <a:srgbClr val="74121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31" name="Google Shape;31;p3"/>
          <p:cNvSpPr/>
          <p:nvPr/>
        </p:nvSpPr>
        <p:spPr>
          <a:xfrm>
            <a:off x="10469449" y="3095152"/>
            <a:ext cx="1758053" cy="3140035"/>
          </a:xfrm>
          <a:custGeom>
            <a:avLst/>
            <a:gdLst/>
            <a:ahLst/>
            <a:cxnLst/>
            <a:rect l="l" t="t" r="r" b="b"/>
            <a:pathLst>
              <a:path w="6254" h="8532" extrusionOk="0">
                <a:moveTo>
                  <a:pt x="0" y="8532"/>
                </a:moveTo>
                <a:lnTo>
                  <a:pt x="2434" y="8532"/>
                </a:lnTo>
                <a:lnTo>
                  <a:pt x="6254" y="3388"/>
                </a:lnTo>
                <a:cubicBezTo>
                  <a:pt x="6237" y="2259"/>
                  <a:pt x="6219" y="1129"/>
                  <a:pt x="6202" y="0"/>
                </a:cubicBezTo>
                <a:lnTo>
                  <a:pt x="0" y="8532"/>
                </a:lnTo>
                <a:close/>
              </a:path>
            </a:pathLst>
          </a:custGeom>
          <a:solidFill>
            <a:srgbClr val="A6A6A6"/>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_01">
  <p:cSld name="Layout_01">
    <p:spTree>
      <p:nvGrpSpPr>
        <p:cNvPr id="1" name="Shape 32"/>
        <p:cNvGrpSpPr/>
        <p:nvPr/>
      </p:nvGrpSpPr>
      <p:grpSpPr>
        <a:xfrm>
          <a:off x="0" y="0"/>
          <a:ext cx="0" cy="0"/>
          <a:chOff x="0" y="0"/>
          <a:chExt cx="0" cy="0"/>
        </a:xfrm>
      </p:grpSpPr>
      <p:pic>
        <p:nvPicPr>
          <p:cNvPr id="33" name="Google Shape;33;p4"/>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34" name="Google Shape;34;p4"/>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4"/>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36" name="Google Shape;36;p4"/>
          <p:cNvSpPr txBox="1">
            <a:spLocks noGrp="1"/>
          </p:cNvSpPr>
          <p:nvPr>
            <p:ph type="title"/>
          </p:nvPr>
        </p:nvSpPr>
        <p:spPr>
          <a:xfrm>
            <a:off x="4612640" y="921703"/>
            <a:ext cx="708152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7" name="Google Shape;37;p4"/>
          <p:cNvSpPr/>
          <p:nvPr/>
        </p:nvSpPr>
        <p:spPr>
          <a:xfrm rot="10800000">
            <a:off x="-1" y="1719943"/>
            <a:ext cx="622301" cy="3095580"/>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38" name="Google Shape;38;p4"/>
          <p:cNvSpPr txBox="1">
            <a:spLocks noGrp="1"/>
          </p:cNvSpPr>
          <p:nvPr>
            <p:ph type="body" idx="1"/>
          </p:nvPr>
        </p:nvSpPr>
        <p:spPr>
          <a:xfrm>
            <a:off x="4612641" y="2573973"/>
            <a:ext cx="7081520" cy="262636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rgbClr val="262626"/>
              </a:buClr>
              <a:buSzPts val="1800"/>
              <a:buChar char="•"/>
              <a:defRPr/>
            </a:lvl1pPr>
            <a:lvl2pPr marL="914400" lvl="1" indent="-342900" algn="l">
              <a:lnSpc>
                <a:spcPct val="90000"/>
              </a:lnSpc>
              <a:spcBef>
                <a:spcPts val="500"/>
              </a:spcBef>
              <a:spcAft>
                <a:spcPts val="0"/>
              </a:spcAft>
              <a:buClr>
                <a:srgbClr val="262626"/>
              </a:buClr>
              <a:buSzPts val="1800"/>
              <a:buChar char="•"/>
              <a:defRPr/>
            </a:lvl2pPr>
            <a:lvl3pPr marL="1371600" lvl="2" indent="-342900" algn="l">
              <a:lnSpc>
                <a:spcPct val="90000"/>
              </a:lnSpc>
              <a:spcBef>
                <a:spcPts val="500"/>
              </a:spcBef>
              <a:spcAft>
                <a:spcPts val="0"/>
              </a:spcAft>
              <a:buClr>
                <a:srgbClr val="262626"/>
              </a:buClr>
              <a:buSzPts val="1800"/>
              <a:buChar char="•"/>
              <a:defRPr/>
            </a:lvl3pPr>
            <a:lvl4pPr marL="1828800" lvl="3" indent="-342900" algn="l">
              <a:lnSpc>
                <a:spcPct val="90000"/>
              </a:lnSpc>
              <a:spcBef>
                <a:spcPts val="500"/>
              </a:spcBef>
              <a:spcAft>
                <a:spcPts val="0"/>
              </a:spcAft>
              <a:buClr>
                <a:srgbClr val="262626"/>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9" name="Google Shape;39;p4"/>
          <p:cNvSpPr>
            <a:spLocks noGrp="1"/>
          </p:cNvSpPr>
          <p:nvPr>
            <p:ph type="pic" idx="2"/>
          </p:nvPr>
        </p:nvSpPr>
        <p:spPr>
          <a:xfrm>
            <a:off x="1228724" y="921703"/>
            <a:ext cx="2905785" cy="4278630"/>
          </a:xfrm>
          <a:prstGeom prst="rect">
            <a:avLst/>
          </a:prstGeom>
          <a:noFill/>
          <a:ln>
            <a:noFill/>
          </a:ln>
        </p:spPr>
      </p:sp>
      <p:pic>
        <p:nvPicPr>
          <p:cNvPr id="40" name="Google Shape;40;p4" descr="Logo&#10;&#10;Description automatically generated"/>
          <p:cNvPicPr preferRelativeResize="0"/>
          <p:nvPr/>
        </p:nvPicPr>
        <p:blipFill rotWithShape="1">
          <a:blip r:embed="rId3">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_layout_02">
  <p:cSld name="blank_layout_02">
    <p:spTree>
      <p:nvGrpSpPr>
        <p:cNvPr id="1" name="Shape 41"/>
        <p:cNvGrpSpPr/>
        <p:nvPr/>
      </p:nvGrpSpPr>
      <p:grpSpPr>
        <a:xfrm>
          <a:off x="0" y="0"/>
          <a:ext cx="0" cy="0"/>
          <a:chOff x="0" y="0"/>
          <a:chExt cx="0" cy="0"/>
        </a:xfrm>
      </p:grpSpPr>
      <p:sp>
        <p:nvSpPr>
          <p:cNvPr id="42" name="Google Shape;42;p5"/>
          <p:cNvSpPr/>
          <p:nvPr/>
        </p:nvSpPr>
        <p:spPr>
          <a:xfrm>
            <a:off x="0" y="-1"/>
            <a:ext cx="12192000" cy="6858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43" name="Google Shape;43;p5"/>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44" name="Google Shape;44;p5"/>
          <p:cNvSpPr/>
          <p:nvPr/>
        </p:nvSpPr>
        <p:spPr>
          <a:xfrm>
            <a:off x="0" y="0"/>
            <a:ext cx="5606143" cy="6858000"/>
          </a:xfrm>
          <a:prstGeom prst="diagStripe">
            <a:avLst>
              <a:gd name="adj" fmla="val 50000"/>
            </a:avLst>
          </a:prstGeom>
          <a:solidFill>
            <a:srgbClr val="BFBFBF">
              <a:alpha val="4705"/>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Poppins"/>
              <a:ea typeface="Poppins"/>
              <a:cs typeface="Poppins"/>
              <a:sym typeface="Poppins"/>
            </a:endParaRPr>
          </a:p>
        </p:txBody>
      </p:sp>
      <p:sp>
        <p:nvSpPr>
          <p:cNvPr id="45" name="Google Shape;45;p5"/>
          <p:cNvSpPr/>
          <p:nvPr/>
        </p:nvSpPr>
        <p:spPr>
          <a:xfrm rot="10800000">
            <a:off x="209321" y="0"/>
            <a:ext cx="99164" cy="3058510"/>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6" name="Google Shape;46;p5"/>
          <p:cNvSpPr/>
          <p:nvPr/>
        </p:nvSpPr>
        <p:spPr>
          <a:xfrm rot="10800000">
            <a:off x="209518" y="3139623"/>
            <a:ext cx="99164" cy="4338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7" name="Google Shape;47;p5"/>
          <p:cNvSpPr/>
          <p:nvPr/>
        </p:nvSpPr>
        <p:spPr>
          <a:xfrm rot="10800000">
            <a:off x="209321" y="3654629"/>
            <a:ext cx="99164" cy="4338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48" name="Google Shape;48;p5" descr="Logo&#10;&#10;Description automatically generated"/>
          <p:cNvPicPr preferRelativeResize="0"/>
          <p:nvPr/>
        </p:nvPicPr>
        <p:blipFill rotWithShape="1">
          <a:blip r:embed="rId3">
            <a:alphaModFix/>
          </a:blip>
          <a:srcRect/>
          <a:stretch/>
        </p:blipFill>
        <p:spPr>
          <a:xfrm>
            <a:off x="10910580" y="6338033"/>
            <a:ext cx="1069391" cy="361688"/>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2_blank_layout_02">
  <p:cSld name="2_blank_layout_02">
    <p:spTree>
      <p:nvGrpSpPr>
        <p:cNvPr id="1" name="Shape 55"/>
        <p:cNvGrpSpPr/>
        <p:nvPr/>
      </p:nvGrpSpPr>
      <p:grpSpPr>
        <a:xfrm>
          <a:off x="0" y="0"/>
          <a:ext cx="0" cy="0"/>
          <a:chOff x="0" y="0"/>
          <a:chExt cx="0" cy="0"/>
        </a:xfrm>
      </p:grpSpPr>
      <p:sp>
        <p:nvSpPr>
          <p:cNvPr id="56" name="Google Shape;56;p7"/>
          <p:cNvSpPr/>
          <p:nvPr/>
        </p:nvSpPr>
        <p:spPr>
          <a:xfrm flipH="1">
            <a:off x="11899557" y="0"/>
            <a:ext cx="61784" cy="6277232"/>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57" name="Google Shape;57;p7"/>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58" name="Google Shape;58;p7"/>
          <p:cNvSpPr/>
          <p:nvPr/>
        </p:nvSpPr>
        <p:spPr>
          <a:xfrm>
            <a:off x="0" y="0"/>
            <a:ext cx="5606143" cy="6858000"/>
          </a:xfrm>
          <a:prstGeom prst="diagStripe">
            <a:avLst>
              <a:gd name="adj" fmla="val 50000"/>
            </a:avLst>
          </a:prstGeom>
          <a:solidFill>
            <a:srgbClr val="BFBFBF">
              <a:alpha val="7843"/>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Poppins"/>
              <a:ea typeface="Poppins"/>
              <a:cs typeface="Poppins"/>
              <a:sym typeface="Poppins"/>
            </a:endParaRPr>
          </a:p>
        </p:txBody>
      </p:sp>
      <p:pic>
        <p:nvPicPr>
          <p:cNvPr id="59" name="Google Shape;59;p7" descr="Logo&#10;&#10;Description automatically generated"/>
          <p:cNvPicPr preferRelativeResize="0"/>
          <p:nvPr/>
        </p:nvPicPr>
        <p:blipFill rotWithShape="1">
          <a:blip r:embed="rId3">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Layout_04">
  <p:cSld name="Layout_04">
    <p:spTree>
      <p:nvGrpSpPr>
        <p:cNvPr id="1" name="Shape 66"/>
        <p:cNvGrpSpPr/>
        <p:nvPr/>
      </p:nvGrpSpPr>
      <p:grpSpPr>
        <a:xfrm>
          <a:off x="0" y="0"/>
          <a:ext cx="0" cy="0"/>
          <a:chOff x="0" y="0"/>
          <a:chExt cx="0" cy="0"/>
        </a:xfrm>
      </p:grpSpPr>
      <p:pic>
        <p:nvPicPr>
          <p:cNvPr id="67" name="Google Shape;67;p9"/>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68" name="Google Shape;68;p9"/>
          <p:cNvSpPr/>
          <p:nvPr/>
        </p:nvSpPr>
        <p:spPr>
          <a:xfrm>
            <a:off x="729342" y="0"/>
            <a:ext cx="4285887" cy="623751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sp>
        <p:nvSpPr>
          <p:cNvPr id="69" name="Google Shape;69;p9"/>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9"/>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grpSp>
        <p:nvGrpSpPr>
          <p:cNvPr id="71" name="Google Shape;71;p9"/>
          <p:cNvGrpSpPr/>
          <p:nvPr/>
        </p:nvGrpSpPr>
        <p:grpSpPr>
          <a:xfrm>
            <a:off x="2561933" y="419857"/>
            <a:ext cx="613993" cy="75107"/>
            <a:chOff x="-1587" y="4763"/>
            <a:chExt cx="300037" cy="42862"/>
          </a:xfrm>
        </p:grpSpPr>
        <p:sp>
          <p:nvSpPr>
            <p:cNvPr id="72" name="Google Shape;72;p9"/>
            <p:cNvSpPr/>
            <p:nvPr/>
          </p:nvSpPr>
          <p:spPr>
            <a:xfrm>
              <a:off x="-1587"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73" name="Google Shape;73;p9"/>
            <p:cNvSpPr/>
            <p:nvPr/>
          </p:nvSpPr>
          <p:spPr>
            <a:xfrm>
              <a:off x="85725"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74" name="Google Shape;74;p9"/>
            <p:cNvSpPr/>
            <p:nvPr/>
          </p:nvSpPr>
          <p:spPr>
            <a:xfrm>
              <a:off x="171450"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75" name="Google Shape;75;p9"/>
            <p:cNvSpPr/>
            <p:nvPr/>
          </p:nvSpPr>
          <p:spPr>
            <a:xfrm>
              <a:off x="261938"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grpSp>
      <p:sp>
        <p:nvSpPr>
          <p:cNvPr id="76" name="Google Shape;76;p9"/>
          <p:cNvSpPr txBox="1">
            <a:spLocks noGrp="1"/>
          </p:cNvSpPr>
          <p:nvPr>
            <p:ph type="title"/>
          </p:nvPr>
        </p:nvSpPr>
        <p:spPr>
          <a:xfrm>
            <a:off x="1008176" y="2103437"/>
            <a:ext cx="3815716"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3200"/>
              <a:buFont typeface="Poppins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Layout_08">
  <p:cSld name="Layout_08">
    <p:bg>
      <p:bgPr>
        <a:solidFill>
          <a:srgbClr val="C04C4C"/>
        </a:solidFill>
        <a:effectLst/>
      </p:bgPr>
    </p:bg>
    <p:spTree>
      <p:nvGrpSpPr>
        <p:cNvPr id="1" name="Shape 77"/>
        <p:cNvGrpSpPr/>
        <p:nvPr/>
      </p:nvGrpSpPr>
      <p:grpSpPr>
        <a:xfrm>
          <a:off x="0" y="0"/>
          <a:ext cx="0" cy="0"/>
          <a:chOff x="0" y="0"/>
          <a:chExt cx="0" cy="0"/>
        </a:xfrm>
      </p:grpSpPr>
      <p:sp>
        <p:nvSpPr>
          <p:cNvPr id="78" name="Google Shape;78;p10"/>
          <p:cNvSpPr/>
          <p:nvPr/>
        </p:nvSpPr>
        <p:spPr>
          <a:xfrm>
            <a:off x="0" y="0"/>
            <a:ext cx="12192000" cy="4737100"/>
          </a:xfrm>
          <a:prstGeom prst="rect">
            <a:avLst/>
          </a:prstGeom>
          <a:solidFill>
            <a:schemeClr val="lt1"/>
          </a:solidFill>
          <a:ln>
            <a:noFill/>
          </a:ln>
          <a:effectLst>
            <a:outerShdw blurRad="254000" dist="215900" dir="5400000" sx="98000" sy="98000" algn="t" rotWithShape="0">
              <a:srgbClr val="000000">
                <a:alpha val="17647"/>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sp>
        <p:nvSpPr>
          <p:cNvPr id="79" name="Google Shape;79;p10"/>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0" name="Google Shape;80;p10"/>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1" name="Google Shape;81;p10"/>
          <p:cNvSpPr txBox="1">
            <a:spLocks noGrp="1"/>
          </p:cNvSpPr>
          <p:nvPr>
            <p:ph type="title"/>
          </p:nvPr>
        </p:nvSpPr>
        <p:spPr>
          <a:xfrm>
            <a:off x="838200" y="33655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2" name="Google Shape;82;p10" descr="Logo&#10;&#10;Description automatically generated"/>
          <p:cNvPicPr preferRelativeResize="0"/>
          <p:nvPr/>
        </p:nvPicPr>
        <p:blipFill rotWithShape="1">
          <a:blip r:embed="rId2">
            <a:alphaModFix/>
          </a:blip>
          <a:srcRect/>
          <a:stretch/>
        </p:blipFill>
        <p:spPr>
          <a:xfrm>
            <a:off x="10910580" y="6338033"/>
            <a:ext cx="1069391" cy="361688"/>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Layout_03">
  <p:cSld name="Layout_03">
    <p:bg>
      <p:bgPr>
        <a:solidFill>
          <a:srgbClr val="C04C4C"/>
        </a:solidFill>
        <a:effectLst/>
      </p:bgPr>
    </p:bg>
    <p:spTree>
      <p:nvGrpSpPr>
        <p:cNvPr id="1" name="Shape 83"/>
        <p:cNvGrpSpPr/>
        <p:nvPr/>
      </p:nvGrpSpPr>
      <p:grpSpPr>
        <a:xfrm>
          <a:off x="0" y="0"/>
          <a:ext cx="0" cy="0"/>
          <a:chOff x="0" y="0"/>
          <a:chExt cx="0" cy="0"/>
        </a:xfrm>
      </p:grpSpPr>
      <p:sp>
        <p:nvSpPr>
          <p:cNvPr id="84" name="Google Shape;84;p11"/>
          <p:cNvSpPr/>
          <p:nvPr/>
        </p:nvSpPr>
        <p:spPr>
          <a:xfrm rot="-8100000">
            <a:off x="2009576" y="3640922"/>
            <a:ext cx="12148525" cy="10716021"/>
          </a:xfrm>
          <a:custGeom>
            <a:avLst/>
            <a:gdLst/>
            <a:ahLst/>
            <a:cxnLst/>
            <a:rect l="l" t="t" r="r" b="b"/>
            <a:pathLst>
              <a:path w="460" h="405" extrusionOk="0">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lt1">
              <a:alpha val="274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85" name="Google Shape;85;p11"/>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6" name="Google Shape;86;p11"/>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87" name="Google Shape;87;p11"/>
          <p:cNvSpPr/>
          <p:nvPr/>
        </p:nvSpPr>
        <p:spPr>
          <a:xfrm>
            <a:off x="7293428" y="0"/>
            <a:ext cx="4365171" cy="6858000"/>
          </a:xfrm>
          <a:prstGeom prst="rect">
            <a:avLst/>
          </a:prstGeom>
          <a:solidFill>
            <a:srgbClr val="F2F2F2"/>
          </a:solidFill>
          <a:ln>
            <a:noFill/>
          </a:ln>
          <a:effectLst>
            <a:outerShdw blurRad="431800" dist="508000" dir="7860000" algn="r" rotWithShape="0">
              <a:srgbClr val="000000">
                <a:alpha val="9803"/>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grpSp>
        <p:nvGrpSpPr>
          <p:cNvPr id="88" name="Google Shape;88;p11"/>
          <p:cNvGrpSpPr/>
          <p:nvPr/>
        </p:nvGrpSpPr>
        <p:grpSpPr>
          <a:xfrm rot="10800000">
            <a:off x="9169016" y="6004017"/>
            <a:ext cx="613993" cy="75107"/>
            <a:chOff x="-1587" y="4763"/>
            <a:chExt cx="300037" cy="42862"/>
          </a:xfrm>
        </p:grpSpPr>
        <p:sp>
          <p:nvSpPr>
            <p:cNvPr id="89" name="Google Shape;89;p11"/>
            <p:cNvSpPr/>
            <p:nvPr/>
          </p:nvSpPr>
          <p:spPr>
            <a:xfrm>
              <a:off x="-1587"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90" name="Google Shape;90;p11"/>
            <p:cNvSpPr/>
            <p:nvPr/>
          </p:nvSpPr>
          <p:spPr>
            <a:xfrm>
              <a:off x="85725"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91" name="Google Shape;91;p11"/>
            <p:cNvSpPr/>
            <p:nvPr/>
          </p:nvSpPr>
          <p:spPr>
            <a:xfrm>
              <a:off x="171450"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92" name="Google Shape;92;p11"/>
            <p:cNvSpPr/>
            <p:nvPr/>
          </p:nvSpPr>
          <p:spPr>
            <a:xfrm>
              <a:off x="261938" y="4763"/>
              <a:ext cx="36512" cy="42862"/>
            </a:xfrm>
            <a:prstGeom prst="ellipse">
              <a:avLst/>
            </a:prstGeom>
            <a:solidFill>
              <a:srgbClr val="C04C4C"/>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grpSp>
      <p:sp>
        <p:nvSpPr>
          <p:cNvPr id="93" name="Google Shape;93;p11"/>
          <p:cNvSpPr txBox="1">
            <a:spLocks noGrp="1"/>
          </p:cNvSpPr>
          <p:nvPr>
            <p:ph type="title"/>
          </p:nvPr>
        </p:nvSpPr>
        <p:spPr>
          <a:xfrm>
            <a:off x="326572" y="1388382"/>
            <a:ext cx="6672943"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Poppins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1"/>
          <p:cNvSpPr/>
          <p:nvPr/>
        </p:nvSpPr>
        <p:spPr>
          <a:xfrm rot="-5400000">
            <a:off x="5061976" y="2610139"/>
            <a:ext cx="12148525" cy="10716021"/>
          </a:xfrm>
          <a:custGeom>
            <a:avLst/>
            <a:gdLst/>
            <a:ahLst/>
            <a:cxnLst/>
            <a:rect l="l" t="t" r="r" b="b"/>
            <a:pathLst>
              <a:path w="460" h="405" extrusionOk="0">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lt1">
              <a:alpha val="274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Layout_05">
  <p:cSld name="Layout_05">
    <p:bg>
      <p:bgPr>
        <a:solidFill>
          <a:srgbClr val="C04C4C"/>
        </a:solidFill>
        <a:effectLst/>
      </p:bgPr>
    </p:bg>
    <p:spTree>
      <p:nvGrpSpPr>
        <p:cNvPr id="1" name="Shape 95"/>
        <p:cNvGrpSpPr/>
        <p:nvPr/>
      </p:nvGrpSpPr>
      <p:grpSpPr>
        <a:xfrm>
          <a:off x="0" y="0"/>
          <a:ext cx="0" cy="0"/>
          <a:chOff x="0" y="0"/>
          <a:chExt cx="0" cy="0"/>
        </a:xfrm>
      </p:grpSpPr>
      <p:sp>
        <p:nvSpPr>
          <p:cNvPr id="96" name="Google Shape;96;p12"/>
          <p:cNvSpPr/>
          <p:nvPr/>
        </p:nvSpPr>
        <p:spPr>
          <a:xfrm rot="10800000">
            <a:off x="11064240" y="0"/>
            <a:ext cx="1127760" cy="1447800"/>
          </a:xfrm>
          <a:custGeom>
            <a:avLst/>
            <a:gdLst/>
            <a:ahLst/>
            <a:cxnLst/>
            <a:rect l="l" t="t" r="r" b="b"/>
            <a:pathLst>
              <a:path w="10001" h="10000" extrusionOk="0">
                <a:moveTo>
                  <a:pt x="30" y="0"/>
                </a:moveTo>
                <a:lnTo>
                  <a:pt x="10001" y="9971"/>
                </a:lnTo>
                <a:lnTo>
                  <a:pt x="1255" y="10000"/>
                </a:lnTo>
                <a:cubicBezTo>
                  <a:pt x="-92" y="10000"/>
                  <a:pt x="1" y="9419"/>
                  <a:pt x="1" y="8750"/>
                </a:cubicBezTo>
                <a:cubicBezTo>
                  <a:pt x="11" y="5833"/>
                  <a:pt x="20" y="2917"/>
                  <a:pt x="30" y="0"/>
                </a:cubicBezTo>
                <a:close/>
              </a:path>
            </a:pathLst>
          </a:custGeom>
          <a:solidFill>
            <a:srgbClr val="C04C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97" name="Google Shape;97;p12"/>
          <p:cNvSpPr/>
          <p:nvPr/>
        </p:nvSpPr>
        <p:spPr>
          <a:xfrm>
            <a:off x="0" y="0"/>
            <a:ext cx="5148943" cy="6858000"/>
          </a:xfrm>
          <a:prstGeom prst="rect">
            <a:avLst/>
          </a:prstGeom>
          <a:solidFill>
            <a:srgbClr val="3F3F3F"/>
          </a:solidFill>
          <a:ln w="12700" cap="flat" cmpd="sng">
            <a:solidFill>
              <a:srgbClr val="CBCBCB"/>
            </a:solidFill>
            <a:prstDash val="solid"/>
            <a:miter lim="800000"/>
            <a:headEnd type="none" w="sm" len="sm"/>
            <a:tailEnd type="none" w="sm" len="sm"/>
          </a:ln>
          <a:effectLst>
            <a:outerShdw blurRad="457200" dist="215900" sx="96000" sy="96000" algn="l" rotWithShape="0">
              <a:srgbClr val="000000">
                <a:alpha val="40000"/>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98" name="Google Shape;98;p12"/>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9" name="Google Shape;99;p12"/>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00" name="Google Shape;100;p12"/>
          <p:cNvSpPr txBox="1">
            <a:spLocks noGrp="1"/>
          </p:cNvSpPr>
          <p:nvPr>
            <p:ph type="title"/>
          </p:nvPr>
        </p:nvSpPr>
        <p:spPr>
          <a:xfrm>
            <a:off x="500742" y="1286581"/>
            <a:ext cx="416922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lt1"/>
              </a:buClr>
              <a:buSzPts val="3200"/>
              <a:buFont typeface="Poppins Medium"/>
              <a:buNone/>
              <a:defRPr>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1" name="Google Shape;101;p12"/>
          <p:cNvSpPr>
            <a:spLocks noGrp="1"/>
          </p:cNvSpPr>
          <p:nvPr>
            <p:ph type="pic" idx="2"/>
          </p:nvPr>
        </p:nvSpPr>
        <p:spPr>
          <a:xfrm>
            <a:off x="8752114" y="733425"/>
            <a:ext cx="2939143" cy="2363380"/>
          </a:xfrm>
          <a:prstGeom prst="rect">
            <a:avLst/>
          </a:prstGeom>
          <a:noFill/>
          <a:ln>
            <a:noFill/>
          </a:ln>
        </p:spPr>
      </p:sp>
      <p:sp>
        <p:nvSpPr>
          <p:cNvPr id="102" name="Google Shape;102;p12"/>
          <p:cNvSpPr>
            <a:spLocks noGrp="1"/>
          </p:cNvSpPr>
          <p:nvPr>
            <p:ph type="pic" idx="3"/>
          </p:nvPr>
        </p:nvSpPr>
        <p:spPr>
          <a:xfrm>
            <a:off x="5595258" y="733425"/>
            <a:ext cx="2939143" cy="2363380"/>
          </a:xfrm>
          <a:prstGeom prst="rect">
            <a:avLst/>
          </a:prstGeom>
          <a:noFill/>
          <a:ln>
            <a:noFill/>
          </a:ln>
        </p:spPr>
      </p:sp>
      <p:sp>
        <p:nvSpPr>
          <p:cNvPr id="103" name="Google Shape;103;p12"/>
          <p:cNvSpPr>
            <a:spLocks noGrp="1"/>
          </p:cNvSpPr>
          <p:nvPr>
            <p:ph type="pic" idx="4"/>
          </p:nvPr>
        </p:nvSpPr>
        <p:spPr>
          <a:xfrm>
            <a:off x="8752114" y="3244668"/>
            <a:ext cx="2939143" cy="2363380"/>
          </a:xfrm>
          <a:prstGeom prst="rect">
            <a:avLst/>
          </a:prstGeom>
          <a:noFill/>
          <a:ln>
            <a:noFill/>
          </a:ln>
        </p:spPr>
      </p:sp>
      <p:sp>
        <p:nvSpPr>
          <p:cNvPr id="104" name="Google Shape;104;p12"/>
          <p:cNvSpPr>
            <a:spLocks noGrp="1"/>
          </p:cNvSpPr>
          <p:nvPr>
            <p:ph type="pic" idx="5"/>
          </p:nvPr>
        </p:nvSpPr>
        <p:spPr>
          <a:xfrm>
            <a:off x="5595258" y="3244668"/>
            <a:ext cx="2939143" cy="2363380"/>
          </a:xfrm>
          <a:prstGeom prst="rect">
            <a:avLst/>
          </a:prstGeom>
          <a:noFill/>
          <a:ln>
            <a:noFill/>
          </a:ln>
        </p:spPr>
      </p:sp>
      <p:pic>
        <p:nvPicPr>
          <p:cNvPr id="105" name="Google Shape;105;p12" descr="Logo&#10;&#10;Description automatically generated"/>
          <p:cNvPicPr preferRelativeResize="0"/>
          <p:nvPr/>
        </p:nvPicPr>
        <p:blipFill rotWithShape="1">
          <a:blip r:embed="rId2">
            <a:alphaModFix/>
          </a:blip>
          <a:srcRect/>
          <a:stretch/>
        </p:blipFill>
        <p:spPr>
          <a:xfrm>
            <a:off x="10910580" y="6338033"/>
            <a:ext cx="1069391" cy="361688"/>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yout_06">
  <p:cSld name="Layout_06">
    <p:spTree>
      <p:nvGrpSpPr>
        <p:cNvPr id="1" name="Shape 106"/>
        <p:cNvGrpSpPr/>
        <p:nvPr/>
      </p:nvGrpSpPr>
      <p:grpSpPr>
        <a:xfrm>
          <a:off x="0" y="0"/>
          <a:ext cx="0" cy="0"/>
          <a:chOff x="0" y="0"/>
          <a:chExt cx="0" cy="0"/>
        </a:xfrm>
      </p:grpSpPr>
      <p:pic>
        <p:nvPicPr>
          <p:cNvPr id="107" name="Google Shape;107;p13"/>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108" name="Google Shape;108;p13"/>
          <p:cNvSpPr/>
          <p:nvPr/>
        </p:nvSpPr>
        <p:spPr>
          <a:xfrm>
            <a:off x="0" y="0"/>
            <a:ext cx="4539343" cy="612648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sp>
        <p:nvSpPr>
          <p:cNvPr id="109" name="Google Shape;109;p13"/>
          <p:cNvSpPr txBox="1">
            <a:spLocks noGrp="1"/>
          </p:cNvSpPr>
          <p:nvPr>
            <p:ph type="title"/>
          </p:nvPr>
        </p:nvSpPr>
        <p:spPr>
          <a:xfrm>
            <a:off x="6151338" y="2766217"/>
            <a:ext cx="5822948" cy="1325563"/>
          </a:xfrm>
          <a:prstGeom prst="rect">
            <a:avLst/>
          </a:prstGeom>
          <a:noFill/>
          <a:ln>
            <a:noFill/>
          </a:ln>
        </p:spPr>
        <p:txBody>
          <a:bodyPr spcFirstLastPara="1" wrap="square" lIns="91425" tIns="45700" rIns="91425" bIns="45700" anchor="ctr" anchorCtr="0">
            <a:normAutofit/>
          </a:bodyPr>
          <a:lstStyle>
            <a:lvl1pPr lvl="0" algn="ctr">
              <a:lnSpc>
                <a:spcPct val="90000"/>
              </a:lnSpc>
              <a:spcBef>
                <a:spcPts val="0"/>
              </a:spcBef>
              <a:spcAft>
                <a:spcPts val="0"/>
              </a:spcAft>
              <a:buClr>
                <a:srgbClr val="3F3F3F"/>
              </a:buClr>
              <a:buSzPts val="3200"/>
              <a:buFont typeface="Poppins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13"/>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1" name="Google Shape;111;p13"/>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grpSp>
        <p:nvGrpSpPr>
          <p:cNvPr id="112" name="Google Shape;112;p13"/>
          <p:cNvGrpSpPr/>
          <p:nvPr/>
        </p:nvGrpSpPr>
        <p:grpSpPr>
          <a:xfrm>
            <a:off x="580088" y="1982368"/>
            <a:ext cx="5265908" cy="2893260"/>
            <a:chOff x="-548507" y="477868"/>
            <a:chExt cx="11570449" cy="6357177"/>
          </a:xfrm>
        </p:grpSpPr>
        <p:sp>
          <p:nvSpPr>
            <p:cNvPr id="113" name="Google Shape;113;p13"/>
            <p:cNvSpPr/>
            <p:nvPr/>
          </p:nvSpPr>
          <p:spPr>
            <a:xfrm>
              <a:off x="-482765" y="6440599"/>
              <a:ext cx="11438966" cy="394446"/>
            </a:xfrm>
            <a:custGeom>
              <a:avLst/>
              <a:gdLst/>
              <a:ahLst/>
              <a:cxnLst/>
              <a:rect l="l" t="t" r="r" b="b"/>
              <a:pathLst>
                <a:path w="1657350" h="57150" extrusionOk="0">
                  <a:moveTo>
                    <a:pt x="1605439" y="54769"/>
                  </a:moveTo>
                  <a:cubicBezTo>
                    <a:pt x="1605439" y="54769"/>
                    <a:pt x="1638776" y="50959"/>
                    <a:pt x="1652111" y="22384"/>
                  </a:cubicBezTo>
                  <a:lnTo>
                    <a:pt x="1652111" y="22384"/>
                  </a:lnTo>
                  <a:cubicBezTo>
                    <a:pt x="1652111" y="13811"/>
                    <a:pt x="1645444" y="7144"/>
                    <a:pt x="1636871" y="7144"/>
                  </a:cubicBezTo>
                  <a:lnTo>
                    <a:pt x="44291" y="12859"/>
                  </a:lnTo>
                  <a:lnTo>
                    <a:pt x="23336" y="12859"/>
                  </a:lnTo>
                  <a:cubicBezTo>
                    <a:pt x="14764" y="12859"/>
                    <a:pt x="7144" y="18574"/>
                    <a:pt x="7144" y="26194"/>
                  </a:cubicBezTo>
                  <a:lnTo>
                    <a:pt x="7144" y="26194"/>
                  </a:lnTo>
                  <a:cubicBezTo>
                    <a:pt x="17621" y="45244"/>
                    <a:pt x="40481" y="51911"/>
                    <a:pt x="50959" y="53816"/>
                  </a:cubicBezTo>
                  <a:lnTo>
                    <a:pt x="51911" y="54769"/>
                  </a:lnTo>
                  <a:cubicBezTo>
                    <a:pt x="51911" y="54769"/>
                    <a:pt x="51911" y="54769"/>
                    <a:pt x="51911" y="54769"/>
                  </a:cubicBezTo>
                  <a:lnTo>
                    <a:pt x="56674" y="54769"/>
                  </a:lnTo>
                </a:path>
              </a:pathLst>
            </a:custGeom>
            <a:solidFill>
              <a:srgbClr val="5F6767"/>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14" name="Google Shape;114;p13"/>
            <p:cNvSpPr/>
            <p:nvPr/>
          </p:nvSpPr>
          <p:spPr>
            <a:xfrm>
              <a:off x="700575" y="477868"/>
              <a:ext cx="9072285" cy="5916709"/>
            </a:xfrm>
            <a:custGeom>
              <a:avLst/>
              <a:gdLst/>
              <a:ahLst/>
              <a:cxnLst/>
              <a:rect l="l" t="t" r="r" b="b"/>
              <a:pathLst>
                <a:path w="1314450" h="857250" extrusionOk="0">
                  <a:moveTo>
                    <a:pt x="1311116" y="813911"/>
                  </a:moveTo>
                  <a:cubicBezTo>
                    <a:pt x="1311116" y="834866"/>
                    <a:pt x="1297781" y="852964"/>
                    <a:pt x="1281589" y="852964"/>
                  </a:cubicBezTo>
                  <a:lnTo>
                    <a:pt x="36671" y="852964"/>
                  </a:lnTo>
                  <a:cubicBezTo>
                    <a:pt x="20479" y="852964"/>
                    <a:pt x="7144" y="835819"/>
                    <a:pt x="7144" y="813911"/>
                  </a:cubicBezTo>
                  <a:lnTo>
                    <a:pt x="7144" y="46196"/>
                  </a:lnTo>
                  <a:cubicBezTo>
                    <a:pt x="7144" y="25241"/>
                    <a:pt x="20479" y="7144"/>
                    <a:pt x="36671" y="7144"/>
                  </a:cubicBezTo>
                  <a:lnTo>
                    <a:pt x="1281589" y="7144"/>
                  </a:lnTo>
                  <a:cubicBezTo>
                    <a:pt x="1297781" y="7144"/>
                    <a:pt x="1311116" y="24289"/>
                    <a:pt x="1311116" y="46196"/>
                  </a:cubicBezTo>
                  <a:lnTo>
                    <a:pt x="1311116" y="813911"/>
                  </a:lnTo>
                  <a:close/>
                </a:path>
              </a:pathLst>
            </a:custGeom>
            <a:solidFill>
              <a:srgbClr val="000000"/>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15" name="Google Shape;115;p13"/>
            <p:cNvSpPr/>
            <p:nvPr/>
          </p:nvSpPr>
          <p:spPr>
            <a:xfrm>
              <a:off x="1088451" y="839448"/>
              <a:ext cx="8283390" cy="5062073"/>
            </a:xfrm>
            <a:custGeom>
              <a:avLst/>
              <a:gdLst/>
              <a:ahLst/>
              <a:cxnLst/>
              <a:rect l="l" t="t" r="r" b="b"/>
              <a:pathLst>
                <a:path w="1200150" h="733425" extrusionOk="0">
                  <a:moveTo>
                    <a:pt x="7144" y="7144"/>
                  </a:moveTo>
                  <a:lnTo>
                    <a:pt x="1196816" y="7144"/>
                  </a:lnTo>
                  <a:lnTo>
                    <a:pt x="1196816" y="730091"/>
                  </a:lnTo>
                  <a:lnTo>
                    <a:pt x="7144" y="730091"/>
                  </a:lnTo>
                  <a:close/>
                </a:path>
              </a:pathLst>
            </a:custGeom>
            <a:solidFill>
              <a:srgbClr val="F2F2F2"/>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16" name="Google Shape;116;p13"/>
            <p:cNvSpPr/>
            <p:nvPr/>
          </p:nvSpPr>
          <p:spPr>
            <a:xfrm>
              <a:off x="-548507" y="6164484"/>
              <a:ext cx="11570449" cy="460187"/>
            </a:xfrm>
            <a:custGeom>
              <a:avLst/>
              <a:gdLst/>
              <a:ahLst/>
              <a:cxnLst/>
              <a:rect l="l" t="t" r="r" b="b"/>
              <a:pathLst>
                <a:path w="1676400" h="66675" extrusionOk="0">
                  <a:moveTo>
                    <a:pt x="50006" y="7144"/>
                  </a:moveTo>
                  <a:lnTo>
                    <a:pt x="1630204" y="7144"/>
                  </a:lnTo>
                  <a:cubicBezTo>
                    <a:pt x="1653064" y="7144"/>
                    <a:pt x="1672114" y="26194"/>
                    <a:pt x="1672114" y="49054"/>
                  </a:cubicBezTo>
                  <a:lnTo>
                    <a:pt x="1672114" y="57626"/>
                  </a:lnTo>
                  <a:cubicBezTo>
                    <a:pt x="1672114" y="57626"/>
                    <a:pt x="1674019" y="64294"/>
                    <a:pt x="1656874" y="62389"/>
                  </a:cubicBezTo>
                  <a:cubicBezTo>
                    <a:pt x="1655921" y="62389"/>
                    <a:pt x="1654969" y="62389"/>
                    <a:pt x="1654016" y="62389"/>
                  </a:cubicBezTo>
                  <a:lnTo>
                    <a:pt x="29051" y="62389"/>
                  </a:lnTo>
                  <a:cubicBezTo>
                    <a:pt x="26194" y="62389"/>
                    <a:pt x="24289" y="62389"/>
                    <a:pt x="21431" y="63341"/>
                  </a:cubicBezTo>
                  <a:cubicBezTo>
                    <a:pt x="16669" y="64294"/>
                    <a:pt x="8096" y="64294"/>
                    <a:pt x="7144" y="55721"/>
                  </a:cubicBezTo>
                  <a:lnTo>
                    <a:pt x="7144" y="48101"/>
                  </a:lnTo>
                  <a:cubicBezTo>
                    <a:pt x="8096" y="25241"/>
                    <a:pt x="26194" y="7144"/>
                    <a:pt x="50006" y="7144"/>
                  </a:cubicBezTo>
                  <a:close/>
                </a:path>
              </a:pathLst>
            </a:custGeom>
            <a:solidFill>
              <a:srgbClr val="CCCCCC"/>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17" name="Google Shape;117;p13"/>
            <p:cNvSpPr/>
            <p:nvPr/>
          </p:nvSpPr>
          <p:spPr>
            <a:xfrm>
              <a:off x="4438629" y="6215033"/>
              <a:ext cx="1618413" cy="184076"/>
            </a:xfrm>
            <a:custGeom>
              <a:avLst/>
              <a:gdLst/>
              <a:ahLst/>
              <a:cxnLst/>
              <a:rect l="l" t="t" r="r" b="b"/>
              <a:pathLst>
                <a:path w="1618413" h="184076" extrusionOk="0">
                  <a:moveTo>
                    <a:pt x="1478513" y="177499"/>
                  </a:moveTo>
                  <a:lnTo>
                    <a:pt x="1485084" y="177499"/>
                  </a:lnTo>
                  <a:lnTo>
                    <a:pt x="1502686" y="178122"/>
                  </a:lnTo>
                  <a:lnTo>
                    <a:pt x="1499879" y="178526"/>
                  </a:lnTo>
                  <a:cubicBezTo>
                    <a:pt x="1487142" y="179142"/>
                    <a:pt x="1478513" y="177499"/>
                    <a:pt x="1478513" y="177499"/>
                  </a:cubicBezTo>
                  <a:close/>
                  <a:moveTo>
                    <a:pt x="84799" y="170928"/>
                  </a:moveTo>
                  <a:cubicBezTo>
                    <a:pt x="97947" y="177499"/>
                    <a:pt x="104518" y="177499"/>
                    <a:pt x="117666" y="177499"/>
                  </a:cubicBezTo>
                  <a:lnTo>
                    <a:pt x="104518" y="177499"/>
                  </a:lnTo>
                  <a:cubicBezTo>
                    <a:pt x="97947" y="177499"/>
                    <a:pt x="91370" y="177499"/>
                    <a:pt x="84799" y="170928"/>
                  </a:cubicBezTo>
                  <a:close/>
                  <a:moveTo>
                    <a:pt x="1603418" y="0"/>
                  </a:moveTo>
                  <a:lnTo>
                    <a:pt x="1616567" y="0"/>
                  </a:lnTo>
                  <a:cubicBezTo>
                    <a:pt x="1631361" y="152847"/>
                    <a:pt x="1553705" y="176266"/>
                    <a:pt x="1511177" y="178423"/>
                  </a:cubicBezTo>
                  <a:lnTo>
                    <a:pt x="1502686" y="178122"/>
                  </a:lnTo>
                  <a:lnTo>
                    <a:pt x="1521501" y="175419"/>
                  </a:lnTo>
                  <a:cubicBezTo>
                    <a:pt x="1560791" y="165788"/>
                    <a:pt x="1611636" y="129836"/>
                    <a:pt x="1603418" y="6571"/>
                  </a:cubicBezTo>
                  <a:close/>
                  <a:moveTo>
                    <a:pt x="5911" y="0"/>
                  </a:moveTo>
                  <a:lnTo>
                    <a:pt x="19060" y="6571"/>
                  </a:lnTo>
                  <a:cubicBezTo>
                    <a:pt x="19060" y="6571"/>
                    <a:pt x="-20385" y="144631"/>
                    <a:pt x="91379" y="184076"/>
                  </a:cubicBezTo>
                  <a:cubicBezTo>
                    <a:pt x="-33534" y="151202"/>
                    <a:pt x="5911" y="0"/>
                    <a:pt x="5911" y="0"/>
                  </a:cubicBezTo>
                  <a:close/>
                </a:path>
              </a:pathLst>
            </a:custGeom>
            <a:solidFill>
              <a:srgbClr val="4D4D4D"/>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grpSp>
          <p:nvGrpSpPr>
            <p:cNvPr id="118" name="Google Shape;118;p13"/>
            <p:cNvGrpSpPr/>
            <p:nvPr/>
          </p:nvGrpSpPr>
          <p:grpSpPr>
            <a:xfrm>
              <a:off x="1606" y="6382978"/>
              <a:ext cx="413937" cy="115242"/>
              <a:chOff x="5955" y="6353672"/>
              <a:chExt cx="413937" cy="115242"/>
            </a:xfrm>
          </p:grpSpPr>
          <p:sp>
            <p:nvSpPr>
              <p:cNvPr id="119" name="Google Shape;119;p13"/>
              <p:cNvSpPr/>
              <p:nvPr/>
            </p:nvSpPr>
            <p:spPr>
              <a:xfrm>
                <a:off x="5955" y="6353672"/>
                <a:ext cx="413937" cy="115242"/>
              </a:xfrm>
              <a:prstGeom prst="roundRect">
                <a:avLst>
                  <a:gd name="adj" fmla="val 28154"/>
                </a:avLst>
              </a:prstGeom>
              <a:solidFill>
                <a:srgbClr val="BFBF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sp>
            <p:nvSpPr>
              <p:cNvPr id="120" name="Google Shape;120;p13"/>
              <p:cNvSpPr/>
              <p:nvPr/>
            </p:nvSpPr>
            <p:spPr>
              <a:xfrm>
                <a:off x="99417" y="6382279"/>
                <a:ext cx="227012" cy="55272"/>
              </a:xfrm>
              <a:prstGeom prst="roundRect">
                <a:avLst>
                  <a:gd name="adj" fmla="val 28154"/>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grpSp>
        <p:grpSp>
          <p:nvGrpSpPr>
            <p:cNvPr id="121" name="Google Shape;121;p13"/>
            <p:cNvGrpSpPr/>
            <p:nvPr/>
          </p:nvGrpSpPr>
          <p:grpSpPr>
            <a:xfrm>
              <a:off x="9855291" y="6381600"/>
              <a:ext cx="885989" cy="115242"/>
              <a:chOff x="5955" y="6353672"/>
              <a:chExt cx="413937" cy="115242"/>
            </a:xfrm>
          </p:grpSpPr>
          <p:sp>
            <p:nvSpPr>
              <p:cNvPr id="122" name="Google Shape;122;p13"/>
              <p:cNvSpPr/>
              <p:nvPr/>
            </p:nvSpPr>
            <p:spPr>
              <a:xfrm>
                <a:off x="5955" y="6353672"/>
                <a:ext cx="413937" cy="115242"/>
              </a:xfrm>
              <a:prstGeom prst="roundRect">
                <a:avLst>
                  <a:gd name="adj" fmla="val 28154"/>
                </a:avLst>
              </a:prstGeom>
              <a:solidFill>
                <a:srgbClr val="BFBFB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sp>
            <p:nvSpPr>
              <p:cNvPr id="123" name="Google Shape;123;p13"/>
              <p:cNvSpPr/>
              <p:nvPr/>
            </p:nvSpPr>
            <p:spPr>
              <a:xfrm>
                <a:off x="84761" y="6382279"/>
                <a:ext cx="256326" cy="55272"/>
              </a:xfrm>
              <a:prstGeom prst="roundRect">
                <a:avLst>
                  <a:gd name="adj" fmla="val 28154"/>
                </a:avLst>
              </a:prstGeom>
              <a:solidFill>
                <a:srgbClr val="59595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Poppins"/>
                  <a:ea typeface="Poppins"/>
                  <a:cs typeface="Poppins"/>
                  <a:sym typeface="Poppins"/>
                </a:endParaRPr>
              </a:p>
            </p:txBody>
          </p:sp>
        </p:grpSp>
        <p:sp>
          <p:nvSpPr>
            <p:cNvPr id="124" name="Google Shape;124;p13"/>
            <p:cNvSpPr/>
            <p:nvPr/>
          </p:nvSpPr>
          <p:spPr>
            <a:xfrm>
              <a:off x="3892805" y="496953"/>
              <a:ext cx="5479036" cy="5431217"/>
            </a:xfrm>
            <a:custGeom>
              <a:avLst/>
              <a:gdLst/>
              <a:ahLst/>
              <a:cxnLst/>
              <a:rect l="l" t="t" r="r" b="b"/>
              <a:pathLst>
                <a:path w="3976489" h="4035268" extrusionOk="0">
                  <a:moveTo>
                    <a:pt x="2473335" y="0"/>
                  </a:moveTo>
                  <a:lnTo>
                    <a:pt x="3976489" y="10635"/>
                  </a:lnTo>
                  <a:cubicBezTo>
                    <a:pt x="3973762" y="1342950"/>
                    <a:pt x="3971034" y="2702953"/>
                    <a:pt x="3968307" y="4035268"/>
                  </a:cubicBezTo>
                  <a:lnTo>
                    <a:pt x="0" y="4035268"/>
                  </a:lnTo>
                </a:path>
              </a:pathLst>
            </a:custGeom>
            <a:solidFill>
              <a:srgbClr val="999999">
                <a:alpha val="9803"/>
              </a:srgbClr>
            </a:soli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grpSp>
      <p:pic>
        <p:nvPicPr>
          <p:cNvPr id="125" name="Google Shape;125;p13" descr="Logo&#10;&#10;Description automatically generated"/>
          <p:cNvPicPr preferRelativeResize="0"/>
          <p:nvPr/>
        </p:nvPicPr>
        <p:blipFill rotWithShape="1">
          <a:blip r:embed="rId3">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3_blank_layout_02">
  <p:cSld name="3_blank_layout_02">
    <p:spTree>
      <p:nvGrpSpPr>
        <p:cNvPr id="1" name="Shape 126"/>
        <p:cNvGrpSpPr/>
        <p:nvPr/>
      </p:nvGrpSpPr>
      <p:grpSpPr>
        <a:xfrm>
          <a:off x="0" y="0"/>
          <a:ext cx="0" cy="0"/>
          <a:chOff x="0" y="0"/>
          <a:chExt cx="0" cy="0"/>
        </a:xfrm>
      </p:grpSpPr>
      <p:sp>
        <p:nvSpPr>
          <p:cNvPr id="127" name="Google Shape;127;p14"/>
          <p:cNvSpPr/>
          <p:nvPr/>
        </p:nvSpPr>
        <p:spPr>
          <a:xfrm>
            <a:off x="0" y="0"/>
            <a:ext cx="12192000" cy="1937657"/>
          </a:xfrm>
          <a:prstGeom prst="rect">
            <a:avLst/>
          </a:prstGeom>
          <a:solidFill>
            <a:schemeClr val="dk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128" name="Google Shape;128;p14"/>
          <p:cNvPicPr preferRelativeResize="0"/>
          <p:nvPr/>
        </p:nvPicPr>
        <p:blipFill rotWithShape="1">
          <a:blip r:embed="rId2">
            <a:alphaModFix/>
          </a:blip>
          <a:srcRect/>
          <a:stretch/>
        </p:blipFill>
        <p:spPr>
          <a:xfrm flipH="1">
            <a:off x="-5939" y="1901929"/>
            <a:ext cx="12192000" cy="3139623"/>
          </a:xfrm>
          <a:prstGeom prst="rect">
            <a:avLst/>
          </a:prstGeom>
          <a:noFill/>
          <a:ln>
            <a:noFill/>
          </a:ln>
        </p:spPr>
      </p:pic>
      <p:pic>
        <p:nvPicPr>
          <p:cNvPr id="129" name="Google Shape;129;p14" descr="Logo&#10;&#10;Description automatically generated"/>
          <p:cNvPicPr preferRelativeResize="0"/>
          <p:nvPr/>
        </p:nvPicPr>
        <p:blipFill rotWithShape="1">
          <a:blip r:embed="rId3">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Layout_09">
  <p:cSld name="Layout_09">
    <p:spTree>
      <p:nvGrpSpPr>
        <p:cNvPr id="1" name="Shape 130"/>
        <p:cNvGrpSpPr/>
        <p:nvPr/>
      </p:nvGrpSpPr>
      <p:grpSpPr>
        <a:xfrm>
          <a:off x="0" y="0"/>
          <a:ext cx="0" cy="0"/>
          <a:chOff x="0" y="0"/>
          <a:chExt cx="0" cy="0"/>
        </a:xfrm>
      </p:grpSpPr>
      <p:sp>
        <p:nvSpPr>
          <p:cNvPr id="131" name="Google Shape;131;p15"/>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2" name="Google Shape;132;p15"/>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33" name="Google Shape;133;p15"/>
          <p:cNvSpPr txBox="1">
            <a:spLocks noGrp="1"/>
          </p:cNvSpPr>
          <p:nvPr>
            <p:ph type="title"/>
          </p:nvPr>
        </p:nvSpPr>
        <p:spPr>
          <a:xfrm>
            <a:off x="838200" y="336550"/>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4" name="Google Shape;134;p15"/>
          <p:cNvSpPr>
            <a:spLocks noGrp="1"/>
          </p:cNvSpPr>
          <p:nvPr>
            <p:ph type="pic" idx="2"/>
          </p:nvPr>
        </p:nvSpPr>
        <p:spPr>
          <a:xfrm>
            <a:off x="838200" y="1863725"/>
            <a:ext cx="3200400" cy="2939769"/>
          </a:xfrm>
          <a:prstGeom prst="rect">
            <a:avLst/>
          </a:prstGeom>
          <a:noFill/>
          <a:ln>
            <a:noFill/>
          </a:ln>
        </p:spPr>
      </p:sp>
      <p:sp>
        <p:nvSpPr>
          <p:cNvPr id="135" name="Google Shape;135;p15"/>
          <p:cNvSpPr>
            <a:spLocks noGrp="1"/>
          </p:cNvSpPr>
          <p:nvPr>
            <p:ph type="pic" idx="3"/>
          </p:nvPr>
        </p:nvSpPr>
        <p:spPr>
          <a:xfrm>
            <a:off x="4495800" y="1863725"/>
            <a:ext cx="3200400" cy="2939769"/>
          </a:xfrm>
          <a:prstGeom prst="rect">
            <a:avLst/>
          </a:prstGeom>
          <a:noFill/>
          <a:ln>
            <a:noFill/>
          </a:ln>
        </p:spPr>
      </p:sp>
      <p:sp>
        <p:nvSpPr>
          <p:cNvPr id="136" name="Google Shape;136;p15"/>
          <p:cNvSpPr>
            <a:spLocks noGrp="1"/>
          </p:cNvSpPr>
          <p:nvPr>
            <p:ph type="pic" idx="4"/>
          </p:nvPr>
        </p:nvSpPr>
        <p:spPr>
          <a:xfrm>
            <a:off x="8158725" y="1863725"/>
            <a:ext cx="3200400" cy="2939769"/>
          </a:xfrm>
          <a:prstGeom prst="rect">
            <a:avLst/>
          </a:prstGeom>
          <a:noFill/>
          <a:ln>
            <a:noFill/>
          </a:ln>
        </p:spPr>
      </p:sp>
      <p:pic>
        <p:nvPicPr>
          <p:cNvPr id="137" name="Google Shape;137;p15" descr="Logo&#10;&#10;Description automatically generated"/>
          <p:cNvPicPr preferRelativeResize="0"/>
          <p:nvPr/>
        </p:nvPicPr>
        <p:blipFill rotWithShape="1">
          <a:blip r:embed="rId2">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Layout_10">
  <p:cSld name="Layout_10">
    <p:bg>
      <p:bgPr>
        <a:solidFill>
          <a:schemeClr val="lt1">
            <a:alpha val="36862"/>
          </a:schemeClr>
        </a:solidFill>
        <a:effectLst/>
      </p:bgPr>
    </p:bg>
    <p:spTree>
      <p:nvGrpSpPr>
        <p:cNvPr id="1" name="Shape 145"/>
        <p:cNvGrpSpPr/>
        <p:nvPr/>
      </p:nvGrpSpPr>
      <p:grpSpPr>
        <a:xfrm>
          <a:off x="0" y="0"/>
          <a:ext cx="0" cy="0"/>
          <a:chOff x="0" y="0"/>
          <a:chExt cx="0" cy="0"/>
        </a:xfrm>
      </p:grpSpPr>
      <p:pic>
        <p:nvPicPr>
          <p:cNvPr id="146" name="Google Shape;146;p17"/>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147" name="Google Shape;147;p17"/>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17"/>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49" name="Google Shape;149;p17"/>
          <p:cNvSpPr>
            <a:spLocks noGrp="1"/>
          </p:cNvSpPr>
          <p:nvPr>
            <p:ph type="pic" idx="2"/>
          </p:nvPr>
        </p:nvSpPr>
        <p:spPr>
          <a:xfrm>
            <a:off x="0" y="0"/>
            <a:ext cx="2222500" cy="2036763"/>
          </a:xfrm>
          <a:prstGeom prst="rect">
            <a:avLst/>
          </a:prstGeom>
          <a:noFill/>
          <a:ln>
            <a:noFill/>
          </a:ln>
        </p:spPr>
      </p:sp>
      <p:sp>
        <p:nvSpPr>
          <p:cNvPr id="150" name="Google Shape;150;p17"/>
          <p:cNvSpPr>
            <a:spLocks noGrp="1"/>
          </p:cNvSpPr>
          <p:nvPr>
            <p:ph type="pic" idx="3"/>
          </p:nvPr>
        </p:nvSpPr>
        <p:spPr>
          <a:xfrm>
            <a:off x="2222200" y="2048338"/>
            <a:ext cx="2222500" cy="2036763"/>
          </a:xfrm>
          <a:prstGeom prst="rect">
            <a:avLst/>
          </a:prstGeom>
          <a:noFill/>
          <a:ln>
            <a:noFill/>
          </a:ln>
        </p:spPr>
      </p:sp>
      <p:sp>
        <p:nvSpPr>
          <p:cNvPr id="151" name="Google Shape;151;p17"/>
          <p:cNvSpPr>
            <a:spLocks noGrp="1"/>
          </p:cNvSpPr>
          <p:nvPr>
            <p:ph type="pic" idx="4"/>
          </p:nvPr>
        </p:nvSpPr>
        <p:spPr>
          <a:xfrm>
            <a:off x="0" y="4096676"/>
            <a:ext cx="2222500" cy="2036762"/>
          </a:xfrm>
          <a:prstGeom prst="rect">
            <a:avLst/>
          </a:prstGeom>
          <a:noFill/>
          <a:ln>
            <a:noFill/>
          </a:ln>
        </p:spPr>
      </p:sp>
      <p:sp>
        <p:nvSpPr>
          <p:cNvPr id="152" name="Google Shape;152;p17"/>
          <p:cNvSpPr txBox="1">
            <a:spLocks noGrp="1"/>
          </p:cNvSpPr>
          <p:nvPr>
            <p:ph type="title"/>
          </p:nvPr>
        </p:nvSpPr>
        <p:spPr>
          <a:xfrm>
            <a:off x="5370653" y="355599"/>
            <a:ext cx="6642904"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3" name="Google Shape;153;p17"/>
          <p:cNvSpPr/>
          <p:nvPr/>
        </p:nvSpPr>
        <p:spPr>
          <a:xfrm rot="10800000">
            <a:off x="2234075" y="7088"/>
            <a:ext cx="2222500" cy="2036762"/>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54" name="Google Shape;154;p17"/>
          <p:cNvSpPr/>
          <p:nvPr/>
        </p:nvSpPr>
        <p:spPr>
          <a:xfrm rot="10800000">
            <a:off x="0" y="2048637"/>
            <a:ext cx="2222500" cy="2036762"/>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55" name="Google Shape;155;p17"/>
          <p:cNvSpPr/>
          <p:nvPr/>
        </p:nvSpPr>
        <p:spPr>
          <a:xfrm rot="10800000">
            <a:off x="2238562" y="4096676"/>
            <a:ext cx="2222500" cy="2036762"/>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156" name="Google Shape;156;p17" descr="Logo&#10;&#10;Description automatically generated"/>
          <p:cNvPicPr preferRelativeResize="0"/>
          <p:nvPr/>
        </p:nvPicPr>
        <p:blipFill rotWithShape="1">
          <a:blip r:embed="rId3">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Layout_11">
  <p:cSld name="Layout_11">
    <p:bg>
      <p:bgPr>
        <a:solidFill>
          <a:schemeClr val="lt1">
            <a:alpha val="33725"/>
          </a:schemeClr>
        </a:solidFill>
        <a:effectLst/>
      </p:bgPr>
    </p:bg>
    <p:spTree>
      <p:nvGrpSpPr>
        <p:cNvPr id="1" name="Shape 157"/>
        <p:cNvGrpSpPr/>
        <p:nvPr/>
      </p:nvGrpSpPr>
      <p:grpSpPr>
        <a:xfrm>
          <a:off x="0" y="0"/>
          <a:ext cx="0" cy="0"/>
          <a:chOff x="0" y="0"/>
          <a:chExt cx="0" cy="0"/>
        </a:xfrm>
      </p:grpSpPr>
      <p:sp>
        <p:nvSpPr>
          <p:cNvPr id="158" name="Google Shape;158;p18"/>
          <p:cNvSpPr/>
          <p:nvPr/>
        </p:nvSpPr>
        <p:spPr>
          <a:xfrm rot="10800000">
            <a:off x="-26938" y="-20387"/>
            <a:ext cx="5402774" cy="6014786"/>
          </a:xfrm>
          <a:custGeom>
            <a:avLst/>
            <a:gdLst/>
            <a:ahLst/>
            <a:cxnLst/>
            <a:rect l="l" t="t" r="r" b="b"/>
            <a:pathLst>
              <a:path w="5402774" h="6002085" extrusionOk="0">
                <a:moveTo>
                  <a:pt x="2910621" y="7074"/>
                </a:moveTo>
                <a:lnTo>
                  <a:pt x="5402774" y="0"/>
                </a:lnTo>
                <a:cubicBezTo>
                  <a:pt x="5397067" y="2000695"/>
                  <a:pt x="5391361" y="4001390"/>
                  <a:pt x="5385654" y="6002085"/>
                </a:cubicBezTo>
                <a:lnTo>
                  <a:pt x="0" y="5983539"/>
                </a:lnTo>
                <a:lnTo>
                  <a:pt x="2910621" y="7074"/>
                </a:lnTo>
                <a:close/>
              </a:path>
            </a:pathLst>
          </a:custGeom>
          <a:gradFill>
            <a:gsLst>
              <a:gs pos="0">
                <a:srgbClr val="464646"/>
              </a:gs>
              <a:gs pos="92697">
                <a:srgbClr val="464646"/>
              </a:gs>
              <a:gs pos="100000">
                <a:srgbClr val="464646"/>
              </a:gs>
            </a:gsLst>
            <a:lin ang="5400000" scaled="0"/>
          </a:gradFill>
          <a:ln w="12700" cap="flat" cmpd="sng">
            <a:solidFill>
              <a:srgbClr val="EAEAE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59" name="Google Shape;159;p18"/>
          <p:cNvSpPr txBox="1">
            <a:spLocks noGrp="1"/>
          </p:cNvSpPr>
          <p:nvPr>
            <p:ph type="title"/>
          </p:nvPr>
        </p:nvSpPr>
        <p:spPr>
          <a:xfrm>
            <a:off x="5177642" y="863600"/>
            <a:ext cx="6602409"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rgbClr val="3F3F3F"/>
              </a:buClr>
              <a:buSzPts val="3200"/>
              <a:buFont typeface="Poppins Medium"/>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0" name="Google Shape;160;p18"/>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1" name="Google Shape;161;p18"/>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62" name="Google Shape;162;p18"/>
          <p:cNvSpPr/>
          <p:nvPr/>
        </p:nvSpPr>
        <p:spPr>
          <a:xfrm rot="10800000">
            <a:off x="589750" y="-12702"/>
            <a:ext cx="4953000" cy="6007101"/>
          </a:xfrm>
          <a:custGeom>
            <a:avLst/>
            <a:gdLst/>
            <a:ahLst/>
            <a:cxnLst/>
            <a:rect l="l" t="t" r="r" b="b"/>
            <a:pathLst>
              <a:path w="4953000" h="6007101" extrusionOk="0">
                <a:moveTo>
                  <a:pt x="2921000" y="12700"/>
                </a:moveTo>
                <a:lnTo>
                  <a:pt x="4953000" y="0"/>
                </a:lnTo>
                <a:lnTo>
                  <a:pt x="1968500" y="5994401"/>
                </a:lnTo>
                <a:lnTo>
                  <a:pt x="0" y="6007101"/>
                </a:lnTo>
                <a:lnTo>
                  <a:pt x="2921000" y="12700"/>
                </a:lnTo>
                <a:close/>
              </a:path>
            </a:pathLst>
          </a:custGeom>
          <a:solidFill>
            <a:srgbClr val="C04C4C"/>
          </a:solidFill>
          <a:ln w="12700" cap="flat" cmpd="sng">
            <a:solidFill>
              <a:srgbClr val="EAEAEA"/>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grpSp>
        <p:nvGrpSpPr>
          <p:cNvPr id="163" name="Google Shape;163;p18"/>
          <p:cNvGrpSpPr/>
          <p:nvPr/>
        </p:nvGrpSpPr>
        <p:grpSpPr>
          <a:xfrm>
            <a:off x="1433777" y="5528221"/>
            <a:ext cx="613993" cy="75107"/>
            <a:chOff x="-1587" y="4763"/>
            <a:chExt cx="300037" cy="42862"/>
          </a:xfrm>
        </p:grpSpPr>
        <p:sp>
          <p:nvSpPr>
            <p:cNvPr id="164" name="Google Shape;164;p18"/>
            <p:cNvSpPr/>
            <p:nvPr/>
          </p:nvSpPr>
          <p:spPr>
            <a:xfrm>
              <a:off x="-1587" y="4763"/>
              <a:ext cx="36512" cy="42862"/>
            </a:xfrm>
            <a:prstGeom prst="ellipse">
              <a:avLst/>
            </a:pr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165" name="Google Shape;165;p18"/>
            <p:cNvSpPr/>
            <p:nvPr/>
          </p:nvSpPr>
          <p:spPr>
            <a:xfrm>
              <a:off x="85725" y="4763"/>
              <a:ext cx="36512" cy="42862"/>
            </a:xfrm>
            <a:prstGeom prst="ellipse">
              <a:avLst/>
            </a:pr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166" name="Google Shape;166;p18"/>
            <p:cNvSpPr/>
            <p:nvPr/>
          </p:nvSpPr>
          <p:spPr>
            <a:xfrm>
              <a:off x="171450" y="4763"/>
              <a:ext cx="36512" cy="42862"/>
            </a:xfrm>
            <a:prstGeom prst="ellipse">
              <a:avLst/>
            </a:pr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167" name="Google Shape;167;p18"/>
            <p:cNvSpPr/>
            <p:nvPr/>
          </p:nvSpPr>
          <p:spPr>
            <a:xfrm>
              <a:off x="261938" y="4763"/>
              <a:ext cx="36512" cy="42862"/>
            </a:xfrm>
            <a:prstGeom prst="ellipse">
              <a:avLst/>
            </a:pr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grpSp>
      <p:sp>
        <p:nvSpPr>
          <p:cNvPr id="168" name="Google Shape;168;p18"/>
          <p:cNvSpPr/>
          <p:nvPr/>
        </p:nvSpPr>
        <p:spPr>
          <a:xfrm rot="10800000">
            <a:off x="2231874" y="4927332"/>
            <a:ext cx="1150304" cy="1395112"/>
          </a:xfrm>
          <a:custGeom>
            <a:avLst/>
            <a:gdLst/>
            <a:ahLst/>
            <a:cxnLst/>
            <a:rect l="l" t="t" r="r" b="b"/>
            <a:pathLst>
              <a:path w="4953000" h="6007101" extrusionOk="0">
                <a:moveTo>
                  <a:pt x="2921000" y="12700"/>
                </a:moveTo>
                <a:lnTo>
                  <a:pt x="4953000" y="0"/>
                </a:lnTo>
                <a:lnTo>
                  <a:pt x="1968500" y="5994401"/>
                </a:lnTo>
                <a:lnTo>
                  <a:pt x="0" y="6007101"/>
                </a:lnTo>
                <a:lnTo>
                  <a:pt x="2921000" y="12700"/>
                </a:lnTo>
                <a:close/>
              </a:path>
            </a:pathLst>
          </a:custGeom>
          <a:solidFill>
            <a:srgbClr val="D8D8D8"/>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69" name="Google Shape;169;p18"/>
          <p:cNvSpPr>
            <a:spLocks noGrp="1"/>
          </p:cNvSpPr>
          <p:nvPr>
            <p:ph type="pic" idx="2"/>
          </p:nvPr>
        </p:nvSpPr>
        <p:spPr>
          <a:xfrm>
            <a:off x="68665" y="921703"/>
            <a:ext cx="4459468" cy="4278630"/>
          </a:xfrm>
          <a:prstGeom prst="rect">
            <a:avLst/>
          </a:prstGeom>
          <a:noFill/>
          <a:ln>
            <a:noFill/>
          </a:ln>
        </p:spPr>
      </p:sp>
      <p:pic>
        <p:nvPicPr>
          <p:cNvPr id="170" name="Google Shape;170;p18" descr="Logo&#10;&#10;Description automatically generated"/>
          <p:cNvPicPr preferRelativeResize="0"/>
          <p:nvPr/>
        </p:nvPicPr>
        <p:blipFill rotWithShape="1">
          <a:blip r:embed="rId2">
            <a:alphaModFix/>
          </a:blip>
          <a:srcRect/>
          <a:stretch/>
        </p:blipFill>
        <p:spPr>
          <a:xfrm>
            <a:off x="10937655" y="6401122"/>
            <a:ext cx="1067458" cy="361688"/>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lank_layout_01">
  <p:cSld name="blank_layout_01">
    <p:bg>
      <p:bgPr>
        <a:solidFill>
          <a:srgbClr val="C04C4C"/>
        </a:solidFill>
        <a:effectLst/>
      </p:bgPr>
    </p:bg>
    <p:spTree>
      <p:nvGrpSpPr>
        <p:cNvPr id="1" name="Shape 171"/>
        <p:cNvGrpSpPr/>
        <p:nvPr/>
      </p:nvGrpSpPr>
      <p:grpSpPr>
        <a:xfrm>
          <a:off x="0" y="0"/>
          <a:ext cx="0" cy="0"/>
          <a:chOff x="0" y="0"/>
          <a:chExt cx="0" cy="0"/>
        </a:xfrm>
      </p:grpSpPr>
      <p:sp>
        <p:nvSpPr>
          <p:cNvPr id="172" name="Google Shape;172;p19"/>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3" name="Google Shape;173;p19"/>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lvl="0" indent="0" algn="ctr">
              <a:spcBef>
                <a:spcPts val="0"/>
              </a:spcBef>
              <a:buNone/>
              <a:defRPr/>
            </a:lvl1pPr>
            <a:lvl2pPr marL="0" lvl="1" indent="0" algn="ctr">
              <a:spcBef>
                <a:spcPts val="0"/>
              </a:spcBef>
              <a:buNone/>
              <a:defRPr/>
            </a:lvl2pPr>
            <a:lvl3pPr marL="0" lvl="2" indent="0" algn="ctr">
              <a:spcBef>
                <a:spcPts val="0"/>
              </a:spcBef>
              <a:buNone/>
              <a:defRPr/>
            </a:lvl3pPr>
            <a:lvl4pPr marL="0" lvl="3" indent="0" algn="ctr">
              <a:spcBef>
                <a:spcPts val="0"/>
              </a:spcBef>
              <a:buNone/>
              <a:defRPr/>
            </a:lvl4pPr>
            <a:lvl5pPr marL="0" lvl="4" indent="0" algn="ctr">
              <a:spcBef>
                <a:spcPts val="0"/>
              </a:spcBef>
              <a:buNone/>
              <a:defRPr/>
            </a:lvl5pPr>
            <a:lvl6pPr marL="0" lvl="5" indent="0" algn="ctr">
              <a:spcBef>
                <a:spcPts val="0"/>
              </a:spcBef>
              <a:buNone/>
              <a:defRPr/>
            </a:lvl6pPr>
            <a:lvl7pPr marL="0" lvl="6" indent="0" algn="ctr">
              <a:spcBef>
                <a:spcPts val="0"/>
              </a:spcBef>
              <a:buNone/>
              <a:defRPr/>
            </a:lvl7pPr>
            <a:lvl8pPr marL="0" lvl="7" indent="0" algn="ctr">
              <a:spcBef>
                <a:spcPts val="0"/>
              </a:spcBef>
              <a:buNone/>
              <a:defRPr/>
            </a:lvl8pPr>
            <a:lvl9pPr marL="0" lvl="8" indent="0" algn="ctr">
              <a:spcBef>
                <a:spcPts val="0"/>
              </a:spcBef>
              <a:buNone/>
              <a:defRPr/>
            </a:lvl9pPr>
          </a:lstStyle>
          <a:p>
            <a:pPr marL="0" lvl="0" indent="0" algn="ctr" rtl="0">
              <a:spcBef>
                <a:spcPts val="0"/>
              </a:spcBef>
              <a:spcAft>
                <a:spcPts val="0"/>
              </a:spcAft>
              <a:buNone/>
            </a:pPr>
            <a:fld id="{00000000-1234-1234-1234-123412341234}" type="slidenum">
              <a:rPr lang="en-US"/>
              <a:t>‹#›</a:t>
            </a:fld>
            <a:endParaRPr/>
          </a:p>
        </p:txBody>
      </p:sp>
      <p:sp>
        <p:nvSpPr>
          <p:cNvPr id="174" name="Google Shape;174;p19"/>
          <p:cNvSpPr/>
          <p:nvPr/>
        </p:nvSpPr>
        <p:spPr>
          <a:xfrm>
            <a:off x="0" y="-1"/>
            <a:ext cx="12192000" cy="6858000"/>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175" name="Google Shape;175;p19"/>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176" name="Google Shape;176;p19"/>
          <p:cNvSpPr/>
          <p:nvPr/>
        </p:nvSpPr>
        <p:spPr>
          <a:xfrm rot="-8100000">
            <a:off x="8565369" y="-3309433"/>
            <a:ext cx="12148525" cy="10716021"/>
          </a:xfrm>
          <a:custGeom>
            <a:avLst/>
            <a:gdLst/>
            <a:ahLst/>
            <a:cxnLst/>
            <a:rect l="l" t="t" r="r" b="b"/>
            <a:pathLst>
              <a:path w="460" h="405" extrusionOk="0">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lt1">
              <a:alpha val="274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77" name="Google Shape;177;p19"/>
          <p:cNvSpPr/>
          <p:nvPr/>
        </p:nvSpPr>
        <p:spPr>
          <a:xfrm rot="1408779">
            <a:off x="6843673" y="-6248482"/>
            <a:ext cx="12148525" cy="10716021"/>
          </a:xfrm>
          <a:custGeom>
            <a:avLst/>
            <a:gdLst/>
            <a:ahLst/>
            <a:cxnLst/>
            <a:rect l="l" t="t" r="r" b="b"/>
            <a:pathLst>
              <a:path w="460" h="405" extrusionOk="0">
                <a:moveTo>
                  <a:pt x="456" y="144"/>
                </a:moveTo>
                <a:cubicBezTo>
                  <a:pt x="447" y="102"/>
                  <a:pt x="423" y="64"/>
                  <a:pt x="389" y="39"/>
                </a:cubicBezTo>
                <a:cubicBezTo>
                  <a:pt x="350" y="11"/>
                  <a:pt x="299" y="0"/>
                  <a:pt x="253" y="3"/>
                </a:cubicBezTo>
                <a:cubicBezTo>
                  <a:pt x="226" y="5"/>
                  <a:pt x="200" y="11"/>
                  <a:pt x="175" y="21"/>
                </a:cubicBezTo>
                <a:cubicBezTo>
                  <a:pt x="151" y="31"/>
                  <a:pt x="129" y="44"/>
                  <a:pt x="107" y="59"/>
                </a:cubicBezTo>
                <a:cubicBezTo>
                  <a:pt x="77" y="80"/>
                  <a:pt x="48" y="106"/>
                  <a:pt x="28" y="137"/>
                </a:cubicBezTo>
                <a:cubicBezTo>
                  <a:pt x="7" y="171"/>
                  <a:pt x="0" y="210"/>
                  <a:pt x="12" y="248"/>
                </a:cubicBezTo>
                <a:cubicBezTo>
                  <a:pt x="23" y="284"/>
                  <a:pt x="48" y="316"/>
                  <a:pt x="76" y="340"/>
                </a:cubicBezTo>
                <a:cubicBezTo>
                  <a:pt x="108" y="367"/>
                  <a:pt x="145" y="389"/>
                  <a:pt x="186" y="398"/>
                </a:cubicBezTo>
                <a:cubicBezTo>
                  <a:pt x="205" y="403"/>
                  <a:pt x="224" y="405"/>
                  <a:pt x="243" y="404"/>
                </a:cubicBezTo>
                <a:cubicBezTo>
                  <a:pt x="264" y="402"/>
                  <a:pt x="286" y="398"/>
                  <a:pt x="306" y="390"/>
                </a:cubicBezTo>
                <a:cubicBezTo>
                  <a:pt x="350" y="374"/>
                  <a:pt x="388" y="344"/>
                  <a:pt x="416" y="307"/>
                </a:cubicBezTo>
                <a:cubicBezTo>
                  <a:pt x="444" y="270"/>
                  <a:pt x="460" y="225"/>
                  <a:pt x="460" y="179"/>
                </a:cubicBezTo>
                <a:cubicBezTo>
                  <a:pt x="460" y="167"/>
                  <a:pt x="459" y="155"/>
                  <a:pt x="456" y="144"/>
                </a:cubicBezTo>
                <a:cubicBezTo>
                  <a:pt x="453" y="127"/>
                  <a:pt x="460" y="160"/>
                  <a:pt x="456" y="144"/>
                </a:cubicBezTo>
                <a:close/>
                <a:moveTo>
                  <a:pt x="423" y="195"/>
                </a:moveTo>
                <a:cubicBezTo>
                  <a:pt x="422" y="232"/>
                  <a:pt x="404" y="270"/>
                  <a:pt x="380" y="297"/>
                </a:cubicBezTo>
                <a:cubicBezTo>
                  <a:pt x="358" y="322"/>
                  <a:pt x="330" y="340"/>
                  <a:pt x="299" y="350"/>
                </a:cubicBezTo>
                <a:cubicBezTo>
                  <a:pt x="280" y="356"/>
                  <a:pt x="260" y="357"/>
                  <a:pt x="240" y="355"/>
                </a:cubicBezTo>
                <a:cubicBezTo>
                  <a:pt x="240" y="355"/>
                  <a:pt x="240" y="355"/>
                  <a:pt x="240" y="355"/>
                </a:cubicBezTo>
                <a:cubicBezTo>
                  <a:pt x="193" y="349"/>
                  <a:pt x="156" y="317"/>
                  <a:pt x="127" y="281"/>
                </a:cubicBezTo>
                <a:cubicBezTo>
                  <a:pt x="111" y="262"/>
                  <a:pt x="98" y="238"/>
                  <a:pt x="95" y="212"/>
                </a:cubicBezTo>
                <a:cubicBezTo>
                  <a:pt x="94" y="197"/>
                  <a:pt x="97" y="181"/>
                  <a:pt x="103" y="167"/>
                </a:cubicBezTo>
                <a:cubicBezTo>
                  <a:pt x="112" y="146"/>
                  <a:pt x="127" y="128"/>
                  <a:pt x="143" y="112"/>
                </a:cubicBezTo>
                <a:cubicBezTo>
                  <a:pt x="156" y="99"/>
                  <a:pt x="170" y="87"/>
                  <a:pt x="186" y="78"/>
                </a:cubicBezTo>
                <a:cubicBezTo>
                  <a:pt x="232" y="51"/>
                  <a:pt x="289" y="46"/>
                  <a:pt x="339" y="66"/>
                </a:cubicBezTo>
                <a:cubicBezTo>
                  <a:pt x="385" y="85"/>
                  <a:pt x="421" y="129"/>
                  <a:pt x="423" y="180"/>
                </a:cubicBezTo>
                <a:cubicBezTo>
                  <a:pt x="423" y="185"/>
                  <a:pt x="423" y="190"/>
                  <a:pt x="423" y="195"/>
                </a:cubicBezTo>
                <a:cubicBezTo>
                  <a:pt x="423" y="197"/>
                  <a:pt x="423" y="194"/>
                  <a:pt x="423" y="195"/>
                </a:cubicBezTo>
                <a:close/>
              </a:path>
            </a:pathLst>
          </a:custGeom>
          <a:solidFill>
            <a:schemeClr val="lt1">
              <a:alpha val="2745"/>
            </a:scheme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78" name="Google Shape;178;p19"/>
          <p:cNvSpPr>
            <a:spLocks noGrp="1"/>
          </p:cNvSpPr>
          <p:nvPr>
            <p:ph type="pic" idx="2"/>
          </p:nvPr>
        </p:nvSpPr>
        <p:spPr>
          <a:xfrm>
            <a:off x="-109538" y="-83942"/>
            <a:ext cx="7441671" cy="7093790"/>
          </a:xfrm>
          <a:prstGeom prst="rect">
            <a:avLst/>
          </a:prstGeom>
          <a:noFill/>
          <a:ln>
            <a:noFill/>
          </a:ln>
        </p:spPr>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_blank_layout_02">
  <p:cSld name="1_blank_layout_02">
    <p:spTree>
      <p:nvGrpSpPr>
        <p:cNvPr id="1" name="Shape 179"/>
        <p:cNvGrpSpPr/>
        <p:nvPr/>
      </p:nvGrpSpPr>
      <p:grpSpPr>
        <a:xfrm>
          <a:off x="0" y="0"/>
          <a:ext cx="0" cy="0"/>
          <a:chOff x="0" y="0"/>
          <a:chExt cx="0" cy="0"/>
        </a:xfrm>
      </p:grpSpPr>
      <p:sp>
        <p:nvSpPr>
          <p:cNvPr id="180" name="Google Shape;180;p20"/>
          <p:cNvSpPr/>
          <p:nvPr/>
        </p:nvSpPr>
        <p:spPr>
          <a:xfrm>
            <a:off x="0" y="-1"/>
            <a:ext cx="12192000" cy="6858000"/>
          </a:xfrm>
          <a:prstGeom prst="rect">
            <a:avLst/>
          </a:prstGeom>
          <a:solidFill>
            <a:srgbClr val="464646"/>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pic>
        <p:nvPicPr>
          <p:cNvPr id="181" name="Google Shape;181;p20"/>
          <p:cNvPicPr preferRelativeResize="0"/>
          <p:nvPr/>
        </p:nvPicPr>
        <p:blipFill rotWithShape="1">
          <a:blip r:embed="rId2">
            <a:alphaModFix/>
          </a:blip>
          <a:srcRect/>
          <a:stretch/>
        </p:blipFill>
        <p:spPr>
          <a:xfrm rot="10800000" flipH="1">
            <a:off x="-5939" y="3718377"/>
            <a:ext cx="12192000" cy="3139623"/>
          </a:xfrm>
          <a:prstGeom prst="rect">
            <a:avLst/>
          </a:prstGeom>
          <a:noFill/>
          <a:ln>
            <a:noFill/>
          </a:ln>
        </p:spPr>
      </p:pic>
      <p:sp>
        <p:nvSpPr>
          <p:cNvPr id="182" name="Google Shape;182;p20"/>
          <p:cNvSpPr/>
          <p:nvPr/>
        </p:nvSpPr>
        <p:spPr>
          <a:xfrm rot="10800000">
            <a:off x="12096521" y="0"/>
            <a:ext cx="99164" cy="3058510"/>
          </a:xfrm>
          <a:prstGeom prst="rect">
            <a:avLst/>
          </a:prstGeom>
          <a:solidFill>
            <a:srgbClr val="C04C4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83" name="Google Shape;183;p20"/>
          <p:cNvSpPr/>
          <p:nvPr/>
        </p:nvSpPr>
        <p:spPr>
          <a:xfrm rot="10800000">
            <a:off x="12096718" y="3139623"/>
            <a:ext cx="99164" cy="4338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84" name="Google Shape;184;p20"/>
          <p:cNvSpPr/>
          <p:nvPr/>
        </p:nvSpPr>
        <p:spPr>
          <a:xfrm rot="10800000">
            <a:off x="12096521" y="3654629"/>
            <a:ext cx="99164" cy="433894"/>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185" name="Google Shape;185;p20"/>
          <p:cNvSpPr/>
          <p:nvPr/>
        </p:nvSpPr>
        <p:spPr>
          <a:xfrm>
            <a:off x="0" y="0"/>
            <a:ext cx="5606143" cy="6858000"/>
          </a:xfrm>
          <a:prstGeom prst="diagStripe">
            <a:avLst>
              <a:gd name="adj" fmla="val 50000"/>
            </a:avLst>
          </a:prstGeom>
          <a:solidFill>
            <a:srgbClr val="BFBFBF">
              <a:alpha val="5882"/>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dk1"/>
              </a:solidFill>
              <a:latin typeface="Poppins"/>
              <a:ea typeface="Poppins"/>
              <a:cs typeface="Poppins"/>
              <a:sym typeface="Poppin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2F2F2">
            <a:alpha val="36862"/>
          </a:srgbClr>
        </a:solidFill>
        <a:effectLst/>
      </p:bgPr>
    </p:bg>
    <p:spTree>
      <p:nvGrpSpPr>
        <p:cNvPr id="1" name="Shape 9"/>
        <p:cNvGrpSpPr/>
        <p:nvPr/>
      </p:nvGrpSpPr>
      <p:grpSpPr>
        <a:xfrm>
          <a:off x="0" y="0"/>
          <a:ext cx="0" cy="0"/>
          <a:chOff x="0" y="0"/>
          <a:chExt cx="0" cy="0"/>
        </a:xfrm>
      </p:grpSpPr>
      <p:sp>
        <p:nvSpPr>
          <p:cNvPr id="10" name="Google Shape;10;p1"/>
          <p:cNvSpPr txBox="1">
            <a:spLocks noGrp="1"/>
          </p:cNvSpPr>
          <p:nvPr>
            <p:ph type="title"/>
          </p:nvPr>
        </p:nvSpPr>
        <p:spPr>
          <a:xfrm>
            <a:off x="838200" y="336550"/>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rgbClr val="3F3F3F"/>
              </a:buClr>
              <a:buSzPts val="3200"/>
              <a:buFont typeface="Poppins Medium"/>
              <a:buNone/>
              <a:defRPr sz="3200" b="1" i="0" u="none" strike="noStrike" cap="none">
                <a:solidFill>
                  <a:srgbClr val="3F3F3F"/>
                </a:solidFill>
                <a:latin typeface="Poppins Medium"/>
                <a:ea typeface="Poppins Medium"/>
                <a:cs typeface="Poppins Medium"/>
                <a:sym typeface="Poppins Medium"/>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rgbClr val="262626"/>
              </a:buClr>
              <a:buSzPts val="1800"/>
              <a:buFont typeface="Arial"/>
              <a:buChar char="•"/>
              <a:defRPr sz="1800" b="0" i="0" u="none" strike="noStrike" cap="none">
                <a:solidFill>
                  <a:srgbClr val="262626"/>
                </a:solidFill>
                <a:latin typeface="Poppins"/>
                <a:ea typeface="Poppins"/>
                <a:cs typeface="Poppins"/>
                <a:sym typeface="Poppins"/>
              </a:defRPr>
            </a:lvl1pPr>
            <a:lvl2pPr marL="914400" marR="0" lvl="1" indent="-330200" algn="l" rtl="0">
              <a:lnSpc>
                <a:spcPct val="90000"/>
              </a:lnSpc>
              <a:spcBef>
                <a:spcPts val="500"/>
              </a:spcBef>
              <a:spcAft>
                <a:spcPts val="0"/>
              </a:spcAft>
              <a:buClr>
                <a:srgbClr val="262626"/>
              </a:buClr>
              <a:buSzPts val="1600"/>
              <a:buFont typeface="Arial"/>
              <a:buChar char="•"/>
              <a:defRPr sz="1600" b="0" i="0" u="none" strike="noStrike" cap="none">
                <a:solidFill>
                  <a:srgbClr val="262626"/>
                </a:solidFill>
                <a:latin typeface="Poppins"/>
                <a:ea typeface="Poppins"/>
                <a:cs typeface="Poppins"/>
                <a:sym typeface="Poppins"/>
              </a:defRPr>
            </a:lvl2pPr>
            <a:lvl3pPr marL="1371600" marR="0" lvl="2" indent="-317500" algn="l" rtl="0">
              <a:lnSpc>
                <a:spcPct val="90000"/>
              </a:lnSpc>
              <a:spcBef>
                <a:spcPts val="500"/>
              </a:spcBef>
              <a:spcAft>
                <a:spcPts val="0"/>
              </a:spcAft>
              <a:buClr>
                <a:srgbClr val="262626"/>
              </a:buClr>
              <a:buSzPts val="1400"/>
              <a:buFont typeface="Arial"/>
              <a:buChar char="•"/>
              <a:defRPr sz="1400" b="0" i="0" u="none" strike="noStrike" cap="none">
                <a:solidFill>
                  <a:srgbClr val="262626"/>
                </a:solidFill>
                <a:latin typeface="Poppins"/>
                <a:ea typeface="Poppins"/>
                <a:cs typeface="Poppins"/>
                <a:sym typeface="Poppins"/>
              </a:defRPr>
            </a:lvl3pPr>
            <a:lvl4pPr marL="1828800" marR="0" lvl="3" indent="-298450" algn="l" rtl="0">
              <a:lnSpc>
                <a:spcPct val="90000"/>
              </a:lnSpc>
              <a:spcBef>
                <a:spcPts val="500"/>
              </a:spcBef>
              <a:spcAft>
                <a:spcPts val="0"/>
              </a:spcAft>
              <a:buClr>
                <a:srgbClr val="262626"/>
              </a:buClr>
              <a:buSzPts val="1100"/>
              <a:buFont typeface="Arial"/>
              <a:buChar char="•"/>
              <a:defRPr sz="1100" b="0" i="0" u="none" strike="noStrike" cap="none">
                <a:solidFill>
                  <a:srgbClr val="262626"/>
                </a:solidFill>
                <a:latin typeface="Poppins"/>
                <a:ea typeface="Poppins"/>
                <a:cs typeface="Poppins"/>
                <a:sym typeface="Poppins"/>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Poppins"/>
                <a:ea typeface="Poppins"/>
                <a:cs typeface="Poppins"/>
                <a:sym typeface="Poppins"/>
              </a:defRPr>
            </a:lvl9pPr>
          </a:lstStyle>
          <a:p>
            <a:endParaRPr/>
          </a:p>
        </p:txBody>
      </p:sp>
      <p:sp>
        <p:nvSpPr>
          <p:cNvPr id="12" name="Google Shape;12;p1"/>
          <p:cNvSpPr txBox="1">
            <a:spLocks noGrp="1"/>
          </p:cNvSpPr>
          <p:nvPr>
            <p:ph type="ftr" idx="11"/>
          </p:nvPr>
        </p:nvSpPr>
        <p:spPr>
          <a:xfrm>
            <a:off x="186887" y="6444032"/>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Poppins"/>
                <a:ea typeface="Poppins"/>
                <a:cs typeface="Poppins"/>
                <a:sym typeface="Poppins"/>
              </a:defRPr>
            </a:lvl1pPr>
            <a:lvl2pPr marR="0" lvl="1"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2pPr>
            <a:lvl3pPr marR="0" lvl="2"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3pPr>
            <a:lvl4pPr marR="0" lvl="3"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4pPr>
            <a:lvl5pPr marR="0" lvl="4"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5pPr>
            <a:lvl6pPr marR="0" lvl="5"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6pPr>
            <a:lvl7pPr marR="0" lvl="6"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7pPr>
            <a:lvl8pPr marR="0" lvl="7"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8pPr>
            <a:lvl9pPr marR="0" lvl="8" algn="l" rtl="0">
              <a:spcBef>
                <a:spcPts val="0"/>
              </a:spcBef>
              <a:spcAft>
                <a:spcPts val="0"/>
              </a:spcAft>
              <a:buSzPts val="1400"/>
              <a:buNone/>
              <a:defRPr sz="1800" b="0" i="0" u="none" strike="noStrike" cap="none">
                <a:solidFill>
                  <a:schemeClr val="dk1"/>
                </a:solidFill>
                <a:latin typeface="Poppins"/>
                <a:ea typeface="Poppins"/>
                <a:cs typeface="Poppins"/>
                <a:sym typeface="Poppins"/>
              </a:defRPr>
            </a:lvl9pPr>
          </a:lstStyle>
          <a:p>
            <a:endParaRPr/>
          </a:p>
        </p:txBody>
      </p:sp>
      <p:sp>
        <p:nvSpPr>
          <p:cNvPr id="13" name="Google Shape;13;p1"/>
          <p:cNvSpPr/>
          <p:nvPr/>
        </p:nvSpPr>
        <p:spPr>
          <a:xfrm>
            <a:off x="5553075" y="6413500"/>
            <a:ext cx="1085850" cy="444500"/>
          </a:xfrm>
          <a:custGeom>
            <a:avLst/>
            <a:gdLst/>
            <a:ahLst/>
            <a:cxnLst/>
            <a:rect l="l" t="t" r="r" b="b"/>
            <a:pathLst>
              <a:path w="2344943" h="407428" extrusionOk="0">
                <a:moveTo>
                  <a:pt x="550981" y="0"/>
                </a:moveTo>
                <a:lnTo>
                  <a:pt x="940996" y="0"/>
                </a:lnTo>
                <a:lnTo>
                  <a:pt x="1403945" y="0"/>
                </a:lnTo>
                <a:lnTo>
                  <a:pt x="1793961" y="0"/>
                </a:lnTo>
                <a:cubicBezTo>
                  <a:pt x="2111814" y="387"/>
                  <a:pt x="2144200" y="198956"/>
                  <a:pt x="2288061" y="355358"/>
                </a:cubicBezTo>
                <a:lnTo>
                  <a:pt x="2344943" y="407428"/>
                </a:lnTo>
                <a:lnTo>
                  <a:pt x="0" y="407428"/>
                </a:lnTo>
                <a:lnTo>
                  <a:pt x="56882" y="355358"/>
                </a:lnTo>
                <a:cubicBezTo>
                  <a:pt x="200743" y="198956"/>
                  <a:pt x="233129" y="387"/>
                  <a:pt x="550981" y="0"/>
                </a:cubicBezTo>
                <a:close/>
              </a:path>
            </a:pathLst>
          </a:custGeom>
          <a:solidFill>
            <a:srgbClr val="F2F2F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Poppins"/>
              <a:ea typeface="Poppins"/>
              <a:cs typeface="Poppins"/>
              <a:sym typeface="Poppins"/>
            </a:endParaRPr>
          </a:p>
        </p:txBody>
      </p:sp>
      <p:sp>
        <p:nvSpPr>
          <p:cNvPr id="14" name="Google Shape;14;p1"/>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1400" b="0" i="0" u="none" strike="noStrike" cap="none">
                <a:solidFill>
                  <a:srgbClr val="262626"/>
                </a:solidFill>
                <a:latin typeface="Poppins"/>
                <a:ea typeface="Poppins"/>
                <a:cs typeface="Poppins"/>
                <a:sym typeface="Poppins"/>
              </a:defRPr>
            </a:lvl1pPr>
            <a:lvl2pPr marL="0" marR="0" lvl="1" indent="0" algn="ctr" rtl="0">
              <a:spcBef>
                <a:spcPts val="0"/>
              </a:spcBef>
              <a:buNone/>
              <a:defRPr sz="1400" b="0" i="0" u="none" strike="noStrike" cap="none">
                <a:solidFill>
                  <a:srgbClr val="262626"/>
                </a:solidFill>
                <a:latin typeface="Poppins"/>
                <a:ea typeface="Poppins"/>
                <a:cs typeface="Poppins"/>
                <a:sym typeface="Poppins"/>
              </a:defRPr>
            </a:lvl2pPr>
            <a:lvl3pPr marL="0" marR="0" lvl="2" indent="0" algn="ctr" rtl="0">
              <a:spcBef>
                <a:spcPts val="0"/>
              </a:spcBef>
              <a:buNone/>
              <a:defRPr sz="1400" b="0" i="0" u="none" strike="noStrike" cap="none">
                <a:solidFill>
                  <a:srgbClr val="262626"/>
                </a:solidFill>
                <a:latin typeface="Poppins"/>
                <a:ea typeface="Poppins"/>
                <a:cs typeface="Poppins"/>
                <a:sym typeface="Poppins"/>
              </a:defRPr>
            </a:lvl3pPr>
            <a:lvl4pPr marL="0" marR="0" lvl="3" indent="0" algn="ctr" rtl="0">
              <a:spcBef>
                <a:spcPts val="0"/>
              </a:spcBef>
              <a:buNone/>
              <a:defRPr sz="1400" b="0" i="0" u="none" strike="noStrike" cap="none">
                <a:solidFill>
                  <a:srgbClr val="262626"/>
                </a:solidFill>
                <a:latin typeface="Poppins"/>
                <a:ea typeface="Poppins"/>
                <a:cs typeface="Poppins"/>
                <a:sym typeface="Poppins"/>
              </a:defRPr>
            </a:lvl4pPr>
            <a:lvl5pPr marL="0" marR="0" lvl="4" indent="0" algn="ctr" rtl="0">
              <a:spcBef>
                <a:spcPts val="0"/>
              </a:spcBef>
              <a:buNone/>
              <a:defRPr sz="1400" b="0" i="0" u="none" strike="noStrike" cap="none">
                <a:solidFill>
                  <a:srgbClr val="262626"/>
                </a:solidFill>
                <a:latin typeface="Poppins"/>
                <a:ea typeface="Poppins"/>
                <a:cs typeface="Poppins"/>
                <a:sym typeface="Poppins"/>
              </a:defRPr>
            </a:lvl5pPr>
            <a:lvl6pPr marL="0" marR="0" lvl="5" indent="0" algn="ctr" rtl="0">
              <a:spcBef>
                <a:spcPts val="0"/>
              </a:spcBef>
              <a:buNone/>
              <a:defRPr sz="1400" b="0" i="0" u="none" strike="noStrike" cap="none">
                <a:solidFill>
                  <a:srgbClr val="262626"/>
                </a:solidFill>
                <a:latin typeface="Poppins"/>
                <a:ea typeface="Poppins"/>
                <a:cs typeface="Poppins"/>
                <a:sym typeface="Poppins"/>
              </a:defRPr>
            </a:lvl6pPr>
            <a:lvl7pPr marL="0" marR="0" lvl="6" indent="0" algn="ctr" rtl="0">
              <a:spcBef>
                <a:spcPts val="0"/>
              </a:spcBef>
              <a:buNone/>
              <a:defRPr sz="1400" b="0" i="0" u="none" strike="noStrike" cap="none">
                <a:solidFill>
                  <a:srgbClr val="262626"/>
                </a:solidFill>
                <a:latin typeface="Poppins"/>
                <a:ea typeface="Poppins"/>
                <a:cs typeface="Poppins"/>
                <a:sym typeface="Poppins"/>
              </a:defRPr>
            </a:lvl7pPr>
            <a:lvl8pPr marL="0" marR="0" lvl="7" indent="0" algn="ctr" rtl="0">
              <a:spcBef>
                <a:spcPts val="0"/>
              </a:spcBef>
              <a:buNone/>
              <a:defRPr sz="1400" b="0" i="0" u="none" strike="noStrike" cap="none">
                <a:solidFill>
                  <a:srgbClr val="262626"/>
                </a:solidFill>
                <a:latin typeface="Poppins"/>
                <a:ea typeface="Poppins"/>
                <a:cs typeface="Poppins"/>
                <a:sym typeface="Poppins"/>
              </a:defRPr>
            </a:lvl8pPr>
            <a:lvl9pPr marL="0" marR="0" lvl="8" indent="0" algn="ctr" rtl="0">
              <a:spcBef>
                <a:spcPts val="0"/>
              </a:spcBef>
              <a:buNone/>
              <a:defRPr sz="1400" b="0" i="0" u="none" strike="noStrike" cap="none">
                <a:solidFill>
                  <a:srgbClr val="262626"/>
                </a:solidFill>
                <a:latin typeface="Poppins"/>
                <a:ea typeface="Poppins"/>
                <a:cs typeface="Poppins"/>
                <a:sym typeface="Poppins"/>
              </a:defRPr>
            </a:lvl9pPr>
          </a:lstStyle>
          <a:p>
            <a:pPr marL="0" lvl="0" indent="0" algn="ct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3" r:id="rId5"/>
    <p:sldLayoutId id="2147483655" r:id="rId6"/>
    <p:sldLayoutId id="2147483656" r:id="rId7"/>
    <p:sldLayoutId id="2147483657" r:id="rId8"/>
    <p:sldLayoutId id="2147483658" r:id="rId9"/>
    <p:sldLayoutId id="2147483659" r:id="rId10"/>
    <p:sldLayoutId id="2147483660" r:id="rId11"/>
    <p:sldLayoutId id="2147483661" r:id="rId12"/>
    <p:sldLayoutId id="2147483663" r:id="rId13"/>
    <p:sldLayoutId id="2147483664" r:id="rId14"/>
    <p:sldLayoutId id="2147483665" r:id="rId15"/>
    <p:sldLayoutId id="2147483666" r:id="rId16"/>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microsoft.com/office/2007/relationships/hdphoto" Target="../media/hdphoto1.wdp"/><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5.xml"/><Relationship Id="rId5" Type="http://schemas.openxmlformats.org/officeDocument/2006/relationships/image" Target="../media/image8.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5.xml"/><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7"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10.png"/><Relationship Id="rId5" Type="http://schemas.openxmlformats.org/officeDocument/2006/relationships/image" Target="../media/image9.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12.png"/><Relationship Id="rId5" Type="http://schemas.openxmlformats.org/officeDocument/2006/relationships/image" Target="../media/image11.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14.png"/><Relationship Id="rId5" Type="http://schemas.microsoft.com/office/2007/relationships/hdphoto" Target="../media/hdphoto1.wdp"/><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16.png"/><Relationship Id="rId5" Type="http://schemas.microsoft.com/office/2007/relationships/hdphoto" Target="../media/hdphoto1.wdp"/><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18.png"/><Relationship Id="rId5" Type="http://schemas.openxmlformats.org/officeDocument/2006/relationships/image" Target="../media/image17.png"/><Relationship Id="rId4" Type="http://schemas.microsoft.com/office/2007/relationships/hdphoto" Target="../media/hdphoto1.wdp"/></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5.xml"/><Relationship Id="rId4" Type="http://schemas.microsoft.com/office/2007/relationships/hdphoto" Target="../media/hdphoto1.wdp"/></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3.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21"/>
          <p:cNvSpPr txBox="1"/>
          <p:nvPr/>
        </p:nvSpPr>
        <p:spPr>
          <a:xfrm>
            <a:off x="816918" y="2013450"/>
            <a:ext cx="7097400" cy="2939226"/>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3700" b="1" dirty="0">
                <a:solidFill>
                  <a:schemeClr val="lt1"/>
                </a:solidFill>
                <a:latin typeface="Poppins Medium"/>
                <a:ea typeface="Poppins Medium"/>
                <a:cs typeface="Poppins Medium"/>
                <a:sym typeface="Poppins Medium"/>
              </a:rPr>
              <a:t>S</a:t>
            </a:r>
            <a:r>
              <a:rPr lang="en-MY" sz="3700" b="1" dirty="0">
                <a:solidFill>
                  <a:schemeClr val="lt1"/>
                </a:solidFill>
                <a:latin typeface="Poppins Medium"/>
                <a:ea typeface="Poppins Medium"/>
                <a:cs typeface="Poppins Medium"/>
                <a:sym typeface="Poppins Medium"/>
              </a:rPr>
              <a:t>OFTWARE DESIGN </a:t>
            </a:r>
            <a:br>
              <a:rPr lang="en-MY" sz="3700" b="1" dirty="0">
                <a:solidFill>
                  <a:schemeClr val="lt1"/>
                </a:solidFill>
                <a:latin typeface="Poppins Medium"/>
                <a:ea typeface="Poppins Medium"/>
                <a:cs typeface="Poppins Medium"/>
                <a:sym typeface="Poppins Medium"/>
              </a:rPr>
            </a:br>
            <a:r>
              <a:rPr lang="en-MY" sz="3700" b="1" dirty="0">
                <a:solidFill>
                  <a:schemeClr val="lt1"/>
                </a:solidFill>
                <a:latin typeface="Poppins Medium"/>
                <a:ea typeface="Poppins Medium"/>
                <a:cs typeface="Poppins Medium"/>
                <a:sym typeface="Poppins Medium"/>
              </a:rPr>
              <a:t>AND ARCHITECTURE</a:t>
            </a:r>
            <a:br>
              <a:rPr lang="en-MY" sz="3700" b="1" dirty="0">
                <a:solidFill>
                  <a:schemeClr val="lt1"/>
                </a:solidFill>
                <a:latin typeface="Poppins Medium"/>
                <a:ea typeface="Poppins Medium"/>
                <a:cs typeface="Poppins Medium"/>
                <a:sym typeface="Poppins Medium"/>
              </a:rPr>
            </a:br>
            <a:r>
              <a:rPr lang="en-MY" sz="3700" b="1" dirty="0">
                <a:solidFill>
                  <a:schemeClr val="lt1"/>
                </a:solidFill>
                <a:latin typeface="Poppins Medium"/>
                <a:ea typeface="Poppins Medium"/>
                <a:cs typeface="Poppins Medium"/>
                <a:sym typeface="Poppins Medium"/>
              </a:rPr>
              <a:t>(SDA)</a:t>
            </a:r>
            <a:br>
              <a:rPr lang="en-MY" sz="3700" b="1" dirty="0">
                <a:solidFill>
                  <a:schemeClr val="lt1"/>
                </a:solidFill>
                <a:latin typeface="Poppins Medium"/>
                <a:ea typeface="Poppins Medium"/>
                <a:cs typeface="Poppins Medium"/>
                <a:sym typeface="Poppins Medium"/>
              </a:rPr>
            </a:br>
            <a:br>
              <a:rPr lang="en-MY" sz="3700" b="1" dirty="0">
                <a:solidFill>
                  <a:schemeClr val="lt1"/>
                </a:solidFill>
                <a:latin typeface="Poppins Medium"/>
                <a:ea typeface="Poppins Medium"/>
                <a:cs typeface="Poppins Medium"/>
                <a:sym typeface="Poppins Medium"/>
              </a:rPr>
            </a:br>
            <a:r>
              <a:rPr lang="en-MY" sz="3700" b="1" dirty="0">
                <a:solidFill>
                  <a:schemeClr val="lt1"/>
                </a:solidFill>
                <a:latin typeface="Poppins Medium"/>
                <a:ea typeface="Poppins Medium"/>
                <a:cs typeface="Poppins Medium"/>
                <a:sym typeface="Poppins Medium"/>
              </a:rPr>
              <a:t>Chapter  4</a:t>
            </a:r>
            <a:endParaRPr dirty="0"/>
          </a:p>
        </p:txBody>
      </p:sp>
      <p:sp>
        <p:nvSpPr>
          <p:cNvPr id="191" name="Google Shape;191;p21"/>
          <p:cNvSpPr txBox="1"/>
          <p:nvPr/>
        </p:nvSpPr>
        <p:spPr>
          <a:xfrm>
            <a:off x="8090212" y="6595095"/>
            <a:ext cx="1681866" cy="24622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000">
                <a:solidFill>
                  <a:schemeClr val="lt1"/>
                </a:solidFill>
                <a:latin typeface="Poppins"/>
                <a:ea typeface="Poppins"/>
                <a:cs typeface="Poppins"/>
                <a:sym typeface="Poppins"/>
              </a:rPr>
              <a:t>UTM KUALA LUMPUR</a:t>
            </a:r>
            <a:endParaRPr/>
          </a:p>
        </p:txBody>
      </p:sp>
      <p:pic>
        <p:nvPicPr>
          <p:cNvPr id="192" name="Google Shape;192;p21"/>
          <p:cNvPicPr preferRelativeResize="0"/>
          <p:nvPr/>
        </p:nvPicPr>
        <p:blipFill rotWithShape="1">
          <a:blip r:embed="rId3">
            <a:alphaModFix/>
          </a:blip>
          <a:srcRect/>
          <a:stretch/>
        </p:blipFill>
        <p:spPr>
          <a:xfrm>
            <a:off x="671998" y="6499364"/>
            <a:ext cx="2033624" cy="153043"/>
          </a:xfrm>
          <a:prstGeom prst="rect">
            <a:avLst/>
          </a:prstGeom>
          <a:noFill/>
          <a:ln>
            <a:noFill/>
          </a:ln>
        </p:spPr>
      </p:pic>
      <p:pic>
        <p:nvPicPr>
          <p:cNvPr id="1028" name="Picture 4" descr="UTMSPACE">
            <a:extLst>
              <a:ext uri="{FF2B5EF4-FFF2-40B4-BE49-F238E27FC236}">
                <a16:creationId xmlns:a16="http://schemas.microsoft.com/office/drawing/2014/main" id="{06D66BE5-D0D0-3336-7372-310A4EC3B20C}"/>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9241837" y="5792231"/>
            <a:ext cx="2798763" cy="7836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97"/>
        <p:cNvGrpSpPr/>
        <p:nvPr/>
      </p:nvGrpSpPr>
      <p:grpSpPr>
        <a:xfrm>
          <a:off x="0" y="0"/>
          <a:ext cx="0" cy="0"/>
          <a:chOff x="0" y="0"/>
          <a:chExt cx="0" cy="0"/>
        </a:xfrm>
      </p:grpSpPr>
      <p:sp>
        <p:nvSpPr>
          <p:cNvPr id="216" name="Google Shape;216;p22"/>
          <p:cNvSpPr txBox="1">
            <a:spLocks noGrp="1"/>
          </p:cNvSpPr>
          <p:nvPr>
            <p:ph type="sldNum" idx="12"/>
          </p:nvPr>
        </p:nvSpPr>
        <p:spPr>
          <a:xfrm>
            <a:off x="4718816" y="6433021"/>
            <a:ext cx="2743200"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2</a:t>
            </a:fld>
            <a:endParaRPr/>
          </a:p>
        </p:txBody>
      </p:sp>
      <p:pic>
        <p:nvPicPr>
          <p:cNvPr id="2" name="Picture 4" descr="UTMSPACE">
            <a:extLst>
              <a:ext uri="{FF2B5EF4-FFF2-40B4-BE49-F238E27FC236}">
                <a16:creationId xmlns:a16="http://schemas.microsoft.com/office/drawing/2014/main" id="{67691489-E6FF-BF2B-526D-D8F0B6951B38}"/>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grpSp>
        <p:nvGrpSpPr>
          <p:cNvPr id="10" name="Group 9">
            <a:extLst>
              <a:ext uri="{FF2B5EF4-FFF2-40B4-BE49-F238E27FC236}">
                <a16:creationId xmlns:a16="http://schemas.microsoft.com/office/drawing/2014/main" id="{51DC8705-5F2F-01DB-3AD3-59FAC65FBD52}"/>
              </a:ext>
            </a:extLst>
          </p:cNvPr>
          <p:cNvGrpSpPr/>
          <p:nvPr/>
        </p:nvGrpSpPr>
        <p:grpSpPr>
          <a:xfrm>
            <a:off x="1427955" y="1675302"/>
            <a:ext cx="5349295" cy="3507396"/>
            <a:chOff x="2086323" y="2184140"/>
            <a:chExt cx="5349295" cy="3507396"/>
          </a:xfrm>
        </p:grpSpPr>
        <p:sp>
          <p:nvSpPr>
            <p:cNvPr id="198" name="Google Shape;198;p22"/>
            <p:cNvSpPr txBox="1"/>
            <p:nvPr/>
          </p:nvSpPr>
          <p:spPr>
            <a:xfrm>
              <a:off x="2086324" y="2184140"/>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31926"/>
                  </a:solidFill>
                  <a:latin typeface="Poppins Medium"/>
                  <a:ea typeface="Poppins Medium"/>
                  <a:cs typeface="Poppins Medium"/>
                  <a:sym typeface="Poppins Medium"/>
                </a:rPr>
                <a:t>01</a:t>
              </a:r>
              <a:endParaRPr/>
            </a:p>
          </p:txBody>
        </p:sp>
        <p:sp>
          <p:nvSpPr>
            <p:cNvPr id="199" name="Google Shape;199;p22"/>
            <p:cNvSpPr txBox="1"/>
            <p:nvPr/>
          </p:nvSpPr>
          <p:spPr>
            <a:xfrm>
              <a:off x="3027182" y="2184140"/>
              <a:ext cx="2553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b="1">
                  <a:solidFill>
                    <a:srgbClr val="3F3F3F"/>
                  </a:solidFill>
                  <a:latin typeface="Poppins"/>
                  <a:ea typeface="Poppins"/>
                  <a:cs typeface="Poppins"/>
                  <a:sym typeface="Poppins"/>
                </a:rPr>
                <a:t>INTRODUCTION</a:t>
              </a:r>
              <a:endParaRPr/>
            </a:p>
          </p:txBody>
        </p:sp>
        <p:sp>
          <p:nvSpPr>
            <p:cNvPr id="200" name="Google Shape;200;p22"/>
            <p:cNvSpPr txBox="1"/>
            <p:nvPr/>
          </p:nvSpPr>
          <p:spPr>
            <a:xfrm>
              <a:off x="2086324" y="3483695"/>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31926"/>
                  </a:solidFill>
                  <a:latin typeface="Poppins Medium"/>
                  <a:ea typeface="Poppins Medium"/>
                  <a:cs typeface="Poppins Medium"/>
                  <a:sym typeface="Poppins Medium"/>
                </a:rPr>
                <a:t>02</a:t>
              </a:r>
              <a:endParaRPr/>
            </a:p>
          </p:txBody>
        </p:sp>
        <p:sp>
          <p:nvSpPr>
            <p:cNvPr id="201" name="Google Shape;201;p22"/>
            <p:cNvSpPr txBox="1"/>
            <p:nvPr/>
          </p:nvSpPr>
          <p:spPr>
            <a:xfrm>
              <a:off x="3027183" y="3483331"/>
              <a:ext cx="2553000" cy="41545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b="1" dirty="0">
                  <a:solidFill>
                    <a:srgbClr val="3F3F3F"/>
                  </a:solidFill>
                  <a:latin typeface="Poppins"/>
                  <a:ea typeface="Poppins"/>
                  <a:cs typeface="Poppins"/>
                  <a:sym typeface="Poppins"/>
                </a:rPr>
                <a:t>THE OLD ARCHITECTURAL</a:t>
              </a:r>
              <a:endParaRPr lang="en-US" dirty="0"/>
            </a:p>
          </p:txBody>
        </p:sp>
        <p:sp>
          <p:nvSpPr>
            <p:cNvPr id="202" name="Google Shape;202;p22"/>
            <p:cNvSpPr txBox="1"/>
            <p:nvPr/>
          </p:nvSpPr>
          <p:spPr>
            <a:xfrm>
              <a:off x="6611817" y="2200040"/>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rgbClr val="931926"/>
                  </a:solidFill>
                  <a:latin typeface="Poppins Medium"/>
                  <a:ea typeface="Poppins Medium"/>
                  <a:cs typeface="Poppins Medium"/>
                  <a:sym typeface="Poppins Medium"/>
                </a:rPr>
                <a:t>04</a:t>
              </a:r>
              <a:endParaRPr dirty="0"/>
            </a:p>
          </p:txBody>
        </p:sp>
        <p:sp>
          <p:nvSpPr>
            <p:cNvPr id="210" name="Google Shape;210;p22"/>
            <p:cNvSpPr/>
            <p:nvPr/>
          </p:nvSpPr>
          <p:spPr>
            <a:xfrm>
              <a:off x="3005656" y="2567643"/>
              <a:ext cx="3984737" cy="57900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100" dirty="0">
                  <a:solidFill>
                    <a:srgbClr val="7F7F7F"/>
                  </a:solidFill>
                  <a:latin typeface="Poppins"/>
                  <a:ea typeface="Poppins"/>
                  <a:cs typeface="Poppins"/>
                  <a:sym typeface="Poppins"/>
                </a:rPr>
                <a:t>Intro to Architectural Style &amp; Pattern </a:t>
              </a:r>
              <a:endParaRPr dirty="0"/>
            </a:p>
          </p:txBody>
        </p:sp>
        <p:sp>
          <p:nvSpPr>
            <p:cNvPr id="211" name="Google Shape;211;p22"/>
            <p:cNvSpPr/>
            <p:nvPr/>
          </p:nvSpPr>
          <p:spPr>
            <a:xfrm>
              <a:off x="3005656" y="3824979"/>
              <a:ext cx="3606161" cy="57900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100" dirty="0">
                  <a:solidFill>
                    <a:srgbClr val="7F7F7F"/>
                  </a:solidFill>
                  <a:latin typeface="Poppins"/>
                  <a:cs typeface="Poppins"/>
                  <a:sym typeface="Poppins"/>
                </a:rPr>
                <a:t>Mapping System, Pattern and Quality</a:t>
              </a:r>
              <a:endParaRPr dirty="0"/>
            </a:p>
          </p:txBody>
        </p:sp>
        <p:sp>
          <p:nvSpPr>
            <p:cNvPr id="217" name="Google Shape;217;p22"/>
            <p:cNvSpPr txBox="1"/>
            <p:nvPr/>
          </p:nvSpPr>
          <p:spPr>
            <a:xfrm>
              <a:off x="6590291" y="3520665"/>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rgbClr val="931926"/>
                  </a:solidFill>
                  <a:latin typeface="Poppins Medium"/>
                  <a:ea typeface="Poppins Medium"/>
                  <a:cs typeface="Poppins Medium"/>
                  <a:sym typeface="Poppins Medium"/>
                </a:rPr>
                <a:t>05</a:t>
              </a:r>
              <a:endParaRPr dirty="0"/>
            </a:p>
          </p:txBody>
        </p:sp>
        <p:sp>
          <p:nvSpPr>
            <p:cNvPr id="3" name="Google Shape;217;p22">
              <a:extLst>
                <a:ext uri="{FF2B5EF4-FFF2-40B4-BE49-F238E27FC236}">
                  <a16:creationId xmlns:a16="http://schemas.microsoft.com/office/drawing/2014/main" id="{1C244AD3-F07D-0D78-C6E6-E74E08BBAE74}"/>
                </a:ext>
              </a:extLst>
            </p:cNvPr>
            <p:cNvSpPr txBox="1"/>
            <p:nvPr/>
          </p:nvSpPr>
          <p:spPr>
            <a:xfrm>
              <a:off x="6611818" y="4682914"/>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dirty="0">
                  <a:solidFill>
                    <a:srgbClr val="931926"/>
                  </a:solidFill>
                  <a:latin typeface="Poppins Medium"/>
                  <a:ea typeface="Poppins Medium"/>
                  <a:cs typeface="Poppins Medium"/>
                  <a:sym typeface="Poppins Medium"/>
                </a:rPr>
                <a:t>06</a:t>
              </a:r>
              <a:endParaRPr dirty="0"/>
            </a:p>
          </p:txBody>
        </p:sp>
        <p:sp>
          <p:nvSpPr>
            <p:cNvPr id="6" name="Google Shape;202;p22">
              <a:extLst>
                <a:ext uri="{FF2B5EF4-FFF2-40B4-BE49-F238E27FC236}">
                  <a16:creationId xmlns:a16="http://schemas.microsoft.com/office/drawing/2014/main" id="{50F4D3FD-C90B-846F-5183-BD0AD3125355}"/>
                </a:ext>
              </a:extLst>
            </p:cNvPr>
            <p:cNvSpPr txBox="1"/>
            <p:nvPr/>
          </p:nvSpPr>
          <p:spPr>
            <a:xfrm>
              <a:off x="2086323" y="4777593"/>
              <a:ext cx="823800" cy="646500"/>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3600" b="1">
                  <a:solidFill>
                    <a:srgbClr val="931926"/>
                  </a:solidFill>
                  <a:latin typeface="Poppins Medium"/>
                  <a:ea typeface="Poppins Medium"/>
                  <a:cs typeface="Poppins Medium"/>
                  <a:sym typeface="Poppins Medium"/>
                </a:rPr>
                <a:t>03</a:t>
              </a:r>
              <a:endParaRPr/>
            </a:p>
          </p:txBody>
        </p:sp>
        <p:sp>
          <p:nvSpPr>
            <p:cNvPr id="7" name="Google Shape;203;p22">
              <a:extLst>
                <a:ext uri="{FF2B5EF4-FFF2-40B4-BE49-F238E27FC236}">
                  <a16:creationId xmlns:a16="http://schemas.microsoft.com/office/drawing/2014/main" id="{13AD60EE-BDF8-85DD-8656-21DBCAFA7005}"/>
                </a:ext>
              </a:extLst>
            </p:cNvPr>
            <p:cNvSpPr txBox="1"/>
            <p:nvPr/>
          </p:nvSpPr>
          <p:spPr>
            <a:xfrm>
              <a:off x="3027182" y="4761693"/>
              <a:ext cx="2553000" cy="415458"/>
            </a:xfrm>
            <a:prstGeom prst="rect">
              <a:avLst/>
            </a:prstGeom>
            <a:noFill/>
            <a:ln>
              <a:noFill/>
            </a:ln>
          </p:spPr>
          <p:txBody>
            <a:bodyPr spcFirstLastPara="1" wrap="square" lIns="91425" tIns="45700" rIns="91425" bIns="45700" anchor="t" anchorCtr="0">
              <a:spAutoFit/>
            </a:bodyPr>
            <a:lstStyle/>
            <a:p>
              <a:pPr marL="0" marR="0" lvl="0" indent="0" algn="l" rtl="0">
                <a:lnSpc>
                  <a:spcPct val="150000"/>
                </a:lnSpc>
                <a:spcBef>
                  <a:spcPts val="0"/>
                </a:spcBef>
                <a:spcAft>
                  <a:spcPts val="0"/>
                </a:spcAft>
                <a:buNone/>
              </a:pPr>
              <a:r>
                <a:rPr lang="en-US" b="1" dirty="0">
                  <a:solidFill>
                    <a:srgbClr val="3F3F3F"/>
                  </a:solidFill>
                  <a:latin typeface="Poppins"/>
                  <a:ea typeface="Poppins"/>
                  <a:cs typeface="Poppins"/>
                  <a:sym typeface="Poppins"/>
                </a:rPr>
                <a:t>THE NEW ARCHITECTURAL</a:t>
              </a:r>
              <a:endParaRPr lang="en-US" dirty="0"/>
            </a:p>
          </p:txBody>
        </p:sp>
        <p:sp>
          <p:nvSpPr>
            <p:cNvPr id="8" name="Google Shape;212;p22">
              <a:extLst>
                <a:ext uri="{FF2B5EF4-FFF2-40B4-BE49-F238E27FC236}">
                  <a16:creationId xmlns:a16="http://schemas.microsoft.com/office/drawing/2014/main" id="{1598CC2D-5000-054A-0ABE-43A78B36F159}"/>
                </a:ext>
              </a:extLst>
            </p:cNvPr>
            <p:cNvSpPr/>
            <p:nvPr/>
          </p:nvSpPr>
          <p:spPr>
            <a:xfrm>
              <a:off x="3027181" y="5112531"/>
              <a:ext cx="3984737" cy="579005"/>
            </a:xfrm>
            <a:prstGeom prst="rect">
              <a:avLst/>
            </a:prstGeom>
            <a:noFill/>
            <a:ln>
              <a:noFill/>
            </a:ln>
          </p:spPr>
          <p:txBody>
            <a:bodyPr spcFirstLastPara="1" wrap="square" lIns="91425" tIns="45700" rIns="91425" bIns="45700" anchor="t" anchorCtr="0">
              <a:noAutofit/>
            </a:bodyPr>
            <a:lstStyle/>
            <a:p>
              <a:pPr marL="0" marR="0" lvl="0" indent="0" algn="l" rtl="0">
                <a:lnSpc>
                  <a:spcPct val="150000"/>
                </a:lnSpc>
                <a:spcBef>
                  <a:spcPts val="0"/>
                </a:spcBef>
                <a:spcAft>
                  <a:spcPts val="0"/>
                </a:spcAft>
                <a:buNone/>
              </a:pPr>
              <a:r>
                <a:rPr lang="en-US" sz="1100" dirty="0">
                  <a:solidFill>
                    <a:srgbClr val="7F7F7F"/>
                  </a:solidFill>
                  <a:latin typeface="Poppins"/>
                  <a:ea typeface="Poppins"/>
                  <a:cs typeface="Poppins"/>
                  <a:sym typeface="Poppins"/>
                </a:rPr>
                <a:t>Monolithic, Services, </a:t>
              </a:r>
              <a:r>
                <a:rPr lang="en-US" sz="1100">
                  <a:solidFill>
                    <a:srgbClr val="7F7F7F"/>
                  </a:solidFill>
                  <a:latin typeface="Poppins"/>
                  <a:ea typeface="Poppins"/>
                  <a:cs typeface="Poppins"/>
                  <a:sym typeface="Poppins"/>
                </a:rPr>
                <a:t>and etc..</a:t>
              </a:r>
              <a:endParaRPr dirty="0"/>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cxnSp>
        <p:nvCxnSpPr>
          <p:cNvPr id="419" name="Google Shape;419;p27"/>
          <p:cNvCxnSpPr/>
          <p:nvPr/>
        </p:nvCxnSpPr>
        <p:spPr>
          <a:xfrm rot="10800000" flipH="1">
            <a:off x="2613089" y="3503817"/>
            <a:ext cx="6647100" cy="1500"/>
          </a:xfrm>
          <a:prstGeom prst="straightConnector1">
            <a:avLst/>
          </a:prstGeom>
          <a:noFill/>
          <a:ln w="28575" cap="flat" cmpd="sng">
            <a:solidFill>
              <a:srgbClr val="BFBFBF"/>
            </a:solidFill>
            <a:prstDash val="dash"/>
            <a:miter lim="800000"/>
            <a:headEnd type="none" w="sm" len="sm"/>
            <a:tailEnd type="none" w="sm" len="sm"/>
          </a:ln>
        </p:spPr>
      </p:cxnSp>
      <p:sp>
        <p:nvSpPr>
          <p:cNvPr id="420" name="Google Shape;420;p27"/>
          <p:cNvSpPr/>
          <p:nvPr/>
        </p:nvSpPr>
        <p:spPr>
          <a:xfrm>
            <a:off x="2487359" y="2944737"/>
            <a:ext cx="962700" cy="962700"/>
          </a:xfrm>
          <a:prstGeom prst="ellipse">
            <a:avLst/>
          </a:prstGeom>
          <a:solidFill>
            <a:srgbClr val="580C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21" name="Google Shape;421;p27"/>
          <p:cNvSpPr/>
          <p:nvPr/>
        </p:nvSpPr>
        <p:spPr>
          <a:xfrm>
            <a:off x="5416243" y="2892528"/>
            <a:ext cx="961200" cy="962700"/>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22" name="Google Shape;422;p27"/>
          <p:cNvSpPr/>
          <p:nvPr/>
        </p:nvSpPr>
        <p:spPr>
          <a:xfrm>
            <a:off x="8542641" y="2892528"/>
            <a:ext cx="961200" cy="962700"/>
          </a:xfrm>
          <a:prstGeom prst="ellipse">
            <a:avLst/>
          </a:prstGeom>
          <a:solidFill>
            <a:srgbClr val="C52233"/>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grpSp>
        <p:nvGrpSpPr>
          <p:cNvPr id="423" name="Google Shape;423;p27"/>
          <p:cNvGrpSpPr/>
          <p:nvPr/>
        </p:nvGrpSpPr>
        <p:grpSpPr>
          <a:xfrm>
            <a:off x="5636484" y="3178240"/>
            <a:ext cx="528103" cy="545072"/>
            <a:chOff x="2500313" y="3883026"/>
            <a:chExt cx="395287" cy="407988"/>
          </a:xfrm>
        </p:grpSpPr>
        <p:sp>
          <p:nvSpPr>
            <p:cNvPr id="424" name="Google Shape;424;p27"/>
            <p:cNvSpPr/>
            <p:nvPr/>
          </p:nvSpPr>
          <p:spPr>
            <a:xfrm>
              <a:off x="2500313" y="4076701"/>
              <a:ext cx="261937" cy="214313"/>
            </a:xfrm>
            <a:custGeom>
              <a:avLst/>
              <a:gdLst/>
              <a:ahLst/>
              <a:cxnLst/>
              <a:rect l="l" t="t" r="r" b="b"/>
              <a:pathLst>
                <a:path w="72" h="57" extrusionOk="0">
                  <a:moveTo>
                    <a:pt x="35" y="1"/>
                  </a:moveTo>
                  <a:cubicBezTo>
                    <a:pt x="2" y="0"/>
                    <a:pt x="0" y="42"/>
                    <a:pt x="0" y="42"/>
                  </a:cubicBezTo>
                  <a:cubicBezTo>
                    <a:pt x="20" y="57"/>
                    <a:pt x="70" y="45"/>
                    <a:pt x="70" y="45"/>
                  </a:cubicBezTo>
                  <a:cubicBezTo>
                    <a:pt x="71" y="44"/>
                    <a:pt x="72" y="2"/>
                    <a:pt x="35" y="1"/>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425" name="Google Shape;425;p27"/>
            <p:cNvSpPr/>
            <p:nvPr/>
          </p:nvSpPr>
          <p:spPr>
            <a:xfrm>
              <a:off x="2547938" y="3927476"/>
              <a:ext cx="147637" cy="138113"/>
            </a:xfrm>
            <a:custGeom>
              <a:avLst/>
              <a:gdLst/>
              <a:ahLst/>
              <a:cxnLst/>
              <a:rect l="l" t="t" r="r" b="b"/>
              <a:pathLst>
                <a:path w="41" h="37" extrusionOk="0">
                  <a:moveTo>
                    <a:pt x="31" y="5"/>
                  </a:moveTo>
                  <a:cubicBezTo>
                    <a:pt x="28" y="2"/>
                    <a:pt x="23" y="0"/>
                    <a:pt x="18" y="1"/>
                  </a:cubicBezTo>
                  <a:cubicBezTo>
                    <a:pt x="8" y="2"/>
                    <a:pt x="0" y="10"/>
                    <a:pt x="1" y="20"/>
                  </a:cubicBezTo>
                  <a:cubicBezTo>
                    <a:pt x="2" y="30"/>
                    <a:pt x="11" y="37"/>
                    <a:pt x="21" y="36"/>
                  </a:cubicBezTo>
                  <a:cubicBezTo>
                    <a:pt x="28" y="35"/>
                    <a:pt x="34" y="31"/>
                    <a:pt x="36" y="25"/>
                  </a:cubicBezTo>
                  <a:cubicBezTo>
                    <a:pt x="41" y="13"/>
                    <a:pt x="32" y="4"/>
                    <a:pt x="31" y="5"/>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426" name="Google Shape;426;p27"/>
            <p:cNvSpPr/>
            <p:nvPr/>
          </p:nvSpPr>
          <p:spPr>
            <a:xfrm>
              <a:off x="2663825" y="3883026"/>
              <a:ext cx="231775" cy="193675"/>
            </a:xfrm>
            <a:custGeom>
              <a:avLst/>
              <a:gdLst/>
              <a:ahLst/>
              <a:cxnLst/>
              <a:rect l="l" t="t" r="r" b="b"/>
              <a:pathLst>
                <a:path w="64" h="52" extrusionOk="0">
                  <a:moveTo>
                    <a:pt x="42" y="0"/>
                  </a:moveTo>
                  <a:cubicBezTo>
                    <a:pt x="20" y="0"/>
                    <a:pt x="20" y="0"/>
                    <a:pt x="20" y="0"/>
                  </a:cubicBezTo>
                  <a:cubicBezTo>
                    <a:pt x="11" y="0"/>
                    <a:pt x="4" y="6"/>
                    <a:pt x="0" y="14"/>
                  </a:cubicBezTo>
                  <a:cubicBezTo>
                    <a:pt x="2" y="15"/>
                    <a:pt x="7" y="18"/>
                    <a:pt x="8" y="24"/>
                  </a:cubicBezTo>
                  <a:cubicBezTo>
                    <a:pt x="10" y="29"/>
                    <a:pt x="10" y="35"/>
                    <a:pt x="7" y="40"/>
                  </a:cubicBezTo>
                  <a:cubicBezTo>
                    <a:pt x="9" y="42"/>
                    <a:pt x="11" y="43"/>
                    <a:pt x="15" y="44"/>
                  </a:cubicBezTo>
                  <a:cubicBezTo>
                    <a:pt x="8" y="52"/>
                    <a:pt x="8" y="52"/>
                    <a:pt x="8" y="52"/>
                  </a:cubicBezTo>
                  <a:cubicBezTo>
                    <a:pt x="27" y="44"/>
                    <a:pt x="27" y="44"/>
                    <a:pt x="27" y="44"/>
                  </a:cubicBezTo>
                  <a:cubicBezTo>
                    <a:pt x="42" y="44"/>
                    <a:pt x="42" y="44"/>
                    <a:pt x="42" y="44"/>
                  </a:cubicBezTo>
                  <a:cubicBezTo>
                    <a:pt x="54" y="44"/>
                    <a:pt x="64" y="35"/>
                    <a:pt x="64" y="23"/>
                  </a:cubicBezTo>
                  <a:cubicBezTo>
                    <a:pt x="64" y="22"/>
                    <a:pt x="64" y="22"/>
                    <a:pt x="64" y="22"/>
                  </a:cubicBezTo>
                  <a:cubicBezTo>
                    <a:pt x="64" y="10"/>
                    <a:pt x="54" y="0"/>
                    <a:pt x="42" y="0"/>
                  </a:cubicBezTo>
                  <a:close/>
                  <a:moveTo>
                    <a:pt x="48" y="29"/>
                  </a:moveTo>
                  <a:cubicBezTo>
                    <a:pt x="14" y="29"/>
                    <a:pt x="14" y="29"/>
                    <a:pt x="14" y="29"/>
                  </a:cubicBezTo>
                  <a:cubicBezTo>
                    <a:pt x="14" y="24"/>
                    <a:pt x="14" y="24"/>
                    <a:pt x="14" y="24"/>
                  </a:cubicBezTo>
                  <a:cubicBezTo>
                    <a:pt x="48" y="24"/>
                    <a:pt x="48" y="24"/>
                    <a:pt x="48" y="24"/>
                  </a:cubicBezTo>
                  <a:lnTo>
                    <a:pt x="48" y="29"/>
                  </a:lnTo>
                  <a:close/>
                  <a:moveTo>
                    <a:pt x="48" y="20"/>
                  </a:moveTo>
                  <a:cubicBezTo>
                    <a:pt x="14" y="20"/>
                    <a:pt x="14" y="20"/>
                    <a:pt x="14" y="20"/>
                  </a:cubicBezTo>
                  <a:cubicBezTo>
                    <a:pt x="14" y="16"/>
                    <a:pt x="14" y="16"/>
                    <a:pt x="14" y="16"/>
                  </a:cubicBezTo>
                  <a:cubicBezTo>
                    <a:pt x="48" y="16"/>
                    <a:pt x="48" y="16"/>
                    <a:pt x="48" y="16"/>
                  </a:cubicBezTo>
                  <a:lnTo>
                    <a:pt x="48" y="20"/>
                  </a:ln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grpSp>
      <p:sp>
        <p:nvSpPr>
          <p:cNvPr id="427" name="Google Shape;427;p27"/>
          <p:cNvSpPr/>
          <p:nvPr/>
        </p:nvSpPr>
        <p:spPr>
          <a:xfrm>
            <a:off x="8770295" y="3152842"/>
            <a:ext cx="596675" cy="528805"/>
          </a:xfrm>
          <a:custGeom>
            <a:avLst/>
            <a:gdLst/>
            <a:ahLst/>
            <a:cxnLst/>
            <a:rect l="l" t="t" r="r" b="b"/>
            <a:pathLst>
              <a:path w="123" h="106" extrusionOk="0">
                <a:moveTo>
                  <a:pt x="2" y="52"/>
                </a:moveTo>
                <a:cubicBezTo>
                  <a:pt x="8" y="65"/>
                  <a:pt x="23" y="65"/>
                  <a:pt x="23" y="65"/>
                </a:cubicBezTo>
                <a:cubicBezTo>
                  <a:pt x="36" y="66"/>
                  <a:pt x="36" y="66"/>
                  <a:pt x="36" y="66"/>
                </a:cubicBezTo>
                <a:cubicBezTo>
                  <a:pt x="36" y="66"/>
                  <a:pt x="37" y="73"/>
                  <a:pt x="38" y="80"/>
                </a:cubicBezTo>
                <a:cubicBezTo>
                  <a:pt x="42" y="96"/>
                  <a:pt x="42" y="96"/>
                  <a:pt x="42" y="96"/>
                </a:cubicBezTo>
                <a:cubicBezTo>
                  <a:pt x="42" y="96"/>
                  <a:pt x="43" y="106"/>
                  <a:pt x="54" y="104"/>
                </a:cubicBezTo>
                <a:cubicBezTo>
                  <a:pt x="70" y="101"/>
                  <a:pt x="66" y="92"/>
                  <a:pt x="66" y="92"/>
                </a:cubicBezTo>
                <a:cubicBezTo>
                  <a:pt x="60" y="66"/>
                  <a:pt x="60" y="66"/>
                  <a:pt x="60" y="66"/>
                </a:cubicBezTo>
                <a:cubicBezTo>
                  <a:pt x="60" y="66"/>
                  <a:pt x="73" y="66"/>
                  <a:pt x="80" y="72"/>
                </a:cubicBezTo>
                <a:cubicBezTo>
                  <a:pt x="84" y="76"/>
                  <a:pt x="90" y="80"/>
                  <a:pt x="100" y="80"/>
                </a:cubicBezTo>
                <a:cubicBezTo>
                  <a:pt x="123" y="79"/>
                  <a:pt x="118" y="27"/>
                  <a:pt x="110" y="13"/>
                </a:cubicBezTo>
                <a:cubicBezTo>
                  <a:pt x="102" y="0"/>
                  <a:pt x="88" y="6"/>
                  <a:pt x="85" y="13"/>
                </a:cubicBezTo>
                <a:cubicBezTo>
                  <a:pt x="65" y="21"/>
                  <a:pt x="32" y="22"/>
                  <a:pt x="21" y="22"/>
                </a:cubicBezTo>
                <a:cubicBezTo>
                  <a:pt x="6" y="21"/>
                  <a:pt x="1" y="39"/>
                  <a:pt x="1" y="39"/>
                </a:cubicBezTo>
                <a:cubicBezTo>
                  <a:pt x="1" y="39"/>
                  <a:pt x="0" y="45"/>
                  <a:pt x="2" y="52"/>
                </a:cubicBezTo>
                <a:close/>
                <a:moveTo>
                  <a:pt x="86" y="33"/>
                </a:moveTo>
                <a:cubicBezTo>
                  <a:pt x="86" y="23"/>
                  <a:pt x="92" y="15"/>
                  <a:pt x="97" y="14"/>
                </a:cubicBezTo>
                <a:cubicBezTo>
                  <a:pt x="101" y="13"/>
                  <a:pt x="111" y="14"/>
                  <a:pt x="112" y="43"/>
                </a:cubicBezTo>
                <a:cubicBezTo>
                  <a:pt x="114" y="71"/>
                  <a:pt x="101" y="76"/>
                  <a:pt x="95" y="73"/>
                </a:cubicBezTo>
                <a:cubicBezTo>
                  <a:pt x="85" y="68"/>
                  <a:pt x="86" y="55"/>
                  <a:pt x="86" y="55"/>
                </a:cubicBezTo>
                <a:cubicBezTo>
                  <a:pt x="88" y="54"/>
                  <a:pt x="100" y="53"/>
                  <a:pt x="99" y="42"/>
                </a:cubicBezTo>
                <a:cubicBezTo>
                  <a:pt x="98" y="35"/>
                  <a:pt x="92" y="32"/>
                  <a:pt x="86" y="33"/>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sp>
        <p:nvSpPr>
          <p:cNvPr id="428" name="Google Shape;428;p27"/>
          <p:cNvSpPr txBox="1"/>
          <p:nvPr/>
        </p:nvSpPr>
        <p:spPr>
          <a:xfrm>
            <a:off x="1654390" y="693587"/>
            <a:ext cx="8883221" cy="144650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4400" dirty="0">
                <a:solidFill>
                  <a:schemeClr val="dk1"/>
                </a:solidFill>
                <a:latin typeface="Poppins Medium"/>
                <a:ea typeface="Poppins Medium"/>
                <a:cs typeface="Poppins Medium"/>
                <a:sym typeface="Poppins Medium"/>
              </a:rPr>
              <a:t>SOFTWARE ARCHITECTURAL STYLE AND PATTERN</a:t>
            </a:r>
            <a:endParaRPr dirty="0"/>
          </a:p>
        </p:txBody>
      </p:sp>
      <p:sp>
        <p:nvSpPr>
          <p:cNvPr id="429" name="Google Shape;429;p27"/>
          <p:cNvSpPr/>
          <p:nvPr/>
        </p:nvSpPr>
        <p:spPr>
          <a:xfrm>
            <a:off x="4808145" y="4731098"/>
            <a:ext cx="2590800" cy="1340700"/>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None/>
            </a:pPr>
            <a:r>
              <a:rPr lang="en-US" sz="1100" dirty="0">
                <a:solidFill>
                  <a:srgbClr val="0C0C0C"/>
                </a:solidFill>
                <a:latin typeface="Poppins"/>
                <a:ea typeface="Poppins"/>
                <a:cs typeface="Poppins"/>
                <a:sym typeface="Poppins"/>
              </a:rPr>
              <a:t>Completeness of solutions</a:t>
            </a:r>
            <a:endParaRPr sz="1100" dirty="0">
              <a:solidFill>
                <a:srgbClr val="0C0C0C"/>
              </a:solidFill>
              <a:latin typeface="Poppins"/>
              <a:ea typeface="Poppins"/>
              <a:cs typeface="Poppins"/>
              <a:sym typeface="Poppins"/>
            </a:endParaRPr>
          </a:p>
        </p:txBody>
      </p:sp>
      <p:sp>
        <p:nvSpPr>
          <p:cNvPr id="430" name="Google Shape;430;p27"/>
          <p:cNvSpPr/>
          <p:nvPr/>
        </p:nvSpPr>
        <p:spPr>
          <a:xfrm>
            <a:off x="7728769" y="4720816"/>
            <a:ext cx="2590800" cy="13407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100" dirty="0">
                <a:solidFill>
                  <a:srgbClr val="0C0C0C"/>
                </a:solidFill>
                <a:latin typeface="Poppins"/>
                <a:ea typeface="Poppins"/>
                <a:cs typeface="Poppins"/>
                <a:sym typeface="Poppins"/>
              </a:rPr>
              <a:t>Easy to understand </a:t>
            </a:r>
            <a:endParaRPr sz="1100" dirty="0">
              <a:solidFill>
                <a:srgbClr val="0C0C0C"/>
              </a:solidFill>
              <a:latin typeface="Poppins"/>
              <a:ea typeface="Poppins"/>
              <a:cs typeface="Poppins"/>
              <a:sym typeface="Poppins"/>
            </a:endParaRPr>
          </a:p>
        </p:txBody>
      </p:sp>
      <p:sp>
        <p:nvSpPr>
          <p:cNvPr id="431" name="Google Shape;431;p27"/>
          <p:cNvSpPr/>
          <p:nvPr/>
        </p:nvSpPr>
        <p:spPr>
          <a:xfrm>
            <a:off x="1875735" y="4741280"/>
            <a:ext cx="2590800" cy="1340700"/>
          </a:xfrm>
          <a:prstGeom prst="rect">
            <a:avLst/>
          </a:prstGeom>
          <a:noFill/>
          <a:ln>
            <a:noFill/>
          </a:ln>
        </p:spPr>
        <p:txBody>
          <a:bodyPr spcFirstLastPara="1" wrap="square" lIns="91425" tIns="45700" rIns="91425" bIns="45700" anchor="t" anchorCtr="0">
            <a:noAutofit/>
          </a:bodyPr>
          <a:lstStyle/>
          <a:p>
            <a:pPr marL="0" marR="0" lvl="0" indent="0" rtl="0">
              <a:lnSpc>
                <a:spcPct val="150000"/>
              </a:lnSpc>
              <a:spcBef>
                <a:spcPts val="0"/>
              </a:spcBef>
              <a:spcAft>
                <a:spcPts val="0"/>
              </a:spcAft>
              <a:buNone/>
            </a:pPr>
            <a:r>
              <a:rPr lang="en-US" sz="1100" dirty="0">
                <a:solidFill>
                  <a:srgbClr val="0C0C0C"/>
                </a:solidFill>
                <a:latin typeface="Poppins"/>
                <a:ea typeface="Poppins"/>
                <a:cs typeface="Poppins"/>
                <a:sym typeface="Poppins"/>
              </a:rPr>
              <a:t>Standard diagrams with details</a:t>
            </a:r>
            <a:endParaRPr sz="1100" dirty="0">
              <a:solidFill>
                <a:srgbClr val="0C0C0C"/>
              </a:solidFill>
              <a:latin typeface="Poppins"/>
              <a:ea typeface="Poppins"/>
              <a:cs typeface="Poppins"/>
              <a:sym typeface="Poppins"/>
            </a:endParaRPr>
          </a:p>
        </p:txBody>
      </p:sp>
      <p:sp>
        <p:nvSpPr>
          <p:cNvPr id="432" name="Google Shape;432;p27"/>
          <p:cNvSpPr txBox="1"/>
          <p:nvPr/>
        </p:nvSpPr>
        <p:spPr>
          <a:xfrm>
            <a:off x="4853812" y="4139832"/>
            <a:ext cx="24918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oppins Medium"/>
                <a:ea typeface="Poppins Medium"/>
                <a:cs typeface="Poppins Medium"/>
                <a:sym typeface="Poppins Medium"/>
              </a:rPr>
              <a:t>Solutions</a:t>
            </a:r>
            <a:endParaRPr dirty="0"/>
          </a:p>
        </p:txBody>
      </p:sp>
      <p:sp>
        <p:nvSpPr>
          <p:cNvPr id="433" name="Google Shape;433;p27"/>
          <p:cNvSpPr txBox="1"/>
          <p:nvPr/>
        </p:nvSpPr>
        <p:spPr>
          <a:xfrm>
            <a:off x="7782102" y="4146534"/>
            <a:ext cx="24918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oppins Medium"/>
                <a:cs typeface="Poppins Medium"/>
                <a:sym typeface="Poppins Medium"/>
              </a:rPr>
              <a:t>Understood</a:t>
            </a:r>
            <a:endParaRPr dirty="0"/>
          </a:p>
        </p:txBody>
      </p:sp>
      <p:sp>
        <p:nvSpPr>
          <p:cNvPr id="434" name="Google Shape;434;p27"/>
          <p:cNvSpPr txBox="1"/>
          <p:nvPr/>
        </p:nvSpPr>
        <p:spPr>
          <a:xfrm>
            <a:off x="1872431" y="4143371"/>
            <a:ext cx="2491800" cy="369291"/>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dirty="0">
                <a:solidFill>
                  <a:schemeClr val="dk1"/>
                </a:solidFill>
                <a:latin typeface="Poppins Medium"/>
                <a:ea typeface="Poppins Medium"/>
                <a:cs typeface="Poppins Medium"/>
                <a:sym typeface="Poppins Medium"/>
              </a:rPr>
              <a:t>Generic View</a:t>
            </a:r>
            <a:endParaRPr dirty="0"/>
          </a:p>
        </p:txBody>
      </p:sp>
      <p:sp>
        <p:nvSpPr>
          <p:cNvPr id="435" name="Google Shape;435;p27"/>
          <p:cNvSpPr/>
          <p:nvPr/>
        </p:nvSpPr>
        <p:spPr>
          <a:xfrm>
            <a:off x="4170730" y="3394987"/>
            <a:ext cx="291600" cy="291600"/>
          </a:xfrm>
          <a:prstGeom prst="ellipse">
            <a:avLst/>
          </a:prstGeom>
          <a:solidFill>
            <a:srgbClr val="580C1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36" name="Google Shape;436;p27"/>
          <p:cNvSpPr/>
          <p:nvPr/>
        </p:nvSpPr>
        <p:spPr>
          <a:xfrm>
            <a:off x="7374122" y="3394988"/>
            <a:ext cx="294300" cy="291600"/>
          </a:xfrm>
          <a:prstGeom prst="ellipse">
            <a:avLst/>
          </a:prstGeom>
          <a:solidFill>
            <a:srgbClr val="7D262F"/>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350">
              <a:solidFill>
                <a:schemeClr val="lt1"/>
              </a:solidFill>
              <a:latin typeface="Poppins"/>
              <a:ea typeface="Poppins"/>
              <a:cs typeface="Poppins"/>
              <a:sym typeface="Poppins"/>
            </a:endParaRPr>
          </a:p>
        </p:txBody>
      </p:sp>
      <p:sp>
        <p:nvSpPr>
          <p:cNvPr id="437" name="Google Shape;437;p27"/>
          <p:cNvSpPr/>
          <p:nvPr/>
        </p:nvSpPr>
        <p:spPr>
          <a:xfrm>
            <a:off x="438052" y="2155296"/>
            <a:ext cx="11323320" cy="832800"/>
          </a:xfrm>
          <a:prstGeom prst="rect">
            <a:avLst/>
          </a:prstGeom>
          <a:noFill/>
          <a:ln>
            <a:noFill/>
          </a:ln>
        </p:spPr>
        <p:txBody>
          <a:bodyPr spcFirstLastPara="1" wrap="square" lIns="91425" tIns="45700" rIns="91425" bIns="45700" anchor="t" anchorCtr="0">
            <a:noAutofit/>
          </a:bodyPr>
          <a:lstStyle/>
          <a:p>
            <a:pPr marL="0" marR="0" lvl="0" indent="0" algn="ctr" rtl="0">
              <a:lnSpc>
                <a:spcPct val="150000"/>
              </a:lnSpc>
              <a:spcBef>
                <a:spcPts val="0"/>
              </a:spcBef>
              <a:spcAft>
                <a:spcPts val="0"/>
              </a:spcAft>
              <a:buNone/>
            </a:pPr>
            <a:r>
              <a:rPr lang="en-US" sz="1200" dirty="0">
                <a:solidFill>
                  <a:srgbClr val="595959"/>
                </a:solidFill>
                <a:latin typeface="Poppins"/>
                <a:ea typeface="Poppins"/>
                <a:cs typeface="Poppins"/>
                <a:sym typeface="Poppins"/>
              </a:rPr>
              <a:t>Architectural styles and architectural patterns provide generic, reusable solutions that can be easily understood</a:t>
            </a:r>
          </a:p>
        </p:txBody>
      </p:sp>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3</a:t>
            </a:fld>
            <a:endParaRPr sz="1400">
              <a:solidFill>
                <a:schemeClr val="dk1"/>
              </a:solidFill>
              <a:latin typeface="Poppins"/>
              <a:ea typeface="Poppins"/>
              <a:cs typeface="Poppins"/>
              <a:sym typeface="Poppins"/>
            </a:endParaRPr>
          </a:p>
        </p:txBody>
      </p:sp>
      <p:sp>
        <p:nvSpPr>
          <p:cNvPr id="439" name="Google Shape;439;p27"/>
          <p:cNvSpPr/>
          <p:nvPr/>
        </p:nvSpPr>
        <p:spPr>
          <a:xfrm>
            <a:off x="2774995" y="3086863"/>
            <a:ext cx="387413" cy="574051"/>
          </a:xfrm>
          <a:custGeom>
            <a:avLst/>
            <a:gdLst/>
            <a:ahLst/>
            <a:cxnLst/>
            <a:rect l="l" t="t" r="r" b="b"/>
            <a:pathLst>
              <a:path w="80" h="115" extrusionOk="0">
                <a:moveTo>
                  <a:pt x="65" y="48"/>
                </a:moveTo>
                <a:cubicBezTo>
                  <a:pt x="23" y="48"/>
                  <a:pt x="23" y="48"/>
                  <a:pt x="23" y="48"/>
                </a:cubicBezTo>
                <a:cubicBezTo>
                  <a:pt x="22" y="47"/>
                  <a:pt x="22" y="45"/>
                  <a:pt x="22" y="44"/>
                </a:cubicBezTo>
                <a:cubicBezTo>
                  <a:pt x="22" y="33"/>
                  <a:pt x="22" y="33"/>
                  <a:pt x="22" y="33"/>
                </a:cubicBezTo>
                <a:cubicBezTo>
                  <a:pt x="22" y="21"/>
                  <a:pt x="30" y="11"/>
                  <a:pt x="39" y="11"/>
                </a:cubicBezTo>
                <a:cubicBezTo>
                  <a:pt x="49" y="11"/>
                  <a:pt x="56" y="21"/>
                  <a:pt x="56" y="33"/>
                </a:cubicBezTo>
                <a:cubicBezTo>
                  <a:pt x="66" y="33"/>
                  <a:pt x="66" y="33"/>
                  <a:pt x="66" y="33"/>
                </a:cubicBezTo>
                <a:cubicBezTo>
                  <a:pt x="66" y="33"/>
                  <a:pt x="66" y="33"/>
                  <a:pt x="66" y="33"/>
                </a:cubicBezTo>
                <a:cubicBezTo>
                  <a:pt x="66" y="15"/>
                  <a:pt x="54" y="0"/>
                  <a:pt x="39" y="0"/>
                </a:cubicBezTo>
                <a:cubicBezTo>
                  <a:pt x="24" y="0"/>
                  <a:pt x="12" y="15"/>
                  <a:pt x="12" y="33"/>
                </a:cubicBezTo>
                <a:cubicBezTo>
                  <a:pt x="12" y="48"/>
                  <a:pt x="12" y="48"/>
                  <a:pt x="12" y="48"/>
                </a:cubicBezTo>
                <a:cubicBezTo>
                  <a:pt x="5" y="49"/>
                  <a:pt x="0" y="55"/>
                  <a:pt x="0" y="62"/>
                </a:cubicBezTo>
                <a:cubicBezTo>
                  <a:pt x="0" y="100"/>
                  <a:pt x="0" y="100"/>
                  <a:pt x="0" y="100"/>
                </a:cubicBezTo>
                <a:cubicBezTo>
                  <a:pt x="0" y="108"/>
                  <a:pt x="6" y="115"/>
                  <a:pt x="14" y="115"/>
                </a:cubicBezTo>
                <a:cubicBezTo>
                  <a:pt x="66" y="115"/>
                  <a:pt x="66" y="115"/>
                  <a:pt x="66" y="115"/>
                </a:cubicBezTo>
                <a:cubicBezTo>
                  <a:pt x="74" y="115"/>
                  <a:pt x="80" y="108"/>
                  <a:pt x="80" y="100"/>
                </a:cubicBezTo>
                <a:cubicBezTo>
                  <a:pt x="80" y="62"/>
                  <a:pt x="80" y="62"/>
                  <a:pt x="80" y="62"/>
                </a:cubicBezTo>
                <a:cubicBezTo>
                  <a:pt x="80" y="54"/>
                  <a:pt x="73" y="48"/>
                  <a:pt x="65" y="48"/>
                </a:cubicBezTo>
                <a:close/>
                <a:moveTo>
                  <a:pt x="45" y="81"/>
                </a:moveTo>
                <a:cubicBezTo>
                  <a:pt x="48" y="94"/>
                  <a:pt x="48" y="94"/>
                  <a:pt x="48" y="94"/>
                </a:cubicBezTo>
                <a:cubicBezTo>
                  <a:pt x="48" y="99"/>
                  <a:pt x="45" y="103"/>
                  <a:pt x="41" y="103"/>
                </a:cubicBezTo>
                <a:cubicBezTo>
                  <a:pt x="37" y="103"/>
                  <a:pt x="33" y="99"/>
                  <a:pt x="33" y="94"/>
                </a:cubicBezTo>
                <a:cubicBezTo>
                  <a:pt x="36" y="80"/>
                  <a:pt x="36" y="80"/>
                  <a:pt x="36" y="80"/>
                </a:cubicBezTo>
                <a:cubicBezTo>
                  <a:pt x="33" y="79"/>
                  <a:pt x="31" y="76"/>
                  <a:pt x="31" y="72"/>
                </a:cubicBezTo>
                <a:cubicBezTo>
                  <a:pt x="31" y="67"/>
                  <a:pt x="35" y="63"/>
                  <a:pt x="40" y="63"/>
                </a:cubicBezTo>
                <a:cubicBezTo>
                  <a:pt x="46" y="63"/>
                  <a:pt x="50" y="67"/>
                  <a:pt x="50" y="72"/>
                </a:cubicBezTo>
                <a:cubicBezTo>
                  <a:pt x="50" y="76"/>
                  <a:pt x="48" y="79"/>
                  <a:pt x="45" y="80"/>
                </a:cubicBezTo>
                <a:cubicBezTo>
                  <a:pt x="45" y="80"/>
                  <a:pt x="45" y="80"/>
                  <a:pt x="45" y="81"/>
                </a:cubicBezTo>
                <a:close/>
              </a:path>
            </a:pathLst>
          </a:custGeom>
          <a:solidFill>
            <a:schemeClr val="lt1"/>
          </a:solidFill>
          <a:ln>
            <a:noFill/>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60250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4</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4" name="Google Shape;343;p24">
            <a:extLst>
              <a:ext uri="{FF2B5EF4-FFF2-40B4-BE49-F238E27FC236}">
                <a16:creationId xmlns:a16="http://schemas.microsoft.com/office/drawing/2014/main" id="{DC2F39EB-709F-EF21-76B9-FC2AE256E39C}"/>
              </a:ext>
            </a:extLst>
          </p:cNvPr>
          <p:cNvSpPr txBox="1"/>
          <p:nvPr/>
        </p:nvSpPr>
        <p:spPr>
          <a:xfrm>
            <a:off x="709696" y="551150"/>
            <a:ext cx="7675351" cy="4770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THE SYSTEM TYPE</a:t>
            </a:r>
          </a:p>
        </p:txBody>
      </p:sp>
      <p:pic>
        <p:nvPicPr>
          <p:cNvPr id="1026" name="Picture 2">
            <a:extLst>
              <a:ext uri="{FF2B5EF4-FFF2-40B4-BE49-F238E27FC236}">
                <a16:creationId xmlns:a16="http://schemas.microsoft.com/office/drawing/2014/main" id="{5109D88D-B1C4-D934-B703-214D7C20235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59345" y="1260884"/>
            <a:ext cx="8062141" cy="233479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5">
            <a:extLst>
              <a:ext uri="{FF2B5EF4-FFF2-40B4-BE49-F238E27FC236}">
                <a16:creationId xmlns:a16="http://schemas.microsoft.com/office/drawing/2014/main" id="{45D12FBD-9B62-0A2D-FF13-9F3E2B394DC6}"/>
              </a:ext>
            </a:extLst>
          </p:cNvPr>
          <p:cNvGraphicFramePr>
            <a:graphicFrameLocks noGrp="1"/>
          </p:cNvGraphicFramePr>
          <p:nvPr>
            <p:extLst>
              <p:ext uri="{D42A27DB-BD31-4B8C-83A1-F6EECF244321}">
                <p14:modId xmlns:p14="http://schemas.microsoft.com/office/powerpoint/2010/main" val="2161170650"/>
              </p:ext>
            </p:extLst>
          </p:nvPr>
        </p:nvGraphicFramePr>
        <p:xfrm>
          <a:off x="1187764" y="3828401"/>
          <a:ext cx="9803566" cy="2352040"/>
        </p:xfrm>
        <a:graphic>
          <a:graphicData uri="http://schemas.openxmlformats.org/drawingml/2006/table">
            <a:tbl>
              <a:tblPr firstRow="1" bandRow="1">
                <a:tableStyleId>{5C22544A-7EE6-4342-B048-85BDC9FD1C3A}</a:tableStyleId>
              </a:tblPr>
              <a:tblGrid>
                <a:gridCol w="782595">
                  <a:extLst>
                    <a:ext uri="{9D8B030D-6E8A-4147-A177-3AD203B41FA5}">
                      <a16:colId xmlns:a16="http://schemas.microsoft.com/office/drawing/2014/main" val="2540961617"/>
                    </a:ext>
                  </a:extLst>
                </a:gridCol>
                <a:gridCol w="1926216">
                  <a:extLst>
                    <a:ext uri="{9D8B030D-6E8A-4147-A177-3AD203B41FA5}">
                      <a16:colId xmlns:a16="http://schemas.microsoft.com/office/drawing/2014/main" val="4230537772"/>
                    </a:ext>
                  </a:extLst>
                </a:gridCol>
                <a:gridCol w="7094755">
                  <a:extLst>
                    <a:ext uri="{9D8B030D-6E8A-4147-A177-3AD203B41FA5}">
                      <a16:colId xmlns:a16="http://schemas.microsoft.com/office/drawing/2014/main" val="3797045998"/>
                    </a:ext>
                  </a:extLst>
                </a:gridCol>
              </a:tblGrid>
              <a:tr h="370840">
                <a:tc>
                  <a:txBody>
                    <a:bodyPr/>
                    <a:lstStyle/>
                    <a:p>
                      <a:r>
                        <a:rPr lang="en-MY" dirty="0"/>
                        <a:t>No</a:t>
                      </a:r>
                    </a:p>
                  </a:txBody>
                  <a:tcPr/>
                </a:tc>
                <a:tc>
                  <a:txBody>
                    <a:bodyPr/>
                    <a:lstStyle/>
                    <a:p>
                      <a:r>
                        <a:rPr lang="en-MY" dirty="0"/>
                        <a:t>System Type</a:t>
                      </a:r>
                    </a:p>
                  </a:txBody>
                  <a:tcPr/>
                </a:tc>
                <a:tc>
                  <a:txBody>
                    <a:bodyPr/>
                    <a:lstStyle/>
                    <a:p>
                      <a:r>
                        <a:rPr lang="en-MY" dirty="0"/>
                        <a:t>Description</a:t>
                      </a:r>
                    </a:p>
                  </a:txBody>
                  <a:tcPr/>
                </a:tc>
                <a:extLst>
                  <a:ext uri="{0D108BD9-81ED-4DB2-BD59-A6C34878D82A}">
                    <a16:rowId xmlns:a16="http://schemas.microsoft.com/office/drawing/2014/main" val="2302239253"/>
                  </a:ext>
                </a:extLst>
              </a:tr>
              <a:tr h="370840">
                <a:tc>
                  <a:txBody>
                    <a:bodyPr/>
                    <a:lstStyle/>
                    <a:p>
                      <a:r>
                        <a:rPr lang="en-MY" dirty="0"/>
                        <a:t>1</a:t>
                      </a:r>
                    </a:p>
                  </a:txBody>
                  <a:tcPr/>
                </a:tc>
                <a:tc>
                  <a:txBody>
                    <a:bodyPr/>
                    <a:lstStyle/>
                    <a:p>
                      <a:r>
                        <a:rPr lang="en-MY" dirty="0"/>
                        <a:t>Real-Time System</a:t>
                      </a:r>
                    </a:p>
                  </a:txBody>
                  <a:tcPr/>
                </a:tc>
                <a:tc>
                  <a:txBody>
                    <a:bodyPr/>
                    <a:lstStyle/>
                    <a:p>
                      <a:r>
                        <a:rPr lang="en-US" sz="1400" b="0" i="0" u="none" strike="noStrike" cap="none" dirty="0">
                          <a:solidFill>
                            <a:schemeClr val="dk1"/>
                          </a:solidFill>
                          <a:effectLst/>
                          <a:latin typeface="+mn-lt"/>
                          <a:ea typeface="+mn-ea"/>
                          <a:cs typeface="+mn-cs"/>
                          <a:sym typeface="Arial"/>
                        </a:rPr>
                        <a:t>Real-time systems are designed to respond to events or inputs within a specified timeframe, often with stringent timing constraints.</a:t>
                      </a:r>
                      <a:endParaRPr lang="en-MY" dirty="0"/>
                    </a:p>
                  </a:txBody>
                  <a:tcPr/>
                </a:tc>
                <a:extLst>
                  <a:ext uri="{0D108BD9-81ED-4DB2-BD59-A6C34878D82A}">
                    <a16:rowId xmlns:a16="http://schemas.microsoft.com/office/drawing/2014/main" val="2809445889"/>
                  </a:ext>
                </a:extLst>
              </a:tr>
              <a:tr h="370840">
                <a:tc>
                  <a:txBody>
                    <a:bodyPr/>
                    <a:lstStyle/>
                    <a:p>
                      <a:r>
                        <a:rPr lang="en-MY" dirty="0"/>
                        <a:t>2</a:t>
                      </a:r>
                    </a:p>
                  </a:txBody>
                  <a:tcPr/>
                </a:tc>
                <a:tc>
                  <a:txBody>
                    <a:bodyPr/>
                    <a:lstStyle/>
                    <a:p>
                      <a:r>
                        <a:rPr lang="en-MY" dirty="0"/>
                        <a:t>Embedded System</a:t>
                      </a:r>
                    </a:p>
                  </a:txBody>
                  <a:tcPr/>
                </a:tc>
                <a:tc>
                  <a:txBody>
                    <a:bodyPr/>
                    <a:lstStyle/>
                    <a:p>
                      <a:r>
                        <a:rPr lang="en-US" sz="1400" b="0" i="0" u="none" strike="noStrike" cap="none" dirty="0">
                          <a:solidFill>
                            <a:schemeClr val="dk1"/>
                          </a:solidFill>
                          <a:effectLst/>
                          <a:latin typeface="+mn-lt"/>
                          <a:ea typeface="+mn-ea"/>
                          <a:cs typeface="+mn-cs"/>
                          <a:sym typeface="Arial"/>
                        </a:rPr>
                        <a:t>Embedded systems are specialized computing systems designed to perform specific tasks within larger systems or devices. They are typically embedded into other devices and often operate in real-time with limited resources.</a:t>
                      </a:r>
                      <a:endParaRPr lang="en-MY" dirty="0"/>
                    </a:p>
                  </a:txBody>
                  <a:tcPr/>
                </a:tc>
                <a:extLst>
                  <a:ext uri="{0D108BD9-81ED-4DB2-BD59-A6C34878D82A}">
                    <a16:rowId xmlns:a16="http://schemas.microsoft.com/office/drawing/2014/main" val="1518769650"/>
                  </a:ext>
                </a:extLst>
              </a:tr>
              <a:tr h="370840">
                <a:tc>
                  <a:txBody>
                    <a:bodyPr/>
                    <a:lstStyle/>
                    <a:p>
                      <a:r>
                        <a:rPr lang="en-MY"/>
                        <a:t>3</a:t>
                      </a:r>
                      <a:endParaRPr lang="en-MY" dirty="0"/>
                    </a:p>
                  </a:txBody>
                  <a:tcPr/>
                </a:tc>
                <a:tc>
                  <a:txBody>
                    <a:bodyPr/>
                    <a:lstStyle/>
                    <a:p>
                      <a:r>
                        <a:rPr lang="en-MY" dirty="0"/>
                        <a:t>Adaptive System</a:t>
                      </a:r>
                    </a:p>
                  </a:txBody>
                  <a:tcPr/>
                </a:tc>
                <a:tc>
                  <a:txBody>
                    <a:bodyPr/>
                    <a:lstStyle/>
                    <a:p>
                      <a:r>
                        <a:rPr lang="en-US" sz="1400" b="0" i="0" u="none" strike="noStrike" cap="none" dirty="0">
                          <a:solidFill>
                            <a:schemeClr val="dk1"/>
                          </a:solidFill>
                          <a:effectLst/>
                          <a:latin typeface="+mn-lt"/>
                          <a:ea typeface="+mn-ea"/>
                          <a:cs typeface="+mn-cs"/>
                          <a:sym typeface="Arial"/>
                        </a:rPr>
                        <a:t>Adaptive systems have the capability to change their behavior or structure based on internal or external conditions. They can learn from experience, adjust to new inputs, and optimize their performance over time</a:t>
                      </a:r>
                      <a:endParaRPr lang="en-MY" dirty="0"/>
                    </a:p>
                  </a:txBody>
                  <a:tcPr/>
                </a:tc>
                <a:extLst>
                  <a:ext uri="{0D108BD9-81ED-4DB2-BD59-A6C34878D82A}">
                    <a16:rowId xmlns:a16="http://schemas.microsoft.com/office/drawing/2014/main" val="2953815644"/>
                  </a:ext>
                </a:extLst>
              </a:tr>
            </a:tbl>
          </a:graphicData>
        </a:graphic>
      </p:graphicFrame>
    </p:spTree>
    <p:extLst>
      <p:ext uri="{BB962C8B-B14F-4D97-AF65-F5344CB8AC3E}">
        <p14:creationId xmlns:p14="http://schemas.microsoft.com/office/powerpoint/2010/main" val="411440120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5</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5">
            <a:extLst>
              <a:ext uri="{FF2B5EF4-FFF2-40B4-BE49-F238E27FC236}">
                <a16:creationId xmlns:a16="http://schemas.microsoft.com/office/drawing/2014/main" id="{5BAEAA00-ED18-6817-9623-C71C4BE2F49D}"/>
              </a:ext>
            </a:extLst>
          </p:cNvPr>
          <p:cNvGraphicFramePr>
            <a:graphicFrameLocks noGrp="1"/>
          </p:cNvGraphicFramePr>
          <p:nvPr>
            <p:extLst>
              <p:ext uri="{D42A27DB-BD31-4B8C-83A1-F6EECF244321}">
                <p14:modId xmlns:p14="http://schemas.microsoft.com/office/powerpoint/2010/main" val="1887626785"/>
              </p:ext>
            </p:extLst>
          </p:nvPr>
        </p:nvGraphicFramePr>
        <p:xfrm>
          <a:off x="1464039" y="1337781"/>
          <a:ext cx="9263922" cy="5095240"/>
        </p:xfrm>
        <a:graphic>
          <a:graphicData uri="http://schemas.openxmlformats.org/drawingml/2006/table">
            <a:tbl>
              <a:tblPr firstRow="1" bandRow="1">
                <a:tableStyleId>{5C22544A-7EE6-4342-B048-85BDC9FD1C3A}</a:tableStyleId>
              </a:tblPr>
              <a:tblGrid>
                <a:gridCol w="554637">
                  <a:extLst>
                    <a:ext uri="{9D8B030D-6E8A-4147-A177-3AD203B41FA5}">
                      <a16:colId xmlns:a16="http://schemas.microsoft.com/office/drawing/2014/main" val="2540961617"/>
                    </a:ext>
                  </a:extLst>
                </a:gridCol>
                <a:gridCol w="2904147">
                  <a:extLst>
                    <a:ext uri="{9D8B030D-6E8A-4147-A177-3AD203B41FA5}">
                      <a16:colId xmlns:a16="http://schemas.microsoft.com/office/drawing/2014/main" val="4230537772"/>
                    </a:ext>
                  </a:extLst>
                </a:gridCol>
                <a:gridCol w="3489157">
                  <a:extLst>
                    <a:ext uri="{9D8B030D-6E8A-4147-A177-3AD203B41FA5}">
                      <a16:colId xmlns:a16="http://schemas.microsoft.com/office/drawing/2014/main" val="3797045998"/>
                    </a:ext>
                  </a:extLst>
                </a:gridCol>
                <a:gridCol w="2315981">
                  <a:extLst>
                    <a:ext uri="{9D8B030D-6E8A-4147-A177-3AD203B41FA5}">
                      <a16:colId xmlns:a16="http://schemas.microsoft.com/office/drawing/2014/main" val="3597662666"/>
                    </a:ext>
                  </a:extLst>
                </a:gridCol>
              </a:tblGrid>
              <a:tr h="370840">
                <a:tc>
                  <a:txBody>
                    <a:bodyPr/>
                    <a:lstStyle/>
                    <a:p>
                      <a:r>
                        <a:rPr lang="en-MY" dirty="0"/>
                        <a:t>No</a:t>
                      </a:r>
                    </a:p>
                  </a:txBody>
                  <a:tcPr/>
                </a:tc>
                <a:tc>
                  <a:txBody>
                    <a:bodyPr/>
                    <a:lstStyle/>
                    <a:p>
                      <a:r>
                        <a:rPr lang="en-MY" dirty="0"/>
                        <a:t>System Type</a:t>
                      </a:r>
                    </a:p>
                  </a:txBody>
                  <a:tcPr/>
                </a:tc>
                <a:tc>
                  <a:txBody>
                    <a:bodyPr/>
                    <a:lstStyle/>
                    <a:p>
                      <a:r>
                        <a:rPr lang="en-MY" dirty="0"/>
                        <a:t>Architecture Pattern</a:t>
                      </a:r>
                    </a:p>
                  </a:txBody>
                  <a:tcPr/>
                </a:tc>
                <a:tc>
                  <a:txBody>
                    <a:bodyPr/>
                    <a:lstStyle/>
                    <a:p>
                      <a:r>
                        <a:rPr lang="en-MY" dirty="0"/>
                        <a:t>Quality Attribute</a:t>
                      </a:r>
                    </a:p>
                  </a:txBody>
                  <a:tcPr/>
                </a:tc>
                <a:extLst>
                  <a:ext uri="{0D108BD9-81ED-4DB2-BD59-A6C34878D82A}">
                    <a16:rowId xmlns:a16="http://schemas.microsoft.com/office/drawing/2014/main" val="2302239253"/>
                  </a:ext>
                </a:extLst>
              </a:tr>
              <a:tr h="370840">
                <a:tc>
                  <a:txBody>
                    <a:bodyPr/>
                    <a:lstStyle/>
                    <a:p>
                      <a:r>
                        <a:rPr lang="en-MY" dirty="0"/>
                        <a:t>1</a:t>
                      </a:r>
                    </a:p>
                  </a:txBody>
                  <a:tcPr/>
                </a:tc>
                <a:tc>
                  <a:txBody>
                    <a:bodyPr/>
                    <a:lstStyle/>
                    <a:p>
                      <a:r>
                        <a:rPr lang="en-MY" dirty="0"/>
                        <a:t>Data centred system</a:t>
                      </a:r>
                    </a:p>
                  </a:txBody>
                  <a:tcPr/>
                </a:tc>
                <a:tc>
                  <a:txBody>
                    <a:bodyPr/>
                    <a:lstStyle/>
                    <a:p>
                      <a:r>
                        <a:rPr lang="en-MY" sz="1400" b="0" i="0" u="none" strike="noStrike" cap="none" dirty="0">
                          <a:solidFill>
                            <a:schemeClr val="dk1"/>
                          </a:solidFill>
                          <a:effectLst/>
                          <a:latin typeface="+mn-lt"/>
                          <a:ea typeface="+mn-ea"/>
                          <a:cs typeface="+mn-cs"/>
                          <a:sym typeface="Arial"/>
                        </a:rPr>
                        <a:t>Blackboard </a:t>
                      </a:r>
                      <a:endParaRPr lang="en-MY" dirty="0"/>
                    </a:p>
                  </a:txBody>
                  <a:tcPr/>
                </a:tc>
                <a:tc>
                  <a:txBody>
                    <a:bodyPr/>
                    <a:lstStyle/>
                    <a:p>
                      <a:r>
                        <a:rPr lang="en-MY" dirty="0"/>
                        <a:t>Modifiability</a:t>
                      </a:r>
                      <a:br>
                        <a:rPr lang="en-MY" dirty="0"/>
                      </a:br>
                      <a:r>
                        <a:rPr lang="en-MY" dirty="0"/>
                        <a:t>Maintainability</a:t>
                      </a:r>
                      <a:br>
                        <a:rPr lang="en-MY" dirty="0"/>
                      </a:br>
                      <a:r>
                        <a:rPr lang="en-MY" dirty="0"/>
                        <a:t>Reusability</a:t>
                      </a:r>
                    </a:p>
                  </a:txBody>
                  <a:tcPr/>
                </a:tc>
                <a:extLst>
                  <a:ext uri="{0D108BD9-81ED-4DB2-BD59-A6C34878D82A}">
                    <a16:rowId xmlns:a16="http://schemas.microsoft.com/office/drawing/2014/main" val="2809445889"/>
                  </a:ext>
                </a:extLst>
              </a:tr>
              <a:tr h="370840">
                <a:tc>
                  <a:txBody>
                    <a:bodyPr/>
                    <a:lstStyle/>
                    <a:p>
                      <a:r>
                        <a:rPr lang="en-MY" dirty="0"/>
                        <a:t>2</a:t>
                      </a:r>
                    </a:p>
                  </a:txBody>
                  <a:tcPr/>
                </a:tc>
                <a:tc>
                  <a:txBody>
                    <a:bodyPr/>
                    <a:lstStyle/>
                    <a:p>
                      <a:r>
                        <a:rPr lang="en-MY" dirty="0"/>
                        <a:t>Data flow system</a:t>
                      </a:r>
                    </a:p>
                  </a:txBody>
                  <a:tcPr/>
                </a:tc>
                <a:tc>
                  <a:txBody>
                    <a:bodyPr/>
                    <a:lstStyle/>
                    <a:p>
                      <a:r>
                        <a:rPr lang="en-MY" sz="1400" b="0" i="0" u="none" strike="noStrike" cap="none" dirty="0">
                          <a:solidFill>
                            <a:schemeClr val="dk1"/>
                          </a:solidFill>
                          <a:effectLst/>
                          <a:latin typeface="+mn-lt"/>
                          <a:ea typeface="+mn-ea"/>
                          <a:cs typeface="+mn-cs"/>
                          <a:sym typeface="Arial"/>
                        </a:rPr>
                        <a:t>Pipes and Filters</a:t>
                      </a:r>
                    </a:p>
                    <a:p>
                      <a:endParaRPr lang="en-MY" dirty="0"/>
                    </a:p>
                  </a:txBody>
                  <a:tcPr/>
                </a:tc>
                <a:tc>
                  <a:txBody>
                    <a:bodyPr/>
                    <a:lstStyle/>
                    <a:p>
                      <a:r>
                        <a:rPr lang="en-MY" dirty="0"/>
                        <a:t>Efficiency</a:t>
                      </a:r>
                      <a:br>
                        <a:rPr lang="en-MY" dirty="0"/>
                      </a:br>
                      <a:r>
                        <a:rPr lang="en-MY" dirty="0"/>
                        <a:t>Modifiability</a:t>
                      </a:r>
                      <a:br>
                        <a:rPr lang="en-MY" dirty="0"/>
                      </a:br>
                      <a:r>
                        <a:rPr lang="en-MY" dirty="0"/>
                        <a:t>Extensibility</a:t>
                      </a:r>
                      <a:br>
                        <a:rPr lang="en-MY" dirty="0"/>
                      </a:br>
                      <a:r>
                        <a:rPr lang="en-MY" dirty="0"/>
                        <a:t>Maintainability</a:t>
                      </a:r>
                      <a:br>
                        <a:rPr lang="en-MY" dirty="0"/>
                      </a:br>
                      <a:r>
                        <a:rPr lang="en-MY" dirty="0"/>
                        <a:t>Reusability</a:t>
                      </a:r>
                      <a:br>
                        <a:rPr lang="en-MY" dirty="0"/>
                      </a:br>
                      <a:r>
                        <a:rPr lang="en-MY" dirty="0"/>
                        <a:t>Security</a:t>
                      </a:r>
                    </a:p>
                  </a:txBody>
                  <a:tcPr/>
                </a:tc>
                <a:extLst>
                  <a:ext uri="{0D108BD9-81ED-4DB2-BD59-A6C34878D82A}">
                    <a16:rowId xmlns:a16="http://schemas.microsoft.com/office/drawing/2014/main" val="1518769650"/>
                  </a:ext>
                </a:extLst>
              </a:tr>
              <a:tr h="370840">
                <a:tc>
                  <a:txBody>
                    <a:bodyPr/>
                    <a:lstStyle/>
                    <a:p>
                      <a:r>
                        <a:rPr lang="en-MY" dirty="0"/>
                        <a:t>3</a:t>
                      </a:r>
                    </a:p>
                  </a:txBody>
                  <a:tcPr/>
                </a:tc>
                <a:tc>
                  <a:txBody>
                    <a:bodyPr/>
                    <a:lstStyle/>
                    <a:p>
                      <a:r>
                        <a:rPr lang="en-MY" dirty="0"/>
                        <a:t>Distributed system</a:t>
                      </a:r>
                    </a:p>
                  </a:txBody>
                  <a:tcPr/>
                </a:tc>
                <a:tc>
                  <a:txBody>
                    <a:bodyPr/>
                    <a:lstStyle/>
                    <a:p>
                      <a:r>
                        <a:rPr lang="en-MY" dirty="0"/>
                        <a:t>Client and Server</a:t>
                      </a:r>
                      <a:br>
                        <a:rPr lang="en-MY" dirty="0"/>
                      </a:br>
                      <a:r>
                        <a:rPr lang="en-MY" dirty="0"/>
                        <a:t>Broker</a:t>
                      </a:r>
                    </a:p>
                  </a:txBody>
                  <a:tcPr/>
                </a:tc>
                <a:tc>
                  <a:txBody>
                    <a:bodyPr/>
                    <a:lstStyle/>
                    <a:p>
                      <a:r>
                        <a:rPr lang="en-MY" dirty="0"/>
                        <a:t>Interoperability</a:t>
                      </a:r>
                      <a:br>
                        <a:rPr lang="en-MY" dirty="0"/>
                      </a:br>
                      <a:r>
                        <a:rPr lang="en-MY" dirty="0"/>
                        <a:t>Modifiability</a:t>
                      </a:r>
                      <a:br>
                        <a:rPr lang="en-MY" dirty="0"/>
                      </a:br>
                      <a:r>
                        <a:rPr lang="en-MY" dirty="0"/>
                        <a:t>Availability</a:t>
                      </a:r>
                      <a:br>
                        <a:rPr lang="en-MY" dirty="0"/>
                      </a:br>
                      <a:r>
                        <a:rPr lang="en-MY" dirty="0"/>
                        <a:t>Reusability</a:t>
                      </a:r>
                    </a:p>
                  </a:txBody>
                  <a:tcPr/>
                </a:tc>
                <a:extLst>
                  <a:ext uri="{0D108BD9-81ED-4DB2-BD59-A6C34878D82A}">
                    <a16:rowId xmlns:a16="http://schemas.microsoft.com/office/drawing/2014/main" val="2953815644"/>
                  </a:ext>
                </a:extLst>
              </a:tr>
              <a:tr h="370840">
                <a:tc>
                  <a:txBody>
                    <a:bodyPr/>
                    <a:lstStyle/>
                    <a:p>
                      <a:r>
                        <a:rPr lang="en-MY" dirty="0"/>
                        <a:t>4</a:t>
                      </a:r>
                    </a:p>
                  </a:txBody>
                  <a:tcPr/>
                </a:tc>
                <a:tc>
                  <a:txBody>
                    <a:bodyPr/>
                    <a:lstStyle/>
                    <a:p>
                      <a:r>
                        <a:rPr lang="en-MY" dirty="0"/>
                        <a:t>Interactive system</a:t>
                      </a:r>
                    </a:p>
                  </a:txBody>
                  <a:tcPr/>
                </a:tc>
                <a:tc>
                  <a:txBody>
                    <a:bodyPr/>
                    <a:lstStyle/>
                    <a:p>
                      <a:r>
                        <a:rPr lang="en-MY" dirty="0"/>
                        <a:t>Model View Controller (MVC)</a:t>
                      </a:r>
                    </a:p>
                  </a:txBody>
                  <a:tcPr/>
                </a:tc>
                <a:tc>
                  <a:txBody>
                    <a:bodyPr/>
                    <a:lstStyle/>
                    <a:p>
                      <a:r>
                        <a:rPr lang="en-MY" dirty="0"/>
                        <a:t>Modifiability</a:t>
                      </a:r>
                      <a:br>
                        <a:rPr lang="en-MY" dirty="0"/>
                      </a:br>
                      <a:r>
                        <a:rPr lang="en-MY" dirty="0"/>
                        <a:t>Usability</a:t>
                      </a:r>
                      <a:br>
                        <a:rPr lang="en-MY" dirty="0"/>
                      </a:br>
                      <a:r>
                        <a:rPr lang="en-MY" dirty="0"/>
                        <a:t>Reusability</a:t>
                      </a:r>
                    </a:p>
                  </a:txBody>
                  <a:tcPr/>
                </a:tc>
                <a:extLst>
                  <a:ext uri="{0D108BD9-81ED-4DB2-BD59-A6C34878D82A}">
                    <a16:rowId xmlns:a16="http://schemas.microsoft.com/office/drawing/2014/main" val="3539750219"/>
                  </a:ext>
                </a:extLst>
              </a:tr>
              <a:tr h="370840">
                <a:tc>
                  <a:txBody>
                    <a:bodyPr/>
                    <a:lstStyle/>
                    <a:p>
                      <a:r>
                        <a:rPr lang="en-MY" dirty="0"/>
                        <a:t>5</a:t>
                      </a:r>
                    </a:p>
                  </a:txBody>
                  <a:tcPr/>
                </a:tc>
                <a:tc>
                  <a:txBody>
                    <a:bodyPr/>
                    <a:lstStyle/>
                    <a:p>
                      <a:r>
                        <a:rPr lang="en-MY" dirty="0"/>
                        <a:t>Hierarchy system</a:t>
                      </a:r>
                    </a:p>
                  </a:txBody>
                  <a:tcPr/>
                </a:tc>
                <a:tc>
                  <a:txBody>
                    <a:bodyPr/>
                    <a:lstStyle/>
                    <a:p>
                      <a:r>
                        <a:rPr lang="en-MY" dirty="0"/>
                        <a:t>Layered</a:t>
                      </a:r>
                    </a:p>
                  </a:txBody>
                  <a:tcPr/>
                </a:tc>
                <a:tc>
                  <a:txBody>
                    <a:bodyPr/>
                    <a:lstStyle/>
                    <a:p>
                      <a:r>
                        <a:rPr lang="en-MY" dirty="0"/>
                        <a:t>Modifiability</a:t>
                      </a:r>
                      <a:br>
                        <a:rPr lang="en-MY" dirty="0"/>
                      </a:br>
                      <a:r>
                        <a:rPr lang="en-MY" dirty="0"/>
                        <a:t>Portability</a:t>
                      </a:r>
                      <a:br>
                        <a:rPr lang="en-MY" dirty="0"/>
                      </a:br>
                      <a:r>
                        <a:rPr lang="en-MY" dirty="0"/>
                        <a:t>Reusability</a:t>
                      </a:r>
                      <a:br>
                        <a:rPr lang="en-MY" dirty="0"/>
                      </a:br>
                      <a:r>
                        <a:rPr lang="en-MY" dirty="0"/>
                        <a:t>Security</a:t>
                      </a:r>
                    </a:p>
                  </a:txBody>
                  <a:tcPr/>
                </a:tc>
                <a:extLst>
                  <a:ext uri="{0D108BD9-81ED-4DB2-BD59-A6C34878D82A}">
                    <a16:rowId xmlns:a16="http://schemas.microsoft.com/office/drawing/2014/main" val="2683316588"/>
                  </a:ext>
                </a:extLst>
              </a:tr>
            </a:tbl>
          </a:graphicData>
        </a:graphic>
      </p:graphicFrame>
      <p:sp>
        <p:nvSpPr>
          <p:cNvPr id="4" name="Google Shape;343;p24">
            <a:extLst>
              <a:ext uri="{FF2B5EF4-FFF2-40B4-BE49-F238E27FC236}">
                <a16:creationId xmlns:a16="http://schemas.microsoft.com/office/drawing/2014/main" id="{DC2F39EB-709F-EF21-76B9-FC2AE256E39C}"/>
              </a:ext>
            </a:extLst>
          </p:cNvPr>
          <p:cNvSpPr txBox="1"/>
          <p:nvPr/>
        </p:nvSpPr>
        <p:spPr>
          <a:xfrm>
            <a:off x="709696" y="551150"/>
            <a:ext cx="7675351" cy="4770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THE OLD ARCHITECTURAL</a:t>
            </a:r>
          </a:p>
        </p:txBody>
      </p:sp>
    </p:spTree>
    <p:extLst>
      <p:ext uri="{BB962C8B-B14F-4D97-AF65-F5344CB8AC3E}">
        <p14:creationId xmlns:p14="http://schemas.microsoft.com/office/powerpoint/2010/main" val="976447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6</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3;p24">
            <a:extLst>
              <a:ext uri="{FF2B5EF4-FFF2-40B4-BE49-F238E27FC236}">
                <a16:creationId xmlns:a16="http://schemas.microsoft.com/office/drawing/2014/main" id="{E695E45E-85EB-1A33-B039-B9236A2D2BB0}"/>
              </a:ext>
            </a:extLst>
          </p:cNvPr>
          <p:cNvSpPr txBox="1"/>
          <p:nvPr/>
        </p:nvSpPr>
        <p:spPr>
          <a:xfrm>
            <a:off x="709696" y="551150"/>
            <a:ext cx="9768429" cy="4770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DATA CENTRED – BLACKBOARD ARCHITECTURAL PATTERN</a:t>
            </a:r>
            <a:endParaRPr lang="en-US" sz="2500" dirty="0"/>
          </a:p>
        </p:txBody>
      </p:sp>
      <p:pic>
        <p:nvPicPr>
          <p:cNvPr id="2050" name="Picture 2" descr="10 Common Software Architectural Patterns in a nutshell | by Vijini  Mallawaarachchi | Towards Data Science">
            <a:extLst>
              <a:ext uri="{FF2B5EF4-FFF2-40B4-BE49-F238E27FC236}">
                <a16:creationId xmlns:a16="http://schemas.microsoft.com/office/drawing/2014/main" id="{68941C10-0E3D-4E49-A8E9-7EF5CE1E84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09107" y="3429000"/>
            <a:ext cx="5048250" cy="284797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5E3D00F4-AB5A-A9CA-4D52-322D263D3C0D}"/>
              </a:ext>
            </a:extLst>
          </p:cNvPr>
          <p:cNvPicPr>
            <a:picLocks noChangeAspect="1"/>
          </p:cNvPicPr>
          <p:nvPr/>
        </p:nvPicPr>
        <p:blipFill>
          <a:blip r:embed="rId6">
            <a:extLst>
              <a:ext uri="{BEBA8EAE-BF5A-486C-A8C5-ECC9F3942E4B}">
                <a14:imgProps xmlns:a14="http://schemas.microsoft.com/office/drawing/2010/main">
                  <a14:imgLayer r:embed="rId7">
                    <a14:imgEffect>
                      <a14:backgroundRemoval t="5630" b="97051" l="335" r="93520">
                        <a14:foregroundMark x1="4581" y1="27614" x2="7933" y2="70777"/>
                        <a14:foregroundMark x1="7933" y1="70777" x2="5922" y2="86863"/>
                        <a14:foregroundMark x1="5922" y1="86863" x2="29721" y2="94638"/>
                        <a14:foregroundMark x1="29721" y1="94638" x2="39106" y2="93834"/>
                        <a14:foregroundMark x1="39106" y1="93834" x2="52737" y2="93834"/>
                        <a14:foregroundMark x1="52737" y1="93834" x2="68827" y2="93566"/>
                        <a14:foregroundMark x1="68827" y1="93566" x2="85363" y2="81233"/>
                        <a14:foregroundMark x1="85363" y1="81233" x2="93184" y2="83110"/>
                        <a14:foregroundMark x1="57430" y1="73190" x2="65363" y2="76676"/>
                        <a14:foregroundMark x1="65363" y1="76676" x2="76760" y2="76676"/>
                        <a14:foregroundMark x1="76760" y1="76676" x2="88380" y2="54692"/>
                        <a14:foregroundMark x1="88380" y1="54692" x2="89050" y2="54960"/>
                        <a14:foregroundMark x1="44916" y1="27078" x2="66257" y2="31635"/>
                        <a14:foregroundMark x1="66257" y1="31635" x2="88380" y2="13405"/>
                        <a14:foregroundMark x1="75866" y1="12332" x2="87709" y2="12332"/>
                        <a14:foregroundMark x1="87709" y1="12332" x2="89162" y2="13405"/>
                        <a14:foregroundMark x1="77654" y1="10456" x2="90503" y2="12869"/>
                        <a14:foregroundMark x1="77877" y1="8847" x2="90279" y2="10992"/>
                        <a14:foregroundMark x1="5140" y1="93834" x2="2458" y2="88204"/>
                        <a14:foregroundMark x1="93408" y1="82038" x2="93631" y2="85791"/>
                        <a14:foregroundMark x1="93184" y1="87131" x2="92514" y2="87668"/>
                        <a14:foregroundMark x1="2682" y1="6434" x2="64581" y2="53083"/>
                        <a14:foregroundMark x1="13296" y1="78552" x2="65140" y2="24397"/>
                        <a14:foregroundMark x1="65140" y1="24397" x2="65140" y2="24397"/>
                        <a14:foregroundMark x1="2458" y1="17962" x2="18324" y2="46381"/>
                        <a14:foregroundMark x1="18324" y1="46381" x2="51173" y2="77480"/>
                        <a14:foregroundMark x1="51173" y1="77480" x2="60335" y2="79088"/>
                        <a14:foregroundMark x1="77877" y1="35925" x2="70950" y2="53887"/>
                        <a14:foregroundMark x1="70950" y1="53887" x2="19441" y2="57641"/>
                        <a14:foregroundMark x1="19441" y1="57641" x2="22793" y2="34316"/>
                        <a14:foregroundMark x1="22793" y1="34316" x2="38883" y2="58445"/>
                        <a14:foregroundMark x1="38883" y1="58445" x2="20782" y2="51743"/>
                        <a14:foregroundMark x1="20782" y1="51743" x2="42570" y2="81501"/>
                        <a14:foregroundMark x1="42570" y1="81501" x2="53855" y2="75067"/>
                        <a14:foregroundMark x1="35307" y1="88740" x2="22682" y2="83646"/>
                        <a14:foregroundMark x1="34637" y1="97587" x2="28939" y2="67024"/>
                        <a14:foregroundMark x1="13743" y1="81233" x2="12291" y2="35121"/>
                        <a14:foregroundMark x1="2235" y1="78284" x2="8045" y2="32976"/>
                        <a14:foregroundMark x1="8939" y1="63539" x2="58436" y2="58713"/>
                        <a14:foregroundMark x1="58436" y1="58713" x2="64916" y2="58713"/>
                        <a14:foregroundMark x1="48045" y1="71046" x2="70168" y2="56032"/>
                        <a14:foregroundMark x1="70838" y1="89276" x2="72291" y2="23592"/>
                        <a14:foregroundMark x1="76872" y1="27078" x2="84246" y2="95174"/>
                        <a14:foregroundMark x1="85251" y1="15818" x2="88827" y2="83646"/>
                        <a14:foregroundMark x1="87933" y1="36461" x2="92514" y2="67560"/>
                        <a14:foregroundMark x1="81453" y1="50670" x2="81453" y2="50670"/>
                        <a14:foregroundMark x1="81453" y1="50670" x2="88380" y2="57641"/>
                        <a14:foregroundMark x1="88380" y1="57641" x2="88380" y2="57641"/>
                        <a14:foregroundMark x1="89385" y1="53083" x2="74749" y2="56032"/>
                        <a14:foregroundMark x1="50279" y1="64611" x2="45140" y2="67560"/>
                        <a14:foregroundMark x1="46369" y1="60590" x2="62905" y2="63003"/>
                        <a14:foregroundMark x1="52626" y1="61662" x2="57654" y2="67024"/>
                        <a14:foregroundMark x1="51397" y1="80161" x2="65363" y2="85255"/>
                        <a14:foregroundMark x1="40335" y1="80161" x2="28603" y2="80161"/>
                        <a14:foregroundMark x1="9162" y1="76676" x2="36760" y2="88204"/>
                        <a14:foregroundMark x1="11061" y1="52547" x2="26704" y2="70509"/>
                        <a14:foregroundMark x1="22905" y1="21984" x2="42346" y2="37534"/>
                        <a14:foregroundMark x1="36313" y1="16890" x2="43464" y2="34853"/>
                        <a14:foregroundMark x1="43464" y1="34853" x2="54078" y2="45040"/>
                        <a14:foregroundMark x1="18324" y1="13405" x2="66592" y2="19839"/>
                        <a14:foregroundMark x1="18101" y1="6971" x2="52402" y2="15013"/>
                        <a14:foregroundMark x1="25251" y1="34048" x2="43464" y2="22520"/>
                        <a14:foregroundMark x1="31285" y1="24933" x2="46927" y2="50134"/>
                        <a14:foregroundMark x1="1006" y1="19035" x2="6816" y2="90617"/>
                        <a14:foregroundMark x1="3240" y1="54960" x2="4246" y2="75335"/>
                        <a14:foregroundMark x1="4246" y1="75335" x2="2458" y2="94370"/>
                        <a14:foregroundMark x1="2458" y1="94370" x2="335" y2="96247"/>
                        <a14:foregroundMark x1="15978" y1="59517" x2="16872" y2="66488"/>
                        <a14:foregroundMark x1="32737" y1="58713" x2="37765" y2="71046"/>
                      </a14:backgroundRemoval>
                    </a14:imgEffect>
                  </a14:imgLayer>
                </a14:imgProps>
              </a:ext>
            </a:extLst>
          </a:blip>
          <a:stretch>
            <a:fillRect/>
          </a:stretch>
        </p:blipFill>
        <p:spPr>
          <a:xfrm>
            <a:off x="709696" y="1277549"/>
            <a:ext cx="7169334" cy="2987890"/>
          </a:xfrm>
          <a:prstGeom prst="rect">
            <a:avLst/>
          </a:prstGeom>
        </p:spPr>
      </p:pic>
    </p:spTree>
    <p:extLst>
      <p:ext uri="{BB962C8B-B14F-4D97-AF65-F5344CB8AC3E}">
        <p14:creationId xmlns:p14="http://schemas.microsoft.com/office/powerpoint/2010/main" val="274819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7</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3;p24">
            <a:extLst>
              <a:ext uri="{FF2B5EF4-FFF2-40B4-BE49-F238E27FC236}">
                <a16:creationId xmlns:a16="http://schemas.microsoft.com/office/drawing/2014/main" id="{E695E45E-85EB-1A33-B039-B9236A2D2BB0}"/>
              </a:ext>
            </a:extLst>
          </p:cNvPr>
          <p:cNvSpPr txBox="1"/>
          <p:nvPr/>
        </p:nvSpPr>
        <p:spPr>
          <a:xfrm>
            <a:off x="709696" y="551150"/>
            <a:ext cx="10098212" cy="4770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DATA FLOW – PIPES-AND-FILTERS ARCHITECTURAL PATTERN</a:t>
            </a:r>
            <a:endParaRPr lang="en-US" sz="2500" dirty="0"/>
          </a:p>
        </p:txBody>
      </p:sp>
      <p:pic>
        <p:nvPicPr>
          <p:cNvPr id="4" name="Picture 3">
            <a:extLst>
              <a:ext uri="{FF2B5EF4-FFF2-40B4-BE49-F238E27FC236}">
                <a16:creationId xmlns:a16="http://schemas.microsoft.com/office/drawing/2014/main" id="{5123DD18-BEA3-BDF0-7738-1CE8BF45FEF5}"/>
              </a:ext>
            </a:extLst>
          </p:cNvPr>
          <p:cNvPicPr>
            <a:picLocks noChangeAspect="1"/>
          </p:cNvPicPr>
          <p:nvPr/>
        </p:nvPicPr>
        <p:blipFill>
          <a:blip r:embed="rId5"/>
          <a:stretch>
            <a:fillRect/>
          </a:stretch>
        </p:blipFill>
        <p:spPr>
          <a:xfrm>
            <a:off x="2251305" y="1461247"/>
            <a:ext cx="7678222" cy="3096057"/>
          </a:xfrm>
          <a:prstGeom prst="rect">
            <a:avLst/>
          </a:prstGeom>
        </p:spPr>
      </p:pic>
      <p:pic>
        <p:nvPicPr>
          <p:cNvPr id="8" name="Picture 7">
            <a:extLst>
              <a:ext uri="{FF2B5EF4-FFF2-40B4-BE49-F238E27FC236}">
                <a16:creationId xmlns:a16="http://schemas.microsoft.com/office/drawing/2014/main" id="{19FF1934-874D-F68A-BED2-0E03272BB1FC}"/>
              </a:ext>
            </a:extLst>
          </p:cNvPr>
          <p:cNvPicPr>
            <a:picLocks noChangeAspect="1"/>
          </p:cNvPicPr>
          <p:nvPr/>
        </p:nvPicPr>
        <p:blipFill>
          <a:blip r:embed="rId6"/>
          <a:stretch>
            <a:fillRect/>
          </a:stretch>
        </p:blipFill>
        <p:spPr>
          <a:xfrm>
            <a:off x="2285178" y="4853828"/>
            <a:ext cx="7610475" cy="1085850"/>
          </a:xfrm>
          <a:prstGeom prst="rect">
            <a:avLst/>
          </a:prstGeom>
        </p:spPr>
      </p:pic>
    </p:spTree>
    <p:extLst>
      <p:ext uri="{BB962C8B-B14F-4D97-AF65-F5344CB8AC3E}">
        <p14:creationId xmlns:p14="http://schemas.microsoft.com/office/powerpoint/2010/main" val="8038763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pic>
        <p:nvPicPr>
          <p:cNvPr id="9" name="Picture 8">
            <a:extLst>
              <a:ext uri="{FF2B5EF4-FFF2-40B4-BE49-F238E27FC236}">
                <a16:creationId xmlns:a16="http://schemas.microsoft.com/office/drawing/2014/main" id="{5F8670E8-BA19-66F1-2D99-0935D10027F5}"/>
              </a:ext>
            </a:extLst>
          </p:cNvPr>
          <p:cNvPicPr>
            <a:picLocks noChangeAspect="1"/>
          </p:cNvPicPr>
          <p:nvPr/>
        </p:nvPicPr>
        <p:blipFill rotWithShape="1">
          <a:blip r:embed="rId3"/>
          <a:srcRect l="9497" t="12072" r="21271" b="4430"/>
          <a:stretch/>
        </p:blipFill>
        <p:spPr>
          <a:xfrm>
            <a:off x="5051685" y="533892"/>
            <a:ext cx="6217832" cy="5726244"/>
          </a:xfrm>
          <a:prstGeom prst="rect">
            <a:avLst/>
          </a:prstGeom>
        </p:spPr>
      </p:pic>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8</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3;p24">
            <a:extLst>
              <a:ext uri="{FF2B5EF4-FFF2-40B4-BE49-F238E27FC236}">
                <a16:creationId xmlns:a16="http://schemas.microsoft.com/office/drawing/2014/main" id="{E695E45E-85EB-1A33-B039-B9236A2D2BB0}"/>
              </a:ext>
            </a:extLst>
          </p:cNvPr>
          <p:cNvSpPr txBox="1"/>
          <p:nvPr/>
        </p:nvSpPr>
        <p:spPr>
          <a:xfrm>
            <a:off x="709696" y="551150"/>
            <a:ext cx="4341989" cy="12464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DISTRIBUTED – CLIENT AND SERVER ARCHITECTURAL PATTERN</a:t>
            </a:r>
            <a:endParaRPr lang="en-US" sz="2500" dirty="0"/>
          </a:p>
        </p:txBody>
      </p:sp>
      <p:pic>
        <p:nvPicPr>
          <p:cNvPr id="5" name="Picture 4">
            <a:extLst>
              <a:ext uri="{FF2B5EF4-FFF2-40B4-BE49-F238E27FC236}">
                <a16:creationId xmlns:a16="http://schemas.microsoft.com/office/drawing/2014/main" id="{C0601080-7278-39BD-9F05-003ED4C88516}"/>
              </a:ext>
            </a:extLst>
          </p:cNvPr>
          <p:cNvPicPr>
            <a:picLocks noChangeAspect="1"/>
          </p:cNvPicPr>
          <p:nvPr/>
        </p:nvPicPr>
        <p:blipFill>
          <a:blip r:embed="rId6"/>
          <a:stretch>
            <a:fillRect/>
          </a:stretch>
        </p:blipFill>
        <p:spPr>
          <a:xfrm>
            <a:off x="709696" y="2886898"/>
            <a:ext cx="4906060" cy="3419952"/>
          </a:xfrm>
          <a:prstGeom prst="rect">
            <a:avLst/>
          </a:prstGeom>
        </p:spPr>
      </p:pic>
      <p:sp>
        <p:nvSpPr>
          <p:cNvPr id="6" name="AutoShape 2" descr="Server-Client Design A">
            <a:extLst>
              <a:ext uri="{FF2B5EF4-FFF2-40B4-BE49-F238E27FC236}">
                <a16:creationId xmlns:a16="http://schemas.microsoft.com/office/drawing/2014/main" id="{5A238347-90EE-4A02-7F57-B741D5D659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spTree>
    <p:extLst>
      <p:ext uri="{BB962C8B-B14F-4D97-AF65-F5344CB8AC3E}">
        <p14:creationId xmlns:p14="http://schemas.microsoft.com/office/powerpoint/2010/main" val="746467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pic>
        <p:nvPicPr>
          <p:cNvPr id="11" name="Picture 10">
            <a:extLst>
              <a:ext uri="{FF2B5EF4-FFF2-40B4-BE49-F238E27FC236}">
                <a16:creationId xmlns:a16="http://schemas.microsoft.com/office/drawing/2014/main" id="{5538FA7A-7D14-1714-4FFC-A433D2760D59}"/>
              </a:ext>
            </a:extLst>
          </p:cNvPr>
          <p:cNvPicPr>
            <a:picLocks noChangeAspect="1"/>
          </p:cNvPicPr>
          <p:nvPr/>
        </p:nvPicPr>
        <p:blipFill>
          <a:blip r:embed="rId3"/>
          <a:stretch>
            <a:fillRect/>
          </a:stretch>
        </p:blipFill>
        <p:spPr>
          <a:xfrm>
            <a:off x="6413292" y="1174377"/>
            <a:ext cx="5334000" cy="3771900"/>
          </a:xfrm>
          <a:prstGeom prst="rect">
            <a:avLst/>
          </a:prstGeom>
        </p:spPr>
      </p:pic>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9</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4">
            <a:extLst>
              <a:ext uri="{BEBA8EAE-BF5A-486C-A8C5-ECC9F3942E4B}">
                <a14:imgProps xmlns:a14="http://schemas.microsoft.com/office/drawing/2010/main">
                  <a14:imgLayer r:embed="rId5">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3;p24">
            <a:extLst>
              <a:ext uri="{FF2B5EF4-FFF2-40B4-BE49-F238E27FC236}">
                <a16:creationId xmlns:a16="http://schemas.microsoft.com/office/drawing/2014/main" id="{E695E45E-85EB-1A33-B039-B9236A2D2BB0}"/>
              </a:ext>
            </a:extLst>
          </p:cNvPr>
          <p:cNvSpPr txBox="1"/>
          <p:nvPr/>
        </p:nvSpPr>
        <p:spPr>
          <a:xfrm>
            <a:off x="709696" y="551150"/>
            <a:ext cx="4820247" cy="124645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INTERACTIVE – MODEL VIEW CONTROLLER ARCHITECTURAL PATTERN</a:t>
            </a:r>
            <a:endParaRPr lang="en-US" sz="2500" dirty="0"/>
          </a:p>
        </p:txBody>
      </p:sp>
      <p:sp>
        <p:nvSpPr>
          <p:cNvPr id="6" name="AutoShape 2" descr="Server-Client Design A">
            <a:extLst>
              <a:ext uri="{FF2B5EF4-FFF2-40B4-BE49-F238E27FC236}">
                <a16:creationId xmlns:a16="http://schemas.microsoft.com/office/drawing/2014/main" id="{5A238347-90EE-4A02-7F57-B741D5D659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4" name="Picture 3">
            <a:extLst>
              <a:ext uri="{FF2B5EF4-FFF2-40B4-BE49-F238E27FC236}">
                <a16:creationId xmlns:a16="http://schemas.microsoft.com/office/drawing/2014/main" id="{7F34966A-F62B-08AC-602A-21F999B599AF}"/>
              </a:ext>
            </a:extLst>
          </p:cNvPr>
          <p:cNvPicPr>
            <a:picLocks noChangeAspect="1"/>
          </p:cNvPicPr>
          <p:nvPr/>
        </p:nvPicPr>
        <p:blipFill rotWithShape="1">
          <a:blip r:embed="rId6"/>
          <a:srcRect r="766"/>
          <a:stretch/>
        </p:blipFill>
        <p:spPr>
          <a:xfrm>
            <a:off x="836650" y="2919758"/>
            <a:ext cx="7492010" cy="2391109"/>
          </a:xfrm>
          <a:prstGeom prst="rect">
            <a:avLst/>
          </a:prstGeom>
        </p:spPr>
      </p:pic>
    </p:spTree>
    <p:extLst>
      <p:ext uri="{BB962C8B-B14F-4D97-AF65-F5344CB8AC3E}">
        <p14:creationId xmlns:p14="http://schemas.microsoft.com/office/powerpoint/2010/main" val="5200268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10</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sp>
        <p:nvSpPr>
          <p:cNvPr id="7" name="Google Shape;343;p24">
            <a:extLst>
              <a:ext uri="{FF2B5EF4-FFF2-40B4-BE49-F238E27FC236}">
                <a16:creationId xmlns:a16="http://schemas.microsoft.com/office/drawing/2014/main" id="{E695E45E-85EB-1A33-B039-B9236A2D2BB0}"/>
              </a:ext>
            </a:extLst>
          </p:cNvPr>
          <p:cNvSpPr txBox="1"/>
          <p:nvPr/>
        </p:nvSpPr>
        <p:spPr>
          <a:xfrm>
            <a:off x="709696" y="551150"/>
            <a:ext cx="4820247" cy="861734"/>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HIERARCHY – LAYERED ARCHITECTURAL PATTERN</a:t>
            </a:r>
            <a:endParaRPr lang="en-US" sz="2500" dirty="0"/>
          </a:p>
        </p:txBody>
      </p:sp>
      <p:sp>
        <p:nvSpPr>
          <p:cNvPr id="6" name="AutoShape 2" descr="Server-Client Design A">
            <a:extLst>
              <a:ext uri="{FF2B5EF4-FFF2-40B4-BE49-F238E27FC236}">
                <a16:creationId xmlns:a16="http://schemas.microsoft.com/office/drawing/2014/main" id="{5A238347-90EE-4A02-7F57-B741D5D65930}"/>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MY"/>
          </a:p>
        </p:txBody>
      </p:sp>
      <p:pic>
        <p:nvPicPr>
          <p:cNvPr id="6146" name="Picture 2">
            <a:extLst>
              <a:ext uri="{FF2B5EF4-FFF2-40B4-BE49-F238E27FC236}">
                <a16:creationId xmlns:a16="http://schemas.microsoft.com/office/drawing/2014/main" id="{8BA93193-5497-5D5A-2DC4-258E07761CE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058930" y="551150"/>
            <a:ext cx="4161303" cy="5824083"/>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54A22093-0A49-A8BC-3BDB-2B39AACE4B90}"/>
              </a:ext>
            </a:extLst>
          </p:cNvPr>
          <p:cNvPicPr>
            <a:picLocks noChangeAspect="1"/>
          </p:cNvPicPr>
          <p:nvPr/>
        </p:nvPicPr>
        <p:blipFill>
          <a:blip r:embed="rId6"/>
          <a:stretch>
            <a:fillRect/>
          </a:stretch>
        </p:blipFill>
        <p:spPr>
          <a:xfrm>
            <a:off x="709696" y="1733561"/>
            <a:ext cx="6349234" cy="4378782"/>
          </a:xfrm>
          <a:prstGeom prst="rect">
            <a:avLst/>
          </a:prstGeom>
        </p:spPr>
      </p:pic>
    </p:spTree>
    <p:extLst>
      <p:ext uri="{BB962C8B-B14F-4D97-AF65-F5344CB8AC3E}">
        <p14:creationId xmlns:p14="http://schemas.microsoft.com/office/powerpoint/2010/main" val="10133542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38" name="Google Shape;438;p27"/>
          <p:cNvSpPr txBox="1"/>
          <p:nvPr/>
        </p:nvSpPr>
        <p:spPr>
          <a:xfrm>
            <a:off x="4718816" y="6433021"/>
            <a:ext cx="2743200" cy="3651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fld id="{00000000-1234-1234-1234-123412341234}" type="slidenum">
              <a:rPr lang="en-US" sz="1400">
                <a:solidFill>
                  <a:schemeClr val="dk1"/>
                </a:solidFill>
                <a:latin typeface="Poppins"/>
                <a:ea typeface="Poppins"/>
                <a:cs typeface="Poppins"/>
                <a:sym typeface="Poppins"/>
              </a:rPr>
              <a:t>11</a:t>
            </a:fld>
            <a:endParaRPr sz="1400">
              <a:solidFill>
                <a:schemeClr val="dk1"/>
              </a:solidFill>
              <a:latin typeface="Poppins"/>
              <a:ea typeface="Poppins"/>
              <a:cs typeface="Poppins"/>
              <a:sym typeface="Poppins"/>
            </a:endParaRPr>
          </a:p>
        </p:txBody>
      </p:sp>
      <p:pic>
        <p:nvPicPr>
          <p:cNvPr id="2" name="Picture 4" descr="UTMSPACE">
            <a:extLst>
              <a:ext uri="{FF2B5EF4-FFF2-40B4-BE49-F238E27FC236}">
                <a16:creationId xmlns:a16="http://schemas.microsoft.com/office/drawing/2014/main" id="{45A40768-2F62-F1AC-6C79-121568ECCBF6}"/>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backgroundRemoval t="1681" b="89916" l="2824" r="99294">
                        <a14:foregroundMark x1="4235" y1="10084" x2="4235" y2="10084"/>
                        <a14:foregroundMark x1="2824" y1="89076" x2="40941" y2="64706"/>
                        <a14:foregroundMark x1="20235" y1="8403" x2="20235" y2="8403"/>
                        <a14:foregroundMark x1="30588" y1="10084" x2="31059" y2="17647"/>
                        <a14:foregroundMark x1="50118" y1="36134" x2="50118" y2="36134"/>
                        <a14:foregroundMark x1="45647" y1="24370" x2="45647" y2="24370"/>
                        <a14:foregroundMark x1="45647" y1="24370" x2="48235" y2="32773"/>
                        <a14:foregroundMark x1="49647" y1="47059" x2="45176" y2="45378"/>
                        <a14:foregroundMark x1="54588" y1="24370" x2="53647" y2="37815"/>
                        <a14:foregroundMark x1="62588" y1="46218" x2="64235" y2="36975"/>
                        <a14:foregroundMark x1="75765" y1="38655" x2="75529" y2="23529"/>
                        <a14:foregroundMark x1="86118" y1="40336" x2="86824" y2="21849"/>
                        <a14:foregroundMark x1="85882" y1="42857" x2="87059" y2="45378"/>
                        <a14:foregroundMark x1="92471" y1="46218" x2="93176" y2="46218"/>
                        <a14:foregroundMark x1="78118" y1="56303" x2="82118" y2="54622"/>
                        <a14:foregroundMark x1="85176" y1="57143" x2="90824" y2="57143"/>
                        <a14:foregroundMark x1="78353" y1="63866" x2="78588" y2="71429"/>
                        <a14:foregroundMark x1="76706" y1="63025" x2="76706" y2="73109"/>
                        <a14:foregroundMark x1="77176" y1="71429" x2="92000" y2="65546"/>
                        <a14:foregroundMark x1="79294" y1="72269" x2="92706" y2="70588"/>
                        <a14:foregroundMark x1="92000" y1="74790" x2="92235" y2="63025"/>
                        <a14:foregroundMark x1="67529" y1="5882" x2="68471" y2="2521"/>
                        <a14:foregroundMark x1="67059" y1="4202" x2="88471" y2="5882"/>
                        <a14:foregroundMark x1="88471" y1="5882" x2="94588" y2="5042"/>
                        <a14:foregroundMark x1="96941" y1="10924" x2="97882" y2="10084"/>
                        <a14:foregroundMark x1="97412" y1="13445" x2="99294" y2="13445"/>
                        <a14:foregroundMark x1="96000" y1="15966" x2="99294" y2="15126"/>
                      </a14:backgroundRemoval>
                    </a14:imgEffect>
                  </a14:imgLayer>
                </a14:imgProps>
              </a:ext>
              <a:ext uri="{28A0092B-C50C-407E-A947-70E740481C1C}">
                <a14:useLocalDpi xmlns:a14="http://schemas.microsoft.com/office/drawing/2010/main" val="0"/>
              </a:ext>
            </a:extLst>
          </a:blip>
          <a:srcRect/>
          <a:stretch>
            <a:fillRect/>
          </a:stretch>
        </p:blipFill>
        <p:spPr bwMode="auto">
          <a:xfrm>
            <a:off x="10991330" y="124983"/>
            <a:ext cx="1132054" cy="31697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3" name="Table 5">
            <a:extLst>
              <a:ext uri="{FF2B5EF4-FFF2-40B4-BE49-F238E27FC236}">
                <a16:creationId xmlns:a16="http://schemas.microsoft.com/office/drawing/2014/main" id="{5BAEAA00-ED18-6817-9623-C71C4BE2F49D}"/>
              </a:ext>
            </a:extLst>
          </p:cNvPr>
          <p:cNvGraphicFramePr>
            <a:graphicFrameLocks noGrp="1"/>
          </p:cNvGraphicFramePr>
          <p:nvPr>
            <p:extLst>
              <p:ext uri="{D42A27DB-BD31-4B8C-83A1-F6EECF244321}">
                <p14:modId xmlns:p14="http://schemas.microsoft.com/office/powerpoint/2010/main" val="1522602887"/>
              </p:ext>
            </p:extLst>
          </p:nvPr>
        </p:nvGraphicFramePr>
        <p:xfrm>
          <a:off x="1464039" y="1337781"/>
          <a:ext cx="9263922" cy="4485640"/>
        </p:xfrm>
        <a:graphic>
          <a:graphicData uri="http://schemas.openxmlformats.org/drawingml/2006/table">
            <a:tbl>
              <a:tblPr firstRow="1" bandRow="1">
                <a:tableStyleId>{5C22544A-7EE6-4342-B048-85BDC9FD1C3A}</a:tableStyleId>
              </a:tblPr>
              <a:tblGrid>
                <a:gridCol w="554637">
                  <a:extLst>
                    <a:ext uri="{9D8B030D-6E8A-4147-A177-3AD203B41FA5}">
                      <a16:colId xmlns:a16="http://schemas.microsoft.com/office/drawing/2014/main" val="2540961617"/>
                    </a:ext>
                  </a:extLst>
                </a:gridCol>
                <a:gridCol w="2904147">
                  <a:extLst>
                    <a:ext uri="{9D8B030D-6E8A-4147-A177-3AD203B41FA5}">
                      <a16:colId xmlns:a16="http://schemas.microsoft.com/office/drawing/2014/main" val="4230537772"/>
                    </a:ext>
                  </a:extLst>
                </a:gridCol>
                <a:gridCol w="3489157">
                  <a:extLst>
                    <a:ext uri="{9D8B030D-6E8A-4147-A177-3AD203B41FA5}">
                      <a16:colId xmlns:a16="http://schemas.microsoft.com/office/drawing/2014/main" val="3797045998"/>
                    </a:ext>
                  </a:extLst>
                </a:gridCol>
                <a:gridCol w="2315981">
                  <a:extLst>
                    <a:ext uri="{9D8B030D-6E8A-4147-A177-3AD203B41FA5}">
                      <a16:colId xmlns:a16="http://schemas.microsoft.com/office/drawing/2014/main" val="3597662666"/>
                    </a:ext>
                  </a:extLst>
                </a:gridCol>
              </a:tblGrid>
              <a:tr h="370840">
                <a:tc>
                  <a:txBody>
                    <a:bodyPr/>
                    <a:lstStyle/>
                    <a:p>
                      <a:r>
                        <a:rPr lang="en-MY" dirty="0"/>
                        <a:t>No</a:t>
                      </a:r>
                    </a:p>
                  </a:txBody>
                  <a:tcPr/>
                </a:tc>
                <a:tc>
                  <a:txBody>
                    <a:bodyPr/>
                    <a:lstStyle/>
                    <a:p>
                      <a:r>
                        <a:rPr lang="en-MY" dirty="0"/>
                        <a:t>System Type</a:t>
                      </a:r>
                    </a:p>
                  </a:txBody>
                  <a:tcPr/>
                </a:tc>
                <a:tc>
                  <a:txBody>
                    <a:bodyPr/>
                    <a:lstStyle/>
                    <a:p>
                      <a:r>
                        <a:rPr lang="en-MY" dirty="0"/>
                        <a:t>Architecture Pattern</a:t>
                      </a:r>
                    </a:p>
                  </a:txBody>
                  <a:tcPr/>
                </a:tc>
                <a:tc>
                  <a:txBody>
                    <a:bodyPr/>
                    <a:lstStyle/>
                    <a:p>
                      <a:r>
                        <a:rPr lang="en-MY" dirty="0"/>
                        <a:t>Quality Attribute</a:t>
                      </a:r>
                    </a:p>
                  </a:txBody>
                  <a:tcPr/>
                </a:tc>
                <a:extLst>
                  <a:ext uri="{0D108BD9-81ED-4DB2-BD59-A6C34878D82A}">
                    <a16:rowId xmlns:a16="http://schemas.microsoft.com/office/drawing/2014/main" val="2302239253"/>
                  </a:ext>
                </a:extLst>
              </a:tr>
              <a:tr h="370840">
                <a:tc>
                  <a:txBody>
                    <a:bodyPr/>
                    <a:lstStyle/>
                    <a:p>
                      <a:r>
                        <a:rPr lang="en-MY" dirty="0"/>
                        <a:t>1</a:t>
                      </a:r>
                    </a:p>
                  </a:txBody>
                  <a:tcPr/>
                </a:tc>
                <a:tc>
                  <a:txBody>
                    <a:bodyPr/>
                    <a:lstStyle/>
                    <a:p>
                      <a:r>
                        <a:rPr lang="en-MY" dirty="0"/>
                        <a:t>Distributed system + Interactive system + Component based</a:t>
                      </a:r>
                    </a:p>
                  </a:txBody>
                  <a:tcPr/>
                </a:tc>
                <a:tc>
                  <a:txBody>
                    <a:bodyPr/>
                    <a:lstStyle/>
                    <a:p>
                      <a:r>
                        <a:rPr lang="en-MY" sz="1400" b="0" i="0" u="none" strike="noStrike" cap="none" dirty="0">
                          <a:solidFill>
                            <a:schemeClr val="dk1"/>
                          </a:solidFill>
                          <a:effectLst/>
                          <a:latin typeface="+mn-lt"/>
                          <a:ea typeface="+mn-ea"/>
                          <a:cs typeface="+mn-cs"/>
                          <a:sym typeface="Arial"/>
                        </a:rPr>
                        <a:t>Service Oriented Architecture (SOA)</a:t>
                      </a:r>
                      <a:br>
                        <a:rPr lang="en-MY" sz="1400" b="0" i="0" u="none" strike="noStrike" cap="none" dirty="0">
                          <a:solidFill>
                            <a:schemeClr val="dk1"/>
                          </a:solidFill>
                          <a:effectLst/>
                          <a:latin typeface="+mn-lt"/>
                          <a:ea typeface="+mn-ea"/>
                          <a:cs typeface="+mn-cs"/>
                          <a:sym typeface="Arial"/>
                        </a:rPr>
                      </a:br>
                      <a:r>
                        <a:rPr lang="en-MY" sz="1400" b="0" i="0" u="none" strike="noStrike" cap="none" dirty="0">
                          <a:solidFill>
                            <a:schemeClr val="dk1"/>
                          </a:solidFill>
                          <a:effectLst/>
                          <a:latin typeface="+mn-lt"/>
                          <a:ea typeface="+mn-ea"/>
                          <a:cs typeface="+mn-cs"/>
                          <a:sym typeface="Arial"/>
                        </a:rPr>
                        <a:t> </a:t>
                      </a:r>
                      <a:endParaRPr lang="en-MY" dirty="0"/>
                    </a:p>
                  </a:txBody>
                  <a:tcPr/>
                </a:tc>
                <a:tc>
                  <a:txBody>
                    <a:bodyPr/>
                    <a:lstStyle/>
                    <a:p>
                      <a:r>
                        <a:rPr lang="en-MY" dirty="0"/>
                        <a:t>Interoperability</a:t>
                      </a:r>
                      <a:br>
                        <a:rPr lang="en-MY" dirty="0"/>
                      </a:br>
                      <a:r>
                        <a:rPr lang="en-MY" dirty="0"/>
                        <a:t>Modifiability</a:t>
                      </a:r>
                    </a:p>
                    <a:p>
                      <a:r>
                        <a:rPr lang="en-MY" dirty="0"/>
                        <a:t>Maintainability</a:t>
                      </a:r>
                      <a:br>
                        <a:rPr lang="en-MY" dirty="0"/>
                      </a:br>
                      <a:r>
                        <a:rPr lang="en-MY" dirty="0"/>
                        <a:t>Availability</a:t>
                      </a:r>
                      <a:br>
                        <a:rPr lang="en-MY" dirty="0"/>
                      </a:br>
                      <a:r>
                        <a:rPr lang="en-MY" dirty="0"/>
                        <a:t>Reusability</a:t>
                      </a:r>
                    </a:p>
                  </a:txBody>
                  <a:tcPr/>
                </a:tc>
                <a:extLst>
                  <a:ext uri="{0D108BD9-81ED-4DB2-BD59-A6C34878D82A}">
                    <a16:rowId xmlns:a16="http://schemas.microsoft.com/office/drawing/2014/main" val="2809445889"/>
                  </a:ext>
                </a:extLst>
              </a:tr>
              <a:tr h="370840">
                <a:tc>
                  <a:txBody>
                    <a:bodyPr/>
                    <a:lstStyle/>
                    <a:p>
                      <a:r>
                        <a:rPr lang="en-MY" dirty="0"/>
                        <a:t>2</a:t>
                      </a:r>
                    </a:p>
                  </a:txBody>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MY" dirty="0"/>
                        <a:t>Data flow system + Distributed system + Interactive system + Component based + Web Services</a:t>
                      </a:r>
                    </a:p>
                    <a:p>
                      <a:endParaRPr lang="en-MY" dirty="0"/>
                    </a:p>
                  </a:txBody>
                  <a:tcPr/>
                </a:tc>
                <a:tc>
                  <a:txBody>
                    <a:bodyPr/>
                    <a:lstStyle/>
                    <a:p>
                      <a:r>
                        <a:rPr lang="en-MY" sz="1400" b="0" i="0" u="none" strike="noStrike" cap="none" dirty="0">
                          <a:solidFill>
                            <a:schemeClr val="dk1"/>
                          </a:solidFill>
                          <a:effectLst/>
                          <a:latin typeface="+mn-lt"/>
                          <a:ea typeface="+mn-ea"/>
                          <a:cs typeface="+mn-cs"/>
                          <a:sym typeface="Arial"/>
                        </a:rPr>
                        <a:t>Microservices </a:t>
                      </a:r>
                      <a:r>
                        <a:rPr lang="en-MY" dirty="0"/>
                        <a:t>Architecture</a:t>
                      </a:r>
                      <a:br>
                        <a:rPr lang="en-MY" sz="1400" b="0" i="0" u="none" strike="noStrike" cap="none" dirty="0">
                          <a:solidFill>
                            <a:schemeClr val="dk1"/>
                          </a:solidFill>
                          <a:effectLst/>
                          <a:latin typeface="+mn-lt"/>
                          <a:ea typeface="+mn-ea"/>
                          <a:cs typeface="+mn-cs"/>
                          <a:sym typeface="Arial"/>
                        </a:rPr>
                      </a:br>
                      <a:r>
                        <a:rPr lang="en-MY" sz="1400" b="0" i="0" u="none" strike="noStrike" cap="none" dirty="0">
                          <a:solidFill>
                            <a:schemeClr val="dk1"/>
                          </a:solidFill>
                          <a:effectLst/>
                          <a:latin typeface="+mn-lt"/>
                          <a:ea typeface="+mn-ea"/>
                          <a:cs typeface="+mn-cs"/>
                          <a:sym typeface="Arial"/>
                        </a:rPr>
                        <a:t>Serverless </a:t>
                      </a:r>
                      <a:r>
                        <a:rPr lang="en-MY" dirty="0"/>
                        <a:t>Architecture</a:t>
                      </a:r>
                      <a:endParaRPr lang="en-MY" sz="1400" b="0" i="0" u="none" strike="noStrike" cap="none" dirty="0">
                        <a:solidFill>
                          <a:schemeClr val="dk1"/>
                        </a:solidFill>
                        <a:effectLst/>
                        <a:latin typeface="+mn-lt"/>
                        <a:ea typeface="+mn-ea"/>
                        <a:cs typeface="+mn-cs"/>
                        <a:sym typeface="Arial"/>
                      </a:endParaRPr>
                    </a:p>
                    <a:p>
                      <a:r>
                        <a:rPr lang="en-MY" dirty="0"/>
                        <a:t>Event-Driven Architecture</a:t>
                      </a:r>
                      <a:br>
                        <a:rPr lang="en-MY" dirty="0"/>
                      </a:br>
                      <a:r>
                        <a:rPr lang="en-US" sz="1400" b="0" i="0" u="none" strike="noStrike" cap="none" dirty="0">
                          <a:solidFill>
                            <a:schemeClr val="dk1"/>
                          </a:solidFill>
                          <a:effectLst/>
                          <a:latin typeface="+mn-lt"/>
                          <a:ea typeface="+mn-ea"/>
                          <a:cs typeface="+mn-cs"/>
                          <a:sym typeface="Arial"/>
                        </a:rPr>
                        <a:t>Hybrid Architecture</a:t>
                      </a:r>
                      <a:endParaRPr lang="en-MY" dirty="0"/>
                    </a:p>
                  </a:txBody>
                  <a:tcPr/>
                </a:tc>
                <a:tc>
                  <a:txBody>
                    <a:bodyPr/>
                    <a:lstStyle/>
                    <a:p>
                      <a:r>
                        <a:rPr lang="en-MY" dirty="0"/>
                        <a:t>Efficiency</a:t>
                      </a:r>
                      <a:br>
                        <a:rPr lang="en-MY" dirty="0"/>
                      </a:br>
                      <a:r>
                        <a:rPr lang="en-MY" dirty="0"/>
                        <a:t>Modifiability</a:t>
                      </a:r>
                      <a:br>
                        <a:rPr lang="en-MY" dirty="0"/>
                      </a:br>
                      <a:r>
                        <a:rPr lang="en-MY" dirty="0"/>
                        <a:t>Extensibility</a:t>
                      </a:r>
                      <a:br>
                        <a:rPr lang="en-MY" dirty="0"/>
                      </a:br>
                      <a:r>
                        <a:rPr lang="en-MY" dirty="0"/>
                        <a:t>Maintainability</a:t>
                      </a:r>
                      <a:br>
                        <a:rPr lang="en-MY" dirty="0"/>
                      </a:br>
                      <a:r>
                        <a:rPr lang="en-MY" dirty="0"/>
                        <a:t>Reusability</a:t>
                      </a:r>
                      <a:br>
                        <a:rPr lang="en-MY" dirty="0"/>
                      </a:br>
                      <a:r>
                        <a:rPr lang="en-MY" dirty="0"/>
                        <a:t>Security</a:t>
                      </a:r>
                    </a:p>
                  </a:txBody>
                  <a:tcPr/>
                </a:tc>
                <a:extLst>
                  <a:ext uri="{0D108BD9-81ED-4DB2-BD59-A6C34878D82A}">
                    <a16:rowId xmlns:a16="http://schemas.microsoft.com/office/drawing/2014/main" val="1518769650"/>
                  </a:ext>
                </a:extLst>
              </a:tr>
              <a:tr h="370840">
                <a:tc>
                  <a:txBody>
                    <a:bodyPr/>
                    <a:lstStyle/>
                    <a:p>
                      <a:r>
                        <a:rPr lang="en-MY" dirty="0"/>
                        <a:t>5</a:t>
                      </a:r>
                    </a:p>
                  </a:txBody>
                  <a:tcPr/>
                </a:tc>
                <a:tc>
                  <a:txBody>
                    <a:bodyPr/>
                    <a:lstStyle/>
                    <a:p>
                      <a:r>
                        <a:rPr lang="en-MY" dirty="0"/>
                        <a:t>Hierarchy system + Interactive system + Component based</a:t>
                      </a:r>
                    </a:p>
                  </a:txBody>
                  <a:tcPr/>
                </a:tc>
                <a:tc>
                  <a:txBody>
                    <a:bodyPr/>
                    <a:lstStyle/>
                    <a:p>
                      <a:r>
                        <a:rPr lang="en-MY" dirty="0"/>
                        <a:t>Modular Monolith Architecture</a:t>
                      </a:r>
                    </a:p>
                  </a:txBody>
                  <a:tcPr/>
                </a:tc>
                <a:tc>
                  <a:txBody>
                    <a:bodyPr/>
                    <a:lstStyle/>
                    <a:p>
                      <a:r>
                        <a:rPr lang="en-MY" dirty="0"/>
                        <a:t>Modifiability</a:t>
                      </a:r>
                      <a:br>
                        <a:rPr lang="en-MY" dirty="0"/>
                      </a:br>
                      <a:r>
                        <a:rPr lang="en-MY" dirty="0"/>
                        <a:t>Portability</a:t>
                      </a:r>
                      <a:br>
                        <a:rPr lang="en-MY" dirty="0"/>
                      </a:br>
                      <a:r>
                        <a:rPr lang="en-MY" dirty="0"/>
                        <a:t>Reusability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MY" dirty="0"/>
                        <a:t>Maintainability</a:t>
                      </a:r>
                      <a:br>
                        <a:rPr lang="en-MY" dirty="0"/>
                      </a:br>
                      <a:r>
                        <a:rPr lang="en-MY" dirty="0"/>
                        <a:t>Availability</a:t>
                      </a:r>
                      <a:br>
                        <a:rPr lang="en-MY" dirty="0"/>
                      </a:br>
                      <a:r>
                        <a:rPr lang="en-MY" dirty="0"/>
                        <a:t>Reusability</a:t>
                      </a:r>
                    </a:p>
                    <a:p>
                      <a:r>
                        <a:rPr lang="en-MY" dirty="0"/>
                        <a:t>Security</a:t>
                      </a:r>
                    </a:p>
                  </a:txBody>
                  <a:tcPr/>
                </a:tc>
                <a:extLst>
                  <a:ext uri="{0D108BD9-81ED-4DB2-BD59-A6C34878D82A}">
                    <a16:rowId xmlns:a16="http://schemas.microsoft.com/office/drawing/2014/main" val="2683316588"/>
                  </a:ext>
                </a:extLst>
              </a:tr>
            </a:tbl>
          </a:graphicData>
        </a:graphic>
      </p:graphicFrame>
      <p:sp>
        <p:nvSpPr>
          <p:cNvPr id="4" name="Google Shape;343;p24">
            <a:extLst>
              <a:ext uri="{FF2B5EF4-FFF2-40B4-BE49-F238E27FC236}">
                <a16:creationId xmlns:a16="http://schemas.microsoft.com/office/drawing/2014/main" id="{DC2F39EB-709F-EF21-76B9-FC2AE256E39C}"/>
              </a:ext>
            </a:extLst>
          </p:cNvPr>
          <p:cNvSpPr txBox="1"/>
          <p:nvPr/>
        </p:nvSpPr>
        <p:spPr>
          <a:xfrm>
            <a:off x="709696" y="551150"/>
            <a:ext cx="7675351" cy="477013"/>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500" dirty="0">
                <a:solidFill>
                  <a:srgbClr val="3F3F3F"/>
                </a:solidFill>
                <a:latin typeface="Poppins Medium"/>
                <a:cs typeface="Poppins Medium"/>
                <a:sym typeface="Poppins Medium"/>
              </a:rPr>
              <a:t>THE NEW ARCHITECTURAL</a:t>
            </a:r>
          </a:p>
        </p:txBody>
      </p:sp>
    </p:spTree>
    <p:extLst>
      <p:ext uri="{BB962C8B-B14F-4D97-AF65-F5344CB8AC3E}">
        <p14:creationId xmlns:p14="http://schemas.microsoft.com/office/powerpoint/2010/main" val="35650720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89"/>
        <p:cNvGrpSpPr/>
        <p:nvPr/>
      </p:nvGrpSpPr>
      <p:grpSpPr>
        <a:xfrm>
          <a:off x="0" y="0"/>
          <a:ext cx="0" cy="0"/>
          <a:chOff x="0" y="0"/>
          <a:chExt cx="0" cy="0"/>
        </a:xfrm>
      </p:grpSpPr>
      <p:grpSp>
        <p:nvGrpSpPr>
          <p:cNvPr id="1190" name="Google Shape;1190;p51"/>
          <p:cNvGrpSpPr/>
          <p:nvPr/>
        </p:nvGrpSpPr>
        <p:grpSpPr>
          <a:xfrm>
            <a:off x="9734963" y="5647537"/>
            <a:ext cx="166688" cy="149219"/>
            <a:chOff x="11258550" y="6548438"/>
            <a:chExt cx="222250" cy="200025"/>
          </a:xfrm>
        </p:grpSpPr>
        <p:sp>
          <p:nvSpPr>
            <p:cNvPr id="1191" name="Google Shape;1191;p51"/>
            <p:cNvSpPr/>
            <p:nvPr/>
          </p:nvSpPr>
          <p:spPr>
            <a:xfrm>
              <a:off x="11258550" y="6548438"/>
              <a:ext cx="222250" cy="200025"/>
            </a:xfrm>
            <a:custGeom>
              <a:avLst/>
              <a:gdLst/>
              <a:ahLst/>
              <a:cxnLst/>
              <a:rect l="l" t="t" r="r" b="b"/>
              <a:pathLst>
                <a:path w="248" h="220" extrusionOk="0">
                  <a:moveTo>
                    <a:pt x="0" y="212"/>
                  </a:moveTo>
                  <a:cubicBezTo>
                    <a:pt x="0" y="216"/>
                    <a:pt x="4" y="220"/>
                    <a:pt x="8" y="220"/>
                  </a:cubicBezTo>
                  <a:cubicBezTo>
                    <a:pt x="240" y="220"/>
                    <a:pt x="240" y="220"/>
                    <a:pt x="240" y="220"/>
                  </a:cubicBezTo>
                  <a:cubicBezTo>
                    <a:pt x="244" y="220"/>
                    <a:pt x="248" y="216"/>
                    <a:pt x="248" y="212"/>
                  </a:cubicBezTo>
                  <a:cubicBezTo>
                    <a:pt x="248" y="76"/>
                    <a:pt x="248" y="76"/>
                    <a:pt x="248" y="76"/>
                  </a:cubicBezTo>
                  <a:cubicBezTo>
                    <a:pt x="248" y="71"/>
                    <a:pt x="244" y="68"/>
                    <a:pt x="240" y="68"/>
                  </a:cubicBezTo>
                  <a:cubicBezTo>
                    <a:pt x="124" y="0"/>
                    <a:pt x="124" y="0"/>
                    <a:pt x="124" y="0"/>
                  </a:cubicBezTo>
                  <a:cubicBezTo>
                    <a:pt x="8" y="68"/>
                    <a:pt x="8" y="68"/>
                    <a:pt x="8" y="68"/>
                  </a:cubicBezTo>
                  <a:cubicBezTo>
                    <a:pt x="4" y="68"/>
                    <a:pt x="0" y="71"/>
                    <a:pt x="0" y="76"/>
                  </a:cubicBezTo>
                  <a:lnTo>
                    <a:pt x="0" y="212"/>
                  </a:lnTo>
                  <a:close/>
                </a:path>
              </a:pathLst>
            </a:custGeom>
            <a:noFill/>
            <a:ln w="9525" cap="flat" cmpd="sng">
              <a:solidFill>
                <a:schemeClr val="l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Poppins"/>
                <a:ea typeface="Poppins"/>
                <a:cs typeface="Poppins"/>
                <a:sym typeface="Poppins"/>
              </a:endParaRPr>
            </a:p>
          </p:txBody>
        </p:sp>
        <p:sp>
          <p:nvSpPr>
            <p:cNvPr id="1192" name="Google Shape;1192;p51"/>
            <p:cNvSpPr/>
            <p:nvPr/>
          </p:nvSpPr>
          <p:spPr>
            <a:xfrm>
              <a:off x="11258550" y="6614403"/>
              <a:ext cx="222250" cy="134060"/>
            </a:xfrm>
            <a:custGeom>
              <a:avLst/>
              <a:gdLst/>
              <a:ahLst/>
              <a:cxnLst/>
              <a:rect l="l" t="t" r="r" b="b"/>
              <a:pathLst>
                <a:path w="248" h="149" extrusionOk="0">
                  <a:moveTo>
                    <a:pt x="124" y="93"/>
                  </a:moveTo>
                  <a:cubicBezTo>
                    <a:pt x="90" y="68"/>
                    <a:pt x="0" y="1"/>
                    <a:pt x="0" y="5"/>
                  </a:cubicBezTo>
                  <a:cubicBezTo>
                    <a:pt x="0" y="141"/>
                    <a:pt x="0" y="141"/>
                    <a:pt x="0" y="141"/>
                  </a:cubicBezTo>
                  <a:cubicBezTo>
                    <a:pt x="0" y="145"/>
                    <a:pt x="4" y="149"/>
                    <a:pt x="8" y="149"/>
                  </a:cubicBezTo>
                  <a:cubicBezTo>
                    <a:pt x="240" y="149"/>
                    <a:pt x="240" y="149"/>
                    <a:pt x="240" y="149"/>
                  </a:cubicBezTo>
                  <a:cubicBezTo>
                    <a:pt x="244" y="149"/>
                    <a:pt x="248" y="145"/>
                    <a:pt x="248" y="141"/>
                  </a:cubicBezTo>
                  <a:cubicBezTo>
                    <a:pt x="248" y="5"/>
                    <a:pt x="248" y="5"/>
                    <a:pt x="248" y="5"/>
                  </a:cubicBezTo>
                  <a:cubicBezTo>
                    <a:pt x="248" y="0"/>
                    <a:pt x="124" y="93"/>
                    <a:pt x="124" y="93"/>
                  </a:cubicBezTo>
                </a:path>
              </a:pathLst>
            </a:custGeom>
            <a:noFill/>
            <a:ln w="9525" cap="flat" cmpd="sng">
              <a:solidFill>
                <a:schemeClr val="l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Poppins"/>
                <a:ea typeface="Poppins"/>
                <a:cs typeface="Poppins"/>
                <a:sym typeface="Poppins"/>
              </a:endParaRPr>
            </a:p>
          </p:txBody>
        </p:sp>
        <p:cxnSp>
          <p:nvCxnSpPr>
            <p:cNvPr id="1193" name="Google Shape;1193;p51"/>
            <p:cNvCxnSpPr/>
            <p:nvPr/>
          </p:nvCxnSpPr>
          <p:spPr>
            <a:xfrm rot="10800000">
              <a:off x="11389867" y="6682408"/>
              <a:ext cx="86700" cy="61800"/>
            </a:xfrm>
            <a:prstGeom prst="straightConnector1">
              <a:avLst/>
            </a:prstGeom>
            <a:noFill/>
            <a:ln w="9525" cap="flat" cmpd="sng">
              <a:solidFill>
                <a:schemeClr val="lt2"/>
              </a:solidFill>
              <a:prstDash val="solid"/>
              <a:round/>
              <a:headEnd type="none" w="med" len="med"/>
              <a:tailEnd type="none" w="med" len="med"/>
            </a:ln>
          </p:spPr>
        </p:cxnSp>
        <p:cxnSp>
          <p:nvCxnSpPr>
            <p:cNvPr id="1194" name="Google Shape;1194;p51"/>
            <p:cNvCxnSpPr/>
            <p:nvPr/>
          </p:nvCxnSpPr>
          <p:spPr>
            <a:xfrm rot="10800000" flipH="1">
              <a:off x="11262783" y="6682408"/>
              <a:ext cx="84600" cy="61800"/>
            </a:xfrm>
            <a:prstGeom prst="straightConnector1">
              <a:avLst/>
            </a:prstGeom>
            <a:noFill/>
            <a:ln w="9525" cap="flat" cmpd="sng">
              <a:solidFill>
                <a:schemeClr val="lt2"/>
              </a:solidFill>
              <a:prstDash val="solid"/>
              <a:round/>
              <a:headEnd type="none" w="med" len="med"/>
              <a:tailEnd type="none" w="med" len="med"/>
            </a:ln>
          </p:spPr>
        </p:cxnSp>
      </p:grpSp>
      <p:grpSp>
        <p:nvGrpSpPr>
          <p:cNvPr id="1195" name="Google Shape;1195;p51"/>
          <p:cNvGrpSpPr/>
          <p:nvPr/>
        </p:nvGrpSpPr>
        <p:grpSpPr>
          <a:xfrm>
            <a:off x="9702042" y="5267708"/>
            <a:ext cx="228595" cy="160348"/>
            <a:chOff x="8075613" y="3859213"/>
            <a:chExt cx="306387" cy="214312"/>
          </a:xfrm>
        </p:grpSpPr>
        <p:sp>
          <p:nvSpPr>
            <p:cNvPr id="1196" name="Google Shape;1196;p51"/>
            <p:cNvSpPr/>
            <p:nvPr/>
          </p:nvSpPr>
          <p:spPr>
            <a:xfrm>
              <a:off x="8109656" y="4020477"/>
              <a:ext cx="110640" cy="53048"/>
            </a:xfrm>
            <a:custGeom>
              <a:avLst/>
              <a:gdLst/>
              <a:ahLst/>
              <a:cxnLst/>
              <a:rect l="l" t="t" r="r" b="b"/>
              <a:pathLst>
                <a:path w="89" h="42" extrusionOk="0">
                  <a:moveTo>
                    <a:pt x="89" y="9"/>
                  </a:moveTo>
                  <a:cubicBezTo>
                    <a:pt x="84" y="10"/>
                    <a:pt x="79" y="10"/>
                    <a:pt x="75" y="10"/>
                  </a:cubicBezTo>
                  <a:cubicBezTo>
                    <a:pt x="72" y="10"/>
                    <a:pt x="69" y="10"/>
                    <a:pt x="66" y="10"/>
                  </a:cubicBezTo>
                  <a:cubicBezTo>
                    <a:pt x="66" y="10"/>
                    <a:pt x="66" y="10"/>
                    <a:pt x="66" y="10"/>
                  </a:cubicBezTo>
                  <a:cubicBezTo>
                    <a:pt x="0" y="42"/>
                    <a:pt x="0" y="42"/>
                    <a:pt x="0" y="42"/>
                  </a:cubicBezTo>
                  <a:cubicBezTo>
                    <a:pt x="20" y="0"/>
                    <a:pt x="20" y="0"/>
                    <a:pt x="20" y="0"/>
                  </a:cubicBezTo>
                </a:path>
              </a:pathLst>
            </a:custGeom>
            <a:noFill/>
            <a:ln w="9525" cap="flat" cmpd="sng">
              <a:solidFill>
                <a:schemeClr val="l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Poppins"/>
                <a:ea typeface="Poppins"/>
                <a:cs typeface="Poppins"/>
                <a:sym typeface="Poppins"/>
              </a:endParaRPr>
            </a:p>
          </p:txBody>
        </p:sp>
        <p:sp>
          <p:nvSpPr>
            <p:cNvPr id="1197" name="Google Shape;1197;p51"/>
            <p:cNvSpPr/>
            <p:nvPr/>
          </p:nvSpPr>
          <p:spPr>
            <a:xfrm>
              <a:off x="8075613" y="3859213"/>
              <a:ext cx="221279" cy="167630"/>
            </a:xfrm>
            <a:custGeom>
              <a:avLst/>
              <a:gdLst/>
              <a:ahLst/>
              <a:cxnLst/>
              <a:rect l="l" t="t" r="r" b="b"/>
              <a:pathLst>
                <a:path w="180" h="135" extrusionOk="0">
                  <a:moveTo>
                    <a:pt x="62" y="135"/>
                  </a:moveTo>
                  <a:cubicBezTo>
                    <a:pt x="58" y="134"/>
                    <a:pt x="53" y="132"/>
                    <a:pt x="49" y="130"/>
                  </a:cubicBezTo>
                  <a:cubicBezTo>
                    <a:pt x="20" y="118"/>
                    <a:pt x="1" y="97"/>
                    <a:pt x="1" y="72"/>
                  </a:cubicBezTo>
                  <a:cubicBezTo>
                    <a:pt x="0" y="33"/>
                    <a:pt x="45" y="1"/>
                    <a:pt x="102" y="0"/>
                  </a:cubicBezTo>
                  <a:cubicBezTo>
                    <a:pt x="133" y="0"/>
                    <a:pt x="161" y="9"/>
                    <a:pt x="180" y="24"/>
                  </a:cubicBezTo>
                </a:path>
              </a:pathLst>
            </a:custGeom>
            <a:noFill/>
            <a:ln w="9525" cap="flat" cmpd="sng">
              <a:solidFill>
                <a:schemeClr val="l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Poppins"/>
                <a:ea typeface="Poppins"/>
                <a:cs typeface="Poppins"/>
                <a:sym typeface="Poppins"/>
              </a:endParaRPr>
            </a:p>
          </p:txBody>
        </p:sp>
        <p:sp>
          <p:nvSpPr>
            <p:cNvPr id="1198" name="Google Shape;1198;p51"/>
            <p:cNvSpPr/>
            <p:nvPr/>
          </p:nvSpPr>
          <p:spPr>
            <a:xfrm>
              <a:off x="8175615" y="3893163"/>
              <a:ext cx="206385" cy="178239"/>
            </a:xfrm>
            <a:custGeom>
              <a:avLst/>
              <a:gdLst/>
              <a:ahLst/>
              <a:cxnLst/>
              <a:rect l="l" t="t" r="r" b="b"/>
              <a:pathLst>
                <a:path w="169" h="143" extrusionOk="0">
                  <a:moveTo>
                    <a:pt x="119" y="111"/>
                  </a:moveTo>
                  <a:cubicBezTo>
                    <a:pt x="123" y="110"/>
                    <a:pt x="127" y="108"/>
                    <a:pt x="130" y="107"/>
                  </a:cubicBezTo>
                  <a:cubicBezTo>
                    <a:pt x="153" y="96"/>
                    <a:pt x="169" y="78"/>
                    <a:pt x="168" y="57"/>
                  </a:cubicBezTo>
                  <a:cubicBezTo>
                    <a:pt x="168" y="25"/>
                    <a:pt x="130" y="0"/>
                    <a:pt x="83" y="0"/>
                  </a:cubicBezTo>
                  <a:cubicBezTo>
                    <a:pt x="37" y="1"/>
                    <a:pt x="0" y="27"/>
                    <a:pt x="0" y="60"/>
                  </a:cubicBezTo>
                  <a:cubicBezTo>
                    <a:pt x="0" y="92"/>
                    <a:pt x="39" y="117"/>
                    <a:pt x="85" y="116"/>
                  </a:cubicBezTo>
                  <a:cubicBezTo>
                    <a:pt x="87" y="116"/>
                    <a:pt x="90" y="116"/>
                    <a:pt x="92" y="116"/>
                  </a:cubicBezTo>
                  <a:cubicBezTo>
                    <a:pt x="92" y="116"/>
                    <a:pt x="92" y="116"/>
                    <a:pt x="92" y="116"/>
                  </a:cubicBezTo>
                  <a:cubicBezTo>
                    <a:pt x="149" y="143"/>
                    <a:pt x="149" y="143"/>
                    <a:pt x="149" y="143"/>
                  </a:cubicBezTo>
                  <a:cubicBezTo>
                    <a:pt x="130" y="107"/>
                    <a:pt x="130" y="107"/>
                    <a:pt x="130" y="107"/>
                  </a:cubicBezTo>
                </a:path>
              </a:pathLst>
            </a:custGeom>
            <a:noFill/>
            <a:ln w="9525" cap="flat" cmpd="sng">
              <a:solidFill>
                <a:schemeClr val="lt2"/>
              </a:solidFill>
              <a:prstDash val="solid"/>
              <a:round/>
              <a:headEnd type="none" w="sm" len="sm"/>
              <a:tailEnd type="none" w="sm" len="sm"/>
            </a:ln>
          </p:spPr>
          <p:txBody>
            <a:bodyPr spcFirstLastPara="1" wrap="square" lIns="68575" tIns="34275" rIns="68575" bIns="34275" anchor="t" anchorCtr="0">
              <a:noAutofit/>
            </a:bodyPr>
            <a:lstStyle/>
            <a:p>
              <a:pPr marL="0" marR="0" lvl="0" indent="0" algn="l" rtl="0">
                <a:spcBef>
                  <a:spcPts val="0"/>
                </a:spcBef>
                <a:spcAft>
                  <a:spcPts val="0"/>
                </a:spcAft>
                <a:buNone/>
              </a:pPr>
              <a:endParaRPr sz="1350">
                <a:solidFill>
                  <a:schemeClr val="lt1"/>
                </a:solidFill>
                <a:latin typeface="Poppins"/>
                <a:ea typeface="Poppins"/>
                <a:cs typeface="Poppins"/>
                <a:sym typeface="Poppins"/>
              </a:endParaRPr>
            </a:p>
          </p:txBody>
        </p:sp>
      </p:grpSp>
      <p:sp>
        <p:nvSpPr>
          <p:cNvPr id="1199" name="Google Shape;1199;p51"/>
          <p:cNvSpPr txBox="1"/>
          <p:nvPr/>
        </p:nvSpPr>
        <p:spPr>
          <a:xfrm>
            <a:off x="10062924" y="5187055"/>
            <a:ext cx="1593000" cy="26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a:solidFill>
                  <a:schemeClr val="lt1"/>
                </a:solidFill>
                <a:latin typeface="Poppins"/>
                <a:ea typeface="Poppins"/>
                <a:cs typeface="Poppins"/>
                <a:sym typeface="Poppins"/>
              </a:rPr>
              <a:t>+013 509 9215</a:t>
            </a:r>
            <a:endParaRPr sz="1100">
              <a:solidFill>
                <a:schemeClr val="lt1"/>
              </a:solidFill>
              <a:latin typeface="Poppins"/>
              <a:ea typeface="Poppins"/>
              <a:cs typeface="Poppins"/>
              <a:sym typeface="Poppins"/>
            </a:endParaRPr>
          </a:p>
        </p:txBody>
      </p:sp>
      <p:sp>
        <p:nvSpPr>
          <p:cNvPr id="1200" name="Google Shape;1200;p51"/>
          <p:cNvSpPr txBox="1"/>
          <p:nvPr/>
        </p:nvSpPr>
        <p:spPr>
          <a:xfrm>
            <a:off x="10062934" y="5620700"/>
            <a:ext cx="1903500" cy="2616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100" dirty="0">
                <a:solidFill>
                  <a:schemeClr val="lt1"/>
                </a:solidFill>
                <a:latin typeface="Poppins"/>
                <a:ea typeface="Poppins"/>
                <a:cs typeface="Poppins"/>
                <a:sym typeface="Poppins"/>
              </a:rPr>
              <a:t>khatibsyarbini@utm.my</a:t>
            </a:r>
            <a:endParaRPr sz="1100" dirty="0">
              <a:solidFill>
                <a:schemeClr val="lt1"/>
              </a:solidFill>
              <a:latin typeface="Poppins"/>
              <a:ea typeface="Poppins"/>
              <a:cs typeface="Poppins"/>
              <a:sym typeface="Poppins"/>
            </a:endParaRPr>
          </a:p>
        </p:txBody>
      </p:sp>
      <p:sp>
        <p:nvSpPr>
          <p:cNvPr id="1201" name="Google Shape;1201;p51"/>
          <p:cNvSpPr txBox="1">
            <a:spLocks noGrp="1"/>
          </p:cNvSpPr>
          <p:nvPr>
            <p:ph type="sldNum" idx="12"/>
          </p:nvPr>
        </p:nvSpPr>
        <p:spPr>
          <a:xfrm>
            <a:off x="4718816" y="6433021"/>
            <a:ext cx="2743200" cy="36510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fld id="{00000000-1234-1234-1234-123412341234}" type="slidenum">
              <a:rPr lang="en-US"/>
              <a:t>12</a:t>
            </a:fld>
            <a:endParaRPr/>
          </a:p>
        </p:txBody>
      </p:sp>
      <p:sp>
        <p:nvSpPr>
          <p:cNvPr id="1202" name="Google Shape;1202;p51"/>
          <p:cNvSpPr/>
          <p:nvPr/>
        </p:nvSpPr>
        <p:spPr>
          <a:xfrm>
            <a:off x="6096000" y="5130877"/>
            <a:ext cx="3336300" cy="1086900"/>
          </a:xfrm>
          <a:prstGeom prst="rect">
            <a:avLst/>
          </a:prstGeom>
          <a:noFill/>
          <a:ln>
            <a:noFill/>
          </a:ln>
        </p:spPr>
        <p:txBody>
          <a:bodyPr spcFirstLastPara="1" wrap="square" lIns="91425" tIns="45700" rIns="91425" bIns="45700" anchor="t" anchorCtr="0">
            <a:noAutofit/>
          </a:bodyPr>
          <a:lstStyle/>
          <a:p>
            <a:pPr marL="0" marR="0" lvl="0" indent="0" algn="just" rtl="0">
              <a:lnSpc>
                <a:spcPct val="150000"/>
              </a:lnSpc>
              <a:spcBef>
                <a:spcPts val="0"/>
              </a:spcBef>
              <a:spcAft>
                <a:spcPts val="0"/>
              </a:spcAft>
              <a:buNone/>
            </a:pPr>
            <a:r>
              <a:rPr lang="en-US" sz="1100">
                <a:solidFill>
                  <a:schemeClr val="lt1"/>
                </a:solidFill>
                <a:latin typeface="Poppins"/>
                <a:ea typeface="Poppins"/>
                <a:cs typeface="Poppins"/>
                <a:sym typeface="Poppins"/>
              </a:rPr>
              <a:t>Thank you for your participation. I am very grateful to have the opportunity into this sharing session. If there any enquiries, feels free to contact me.</a:t>
            </a:r>
            <a:endParaRPr sz="1100">
              <a:solidFill>
                <a:schemeClr val="lt1"/>
              </a:solidFill>
              <a:latin typeface="Poppins"/>
              <a:ea typeface="Poppins"/>
              <a:cs typeface="Poppins"/>
              <a:sym typeface="Poppins"/>
            </a:endParaRPr>
          </a:p>
        </p:txBody>
      </p:sp>
      <p:pic>
        <p:nvPicPr>
          <p:cNvPr id="1203" name="Google Shape;1203;p51"/>
          <p:cNvPicPr preferRelativeResize="0"/>
          <p:nvPr/>
        </p:nvPicPr>
        <p:blipFill>
          <a:blip r:embed="rId3">
            <a:alphaModFix/>
          </a:blip>
          <a:stretch>
            <a:fillRect/>
          </a:stretch>
        </p:blipFill>
        <p:spPr>
          <a:xfrm>
            <a:off x="3784600" y="511237"/>
            <a:ext cx="4622800" cy="370192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208"/>
        <p:cNvGrpSpPr/>
        <p:nvPr/>
      </p:nvGrpSpPr>
      <p:grpSpPr>
        <a:xfrm>
          <a:off x="0" y="0"/>
          <a:ext cx="0" cy="0"/>
          <a:chOff x="0" y="0"/>
          <a:chExt cx="0" cy="0"/>
        </a:xfrm>
      </p:grpSpPr>
      <p:pic>
        <p:nvPicPr>
          <p:cNvPr id="1209" name="Google Shape;1209;p52" descr="Logo&#10;&#10;Description automatically generated"/>
          <p:cNvPicPr preferRelativeResize="0"/>
          <p:nvPr/>
        </p:nvPicPr>
        <p:blipFill rotWithShape="1">
          <a:blip r:embed="rId3">
            <a:alphaModFix/>
          </a:blip>
          <a:srcRect/>
          <a:stretch/>
        </p:blipFill>
        <p:spPr>
          <a:xfrm>
            <a:off x="5130548" y="4882841"/>
            <a:ext cx="1783499" cy="603213"/>
          </a:xfrm>
          <a:prstGeom prst="rect">
            <a:avLst/>
          </a:prstGeom>
          <a:noFill/>
          <a:ln>
            <a:noFill/>
          </a:ln>
        </p:spPr>
      </p:pic>
      <p:sp>
        <p:nvSpPr>
          <p:cNvPr id="1210" name="Google Shape;1210;p52"/>
          <p:cNvSpPr txBox="1"/>
          <p:nvPr/>
        </p:nvSpPr>
        <p:spPr>
          <a:xfrm>
            <a:off x="3753095" y="2380689"/>
            <a:ext cx="4707000" cy="8541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4950" b="1">
                <a:solidFill>
                  <a:schemeClr val="lt1"/>
                </a:solidFill>
                <a:latin typeface="Poppins Medium"/>
                <a:ea typeface="Poppins Medium"/>
                <a:cs typeface="Poppins Medium"/>
                <a:sym typeface="Poppins Medium"/>
              </a:rPr>
              <a:t>THANK YOU</a:t>
            </a:r>
            <a:endParaRPr/>
          </a:p>
        </p:txBody>
      </p:sp>
      <p:sp>
        <p:nvSpPr>
          <p:cNvPr id="1211" name="Google Shape;1211;p52"/>
          <p:cNvSpPr txBox="1"/>
          <p:nvPr/>
        </p:nvSpPr>
        <p:spPr>
          <a:xfrm>
            <a:off x="5428912" y="6322009"/>
            <a:ext cx="38028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Poppins"/>
                <a:ea typeface="Poppins"/>
                <a:cs typeface="Poppins"/>
                <a:sym typeface="Poppins"/>
              </a:rPr>
              <a:t>univteknologimalaysia</a:t>
            </a:r>
            <a:endParaRPr/>
          </a:p>
        </p:txBody>
      </p:sp>
      <p:grpSp>
        <p:nvGrpSpPr>
          <p:cNvPr id="1212" name="Google Shape;1212;p52"/>
          <p:cNvGrpSpPr/>
          <p:nvPr/>
        </p:nvGrpSpPr>
        <p:grpSpPr>
          <a:xfrm>
            <a:off x="5024474" y="6321479"/>
            <a:ext cx="280218" cy="281948"/>
            <a:chOff x="2163763" y="-1266825"/>
            <a:chExt cx="1028700" cy="1035050"/>
          </a:xfrm>
        </p:grpSpPr>
        <p:sp>
          <p:nvSpPr>
            <p:cNvPr id="1213" name="Google Shape;1213;p52"/>
            <p:cNvSpPr/>
            <p:nvPr/>
          </p:nvSpPr>
          <p:spPr>
            <a:xfrm>
              <a:off x="2163763" y="-1266825"/>
              <a:ext cx="1028700" cy="1035050"/>
            </a:xfrm>
            <a:custGeom>
              <a:avLst/>
              <a:gdLst/>
              <a:ahLst/>
              <a:cxnLst/>
              <a:rect l="l" t="t" r="r" b="b"/>
              <a:pathLst>
                <a:path w="396" h="396" extrusionOk="0">
                  <a:moveTo>
                    <a:pt x="198" y="0"/>
                  </a:moveTo>
                  <a:cubicBezTo>
                    <a:pt x="252" y="0"/>
                    <a:pt x="302" y="22"/>
                    <a:pt x="338" y="58"/>
                  </a:cubicBezTo>
                  <a:cubicBezTo>
                    <a:pt x="374" y="93"/>
                    <a:pt x="396" y="143"/>
                    <a:pt x="396" y="198"/>
                  </a:cubicBezTo>
                  <a:cubicBezTo>
                    <a:pt x="396" y="252"/>
                    <a:pt x="374" y="302"/>
                    <a:pt x="338" y="338"/>
                  </a:cubicBezTo>
                  <a:cubicBezTo>
                    <a:pt x="302" y="374"/>
                    <a:pt x="252" y="396"/>
                    <a:pt x="198" y="396"/>
                  </a:cubicBezTo>
                  <a:cubicBezTo>
                    <a:pt x="143" y="396"/>
                    <a:pt x="93" y="374"/>
                    <a:pt x="58" y="338"/>
                  </a:cubicBezTo>
                  <a:cubicBezTo>
                    <a:pt x="22" y="302"/>
                    <a:pt x="0" y="252"/>
                    <a:pt x="0" y="198"/>
                  </a:cubicBezTo>
                  <a:cubicBezTo>
                    <a:pt x="0" y="143"/>
                    <a:pt x="22" y="93"/>
                    <a:pt x="58" y="58"/>
                  </a:cubicBezTo>
                  <a:cubicBezTo>
                    <a:pt x="93" y="22"/>
                    <a:pt x="143" y="0"/>
                    <a:pt x="198" y="0"/>
                  </a:cubicBezTo>
                  <a:close/>
                  <a:moveTo>
                    <a:pt x="327" y="69"/>
                  </a:moveTo>
                  <a:cubicBezTo>
                    <a:pt x="294" y="36"/>
                    <a:pt x="248" y="15"/>
                    <a:pt x="198" y="15"/>
                  </a:cubicBezTo>
                  <a:cubicBezTo>
                    <a:pt x="147" y="15"/>
                    <a:pt x="102" y="36"/>
                    <a:pt x="69" y="69"/>
                  </a:cubicBezTo>
                  <a:cubicBezTo>
                    <a:pt x="36" y="102"/>
                    <a:pt x="15" y="147"/>
                    <a:pt x="15" y="198"/>
                  </a:cubicBezTo>
                  <a:cubicBezTo>
                    <a:pt x="15" y="248"/>
                    <a:pt x="36" y="294"/>
                    <a:pt x="69" y="327"/>
                  </a:cubicBezTo>
                  <a:cubicBezTo>
                    <a:pt x="102" y="360"/>
                    <a:pt x="147" y="380"/>
                    <a:pt x="198" y="380"/>
                  </a:cubicBezTo>
                  <a:cubicBezTo>
                    <a:pt x="248" y="380"/>
                    <a:pt x="294" y="360"/>
                    <a:pt x="327" y="327"/>
                  </a:cubicBezTo>
                  <a:cubicBezTo>
                    <a:pt x="360" y="294"/>
                    <a:pt x="380" y="248"/>
                    <a:pt x="380" y="198"/>
                  </a:cubicBezTo>
                  <a:cubicBezTo>
                    <a:pt x="380" y="147"/>
                    <a:pt x="360" y="102"/>
                    <a:pt x="327" y="69"/>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214" name="Google Shape;1214;p52"/>
            <p:cNvSpPr/>
            <p:nvPr/>
          </p:nvSpPr>
          <p:spPr>
            <a:xfrm>
              <a:off x="2554288" y="-1014413"/>
              <a:ext cx="246063" cy="528638"/>
            </a:xfrm>
            <a:custGeom>
              <a:avLst/>
              <a:gdLst/>
              <a:ahLst/>
              <a:cxnLst/>
              <a:rect l="l" t="t" r="r" b="b"/>
              <a:pathLst>
                <a:path w="95" h="202" extrusionOk="0">
                  <a:moveTo>
                    <a:pt x="63" y="60"/>
                  </a:moveTo>
                  <a:cubicBezTo>
                    <a:pt x="63" y="44"/>
                    <a:pt x="63" y="44"/>
                    <a:pt x="63" y="44"/>
                  </a:cubicBezTo>
                  <a:cubicBezTo>
                    <a:pt x="63" y="36"/>
                    <a:pt x="68" y="34"/>
                    <a:pt x="72" y="34"/>
                  </a:cubicBezTo>
                  <a:cubicBezTo>
                    <a:pt x="75" y="34"/>
                    <a:pt x="94" y="34"/>
                    <a:pt x="94" y="34"/>
                  </a:cubicBezTo>
                  <a:cubicBezTo>
                    <a:pt x="94" y="0"/>
                    <a:pt x="94" y="0"/>
                    <a:pt x="94" y="0"/>
                  </a:cubicBezTo>
                  <a:cubicBezTo>
                    <a:pt x="63" y="0"/>
                    <a:pt x="63" y="0"/>
                    <a:pt x="63" y="0"/>
                  </a:cubicBezTo>
                  <a:cubicBezTo>
                    <a:pt x="28" y="0"/>
                    <a:pt x="21" y="25"/>
                    <a:pt x="21" y="42"/>
                  </a:cubicBezTo>
                  <a:cubicBezTo>
                    <a:pt x="21" y="60"/>
                    <a:pt x="21" y="60"/>
                    <a:pt x="21" y="60"/>
                  </a:cubicBezTo>
                  <a:cubicBezTo>
                    <a:pt x="0" y="60"/>
                    <a:pt x="0" y="60"/>
                    <a:pt x="0" y="60"/>
                  </a:cubicBezTo>
                  <a:cubicBezTo>
                    <a:pt x="0" y="85"/>
                    <a:pt x="0" y="85"/>
                    <a:pt x="0" y="85"/>
                  </a:cubicBezTo>
                  <a:cubicBezTo>
                    <a:pt x="0" y="101"/>
                    <a:pt x="0" y="101"/>
                    <a:pt x="0" y="101"/>
                  </a:cubicBezTo>
                  <a:cubicBezTo>
                    <a:pt x="21" y="101"/>
                    <a:pt x="21" y="101"/>
                    <a:pt x="21" y="101"/>
                  </a:cubicBezTo>
                  <a:cubicBezTo>
                    <a:pt x="21" y="147"/>
                    <a:pt x="21" y="202"/>
                    <a:pt x="21" y="202"/>
                  </a:cubicBezTo>
                  <a:cubicBezTo>
                    <a:pt x="61" y="202"/>
                    <a:pt x="61" y="202"/>
                    <a:pt x="61" y="202"/>
                  </a:cubicBezTo>
                  <a:cubicBezTo>
                    <a:pt x="61" y="202"/>
                    <a:pt x="61" y="146"/>
                    <a:pt x="61" y="101"/>
                  </a:cubicBezTo>
                  <a:cubicBezTo>
                    <a:pt x="91" y="101"/>
                    <a:pt x="91" y="101"/>
                    <a:pt x="91" y="101"/>
                  </a:cubicBezTo>
                  <a:cubicBezTo>
                    <a:pt x="92" y="85"/>
                    <a:pt x="92" y="85"/>
                    <a:pt x="92" y="85"/>
                  </a:cubicBezTo>
                  <a:cubicBezTo>
                    <a:pt x="95" y="60"/>
                    <a:pt x="95" y="60"/>
                    <a:pt x="95" y="60"/>
                  </a:cubicBezTo>
                  <a:lnTo>
                    <a:pt x="63" y="60"/>
                  </a:ln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grpSp>
      <p:grpSp>
        <p:nvGrpSpPr>
          <p:cNvPr id="1215" name="Google Shape;1215;p52"/>
          <p:cNvGrpSpPr/>
          <p:nvPr/>
        </p:nvGrpSpPr>
        <p:grpSpPr>
          <a:xfrm>
            <a:off x="7579548" y="6317292"/>
            <a:ext cx="279786" cy="281948"/>
            <a:chOff x="3470276" y="-1266825"/>
            <a:chExt cx="1027113" cy="1035050"/>
          </a:xfrm>
        </p:grpSpPr>
        <p:sp>
          <p:nvSpPr>
            <p:cNvPr id="1216" name="Google Shape;1216;p52"/>
            <p:cNvSpPr/>
            <p:nvPr/>
          </p:nvSpPr>
          <p:spPr>
            <a:xfrm>
              <a:off x="3470276" y="-1266825"/>
              <a:ext cx="1027113" cy="1035050"/>
            </a:xfrm>
            <a:custGeom>
              <a:avLst/>
              <a:gdLst/>
              <a:ahLst/>
              <a:cxnLst/>
              <a:rect l="l" t="t" r="r" b="b"/>
              <a:pathLst>
                <a:path w="396" h="396" extrusionOk="0">
                  <a:moveTo>
                    <a:pt x="198" y="0"/>
                  </a:moveTo>
                  <a:cubicBezTo>
                    <a:pt x="253" y="0"/>
                    <a:pt x="303" y="22"/>
                    <a:pt x="338" y="58"/>
                  </a:cubicBezTo>
                  <a:cubicBezTo>
                    <a:pt x="374" y="93"/>
                    <a:pt x="396" y="143"/>
                    <a:pt x="396" y="198"/>
                  </a:cubicBezTo>
                  <a:cubicBezTo>
                    <a:pt x="396" y="252"/>
                    <a:pt x="374" y="302"/>
                    <a:pt x="338" y="338"/>
                  </a:cubicBezTo>
                  <a:cubicBezTo>
                    <a:pt x="303" y="374"/>
                    <a:pt x="253" y="396"/>
                    <a:pt x="198" y="396"/>
                  </a:cubicBezTo>
                  <a:cubicBezTo>
                    <a:pt x="144" y="396"/>
                    <a:pt x="94" y="374"/>
                    <a:pt x="58" y="338"/>
                  </a:cubicBezTo>
                  <a:cubicBezTo>
                    <a:pt x="22" y="302"/>
                    <a:pt x="0" y="252"/>
                    <a:pt x="0" y="198"/>
                  </a:cubicBezTo>
                  <a:cubicBezTo>
                    <a:pt x="0" y="143"/>
                    <a:pt x="22" y="93"/>
                    <a:pt x="58" y="58"/>
                  </a:cubicBezTo>
                  <a:cubicBezTo>
                    <a:pt x="94" y="22"/>
                    <a:pt x="144" y="0"/>
                    <a:pt x="198" y="0"/>
                  </a:cubicBezTo>
                  <a:close/>
                  <a:moveTo>
                    <a:pt x="328" y="69"/>
                  </a:moveTo>
                  <a:cubicBezTo>
                    <a:pt x="294" y="36"/>
                    <a:pt x="249" y="15"/>
                    <a:pt x="198" y="15"/>
                  </a:cubicBezTo>
                  <a:cubicBezTo>
                    <a:pt x="148" y="15"/>
                    <a:pt x="102" y="36"/>
                    <a:pt x="69" y="69"/>
                  </a:cubicBezTo>
                  <a:cubicBezTo>
                    <a:pt x="36" y="102"/>
                    <a:pt x="16" y="147"/>
                    <a:pt x="16" y="198"/>
                  </a:cubicBezTo>
                  <a:cubicBezTo>
                    <a:pt x="16" y="248"/>
                    <a:pt x="36" y="294"/>
                    <a:pt x="69" y="327"/>
                  </a:cubicBezTo>
                  <a:cubicBezTo>
                    <a:pt x="102" y="360"/>
                    <a:pt x="148" y="380"/>
                    <a:pt x="198" y="380"/>
                  </a:cubicBezTo>
                  <a:cubicBezTo>
                    <a:pt x="249" y="380"/>
                    <a:pt x="294" y="360"/>
                    <a:pt x="328" y="327"/>
                  </a:cubicBezTo>
                  <a:cubicBezTo>
                    <a:pt x="361" y="294"/>
                    <a:pt x="381" y="248"/>
                    <a:pt x="381" y="198"/>
                  </a:cubicBezTo>
                  <a:cubicBezTo>
                    <a:pt x="381" y="147"/>
                    <a:pt x="361" y="102"/>
                    <a:pt x="328" y="69"/>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217" name="Google Shape;1217;p52"/>
            <p:cNvSpPr/>
            <p:nvPr/>
          </p:nvSpPr>
          <p:spPr>
            <a:xfrm>
              <a:off x="3727451" y="-1011238"/>
              <a:ext cx="515938" cy="520700"/>
            </a:xfrm>
            <a:custGeom>
              <a:avLst/>
              <a:gdLst/>
              <a:ahLst/>
              <a:cxnLst/>
              <a:rect l="l" t="t" r="r" b="b"/>
              <a:pathLst>
                <a:path w="199" h="199" extrusionOk="0">
                  <a:moveTo>
                    <a:pt x="49" y="100"/>
                  </a:moveTo>
                  <a:cubicBezTo>
                    <a:pt x="49" y="72"/>
                    <a:pt x="71" y="49"/>
                    <a:pt x="99" y="49"/>
                  </a:cubicBezTo>
                  <a:cubicBezTo>
                    <a:pt x="127" y="49"/>
                    <a:pt x="150" y="72"/>
                    <a:pt x="150" y="100"/>
                  </a:cubicBezTo>
                  <a:cubicBezTo>
                    <a:pt x="150" y="128"/>
                    <a:pt x="127" y="150"/>
                    <a:pt x="99" y="150"/>
                  </a:cubicBezTo>
                  <a:cubicBezTo>
                    <a:pt x="71" y="150"/>
                    <a:pt x="49" y="128"/>
                    <a:pt x="49" y="100"/>
                  </a:cubicBezTo>
                  <a:close/>
                  <a:moveTo>
                    <a:pt x="152" y="0"/>
                  </a:moveTo>
                  <a:cubicBezTo>
                    <a:pt x="47" y="0"/>
                    <a:pt x="47" y="0"/>
                    <a:pt x="47" y="0"/>
                  </a:cubicBezTo>
                  <a:cubicBezTo>
                    <a:pt x="21" y="0"/>
                    <a:pt x="0" y="21"/>
                    <a:pt x="0" y="47"/>
                  </a:cubicBezTo>
                  <a:cubicBezTo>
                    <a:pt x="0" y="152"/>
                    <a:pt x="0" y="152"/>
                    <a:pt x="0" y="152"/>
                  </a:cubicBezTo>
                  <a:cubicBezTo>
                    <a:pt x="0" y="178"/>
                    <a:pt x="21" y="199"/>
                    <a:pt x="47" y="199"/>
                  </a:cubicBezTo>
                  <a:cubicBezTo>
                    <a:pt x="152" y="199"/>
                    <a:pt x="152" y="199"/>
                    <a:pt x="152" y="199"/>
                  </a:cubicBezTo>
                  <a:cubicBezTo>
                    <a:pt x="178" y="199"/>
                    <a:pt x="199" y="178"/>
                    <a:pt x="199" y="152"/>
                  </a:cubicBezTo>
                  <a:cubicBezTo>
                    <a:pt x="199" y="47"/>
                    <a:pt x="199" y="47"/>
                    <a:pt x="199" y="47"/>
                  </a:cubicBezTo>
                  <a:cubicBezTo>
                    <a:pt x="199" y="21"/>
                    <a:pt x="178" y="0"/>
                    <a:pt x="152" y="0"/>
                  </a:cubicBezTo>
                  <a:close/>
                  <a:moveTo>
                    <a:pt x="47" y="12"/>
                  </a:moveTo>
                  <a:cubicBezTo>
                    <a:pt x="152" y="12"/>
                    <a:pt x="152" y="12"/>
                    <a:pt x="152" y="12"/>
                  </a:cubicBezTo>
                  <a:cubicBezTo>
                    <a:pt x="171" y="12"/>
                    <a:pt x="187" y="28"/>
                    <a:pt x="187" y="47"/>
                  </a:cubicBezTo>
                  <a:cubicBezTo>
                    <a:pt x="187" y="152"/>
                    <a:pt x="187" y="152"/>
                    <a:pt x="187" y="152"/>
                  </a:cubicBezTo>
                  <a:cubicBezTo>
                    <a:pt x="187" y="171"/>
                    <a:pt x="171" y="187"/>
                    <a:pt x="152" y="187"/>
                  </a:cubicBezTo>
                  <a:cubicBezTo>
                    <a:pt x="47" y="187"/>
                    <a:pt x="47" y="187"/>
                    <a:pt x="47" y="187"/>
                  </a:cubicBezTo>
                  <a:cubicBezTo>
                    <a:pt x="28" y="187"/>
                    <a:pt x="12" y="171"/>
                    <a:pt x="12" y="152"/>
                  </a:cubicBezTo>
                  <a:cubicBezTo>
                    <a:pt x="12" y="47"/>
                    <a:pt x="12" y="47"/>
                    <a:pt x="12" y="47"/>
                  </a:cubicBezTo>
                  <a:cubicBezTo>
                    <a:pt x="12" y="28"/>
                    <a:pt x="28" y="12"/>
                    <a:pt x="47" y="12"/>
                  </a:cubicBezTo>
                  <a:close/>
                  <a:moveTo>
                    <a:pt x="162" y="27"/>
                  </a:moveTo>
                  <a:cubicBezTo>
                    <a:pt x="156" y="27"/>
                    <a:pt x="152" y="32"/>
                    <a:pt x="152" y="37"/>
                  </a:cubicBezTo>
                  <a:cubicBezTo>
                    <a:pt x="152" y="43"/>
                    <a:pt x="156" y="48"/>
                    <a:pt x="162" y="48"/>
                  </a:cubicBezTo>
                  <a:cubicBezTo>
                    <a:pt x="168" y="48"/>
                    <a:pt x="173" y="43"/>
                    <a:pt x="173" y="37"/>
                  </a:cubicBezTo>
                  <a:cubicBezTo>
                    <a:pt x="173" y="32"/>
                    <a:pt x="168" y="27"/>
                    <a:pt x="162" y="27"/>
                  </a:cubicBezTo>
                  <a:close/>
                  <a:moveTo>
                    <a:pt x="163" y="100"/>
                  </a:moveTo>
                  <a:cubicBezTo>
                    <a:pt x="163" y="64"/>
                    <a:pt x="135" y="36"/>
                    <a:pt x="99" y="36"/>
                  </a:cubicBezTo>
                  <a:cubicBezTo>
                    <a:pt x="64" y="36"/>
                    <a:pt x="35" y="64"/>
                    <a:pt x="35" y="100"/>
                  </a:cubicBezTo>
                  <a:cubicBezTo>
                    <a:pt x="35" y="135"/>
                    <a:pt x="64" y="164"/>
                    <a:pt x="99" y="164"/>
                  </a:cubicBezTo>
                  <a:cubicBezTo>
                    <a:pt x="135" y="164"/>
                    <a:pt x="163" y="135"/>
                    <a:pt x="163" y="100"/>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grpSp>
      <p:sp>
        <p:nvSpPr>
          <p:cNvPr id="1218" name="Google Shape;1218;p52"/>
          <p:cNvSpPr/>
          <p:nvPr/>
        </p:nvSpPr>
        <p:spPr>
          <a:xfrm>
            <a:off x="3588919" y="6338057"/>
            <a:ext cx="281962" cy="281956"/>
          </a:xfrm>
          <a:custGeom>
            <a:avLst/>
            <a:gdLst/>
            <a:ahLst/>
            <a:cxnLst/>
            <a:rect l="l" t="t" r="r" b="b"/>
            <a:pathLst>
              <a:path w="2328" h="2328" extrusionOk="0">
                <a:moveTo>
                  <a:pt x="1164" y="0"/>
                </a:moveTo>
                <a:cubicBezTo>
                  <a:pt x="853" y="0"/>
                  <a:pt x="561" y="121"/>
                  <a:pt x="341" y="341"/>
                </a:cubicBezTo>
                <a:cubicBezTo>
                  <a:pt x="121" y="560"/>
                  <a:pt x="0" y="853"/>
                  <a:pt x="0" y="1164"/>
                </a:cubicBezTo>
                <a:cubicBezTo>
                  <a:pt x="0" y="1475"/>
                  <a:pt x="121" y="1767"/>
                  <a:pt x="341" y="1987"/>
                </a:cubicBezTo>
                <a:cubicBezTo>
                  <a:pt x="561" y="2207"/>
                  <a:pt x="853" y="2328"/>
                  <a:pt x="1164" y="2328"/>
                </a:cubicBezTo>
                <a:cubicBezTo>
                  <a:pt x="1475" y="2328"/>
                  <a:pt x="1767" y="2207"/>
                  <a:pt x="1987" y="1987"/>
                </a:cubicBezTo>
                <a:cubicBezTo>
                  <a:pt x="2207" y="1767"/>
                  <a:pt x="2328" y="1475"/>
                  <a:pt x="2328" y="1164"/>
                </a:cubicBezTo>
                <a:cubicBezTo>
                  <a:pt x="2328" y="853"/>
                  <a:pt x="2207" y="560"/>
                  <a:pt x="1987" y="341"/>
                </a:cubicBezTo>
                <a:cubicBezTo>
                  <a:pt x="1767" y="121"/>
                  <a:pt x="1475" y="0"/>
                  <a:pt x="1164" y="0"/>
                </a:cubicBezTo>
                <a:close/>
                <a:moveTo>
                  <a:pt x="2040" y="637"/>
                </a:moveTo>
                <a:cubicBezTo>
                  <a:pt x="1966" y="617"/>
                  <a:pt x="1890" y="598"/>
                  <a:pt x="1815" y="583"/>
                </a:cubicBezTo>
                <a:cubicBezTo>
                  <a:pt x="1807" y="493"/>
                  <a:pt x="1732" y="423"/>
                  <a:pt x="1640" y="423"/>
                </a:cubicBezTo>
                <a:cubicBezTo>
                  <a:pt x="1619" y="423"/>
                  <a:pt x="1598" y="427"/>
                  <a:pt x="1579" y="434"/>
                </a:cubicBezTo>
                <a:cubicBezTo>
                  <a:pt x="1512" y="335"/>
                  <a:pt x="1433" y="243"/>
                  <a:pt x="1341" y="157"/>
                </a:cubicBezTo>
                <a:cubicBezTo>
                  <a:pt x="1547" y="193"/>
                  <a:pt x="1736" y="291"/>
                  <a:pt x="1886" y="441"/>
                </a:cubicBezTo>
                <a:cubicBezTo>
                  <a:pt x="1946" y="501"/>
                  <a:pt x="1998" y="567"/>
                  <a:pt x="2040" y="637"/>
                </a:cubicBezTo>
                <a:close/>
                <a:moveTo>
                  <a:pt x="2099" y="1577"/>
                </a:moveTo>
                <a:cubicBezTo>
                  <a:pt x="1968" y="1617"/>
                  <a:pt x="1835" y="1649"/>
                  <a:pt x="1700" y="1672"/>
                </a:cubicBezTo>
                <a:cubicBezTo>
                  <a:pt x="1767" y="1520"/>
                  <a:pt x="1802" y="1362"/>
                  <a:pt x="1807" y="1199"/>
                </a:cubicBezTo>
                <a:cubicBezTo>
                  <a:pt x="2185" y="1199"/>
                  <a:pt x="2185" y="1199"/>
                  <a:pt x="2185" y="1199"/>
                </a:cubicBezTo>
                <a:cubicBezTo>
                  <a:pt x="2181" y="1331"/>
                  <a:pt x="2151" y="1459"/>
                  <a:pt x="2099" y="1577"/>
                </a:cubicBezTo>
                <a:close/>
                <a:moveTo>
                  <a:pt x="1204" y="2185"/>
                </a:moveTo>
                <a:cubicBezTo>
                  <a:pt x="1202" y="2185"/>
                  <a:pt x="1201" y="2185"/>
                  <a:pt x="1200" y="2185"/>
                </a:cubicBezTo>
                <a:cubicBezTo>
                  <a:pt x="1200" y="1935"/>
                  <a:pt x="1200" y="1935"/>
                  <a:pt x="1200" y="1935"/>
                </a:cubicBezTo>
                <a:cubicBezTo>
                  <a:pt x="1265" y="1921"/>
                  <a:pt x="1318" y="1870"/>
                  <a:pt x="1334" y="1805"/>
                </a:cubicBezTo>
                <a:cubicBezTo>
                  <a:pt x="1407" y="1802"/>
                  <a:pt x="1480" y="1795"/>
                  <a:pt x="1552" y="1787"/>
                </a:cubicBezTo>
                <a:cubicBezTo>
                  <a:pt x="1465" y="1934"/>
                  <a:pt x="1348" y="2067"/>
                  <a:pt x="1204" y="2185"/>
                </a:cubicBezTo>
                <a:close/>
                <a:moveTo>
                  <a:pt x="775" y="1787"/>
                </a:moveTo>
                <a:cubicBezTo>
                  <a:pt x="848" y="1795"/>
                  <a:pt x="921" y="1802"/>
                  <a:pt x="994" y="1805"/>
                </a:cubicBezTo>
                <a:cubicBezTo>
                  <a:pt x="1010" y="1870"/>
                  <a:pt x="1062" y="1921"/>
                  <a:pt x="1128" y="1935"/>
                </a:cubicBezTo>
                <a:cubicBezTo>
                  <a:pt x="1128" y="2185"/>
                  <a:pt x="1128" y="2185"/>
                  <a:pt x="1128" y="2185"/>
                </a:cubicBezTo>
                <a:cubicBezTo>
                  <a:pt x="1127" y="2185"/>
                  <a:pt x="1125" y="2185"/>
                  <a:pt x="1124" y="2185"/>
                </a:cubicBezTo>
                <a:cubicBezTo>
                  <a:pt x="980" y="2067"/>
                  <a:pt x="863" y="1934"/>
                  <a:pt x="775" y="1787"/>
                </a:cubicBezTo>
                <a:close/>
                <a:moveTo>
                  <a:pt x="229" y="751"/>
                </a:moveTo>
                <a:cubicBezTo>
                  <a:pt x="360" y="710"/>
                  <a:pt x="493" y="678"/>
                  <a:pt x="627" y="655"/>
                </a:cubicBezTo>
                <a:cubicBezTo>
                  <a:pt x="580" y="764"/>
                  <a:pt x="548" y="876"/>
                  <a:pt x="532" y="991"/>
                </a:cubicBezTo>
                <a:cubicBezTo>
                  <a:pt x="460" y="1002"/>
                  <a:pt x="403" y="1058"/>
                  <a:pt x="388" y="1129"/>
                </a:cubicBezTo>
                <a:cubicBezTo>
                  <a:pt x="143" y="1129"/>
                  <a:pt x="143" y="1129"/>
                  <a:pt x="143" y="1129"/>
                </a:cubicBezTo>
                <a:cubicBezTo>
                  <a:pt x="147" y="996"/>
                  <a:pt x="177" y="869"/>
                  <a:pt x="229" y="751"/>
                </a:cubicBezTo>
                <a:close/>
                <a:moveTo>
                  <a:pt x="1124" y="143"/>
                </a:moveTo>
                <a:cubicBezTo>
                  <a:pt x="1125" y="143"/>
                  <a:pt x="1127" y="143"/>
                  <a:pt x="1128" y="143"/>
                </a:cubicBezTo>
                <a:cubicBezTo>
                  <a:pt x="1128" y="518"/>
                  <a:pt x="1128" y="518"/>
                  <a:pt x="1128" y="518"/>
                </a:cubicBezTo>
                <a:cubicBezTo>
                  <a:pt x="1010" y="519"/>
                  <a:pt x="892" y="527"/>
                  <a:pt x="775" y="541"/>
                </a:cubicBezTo>
                <a:cubicBezTo>
                  <a:pt x="863" y="394"/>
                  <a:pt x="980" y="260"/>
                  <a:pt x="1124" y="143"/>
                </a:cubicBezTo>
                <a:close/>
                <a:moveTo>
                  <a:pt x="1513" y="478"/>
                </a:moveTo>
                <a:cubicBezTo>
                  <a:pt x="1498" y="494"/>
                  <a:pt x="1486" y="512"/>
                  <a:pt x="1478" y="533"/>
                </a:cubicBezTo>
                <a:cubicBezTo>
                  <a:pt x="1386" y="524"/>
                  <a:pt x="1293" y="519"/>
                  <a:pt x="1200" y="518"/>
                </a:cubicBezTo>
                <a:cubicBezTo>
                  <a:pt x="1200" y="143"/>
                  <a:pt x="1200" y="143"/>
                  <a:pt x="1200" y="143"/>
                </a:cubicBezTo>
                <a:cubicBezTo>
                  <a:pt x="1201" y="143"/>
                  <a:pt x="1202" y="143"/>
                  <a:pt x="1204" y="143"/>
                </a:cubicBezTo>
                <a:cubicBezTo>
                  <a:pt x="1327" y="243"/>
                  <a:pt x="1431" y="356"/>
                  <a:pt x="1513" y="478"/>
                </a:cubicBezTo>
                <a:close/>
                <a:moveTo>
                  <a:pt x="1200" y="610"/>
                </a:moveTo>
                <a:cubicBezTo>
                  <a:pt x="1289" y="611"/>
                  <a:pt x="1379" y="616"/>
                  <a:pt x="1467" y="624"/>
                </a:cubicBezTo>
                <a:cubicBezTo>
                  <a:pt x="1480" y="708"/>
                  <a:pt x="1553" y="773"/>
                  <a:pt x="1640" y="773"/>
                </a:cubicBezTo>
                <a:cubicBezTo>
                  <a:pt x="1647" y="773"/>
                  <a:pt x="1654" y="772"/>
                  <a:pt x="1661" y="772"/>
                </a:cubicBezTo>
                <a:cubicBezTo>
                  <a:pt x="1702" y="887"/>
                  <a:pt x="1724" y="1007"/>
                  <a:pt x="1728" y="1129"/>
                </a:cubicBezTo>
                <a:cubicBezTo>
                  <a:pt x="1200" y="1129"/>
                  <a:pt x="1200" y="1129"/>
                  <a:pt x="1200" y="1129"/>
                </a:cubicBezTo>
                <a:lnTo>
                  <a:pt x="1200" y="610"/>
                </a:lnTo>
                <a:close/>
                <a:moveTo>
                  <a:pt x="1720" y="598"/>
                </a:moveTo>
                <a:cubicBezTo>
                  <a:pt x="1720" y="642"/>
                  <a:pt x="1684" y="678"/>
                  <a:pt x="1640" y="678"/>
                </a:cubicBezTo>
                <a:cubicBezTo>
                  <a:pt x="1596" y="678"/>
                  <a:pt x="1560" y="642"/>
                  <a:pt x="1560" y="598"/>
                </a:cubicBezTo>
                <a:cubicBezTo>
                  <a:pt x="1560" y="554"/>
                  <a:pt x="1596" y="518"/>
                  <a:pt x="1640" y="518"/>
                </a:cubicBezTo>
                <a:cubicBezTo>
                  <a:pt x="1684" y="518"/>
                  <a:pt x="1720" y="554"/>
                  <a:pt x="1720" y="598"/>
                </a:cubicBezTo>
                <a:close/>
                <a:moveTo>
                  <a:pt x="1128" y="610"/>
                </a:moveTo>
                <a:cubicBezTo>
                  <a:pt x="1128" y="1129"/>
                  <a:pt x="1128" y="1129"/>
                  <a:pt x="1128" y="1129"/>
                </a:cubicBezTo>
                <a:cubicBezTo>
                  <a:pt x="731" y="1129"/>
                  <a:pt x="731" y="1129"/>
                  <a:pt x="731" y="1129"/>
                </a:cubicBezTo>
                <a:cubicBezTo>
                  <a:pt x="719" y="1066"/>
                  <a:pt x="672" y="1015"/>
                  <a:pt x="611" y="997"/>
                </a:cubicBezTo>
                <a:cubicBezTo>
                  <a:pt x="629" y="874"/>
                  <a:pt x="666" y="755"/>
                  <a:pt x="722" y="641"/>
                </a:cubicBezTo>
                <a:cubicBezTo>
                  <a:pt x="856" y="622"/>
                  <a:pt x="992" y="612"/>
                  <a:pt x="1128" y="610"/>
                </a:cubicBezTo>
                <a:close/>
                <a:moveTo>
                  <a:pt x="640" y="1164"/>
                </a:moveTo>
                <a:cubicBezTo>
                  <a:pt x="640" y="1208"/>
                  <a:pt x="604" y="1244"/>
                  <a:pt x="560" y="1244"/>
                </a:cubicBezTo>
                <a:cubicBezTo>
                  <a:pt x="516" y="1244"/>
                  <a:pt x="480" y="1208"/>
                  <a:pt x="480" y="1164"/>
                </a:cubicBezTo>
                <a:cubicBezTo>
                  <a:pt x="480" y="1120"/>
                  <a:pt x="516" y="1084"/>
                  <a:pt x="560" y="1084"/>
                </a:cubicBezTo>
                <a:cubicBezTo>
                  <a:pt x="604" y="1084"/>
                  <a:pt x="640" y="1120"/>
                  <a:pt x="640" y="1164"/>
                </a:cubicBezTo>
                <a:close/>
                <a:moveTo>
                  <a:pt x="143" y="1199"/>
                </a:moveTo>
                <a:cubicBezTo>
                  <a:pt x="388" y="1199"/>
                  <a:pt x="388" y="1199"/>
                  <a:pt x="388" y="1199"/>
                </a:cubicBezTo>
                <a:cubicBezTo>
                  <a:pt x="403" y="1270"/>
                  <a:pt x="460" y="1325"/>
                  <a:pt x="532" y="1337"/>
                </a:cubicBezTo>
                <a:cubicBezTo>
                  <a:pt x="548" y="1451"/>
                  <a:pt x="580" y="1563"/>
                  <a:pt x="627" y="1672"/>
                </a:cubicBezTo>
                <a:cubicBezTo>
                  <a:pt x="493" y="1649"/>
                  <a:pt x="360" y="1617"/>
                  <a:pt x="229" y="1577"/>
                </a:cubicBezTo>
                <a:cubicBezTo>
                  <a:pt x="177" y="1459"/>
                  <a:pt x="147" y="1331"/>
                  <a:pt x="143" y="1199"/>
                </a:cubicBezTo>
                <a:close/>
                <a:moveTo>
                  <a:pt x="611" y="1331"/>
                </a:moveTo>
                <a:cubicBezTo>
                  <a:pt x="672" y="1312"/>
                  <a:pt x="719" y="1262"/>
                  <a:pt x="731" y="1199"/>
                </a:cubicBezTo>
                <a:cubicBezTo>
                  <a:pt x="1128" y="1199"/>
                  <a:pt x="1128" y="1199"/>
                  <a:pt x="1128" y="1199"/>
                </a:cubicBezTo>
                <a:cubicBezTo>
                  <a:pt x="1128" y="1592"/>
                  <a:pt x="1128" y="1592"/>
                  <a:pt x="1128" y="1592"/>
                </a:cubicBezTo>
                <a:cubicBezTo>
                  <a:pt x="1065" y="1605"/>
                  <a:pt x="1015" y="1652"/>
                  <a:pt x="996" y="1713"/>
                </a:cubicBezTo>
                <a:cubicBezTo>
                  <a:pt x="904" y="1708"/>
                  <a:pt x="813" y="1700"/>
                  <a:pt x="722" y="1687"/>
                </a:cubicBezTo>
                <a:cubicBezTo>
                  <a:pt x="666" y="1572"/>
                  <a:pt x="629" y="1453"/>
                  <a:pt x="611" y="1331"/>
                </a:cubicBezTo>
                <a:close/>
                <a:moveTo>
                  <a:pt x="1244" y="1764"/>
                </a:moveTo>
                <a:cubicBezTo>
                  <a:pt x="1244" y="1808"/>
                  <a:pt x="1208" y="1844"/>
                  <a:pt x="1164" y="1844"/>
                </a:cubicBezTo>
                <a:cubicBezTo>
                  <a:pt x="1120" y="1844"/>
                  <a:pt x="1084" y="1808"/>
                  <a:pt x="1084" y="1764"/>
                </a:cubicBezTo>
                <a:cubicBezTo>
                  <a:pt x="1084" y="1720"/>
                  <a:pt x="1120" y="1684"/>
                  <a:pt x="1164" y="1684"/>
                </a:cubicBezTo>
                <a:cubicBezTo>
                  <a:pt x="1208" y="1684"/>
                  <a:pt x="1244" y="1720"/>
                  <a:pt x="1244" y="1764"/>
                </a:cubicBezTo>
                <a:close/>
                <a:moveTo>
                  <a:pt x="1331" y="1713"/>
                </a:moveTo>
                <a:cubicBezTo>
                  <a:pt x="1313" y="1652"/>
                  <a:pt x="1262" y="1605"/>
                  <a:pt x="1200" y="1592"/>
                </a:cubicBezTo>
                <a:cubicBezTo>
                  <a:pt x="1200" y="1199"/>
                  <a:pt x="1200" y="1199"/>
                  <a:pt x="1200" y="1199"/>
                </a:cubicBezTo>
                <a:cubicBezTo>
                  <a:pt x="1728" y="1199"/>
                  <a:pt x="1728" y="1199"/>
                  <a:pt x="1728" y="1199"/>
                </a:cubicBezTo>
                <a:cubicBezTo>
                  <a:pt x="1723" y="1367"/>
                  <a:pt x="1682" y="1531"/>
                  <a:pt x="1606" y="1687"/>
                </a:cubicBezTo>
                <a:cubicBezTo>
                  <a:pt x="1515" y="1700"/>
                  <a:pt x="1424" y="1708"/>
                  <a:pt x="1331" y="1713"/>
                </a:cubicBezTo>
                <a:close/>
                <a:moveTo>
                  <a:pt x="1807" y="1129"/>
                </a:moveTo>
                <a:cubicBezTo>
                  <a:pt x="1803" y="997"/>
                  <a:pt x="1779" y="869"/>
                  <a:pt x="1736" y="745"/>
                </a:cubicBezTo>
                <a:cubicBezTo>
                  <a:pt x="1762" y="727"/>
                  <a:pt x="1784" y="703"/>
                  <a:pt x="1798" y="674"/>
                </a:cubicBezTo>
                <a:cubicBezTo>
                  <a:pt x="1900" y="694"/>
                  <a:pt x="2000" y="720"/>
                  <a:pt x="2099" y="751"/>
                </a:cubicBezTo>
                <a:cubicBezTo>
                  <a:pt x="2151" y="869"/>
                  <a:pt x="2181" y="996"/>
                  <a:pt x="2185" y="1129"/>
                </a:cubicBezTo>
                <a:lnTo>
                  <a:pt x="1807" y="1129"/>
                </a:lnTo>
                <a:close/>
                <a:moveTo>
                  <a:pt x="441" y="441"/>
                </a:moveTo>
                <a:cubicBezTo>
                  <a:pt x="592" y="291"/>
                  <a:pt x="781" y="193"/>
                  <a:pt x="987" y="157"/>
                </a:cubicBezTo>
                <a:cubicBezTo>
                  <a:pt x="865" y="271"/>
                  <a:pt x="765" y="397"/>
                  <a:pt x="688" y="534"/>
                </a:cubicBezTo>
                <a:cubicBezTo>
                  <a:pt x="684" y="541"/>
                  <a:pt x="680" y="547"/>
                  <a:pt x="677" y="554"/>
                </a:cubicBezTo>
                <a:cubicBezTo>
                  <a:pt x="546" y="574"/>
                  <a:pt x="416" y="602"/>
                  <a:pt x="288" y="637"/>
                </a:cubicBezTo>
                <a:cubicBezTo>
                  <a:pt x="330" y="567"/>
                  <a:pt x="382" y="501"/>
                  <a:pt x="441" y="441"/>
                </a:cubicBezTo>
                <a:close/>
                <a:moveTo>
                  <a:pt x="288" y="1690"/>
                </a:moveTo>
                <a:cubicBezTo>
                  <a:pt x="416" y="1726"/>
                  <a:pt x="546" y="1754"/>
                  <a:pt x="677" y="1773"/>
                </a:cubicBezTo>
                <a:cubicBezTo>
                  <a:pt x="680" y="1780"/>
                  <a:pt x="684" y="1787"/>
                  <a:pt x="688" y="1794"/>
                </a:cubicBezTo>
                <a:cubicBezTo>
                  <a:pt x="765" y="1931"/>
                  <a:pt x="865" y="2057"/>
                  <a:pt x="987" y="2170"/>
                </a:cubicBezTo>
                <a:cubicBezTo>
                  <a:pt x="781" y="2134"/>
                  <a:pt x="592" y="2037"/>
                  <a:pt x="441" y="1886"/>
                </a:cubicBezTo>
                <a:cubicBezTo>
                  <a:pt x="382" y="1827"/>
                  <a:pt x="330" y="1761"/>
                  <a:pt x="288" y="1690"/>
                </a:cubicBezTo>
                <a:close/>
                <a:moveTo>
                  <a:pt x="1886" y="1886"/>
                </a:moveTo>
                <a:cubicBezTo>
                  <a:pt x="1736" y="2037"/>
                  <a:pt x="1547" y="2135"/>
                  <a:pt x="1341" y="2170"/>
                </a:cubicBezTo>
                <a:cubicBezTo>
                  <a:pt x="1463" y="2057"/>
                  <a:pt x="1563" y="1931"/>
                  <a:pt x="1640" y="1794"/>
                </a:cubicBezTo>
                <a:cubicBezTo>
                  <a:pt x="1644" y="1787"/>
                  <a:pt x="1647" y="1780"/>
                  <a:pt x="1651" y="1773"/>
                </a:cubicBezTo>
                <a:cubicBezTo>
                  <a:pt x="1782" y="1754"/>
                  <a:pt x="1912" y="1726"/>
                  <a:pt x="2040" y="1690"/>
                </a:cubicBezTo>
                <a:cubicBezTo>
                  <a:pt x="1998" y="1761"/>
                  <a:pt x="1946" y="1827"/>
                  <a:pt x="1886" y="1886"/>
                </a:cubicBezTo>
                <a:close/>
              </a:path>
            </a:pathLst>
          </a:custGeom>
          <a:solidFill>
            <a:srgbClr val="F2F2F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Poppins"/>
              <a:ea typeface="Poppins"/>
              <a:cs typeface="Poppins"/>
              <a:sym typeface="Poppins"/>
            </a:endParaRPr>
          </a:p>
        </p:txBody>
      </p:sp>
      <p:sp>
        <p:nvSpPr>
          <p:cNvPr id="1219" name="Google Shape;1219;p52"/>
          <p:cNvSpPr txBox="1"/>
          <p:nvPr/>
        </p:nvSpPr>
        <p:spPr>
          <a:xfrm>
            <a:off x="7984002" y="6338058"/>
            <a:ext cx="2628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Poppins"/>
                <a:ea typeface="Poppins"/>
                <a:cs typeface="Poppins"/>
                <a:sym typeface="Poppins"/>
              </a:rPr>
              <a:t>utmofficial</a:t>
            </a:r>
            <a:endParaRPr/>
          </a:p>
        </p:txBody>
      </p:sp>
      <p:sp>
        <p:nvSpPr>
          <p:cNvPr id="1220" name="Google Shape;1220;p52"/>
          <p:cNvSpPr txBox="1"/>
          <p:nvPr/>
        </p:nvSpPr>
        <p:spPr>
          <a:xfrm>
            <a:off x="3994395" y="6329744"/>
            <a:ext cx="3030000" cy="276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200">
                <a:solidFill>
                  <a:schemeClr val="lt1"/>
                </a:solidFill>
                <a:latin typeface="Poppins"/>
                <a:ea typeface="Poppins"/>
                <a:cs typeface="Poppins"/>
                <a:sym typeface="Poppins"/>
              </a:rPr>
              <a:t>utm.my</a:t>
            </a:r>
            <a:endParaRPr/>
          </a:p>
        </p:txBody>
      </p:sp>
      <p:sp>
        <p:nvSpPr>
          <p:cNvPr id="1221" name="Google Shape;1221;p52"/>
          <p:cNvSpPr txBox="1"/>
          <p:nvPr/>
        </p:nvSpPr>
        <p:spPr>
          <a:xfrm>
            <a:off x="3730697" y="5702528"/>
            <a:ext cx="4730700" cy="319200"/>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None/>
            </a:pPr>
            <a:r>
              <a:rPr lang="en-US" sz="1400" b="0" i="0">
                <a:solidFill>
                  <a:schemeClr val="lt1"/>
                </a:solidFill>
                <a:latin typeface="Poppins Medium"/>
                <a:ea typeface="Poppins Medium"/>
                <a:cs typeface="Poppins Medium"/>
                <a:sym typeface="Poppins Medium"/>
              </a:rPr>
              <a:t>In the Name of God for Mankind</a:t>
            </a:r>
            <a:endParaRPr sz="1400" b="0" i="0">
              <a:solidFill>
                <a:schemeClr val="lt1"/>
              </a:solidFill>
              <a:latin typeface="Poppins Medium"/>
              <a:ea typeface="Poppins Medium"/>
              <a:cs typeface="Poppins Medium"/>
              <a:sym typeface="Poppins Medium"/>
            </a:endParaRPr>
          </a:p>
        </p:txBody>
      </p:sp>
    </p:spTree>
  </p:cSld>
  <p:clrMapOvr>
    <a:masterClrMapping/>
  </p:clrMapOvr>
</p:sld>
</file>

<file path=ppt/theme/theme1.xml><?xml version="1.0" encoding="utf-8"?>
<a:theme xmlns:a="http://schemas.openxmlformats.org/drawingml/2006/main" name="Office Theme">
  <a:themeElements>
    <a:clrScheme name="PPT custom">
      <a:dk1>
        <a:srgbClr val="000000"/>
      </a:dk1>
      <a:lt1>
        <a:srgbClr val="FFFFFF"/>
      </a:lt1>
      <a:dk2>
        <a:srgbClr val="323232"/>
      </a:dk2>
      <a:lt2>
        <a:srgbClr val="E7D7C1"/>
      </a:lt2>
      <a:accent1>
        <a:srgbClr val="74121D"/>
      </a:accent1>
      <a:accent2>
        <a:srgbClr val="A7333F"/>
      </a:accent2>
      <a:accent3>
        <a:srgbClr val="C52233"/>
      </a:accent3>
      <a:accent4>
        <a:srgbClr val="B19C7D"/>
      </a:accent4>
      <a:accent5>
        <a:srgbClr val="7F5F52"/>
      </a:accent5>
      <a:accent6>
        <a:srgbClr val="B27D49"/>
      </a:accent6>
      <a:hlink>
        <a:srgbClr val="FFC000"/>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571</TotalTime>
  <Words>456</Words>
  <Application>Microsoft Office PowerPoint</Application>
  <PresentationFormat>Widescreen</PresentationFormat>
  <Paragraphs>105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Poppins Medium</vt:lpstr>
      <vt:lpstr>Poppins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MUHAMMAD KHATIBSYARBINI 16880</cp:lastModifiedBy>
  <cp:revision>39</cp:revision>
  <dcterms:modified xsi:type="dcterms:W3CDTF">2025-10-29T02:13:02Z</dcterms:modified>
</cp:coreProperties>
</file>